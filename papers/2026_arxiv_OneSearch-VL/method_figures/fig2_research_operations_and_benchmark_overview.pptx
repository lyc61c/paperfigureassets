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609a833374fad" /><Relationship Type="http://schemas.openxmlformats.org/officeDocument/2006/relationships/extended-properties" Target="/docProps/app.xml" Id="R333523e1ba504967" /><Relationship Type="http://schemas.openxmlformats.org/officeDocument/2006/relationships/officeDocument" Target="/ppt/presentation.xml" Id="Rcdea420d9d1c42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d9144458454712"/>
  </p:sldMasterIdLst>
  <p:notesMasterIdLst>
    <p:notesMasterId xmlns:r="http://schemas.openxmlformats.org/officeDocument/2006/relationships" r:id="R33107b82944545d0"/>
  </p:notesMasterIdLst>
  <p:sldIdLst>
    <p:sldId xmlns:r="http://schemas.openxmlformats.org/officeDocument/2006/relationships" id="256" r:id="R77da762945e94c33"/>
  </p:sldIdLst>
  <p:sldSz cx="27860625" cy="11610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37494b3204ba6" /><Relationship Type="http://schemas.openxmlformats.org/officeDocument/2006/relationships/slideMaster" Target="/ppt/slideMasters/slideMaster1.xml" Id="R9ad9144458454712" /><Relationship Type="http://schemas.openxmlformats.org/officeDocument/2006/relationships/notesMaster" Target="/ppt/notesMasters/notesMaster1.xml" Id="R33107b82944545d0" /><Relationship Type="http://schemas.openxmlformats.org/officeDocument/2006/relationships/presProps" Target="/ppt/presProps.xml" Id="Rae0290e2880a4685" /><Relationship Type="http://schemas.openxmlformats.org/officeDocument/2006/relationships/tableStyles" Target="/ppt/tableStyles.xml" Id="Rdfe0c63f3ee54547" /><Relationship Type="http://schemas.openxmlformats.org/officeDocument/2006/relationships/slide" Target="/ppt/slides/slide1.xml" Id="R77da762945e9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27a8fbf7744c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b3eaf62d7d4a34" /><Relationship Type="http://schemas.openxmlformats.org/officeDocument/2006/relationships/notesMaster" Target="/ppt/notesMasters/notesMaster1.xml" Id="Rd39bfc78bf6d44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OneSearch-VL Figure 2: research operations and benchmark conceptual overview.</a:t>
            </a:r>
          </a:p>
          <a:p xmlns:a="http://schemas.openxmlformats.org/drawingml/2006/main">
            <a:r>
              <a:t>Source and attribution: https://arxiv.org/abs/2610.12419v1</a:t>
            </a:r>
          </a:p>
          <a:p xmlns:a="http://schemas.openxmlformats.org/drawingml/2006/main">
            <a:r>
              <a:t>Native editable text and diagram geometry. Original photographs, frame artwork, logos, task icons and standalone central decorative art remain independent raster objects with non-editable internal pixels. Freeform arrow paths are not endpoint-bound connectors. The central wheel consists of native paths rather than a live data-bound chart. Reference ComicSansMS uses installed Comic Sans MS; faux-bold stroke weight and antialiasing are approximate. No pixel-identical or original-author-source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cb5eff7aa48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91d09c8d046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aae2578984e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a32b684f54b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29ff286bc42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e78e75b01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D11572-A9D6-43C2-9D51-FB451470C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6063" y="4386368"/>
            <a:ext cx="22288500" cy="167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6AC807-005B-493B-A788-A64498A1AF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79094" y="6386036"/>
            <a:ext cx="19502438" cy="1290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12716D-09CA-434D-A6BD-DF40C7BC8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6063" y="4837906"/>
            <a:ext cx="22288500" cy="1935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1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89BCE7-D102-4074-9C61-8D23E2BE9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67160" y="903076"/>
            <a:ext cx="24726305" cy="141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D03950-E852-44C8-8C31-A789865F21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67160" y="3225271"/>
            <a:ext cx="24726305" cy="722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8703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0307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1911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93516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45120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96724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48329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99933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51537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E4F1A2-0B6E-4D5C-AE03-65206CAAC5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67160" y="903076"/>
            <a:ext cx="24726305" cy="141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274673-53C2-4C61-93E6-E86F54925B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67160" y="3225271"/>
            <a:ext cx="11492508" cy="722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8703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0307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1911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93516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45120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96724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48329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99933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51537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91AF7A-5193-4FAD-A222-3194E861EE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800957" y="3225271"/>
            <a:ext cx="11492508" cy="722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8703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0307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1911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93516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45120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96724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48329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99933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51537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5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A22182-E257-4C57-8756-7C3AC8E1A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67160" y="903076"/>
            <a:ext cx="24726305" cy="141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3E83A2-82BF-4739-92DC-F09D1A4B8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67160" y="3225271"/>
            <a:ext cx="11492508" cy="722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8703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90307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41911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93516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45120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96724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483293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999336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515379" indent="-387032" algn="l">
              <a:lnSpc>
                <a:spcPct val="110000"/>
              </a:lnSpc>
              <a:spcBef>
                <a:spcPts val="0"/>
              </a:spcBef>
              <a:spcAft>
                <a:spcPts val="2032"/>
              </a:spcAft>
              <a:buChar char="•"/>
              <a:defRPr sz="38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a0ba45a9b5478e" /><Relationship Type="http://schemas.openxmlformats.org/officeDocument/2006/relationships/slideLayout" Target="/ppt/slideLayouts/slideLayout1.xml" Id="R056708251e3e4ccd" /><Relationship Type="http://schemas.openxmlformats.org/officeDocument/2006/relationships/slideLayout" Target="/ppt/slideLayouts/slideLayout2.xml" Id="Rf1a42c2b94814910" /><Relationship Type="http://schemas.openxmlformats.org/officeDocument/2006/relationships/slideLayout" Target="/ppt/slideLayouts/slideLayout3.xml" Id="Rd92fc77e7166469c" /><Relationship Type="http://schemas.openxmlformats.org/officeDocument/2006/relationships/slideLayout" Target="/ppt/slideLayouts/slideLayout4.xml" Id="R3ea9dbd883d745ff" /><Relationship Type="http://schemas.openxmlformats.org/officeDocument/2006/relationships/slideLayout" Target="/ppt/slideLayouts/slideLayout5.xml" Id="Rfc5c6c7f91414b54" /><Relationship Type="http://schemas.openxmlformats.org/officeDocument/2006/relationships/slideLayout" Target="/ppt/slideLayouts/slideLayout6.xml" Id="Rc42962eb9740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708251e3e4ccd"/>
    <p:sldLayoutId xmlns:r="http://schemas.openxmlformats.org/officeDocument/2006/relationships" id="2147483650" r:id="Rf1a42c2b94814910"/>
    <p:sldLayoutId xmlns:r="http://schemas.openxmlformats.org/officeDocument/2006/relationships" id="2147483651" r:id="Rd92fc77e7166469c"/>
    <p:sldLayoutId xmlns:r="http://schemas.openxmlformats.org/officeDocument/2006/relationships" id="2147483652" r:id="R3ea9dbd883d745ff"/>
    <p:sldLayoutId xmlns:r="http://schemas.openxmlformats.org/officeDocument/2006/relationships" id="2147483653" r:id="Rfc5c6c7f91414b54"/>
    <p:sldLayoutId xmlns:r="http://schemas.openxmlformats.org/officeDocument/2006/relationships" id="2147483654" r:id="Rc42962eb9740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cfb6b57a5446b" /><Relationship Type="http://schemas.openxmlformats.org/officeDocument/2006/relationships/image" Target="/ppt/media/image.png" Id="R71c4f5da480a42ec" /><Relationship Type="http://schemas.openxmlformats.org/officeDocument/2006/relationships/image" Target="/ppt/media/image2.png" Id="R1394454fc6164252" /><Relationship Type="http://schemas.openxmlformats.org/officeDocument/2006/relationships/image" Target="/ppt/media/image3.png" Id="Rce7e478feaf54ac2" /><Relationship Type="http://schemas.openxmlformats.org/officeDocument/2006/relationships/image" Target="/ppt/media/image4.png" Id="R8462f12e3b3841ce" /><Relationship Type="http://schemas.openxmlformats.org/officeDocument/2006/relationships/image" Target="/ppt/media/image5.png" Id="R560394be524d41c7" /><Relationship Type="http://schemas.openxmlformats.org/officeDocument/2006/relationships/image" Target="/ppt/media/image6.png" Id="R414afb20dd5f46db" /><Relationship Type="http://schemas.openxmlformats.org/officeDocument/2006/relationships/image" Target="/ppt/media/image7.png" Id="R762a0d3bc1fd48d6" /><Relationship Type="http://schemas.openxmlformats.org/officeDocument/2006/relationships/image" Target="/ppt/media/image8.png" Id="Rb3a38bbbef9c4b1d" /><Relationship Type="http://schemas.openxmlformats.org/officeDocument/2006/relationships/image" Target="/ppt/media/image9.png" Id="R3e734e4a8cd6460d" /><Relationship Type="http://schemas.openxmlformats.org/officeDocument/2006/relationships/image" Target="/ppt/media/image10.png" Id="Rae90adedb2294a3e" /><Relationship Type="http://schemas.openxmlformats.org/officeDocument/2006/relationships/image" Target="/ppt/media/image11.png" Id="R75232120e2084ecb" /><Relationship Type="http://schemas.openxmlformats.org/officeDocument/2006/relationships/image" Target="/ppt/media/image12.png" Id="Re29d4d2f33024a60" /><Relationship Type="http://schemas.openxmlformats.org/officeDocument/2006/relationships/image" Target="/ppt/media/image13.png" Id="R55ae45f6b70e482d" /><Relationship Type="http://schemas.openxmlformats.org/officeDocument/2006/relationships/image" Target="/ppt/media/image14.png" Id="R340458796ede4a61" /><Relationship Type="http://schemas.openxmlformats.org/officeDocument/2006/relationships/image" Target="/ppt/media/image15.png" Id="Rd562315af3c74b97" /><Relationship Type="http://schemas.openxmlformats.org/officeDocument/2006/relationships/image" Target="/ppt/media/image16.png" Id="R9ce9e47bdde846cc" /><Relationship Type="http://schemas.openxmlformats.org/officeDocument/2006/relationships/image" Target="/ppt/media/image17.png" Id="R71e8f8be3c1144a1" /><Relationship Type="http://schemas.openxmlformats.org/officeDocument/2006/relationships/image" Target="/ppt/media/image18.png" Id="Rc19aa20f6e4d4d1b" /><Relationship Type="http://schemas.openxmlformats.org/officeDocument/2006/relationships/image" Target="/ppt/media/image19.png" Id="R1c3c2d81fee84ca8" /><Relationship Type="http://schemas.openxmlformats.org/officeDocument/2006/relationships/image" Target="/ppt/media/image20.png" Id="R4baf8e8e9fc34c1c" /><Relationship Type="http://schemas.openxmlformats.org/officeDocument/2006/relationships/image" Target="/ppt/media/image21.png" Id="R877ca10b850c45ee" /><Relationship Type="http://schemas.openxmlformats.org/officeDocument/2006/relationships/image" Target="/ppt/media/image22.png" Id="Ref9ab10dfec34935" /><Relationship Type="http://schemas.openxmlformats.org/officeDocument/2006/relationships/image" Target="/ppt/media/image23.png" Id="R43cadd557f0945be" /><Relationship Type="http://schemas.openxmlformats.org/officeDocument/2006/relationships/image" Target="/ppt/media/image24.png" Id="Rac7732d192ca4af5" /><Relationship Type="http://schemas.openxmlformats.org/officeDocument/2006/relationships/image" Target="/ppt/media/image25.png" Id="R2f11d1ef6b724670" /><Relationship Type="http://schemas.openxmlformats.org/officeDocument/2006/relationships/image" Target="/ppt/media/image26.png" Id="R93299925b827474c" /><Relationship Type="http://schemas.openxmlformats.org/officeDocument/2006/relationships/image" Target="/ppt/media/image27.png" Id="R49b32bff9c9a47ec" /><Relationship Type="http://schemas.openxmlformats.org/officeDocument/2006/relationships/image" Target="/ppt/media/image28.png" Id="R181565d620974db4" /><Relationship Type="http://schemas.openxmlformats.org/officeDocument/2006/relationships/image" Target="/ppt/media/image29.png" Id="Rc26605d74b4e4fd4" /><Relationship Type="http://schemas.openxmlformats.org/officeDocument/2006/relationships/image" Target="/ppt/media/image30.png" Id="Rab69b77a73ed4947" /><Relationship Type="http://schemas.openxmlformats.org/officeDocument/2006/relationships/image" Target="/ppt/media/image31.png" Id="Rc1007747f4904d82" /><Relationship Type="http://schemas.openxmlformats.org/officeDocument/2006/relationships/image" Target="/ppt/media/image32.png" Id="R2127be0ac0f84a88" /><Relationship Type="http://schemas.openxmlformats.org/officeDocument/2006/relationships/image" Target="/ppt/media/image33.png" Id="Rac78acd0fe6b493d" /><Relationship Type="http://schemas.openxmlformats.org/officeDocument/2006/relationships/image" Target="/ppt/media/image34.png" Id="Rb1054230447e4f4d" /><Relationship Type="http://schemas.openxmlformats.org/officeDocument/2006/relationships/image" Target="/ppt/media/image35.png" Id="Rae1beccfc94d4a2e" /><Relationship Type="http://schemas.openxmlformats.org/officeDocument/2006/relationships/image" Target="/ppt/media/image36.png" Id="R9de02df31a264d91" /><Relationship Type="http://schemas.openxmlformats.org/officeDocument/2006/relationships/image" Target="/ppt/media/image37.png" Id="R224b0c7a783447eb" /><Relationship Type="http://schemas.openxmlformats.org/officeDocument/2006/relationships/image" Target="/ppt/media/image38.png" Id="Rb388a1a5080c4b4f" /><Relationship Type="http://schemas.openxmlformats.org/officeDocument/2006/relationships/image" Target="/ppt/media/image39.png" Id="R009a0cadb43e4590" /><Relationship Type="http://schemas.openxmlformats.org/officeDocument/2006/relationships/notesSlide" Target="/ppt/notesSlides/notesSlide1.xml" Id="R859211923b2f44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1" name="path-1">
            <a:extLst xmlns:a="http://schemas.openxmlformats.org/drawingml/2006/main">
              <a:ext uri="{FF2B5EF4-FFF2-40B4-BE49-F238E27FC236}">
                <a16:creationId xmlns:a16="http://schemas.microsoft.com/office/drawing/2014/main" id="{1664D7F8-29E0-4F2B-A802-6938B8DF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98"/>
            <a:ext cx="27860625" cy="11376650"/>
          </a:xfrm>
          <a:custGeom xmlns:a="http://schemas.openxmlformats.org/drawingml/2006/main">
            <a:pathLst>
              <a:path w="27860625" h="11376650">
                <a:moveTo>
                  <a:pt x="27860625" y="11376650"/>
                </a:moveTo>
                <a:lnTo>
                  <a:pt x="27860625" y="0"/>
                </a:lnTo>
                <a:lnTo>
                  <a:pt x="0" y="0"/>
                </a:lnTo>
                <a:lnTo>
                  <a:pt x="0" y="11376650"/>
                </a:lnTo>
                <a:lnTo>
                  <a:pt x="27860625" y="113766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8A539371-58A7-48CE-B3B9-33A97763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98"/>
            <a:ext cx="27860625" cy="11379199"/>
          </a:xfrm>
          <a:custGeom xmlns:a="http://schemas.openxmlformats.org/drawingml/2006/main">
            <a:pathLst>
              <a:path w="27860625" h="11379199">
                <a:moveTo>
                  <a:pt x="0" y="0"/>
                </a:moveTo>
                <a:lnTo>
                  <a:pt x="0" y="11379199"/>
                </a:lnTo>
                <a:lnTo>
                  <a:pt x="27860625" y="11379199"/>
                </a:lnTo>
                <a:lnTo>
                  <a:pt x="278606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B3145-0F49-40A3-9ABC-A3875E89C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4f5da480a42ec"/>
          <a:stretch xmlns:a="http://schemas.openxmlformats.org/drawingml/2006/main"/>
        </p:blipFill>
        <p:spPr>
          <a:xfrm xmlns:a="http://schemas.openxmlformats.org/drawingml/2006/main">
            <a:off x="11020425" y="-2381"/>
            <a:ext cx="5753100" cy="11496675"/>
          </a:xfrm>
          <a:prstGeom xmlns:a="http://schemas.openxmlformats.org/drawingml/2006/main" prst="rect">
            <a:avLst/>
          </a:prstGeom>
        </p:spPr>
      </p:pic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1F567A83-5B00-4943-9FA6-40601D2F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9" y="136567"/>
            <a:ext cx="11009662" cy="32340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0" y="0"/>
                  <a:pt x="136092" y="0"/>
                </a:cubicBezTo>
                <a:lnTo>
                  <a:pt x="10873569" y="0"/>
                </a:lnTo>
                <a:cubicBezTo>
                  <a:pt x="10948732" y="0"/>
                  <a:pt x="11009662" y="60930"/>
                  <a:pt x="11009662" y="136092"/>
                </a:cubicBezTo>
                <a:lnTo>
                  <a:pt x="11009662" y="3097997"/>
                </a:lnTo>
                <a:cubicBezTo>
                  <a:pt x="11009662" y="3173158"/>
                  <a:pt x="10948732" y="3234089"/>
                  <a:pt x="10873569" y="3234089"/>
                </a:cubicBezTo>
                <a:lnTo>
                  <a:pt x="136092" y="3234089"/>
                </a:lnTo>
                <a:cubicBezTo>
                  <a:pt x="60930" y="3234089"/>
                  <a:pt x="0" y="3173158"/>
                  <a:pt x="0" y="3097997"/>
                </a:cubicBezTo>
                <a:lnTo>
                  <a:pt x="0" y="136092"/>
                </a:lnTo>
              </a:path>
            </a:pathLst>
          </a:custGeom>
          <a:solidFill xmlns:a="http://schemas.openxmlformats.org/drawingml/2006/main">
            <a:srgbClr val="EB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B562EDDA-08AE-40AB-B387-B9660648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9" y="136567"/>
            <a:ext cx="11009662" cy="32340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0" y="0"/>
                  <a:pt x="136092" y="0"/>
                </a:cubicBezTo>
                <a:lnTo>
                  <a:pt x="10873569" y="0"/>
                </a:lnTo>
                <a:cubicBezTo>
                  <a:pt x="10948732" y="0"/>
                  <a:pt x="11009662" y="60930"/>
                  <a:pt x="11009662" y="136092"/>
                </a:cubicBezTo>
                <a:lnTo>
                  <a:pt x="11009662" y="3097996"/>
                </a:lnTo>
                <a:cubicBezTo>
                  <a:pt x="11009662" y="3173158"/>
                  <a:pt x="10948732" y="3234089"/>
                  <a:pt x="10873569" y="3234089"/>
                </a:cubicBezTo>
                <a:lnTo>
                  <a:pt x="136092" y="3234089"/>
                </a:lnTo>
                <a:cubicBezTo>
                  <a:pt x="60930" y="3234089"/>
                  <a:pt x="0" y="3173158"/>
                  <a:pt x="0" y="3097996"/>
                </a:cubicBezTo>
                <a:lnTo>
                  <a:pt x="0" y="13609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6DCEC"/>
            </a:solidFill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D7E90817-25D2-4BD0-A02B-6F9FD408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46" y="252881"/>
            <a:ext cx="812722" cy="812722"/>
          </a:xfrm>
          <a:custGeom xmlns:a="http://schemas.openxmlformats.org/drawingml/2006/main">
            <a:pathLst>
              <a:path w="812722" h="812722">
                <a:moveTo>
                  <a:pt x="0" y="406361"/>
                </a:moveTo>
                <a:cubicBezTo>
                  <a:pt x="0" y="181935"/>
                  <a:pt x="181934" y="0"/>
                  <a:pt x="406361" y="0"/>
                </a:cubicBezTo>
                <a:cubicBezTo>
                  <a:pt x="630787" y="0"/>
                  <a:pt x="812722" y="181935"/>
                  <a:pt x="812722" y="406361"/>
                </a:cubicBezTo>
                <a:cubicBezTo>
                  <a:pt x="812722" y="630787"/>
                  <a:pt x="630787" y="812722"/>
                  <a:pt x="406361" y="812722"/>
                </a:cubicBezTo>
                <a:cubicBezTo>
                  <a:pt x="181934" y="812722"/>
                  <a:pt x="0" y="630787"/>
                  <a:pt x="0" y="406361"/>
                </a:cubicBezTo>
              </a:path>
            </a:pathLst>
          </a:custGeom>
          <a:solidFill xmlns:a="http://schemas.openxmlformats.org/drawingml/2006/main">
            <a:srgbClr val="5779D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49DDF87C-9342-47E6-9CC0-A365EBDC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462" y="251251"/>
            <a:ext cx="9098262" cy="1471778"/>
          </a:xfrm>
          <a:custGeom xmlns:a="http://schemas.openxmlformats.org/drawingml/2006/main">
            <a:pathLst>
              <a:path w="9098262" h="1471778">
                <a:moveTo>
                  <a:pt x="0" y="38218"/>
                </a:moveTo>
                <a:cubicBezTo>
                  <a:pt x="0" y="17111"/>
                  <a:pt x="17111" y="0"/>
                  <a:pt x="38218" y="0"/>
                </a:cubicBezTo>
                <a:lnTo>
                  <a:pt x="9060045" y="0"/>
                </a:lnTo>
                <a:cubicBezTo>
                  <a:pt x="9081150" y="0"/>
                  <a:pt x="9098262" y="17111"/>
                  <a:pt x="9098262" y="38218"/>
                </a:cubicBezTo>
                <a:lnTo>
                  <a:pt x="9098262" y="1433560"/>
                </a:lnTo>
                <a:cubicBezTo>
                  <a:pt x="9098262" y="1454667"/>
                  <a:pt x="9081150" y="1471778"/>
                  <a:pt x="9060045" y="1471778"/>
                </a:cubicBezTo>
                <a:lnTo>
                  <a:pt x="38218" y="1471778"/>
                </a:lnTo>
                <a:cubicBezTo>
                  <a:pt x="17111" y="1471778"/>
                  <a:pt x="0" y="1454667"/>
                  <a:pt x="0" y="1433560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E7B452BB-2987-476A-B6BA-835C8730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035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C97779A6-88C0-4A8A-846A-821FEFD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035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256942DB-A2DC-4148-9888-958F9E73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5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A6CEF32E-42AD-4C51-8A1D-1B327904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5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F0F51709-87DA-4F3B-9EBB-9EE3E7E8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34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77508A7F-CDA9-4143-B863-9A9B7293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34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E1C5E49A-630A-46DF-939F-27E8CC5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584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66125E24-3E1C-42A1-BC82-A47E7B96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584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CD38E067-7E1B-41CE-A101-8EBA041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435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633706B1-B09D-402F-87D4-E995B32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435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FD111A60-93DB-420E-93BA-98B1E1E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284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CC77E519-1200-406E-8DC3-EC3E297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284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C78C5E82-A557-4303-B4EB-08A42F7F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134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EC9F3EF5-FA38-4C85-9F46-EFD18047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134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68C6359A-99F4-410A-8114-B6507EA6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4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6133E76F-753B-4F86-A720-95506C36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4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D259A533-4F6C-48BC-8CEE-3E9C048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834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3E0D61F1-00AB-4043-A5C1-5619CDB8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834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801FFEAF-FC45-48B7-BB75-8ACE07DC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684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3B703EF8-B877-4311-A6BF-EE5225D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684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F69ADD4F-C64F-4F8B-95ED-087EAC2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534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5DB97FA7-0743-41D3-BDCE-DF380CB0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534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82438BCB-B7B8-4595-BF30-286D565A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83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46106C7B-83BC-4298-B220-F42761E9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83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55CB922B-64A0-410E-AE6B-87BE5F33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234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1E5A0954-6B9A-46C9-AA89-CEC47596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234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0ABBD4A6-45FB-4684-8600-9061D00E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83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6BD5CAAA-14CA-49E0-8C79-DA74412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83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188D42DA-58BB-41D9-9F1C-564ECE9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934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EB44A512-0233-473A-B801-0635A08F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934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7C142F26-FFFF-40CC-A4CD-F8DB0070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83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D4B01ADA-B9D4-437B-A2B8-7F582F1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83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966F427C-3061-4D3B-87B4-45027659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633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303F5746-5FEF-4CFC-8B6C-49DEEF43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633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02B3DCB9-04EE-4362-9E2D-CE6B8CB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483" y="279922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33D4F908-5145-4349-A336-A3392F6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483" y="163701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6B3E33A2-3E60-44A9-9138-427C2C2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333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D78439C0-5840-466D-90A1-33B2EBD8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333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4BAD08-9A4E-47A8-A93E-BEBFD98E4B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4454fc6164252"/>
          <a:stretch xmlns:a="http://schemas.openxmlformats.org/drawingml/2006/main"/>
        </p:blipFill>
        <p:spPr>
          <a:xfrm xmlns:a="http://schemas.openxmlformats.org/drawingml/2006/main">
            <a:off x="1952625" y="350044"/>
            <a:ext cx="2247900" cy="1266825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4274A1-A451-4C68-9EE1-53714814D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e478feaf54ac2"/>
          <a:stretch xmlns:a="http://schemas.openxmlformats.org/drawingml/2006/main"/>
        </p:blipFill>
        <p:spPr>
          <a:xfrm xmlns:a="http://schemas.openxmlformats.org/drawingml/2006/main">
            <a:off x="4219575" y="188119"/>
            <a:ext cx="2238375" cy="1600200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7482D2-A81D-44F8-B77C-DA1F7E9257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2f12e3b3841ce"/>
          <a:stretch xmlns:a="http://schemas.openxmlformats.org/drawingml/2006/main"/>
        </p:blipFill>
        <p:spPr>
          <a:xfrm xmlns:a="http://schemas.openxmlformats.org/drawingml/2006/main">
            <a:off x="6477000" y="350044"/>
            <a:ext cx="2247900" cy="1266825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9545BA-2B93-4FBC-8A5D-A3481C4435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394be524d41c7"/>
          <a:stretch xmlns:a="http://schemas.openxmlformats.org/drawingml/2006/main"/>
        </p:blipFill>
        <p:spPr>
          <a:xfrm xmlns:a="http://schemas.openxmlformats.org/drawingml/2006/main">
            <a:off x="8743950" y="350044"/>
            <a:ext cx="2247900" cy="1266825"/>
          </a:xfrm>
          <a:prstGeom xmlns:a="http://schemas.openxmlformats.org/drawingml/2006/main" prst="rect">
            <a:avLst/>
          </a:prstGeom>
        </p:spPr>
      </p:pic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BAF82B04-0EDD-4504-A30F-6D7147ED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73" y="2583159"/>
            <a:ext cx="10722951" cy="611648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1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6"/>
                  <a:pt x="10620261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6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9AFEA1B7-56D8-4FE4-A409-D9067913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73" y="2583159"/>
            <a:ext cx="10722951" cy="611648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2" y="0"/>
                  <a:pt x="10722951" y="102690"/>
                  <a:pt x="10722951" y="229365"/>
                </a:cubicBezTo>
                <a:lnTo>
                  <a:pt x="10722951" y="382283"/>
                </a:lnTo>
                <a:cubicBezTo>
                  <a:pt x="10722951" y="508958"/>
                  <a:pt x="10620262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8DCEC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AC4566FE-8C4E-45D2-9A13-064BE0E9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99" y="2736070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1" y="0"/>
                  <a:pt x="152912" y="0"/>
                </a:cubicBezTo>
                <a:cubicBezTo>
                  <a:pt x="237363" y="0"/>
                  <a:pt x="305824" y="68461"/>
                  <a:pt x="305824" y="152912"/>
                </a:cubicBezTo>
                <a:cubicBezTo>
                  <a:pt x="305824" y="237363"/>
                  <a:pt x="237363" y="305824"/>
                  <a:pt x="152912" y="305824"/>
                </a:cubicBezTo>
                <a:cubicBezTo>
                  <a:pt x="68461" y="305824"/>
                  <a:pt x="0" y="237363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53 Q">
            <a:extLst xmlns:a="http://schemas.openxmlformats.org/drawingml/2006/main">
              <a:ext uri="{FF2B5EF4-FFF2-40B4-BE49-F238E27FC236}">
                <a16:creationId xmlns:a16="http://schemas.microsoft.com/office/drawing/2014/main" id="{4C25BD43-942C-423F-8A8B-6D965626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187" y="2758999"/>
            <a:ext cx="201949" cy="26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54" name="text-54 What is the native country of the dog breed">
            <a:extLst xmlns:a="http://schemas.openxmlformats.org/drawingml/2006/main">
              <a:ext uri="{FF2B5EF4-FFF2-40B4-BE49-F238E27FC236}">
                <a16:creationId xmlns:a16="http://schemas.microsoft.com/office/drawing/2014/main" id="{0B4D0264-BA7A-4D79-A08B-561E6D1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407" y="2751952"/>
            <a:ext cx="4210958" cy="281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What is the native country of the dog breed</a:t>
            </a:r>
          </a:p>
        </p:txBody>
      </p:sp>
      <p:sp>
        <p:nvSpPr>
          <p:cNvPr id="55" name="text-55 hugged by the boy in a plaid shirt?">
            <a:extLst xmlns:a="http://schemas.openxmlformats.org/drawingml/2006/main">
              <a:ext uri="{FF2B5EF4-FFF2-40B4-BE49-F238E27FC236}">
                <a16:creationId xmlns:a16="http://schemas.microsoft.com/office/drawing/2014/main" id="{57239BFA-5E6E-40D3-8725-E447EDF7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565" y="2751741"/>
            <a:ext cx="3268840" cy="28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hugged by the boy in a plaid shirt?</a:t>
            </a:r>
          </a:p>
        </p:txBody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C324D30D-38F2-40A1-AB94-B1464C5A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996" y="2740849"/>
            <a:ext cx="305824" cy="305823"/>
          </a:xfrm>
          <a:custGeom xmlns:a="http://schemas.openxmlformats.org/drawingml/2006/main">
            <a:pathLst>
              <a:path w="305824" h="305823">
                <a:moveTo>
                  <a:pt x="0" y="152912"/>
                </a:moveTo>
                <a:cubicBezTo>
                  <a:pt x="0" y="68460"/>
                  <a:pt x="68461" y="0"/>
                  <a:pt x="152912" y="0"/>
                </a:cubicBezTo>
                <a:cubicBezTo>
                  <a:pt x="237363" y="0"/>
                  <a:pt x="305824" y="68460"/>
                  <a:pt x="305824" y="152912"/>
                </a:cubicBezTo>
                <a:cubicBezTo>
                  <a:pt x="305824" y="237362"/>
                  <a:pt x="237363" y="305823"/>
                  <a:pt x="152912" y="305823"/>
                </a:cubicBezTo>
                <a:cubicBezTo>
                  <a:pt x="68461" y="305823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-57 A">
            <a:extLst xmlns:a="http://schemas.openxmlformats.org/drawingml/2006/main">
              <a:ext uri="{FF2B5EF4-FFF2-40B4-BE49-F238E27FC236}">
                <a16:creationId xmlns:a16="http://schemas.microsoft.com/office/drawing/2014/main" id="{567970C8-3063-4211-882A-7A9246B4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5821" y="2765099"/>
            <a:ext cx="174233" cy="26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8" name="text-58 Scotland">
            <a:extLst xmlns:a="http://schemas.openxmlformats.org/drawingml/2006/main">
              <a:ext uri="{FF2B5EF4-FFF2-40B4-BE49-F238E27FC236}">
                <a16:creationId xmlns:a16="http://schemas.microsoft.com/office/drawing/2014/main" id="{1FC82667-00AB-41F5-AB6A-24F96917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8907" y="2756931"/>
            <a:ext cx="904531" cy="295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665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Scotland</a:t>
            </a:r>
          </a:p>
        </p:txBody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4BA175C8-CD11-4EFF-893A-2A03262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66" y="1990624"/>
            <a:ext cx="2962670" cy="458737"/>
          </a:xfrm>
          <a:custGeom xmlns:a="http://schemas.openxmlformats.org/drawingml/2006/main">
            <a:pathLst>
              <a:path w="2962670" h="458737">
                <a:moveTo>
                  <a:pt x="0" y="76459"/>
                </a:moveTo>
                <a:cubicBezTo>
                  <a:pt x="0" y="34232"/>
                  <a:pt x="34230" y="0"/>
                  <a:pt x="76456" y="0"/>
                </a:cubicBezTo>
                <a:lnTo>
                  <a:pt x="2886210" y="0"/>
                </a:lnTo>
                <a:cubicBezTo>
                  <a:pt x="2928437" y="0"/>
                  <a:pt x="2962670" y="34232"/>
                  <a:pt x="2962670" y="76459"/>
                </a:cubicBezTo>
                <a:lnTo>
                  <a:pt x="2962670" y="382277"/>
                </a:lnTo>
                <a:cubicBezTo>
                  <a:pt x="2962670" y="424504"/>
                  <a:pt x="2928437" y="458737"/>
                  <a:pt x="2886210" y="458737"/>
                </a:cubicBezTo>
                <a:lnTo>
                  <a:pt x="76456" y="458737"/>
                </a:lnTo>
                <a:cubicBezTo>
                  <a:pt x="34230" y="458737"/>
                  <a:pt x="0" y="424504"/>
                  <a:pt x="0" y="382277"/>
                </a:cubicBezTo>
                <a:lnTo>
                  <a:pt x="0" y="7645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FE728137-50EF-49F8-A3D4-6F54F337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66" y="1990624"/>
            <a:ext cx="2962670" cy="458736"/>
          </a:xfrm>
          <a:custGeom xmlns:a="http://schemas.openxmlformats.org/drawingml/2006/main">
            <a:pathLst>
              <a:path w="2962670" h="458736">
                <a:moveTo>
                  <a:pt x="0" y="76458"/>
                </a:moveTo>
                <a:cubicBezTo>
                  <a:pt x="0" y="34232"/>
                  <a:pt x="34231" y="0"/>
                  <a:pt x="76458" y="0"/>
                </a:cubicBezTo>
                <a:lnTo>
                  <a:pt x="2886211" y="0"/>
                </a:lnTo>
                <a:cubicBezTo>
                  <a:pt x="2928438" y="0"/>
                  <a:pt x="2962670" y="34232"/>
                  <a:pt x="2962670" y="76458"/>
                </a:cubicBezTo>
                <a:lnTo>
                  <a:pt x="2962670" y="382278"/>
                </a:lnTo>
                <a:cubicBezTo>
                  <a:pt x="2962670" y="424504"/>
                  <a:pt x="2928438" y="458736"/>
                  <a:pt x="2886211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8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61" name="text-61 Golden Retriever">
            <a:extLst xmlns:a="http://schemas.openxmlformats.org/drawingml/2006/main">
              <a:ext uri="{FF2B5EF4-FFF2-40B4-BE49-F238E27FC236}">
                <a16:creationId xmlns:a16="http://schemas.microsoft.com/office/drawing/2014/main" id="{9E2D1233-5FDB-400B-89B1-63F8737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1843" y="2104562"/>
            <a:ext cx="1472359" cy="255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Golden Retriever</a:t>
            </a:r>
          </a:p>
        </p:txBody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51DB3F3B-0DA6-4020-8BE0-71B4E4B1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283" y="2009738"/>
            <a:ext cx="2580389" cy="420508"/>
          </a:xfrm>
          <a:custGeom xmlns:a="http://schemas.openxmlformats.org/drawingml/2006/main">
            <a:pathLst>
              <a:path w="2580389" h="420508">
                <a:moveTo>
                  <a:pt x="0" y="76457"/>
                </a:moveTo>
                <a:cubicBezTo>
                  <a:pt x="0" y="34231"/>
                  <a:pt x="34232" y="0"/>
                  <a:pt x="76457" y="0"/>
                </a:cubicBezTo>
                <a:lnTo>
                  <a:pt x="2503931" y="0"/>
                </a:lnTo>
                <a:cubicBezTo>
                  <a:pt x="2546157" y="0"/>
                  <a:pt x="2580389" y="34231"/>
                  <a:pt x="2580389" y="76457"/>
                </a:cubicBezTo>
                <a:lnTo>
                  <a:pt x="2580389" y="344050"/>
                </a:lnTo>
                <a:cubicBezTo>
                  <a:pt x="2580389" y="386276"/>
                  <a:pt x="2546157" y="420508"/>
                  <a:pt x="2503931" y="420508"/>
                </a:cubicBezTo>
                <a:lnTo>
                  <a:pt x="76457" y="420508"/>
                </a:lnTo>
                <a:cubicBezTo>
                  <a:pt x="34232" y="420508"/>
                  <a:pt x="0" y="386276"/>
                  <a:pt x="0" y="344050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5CAB6AED-5B1A-48A8-BD6B-5113150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283" y="2009738"/>
            <a:ext cx="2580389" cy="420508"/>
          </a:xfrm>
          <a:custGeom xmlns:a="http://schemas.openxmlformats.org/drawingml/2006/main">
            <a:pathLst>
              <a:path w="2580389" h="420508">
                <a:moveTo>
                  <a:pt x="0" y="76458"/>
                </a:moveTo>
                <a:cubicBezTo>
                  <a:pt x="0" y="34232"/>
                  <a:pt x="34231" y="0"/>
                  <a:pt x="76458" y="0"/>
                </a:cubicBezTo>
                <a:lnTo>
                  <a:pt x="2503931" y="0"/>
                </a:lnTo>
                <a:cubicBezTo>
                  <a:pt x="2546157" y="0"/>
                  <a:pt x="2580389" y="34232"/>
                  <a:pt x="2580389" y="76458"/>
                </a:cubicBezTo>
                <a:lnTo>
                  <a:pt x="2580389" y="344050"/>
                </a:lnTo>
                <a:cubicBezTo>
                  <a:pt x="2580389" y="386276"/>
                  <a:pt x="2546157" y="420508"/>
                  <a:pt x="2503931" y="420508"/>
                </a:cubicBezTo>
                <a:lnTo>
                  <a:pt x="76458" y="420508"/>
                </a:lnTo>
                <a:cubicBezTo>
                  <a:pt x="34231" y="420508"/>
                  <a:pt x="0" y="386276"/>
                  <a:pt x="0" y="344050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64" name="text-64 Scotland">
            <a:extLst xmlns:a="http://schemas.openxmlformats.org/drawingml/2006/main">
              <a:ext uri="{FF2B5EF4-FFF2-40B4-BE49-F238E27FC236}">
                <a16:creationId xmlns:a16="http://schemas.microsoft.com/office/drawing/2014/main" id="{8DAA75BE-FF0E-4E09-9F26-0AF68F8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9820" y="2084118"/>
            <a:ext cx="904531" cy="295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66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Scotland</a:t>
            </a:r>
          </a:p>
        </p:txBody>
      </p:sp>
      <p:sp>
        <p:nvSpPr>
          <p:cNvPr id="65" name="text-65 native country">
            <a:extLst xmlns:a="http://schemas.openxmlformats.org/drawingml/2006/main">
              <a:ext uri="{FF2B5EF4-FFF2-40B4-BE49-F238E27FC236}">
                <a16:creationId xmlns:a16="http://schemas.microsoft.com/office/drawing/2014/main" id="{4E987AA6-4B2B-4978-B8B3-E28460F7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5603" y="1930938"/>
            <a:ext cx="1114181" cy="227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0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native country</a:t>
            </a:r>
          </a:p>
        </p:txBody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575805E2-85B7-4EEA-911A-7EED7F68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098" y="136567"/>
            <a:ext cx="11009662" cy="32340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6" y="0"/>
                  <a:pt x="136093" y="0"/>
                </a:cubicBezTo>
                <a:lnTo>
                  <a:pt x="10873570" y="0"/>
                </a:lnTo>
                <a:cubicBezTo>
                  <a:pt x="10948729" y="0"/>
                  <a:pt x="11009662" y="60930"/>
                  <a:pt x="11009662" y="136092"/>
                </a:cubicBezTo>
                <a:lnTo>
                  <a:pt x="11009662" y="3097997"/>
                </a:lnTo>
                <a:cubicBezTo>
                  <a:pt x="11009662" y="3173158"/>
                  <a:pt x="10948729" y="3234089"/>
                  <a:pt x="10873570" y="3234089"/>
                </a:cubicBezTo>
                <a:lnTo>
                  <a:pt x="136093" y="3234089"/>
                </a:lnTo>
                <a:cubicBezTo>
                  <a:pt x="60936" y="3234089"/>
                  <a:pt x="0" y="3173158"/>
                  <a:pt x="0" y="3097997"/>
                </a:cubicBezTo>
                <a:lnTo>
                  <a:pt x="0" y="136092"/>
                </a:lnTo>
              </a:path>
            </a:pathLst>
          </a:custGeom>
          <a:solidFill xmlns:a="http://schemas.openxmlformats.org/drawingml/2006/main">
            <a:srgbClr val="EE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CA47E6DF-215C-4282-A4AD-A928D81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098" y="136567"/>
            <a:ext cx="11009662" cy="32340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0" y="0"/>
                  <a:pt x="136091" y="0"/>
                </a:cubicBezTo>
                <a:lnTo>
                  <a:pt x="10873570" y="0"/>
                </a:lnTo>
                <a:cubicBezTo>
                  <a:pt x="10948732" y="0"/>
                  <a:pt x="11009662" y="60930"/>
                  <a:pt x="11009662" y="136092"/>
                </a:cubicBezTo>
                <a:lnTo>
                  <a:pt x="11009662" y="3097996"/>
                </a:lnTo>
                <a:cubicBezTo>
                  <a:pt x="11009662" y="3173158"/>
                  <a:pt x="10948732" y="3234089"/>
                  <a:pt x="10873570" y="3234089"/>
                </a:cubicBezTo>
                <a:lnTo>
                  <a:pt x="136091" y="3234089"/>
                </a:lnTo>
                <a:cubicBezTo>
                  <a:pt x="60930" y="3234089"/>
                  <a:pt x="0" y="3173158"/>
                  <a:pt x="0" y="3097996"/>
                </a:cubicBezTo>
                <a:lnTo>
                  <a:pt x="0" y="13609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6DCEC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692CB8B4-9983-48E9-BB2B-473F0225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6378" y="251254"/>
            <a:ext cx="811440" cy="814351"/>
          </a:xfrm>
          <a:custGeom xmlns:a="http://schemas.openxmlformats.org/drawingml/2006/main">
            <a:pathLst>
              <a:path w="811440" h="814351">
                <a:moveTo>
                  <a:pt x="0" y="407174"/>
                </a:moveTo>
                <a:cubicBezTo>
                  <a:pt x="0" y="182297"/>
                  <a:pt x="181648" y="0"/>
                  <a:pt x="405713" y="0"/>
                </a:cubicBezTo>
                <a:cubicBezTo>
                  <a:pt x="629794" y="0"/>
                  <a:pt x="811440" y="182297"/>
                  <a:pt x="811440" y="407174"/>
                </a:cubicBezTo>
                <a:cubicBezTo>
                  <a:pt x="811440" y="632053"/>
                  <a:pt x="629794" y="814351"/>
                  <a:pt x="405713" y="814351"/>
                </a:cubicBezTo>
                <a:cubicBezTo>
                  <a:pt x="181648" y="814351"/>
                  <a:pt x="0" y="632053"/>
                  <a:pt x="0" y="407174"/>
                </a:cubicBezTo>
              </a:path>
            </a:pathLst>
          </a:custGeom>
          <a:solidFill xmlns:a="http://schemas.openxmlformats.org/drawingml/2006/main">
            <a:srgbClr val="8964D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6FFE99D8-9076-42E0-9871-0DC4EFEC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4471" y="251251"/>
            <a:ext cx="9098262" cy="1471778"/>
          </a:xfrm>
          <a:custGeom xmlns:a="http://schemas.openxmlformats.org/drawingml/2006/main">
            <a:pathLst>
              <a:path w="9098262" h="1471778">
                <a:moveTo>
                  <a:pt x="0" y="38218"/>
                </a:moveTo>
                <a:cubicBezTo>
                  <a:pt x="0" y="17111"/>
                  <a:pt x="17114" y="0"/>
                  <a:pt x="38217" y="0"/>
                </a:cubicBezTo>
                <a:lnTo>
                  <a:pt x="9060048" y="0"/>
                </a:lnTo>
                <a:cubicBezTo>
                  <a:pt x="9081152" y="0"/>
                  <a:pt x="9098262" y="17111"/>
                  <a:pt x="9098262" y="38218"/>
                </a:cubicBezTo>
                <a:lnTo>
                  <a:pt x="9098262" y="1433560"/>
                </a:lnTo>
                <a:cubicBezTo>
                  <a:pt x="9098262" y="1454667"/>
                  <a:pt x="9081152" y="1471778"/>
                  <a:pt x="9060048" y="1471778"/>
                </a:cubicBezTo>
                <a:lnTo>
                  <a:pt x="38217" y="1471778"/>
                </a:lnTo>
                <a:cubicBezTo>
                  <a:pt x="17114" y="1471778"/>
                  <a:pt x="0" y="1454667"/>
                  <a:pt x="0" y="1433560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6226950F-74F5-41CD-A369-43585C9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041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9821877C-5E36-4F35-B3B7-5E4EA9F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041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9142F246-3B39-4A80-A9C8-E7238E9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91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0E08CB12-B2FB-437B-A93F-689FDC0F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91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BBAAAD64-F80E-4853-BA3D-D2513D52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5742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4E462C1E-FFB2-4100-870F-41B48983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5742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2D7F1162-936B-4855-82F9-F410627D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3591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78FE6BE7-10EB-48B7-93FA-9262786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3591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00A4132F-0655-469A-8A3A-4D1541B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441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C2C2C608-704F-4598-A2B5-2B196925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441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8FC52620-6AEB-4426-97ED-1304D13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92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8608833A-8156-449B-A131-BF5DC169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92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6CF32AB4-756B-4222-9AF0-0A48AC8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7141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D6F2DC3C-A1CB-40C0-88F5-8789315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7141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6A29898B-0B1A-45F4-883B-2561ABFE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F7F2508C-02DC-496C-BA90-381F7D0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FE67B90D-5293-4AC8-B3C5-E9FF81A9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2840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1C8685E0-9186-4B68-9AF3-EBA347B9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2840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DF9804DE-9055-4573-8DC5-F779919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690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6A78F2F1-E931-46C3-BECD-E72F1C6A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690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C31B49A8-3460-4434-96F5-FEC4814E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8541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C260A3FC-5E8A-41D1-A6F2-E18940E7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8541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9A27C520-A7CF-4DEF-9C34-131AFC7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390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094AE913-2D9B-4A10-AE7A-7D8E4A51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390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58D5F947-167F-46A6-8FA5-C481DBFF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240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9BB91FE3-D748-4D0C-875B-1A89D1D7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240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C4266B84-39D0-490C-8E9C-B5FB906C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091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28E18FA1-442D-4561-BA70-4FEE81DB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091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D38DD47B-979F-4E21-99EF-4CF0A4E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940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54E14791-22B5-4D88-9ADB-0293AAAA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940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0C2C331C-9458-49EC-AC4A-40AB1481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790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230D33EF-59B6-448F-A6B1-676E46E9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790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B607E4BB-5F45-44A9-9B8A-0C23A071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641" y="279922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C56211FA-EF27-4AB4-8523-7C5E6187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641" y="163701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53CC89B1-48BE-4140-843D-6C46209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488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286B825B-584B-4E43-9C6B-B7979DDD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488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5BFEAC5D-A485-40F9-BBD9-DC7CA1DB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340" y="279922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7FD3F379-DF02-426B-94DA-DB6F6E02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340" y="163701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9AB74EC-A6DD-4E60-BDA5-F066A51C2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afb20dd5f46db"/>
          <a:stretch xmlns:a="http://schemas.openxmlformats.org/drawingml/2006/main"/>
        </p:blipFill>
        <p:spPr>
          <a:xfrm xmlns:a="http://schemas.openxmlformats.org/drawingml/2006/main">
            <a:off x="18364200" y="369094"/>
            <a:ext cx="2247900" cy="1238250"/>
          </a:xfrm>
          <a:prstGeom xmlns:a="http://schemas.openxmlformats.org/drawingml/2006/main" prst="rect">
            <a:avLst/>
          </a:prstGeom>
        </p:spPr>
      </p:pic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D3D845-D5DD-41C4-BCCA-0DF86C2BD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a0d3bc1fd48d6"/>
          <a:stretch xmlns:a="http://schemas.openxmlformats.org/drawingml/2006/main"/>
        </p:blipFill>
        <p:spPr>
          <a:xfrm xmlns:a="http://schemas.openxmlformats.org/drawingml/2006/main">
            <a:off x="20631150" y="369094"/>
            <a:ext cx="2247900" cy="1238250"/>
          </a:xfrm>
          <a:prstGeom xmlns:a="http://schemas.openxmlformats.org/drawingml/2006/main" prst="rect">
            <a:avLst/>
          </a:prstGeom>
        </p:spPr>
      </p:pic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0172FFD-051A-4540-8082-157B64237D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38bbbef9c4b1d"/>
          <a:stretch xmlns:a="http://schemas.openxmlformats.org/drawingml/2006/main"/>
        </p:blipFill>
        <p:spPr>
          <a:xfrm xmlns:a="http://schemas.openxmlformats.org/drawingml/2006/main">
            <a:off x="22898100" y="369094"/>
            <a:ext cx="2247900" cy="1238250"/>
          </a:xfrm>
          <a:prstGeom xmlns:a="http://schemas.openxmlformats.org/drawingml/2006/main" prst="rect">
            <a:avLst/>
          </a:prstGeom>
        </p:spPr>
      </p:pic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A7A8BA8-A4C2-4E7E-A8C2-CF751D039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34e4a8cd6460d"/>
          <a:stretch xmlns:a="http://schemas.openxmlformats.org/drawingml/2006/main"/>
        </p:blipFill>
        <p:spPr>
          <a:xfrm xmlns:a="http://schemas.openxmlformats.org/drawingml/2006/main">
            <a:off x="25165050" y="369094"/>
            <a:ext cx="2247900" cy="1238250"/>
          </a:xfrm>
          <a:prstGeom xmlns:a="http://schemas.openxmlformats.org/drawingml/2006/main" prst="rect">
            <a:avLst/>
          </a:prstGeom>
        </p:spPr>
      </p:pic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BA31AEE7-7B8A-4A59-B0D3-75C6F971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82" y="2583159"/>
            <a:ext cx="10722950" cy="611648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2" y="0"/>
                  <a:pt x="229368" y="0"/>
                </a:cubicBezTo>
                <a:lnTo>
                  <a:pt x="10493586" y="0"/>
                </a:lnTo>
                <a:cubicBezTo>
                  <a:pt x="10620257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6"/>
                  <a:pt x="10620257" y="611648"/>
                  <a:pt x="10493586" y="611648"/>
                </a:cubicBezTo>
                <a:lnTo>
                  <a:pt x="229368" y="611648"/>
                </a:lnTo>
                <a:cubicBezTo>
                  <a:pt x="102692" y="611648"/>
                  <a:pt x="0" y="508956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54A476DE-9F7D-4647-BD9E-545FDE9E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82" y="2583159"/>
            <a:ext cx="10722950" cy="611648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0" y="0"/>
                  <a:pt x="229365" y="0"/>
                </a:cubicBezTo>
                <a:lnTo>
                  <a:pt x="10493586" y="0"/>
                </a:lnTo>
                <a:cubicBezTo>
                  <a:pt x="10620264" y="0"/>
                  <a:pt x="10722950" y="102690"/>
                  <a:pt x="10722950" y="229365"/>
                </a:cubicBezTo>
                <a:lnTo>
                  <a:pt x="10722950" y="382283"/>
                </a:lnTo>
                <a:cubicBezTo>
                  <a:pt x="10722950" y="508958"/>
                  <a:pt x="10620264" y="611648"/>
                  <a:pt x="10493586" y="611648"/>
                </a:cubicBezTo>
                <a:lnTo>
                  <a:pt x="229365" y="611648"/>
                </a:lnTo>
                <a:cubicBezTo>
                  <a:pt x="102690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8DCEC"/>
            </a:solidFill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D675B9BD-0AD6-416E-9FCB-FB33B12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09" y="2736070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58" y="0"/>
                  <a:pt x="305824" y="68461"/>
                  <a:pt x="305824" y="152912"/>
                </a:cubicBezTo>
                <a:cubicBezTo>
                  <a:pt x="305824" y="237363"/>
                  <a:pt x="237358" y="305824"/>
                  <a:pt x="152912" y="305824"/>
                </a:cubicBezTo>
                <a:cubicBezTo>
                  <a:pt x="68468" y="305824"/>
                  <a:pt x="0" y="237363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ext-115 Q">
            <a:extLst xmlns:a="http://schemas.openxmlformats.org/drawingml/2006/main">
              <a:ext uri="{FF2B5EF4-FFF2-40B4-BE49-F238E27FC236}">
                <a16:creationId xmlns:a16="http://schemas.microsoft.com/office/drawing/2014/main" id="{63C386BB-1E24-437B-A9EE-D38EEB3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4203" y="2758998"/>
            <a:ext cx="201949" cy="26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116" name="text-116 Where is the alma mater of the white">
            <a:extLst xmlns:a="http://schemas.openxmlformats.org/drawingml/2006/main">
              <a:ext uri="{FF2B5EF4-FFF2-40B4-BE49-F238E27FC236}">
                <a16:creationId xmlns:a16="http://schemas.microsoft.com/office/drawing/2014/main" id="{28E31196-DB4D-47E2-86D9-F00FD9EE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5417" y="2751851"/>
            <a:ext cx="3597626" cy="281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Where is the alma mater of the white</a:t>
            </a:r>
          </a:p>
        </p:txBody>
      </p:sp>
      <p:sp>
        <p:nvSpPr>
          <p:cNvPr id="117" name="text-117 logo’s designer located?">
            <a:extLst xmlns:a="http://schemas.openxmlformats.org/drawingml/2006/main">
              <a:ext uri="{FF2B5EF4-FFF2-40B4-BE49-F238E27FC236}">
                <a16:creationId xmlns:a16="http://schemas.microsoft.com/office/drawing/2014/main" id="{9913E573-D4CA-47B7-AF9C-E18E617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64333" y="2752041"/>
            <a:ext cx="2259363" cy="28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logo’s designer located?</a:t>
            </a:r>
          </a:p>
        </p:txBody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F1A42E28-1220-4429-A756-6449A115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674" y="2731292"/>
            <a:ext cx="305824" cy="305823"/>
          </a:xfrm>
          <a:custGeom xmlns:a="http://schemas.openxmlformats.org/drawingml/2006/main">
            <a:pathLst>
              <a:path w="305824" h="305823">
                <a:moveTo>
                  <a:pt x="0" y="152912"/>
                </a:moveTo>
                <a:cubicBezTo>
                  <a:pt x="0" y="68461"/>
                  <a:pt x="68466" y="0"/>
                  <a:pt x="152912" y="0"/>
                </a:cubicBezTo>
                <a:cubicBezTo>
                  <a:pt x="237369" y="0"/>
                  <a:pt x="305824" y="68461"/>
                  <a:pt x="305824" y="152912"/>
                </a:cubicBezTo>
                <a:cubicBezTo>
                  <a:pt x="305824" y="237362"/>
                  <a:pt x="237369" y="305823"/>
                  <a:pt x="152912" y="305823"/>
                </a:cubicBezTo>
                <a:cubicBezTo>
                  <a:pt x="68466" y="305823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ext-119 A">
            <a:extLst xmlns:a="http://schemas.openxmlformats.org/drawingml/2006/main">
              <a:ext uri="{FF2B5EF4-FFF2-40B4-BE49-F238E27FC236}">
                <a16:creationId xmlns:a16="http://schemas.microsoft.com/office/drawing/2014/main" id="{2BE39D0C-84D3-4A11-A884-01086C68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14502" y="2752867"/>
            <a:ext cx="174232" cy="26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20" name="text-120 Downtown">
            <a:extLst xmlns:a="http://schemas.openxmlformats.org/drawingml/2006/main">
              <a:ext uri="{FF2B5EF4-FFF2-40B4-BE49-F238E27FC236}">
                <a16:creationId xmlns:a16="http://schemas.microsoft.com/office/drawing/2014/main" id="{784915B7-6D2C-4654-9E78-35EF43CF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94058" y="2632581"/>
            <a:ext cx="1017646" cy="294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65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Downtown</a:t>
            </a:r>
          </a:p>
        </p:txBody>
      </p:sp>
      <p:sp>
        <p:nvSpPr>
          <p:cNvPr id="121" name="text-121 Portland">
            <a:extLst xmlns:a="http://schemas.openxmlformats.org/drawingml/2006/main">
              <a:ext uri="{FF2B5EF4-FFF2-40B4-BE49-F238E27FC236}">
                <a16:creationId xmlns:a16="http://schemas.microsoft.com/office/drawing/2014/main" id="{94111885-89BA-4A48-B9E2-DCBF5AA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72934" y="2873473"/>
            <a:ext cx="859695" cy="29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66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Portland</a:t>
            </a:r>
          </a:p>
        </p:txBody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7820C2D1-CFA2-4EC2-A656-BEAE932C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4147" y="1187837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3"/>
                  <a:pt x="55622" y="0"/>
                  <a:pt x="124242" y="0"/>
                </a:cubicBezTo>
                <a:cubicBezTo>
                  <a:pt x="192861" y="0"/>
                  <a:pt x="248482" y="55623"/>
                  <a:pt x="248482" y="124241"/>
                </a:cubicBezTo>
                <a:cubicBezTo>
                  <a:pt x="248482" y="192857"/>
                  <a:pt x="192861" y="248481"/>
                  <a:pt x="124242" y="248481"/>
                </a:cubicBezTo>
                <a:cubicBezTo>
                  <a:pt x="55622" y="248481"/>
                  <a:pt x="0" y="192857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0301277F-DC74-4DB3-A927-C477F1B8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4147" y="1187837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5" y="0"/>
                  <a:pt x="124240" y="0"/>
                </a:cubicBezTo>
                <a:cubicBezTo>
                  <a:pt x="192857" y="0"/>
                  <a:pt x="248482" y="55625"/>
                  <a:pt x="248482" y="124241"/>
                </a:cubicBezTo>
                <a:cubicBezTo>
                  <a:pt x="248482" y="192858"/>
                  <a:pt x="192857" y="248482"/>
                  <a:pt x="124240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124" name="text-124 1">
            <a:extLst xmlns:a="http://schemas.openxmlformats.org/drawingml/2006/main">
              <a:ext uri="{FF2B5EF4-FFF2-40B4-BE49-F238E27FC236}">
                <a16:creationId xmlns:a16="http://schemas.microsoft.com/office/drawing/2014/main" id="{CAA20A1F-D9BF-420D-8269-64E81F1E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38125" y="1217111"/>
            <a:ext cx="88352" cy="19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2E87C54D-D000-496C-8B22-AE720EE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6309" y="1957179"/>
            <a:ext cx="1137282" cy="487408"/>
          </a:xfrm>
          <a:custGeom xmlns:a="http://schemas.openxmlformats.org/drawingml/2006/main">
            <a:pathLst>
              <a:path w="1137282" h="487408">
                <a:moveTo>
                  <a:pt x="0" y="81235"/>
                </a:moveTo>
                <a:cubicBezTo>
                  <a:pt x="0" y="36370"/>
                  <a:pt x="36379" y="0"/>
                  <a:pt x="81234" y="0"/>
                </a:cubicBezTo>
                <a:lnTo>
                  <a:pt x="1056047" y="0"/>
                </a:lnTo>
                <a:cubicBezTo>
                  <a:pt x="1100914" y="0"/>
                  <a:pt x="1137282" y="36370"/>
                  <a:pt x="1137282" y="81235"/>
                </a:cubicBezTo>
                <a:lnTo>
                  <a:pt x="1137282" y="406171"/>
                </a:lnTo>
                <a:cubicBezTo>
                  <a:pt x="1137282" y="451035"/>
                  <a:pt x="1100914" y="487408"/>
                  <a:pt x="1056047" y="487408"/>
                </a:cubicBezTo>
                <a:lnTo>
                  <a:pt x="81234" y="487408"/>
                </a:lnTo>
                <a:cubicBezTo>
                  <a:pt x="36379" y="487408"/>
                  <a:pt x="0" y="451035"/>
                  <a:pt x="0" y="406171"/>
                </a:cubicBezTo>
                <a:lnTo>
                  <a:pt x="0" y="812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47149373-4605-4429-AC28-E8BC15C8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6309" y="1957179"/>
            <a:ext cx="1137283" cy="487407"/>
          </a:xfrm>
          <a:custGeom xmlns:a="http://schemas.openxmlformats.org/drawingml/2006/main">
            <a:pathLst>
              <a:path w="1137283" h="487407">
                <a:moveTo>
                  <a:pt x="0" y="81236"/>
                </a:moveTo>
                <a:cubicBezTo>
                  <a:pt x="0" y="36370"/>
                  <a:pt x="36370" y="0"/>
                  <a:pt x="81236" y="0"/>
                </a:cubicBezTo>
                <a:lnTo>
                  <a:pt x="1056047" y="0"/>
                </a:lnTo>
                <a:cubicBezTo>
                  <a:pt x="1100914" y="0"/>
                  <a:pt x="1137283" y="36370"/>
                  <a:pt x="1137283" y="81236"/>
                </a:cubicBezTo>
                <a:lnTo>
                  <a:pt x="1137283" y="406172"/>
                </a:lnTo>
                <a:cubicBezTo>
                  <a:pt x="1137283" y="451037"/>
                  <a:pt x="1100914" y="487407"/>
                  <a:pt x="1056047" y="487407"/>
                </a:cubicBezTo>
                <a:lnTo>
                  <a:pt x="81236" y="487407"/>
                </a:lnTo>
                <a:cubicBezTo>
                  <a:pt x="36370" y="487407"/>
                  <a:pt x="0" y="451037"/>
                  <a:pt x="0" y="406172"/>
                </a:cubicBezTo>
                <a:lnTo>
                  <a:pt x="0" y="81236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127" name="text-127 Nike ">
            <a:extLst xmlns:a="http://schemas.openxmlformats.org/drawingml/2006/main">
              <a:ext uri="{FF2B5EF4-FFF2-40B4-BE49-F238E27FC236}">
                <a16:creationId xmlns:a16="http://schemas.microsoft.com/office/drawing/2014/main" id="{14EB1D93-C61E-4AB9-BEB6-EC8ECEA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80400" y="1976220"/>
            <a:ext cx="481052" cy="25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Nike </a:t>
            </a:r>
          </a:p>
        </p:txBody>
      </p:sp>
      <p:sp>
        <p:nvSpPr>
          <p:cNvPr id="128" name="text-128 Swoosh">
            <a:extLst xmlns:a="http://schemas.openxmlformats.org/drawingml/2006/main">
              <a:ext uri="{FF2B5EF4-FFF2-40B4-BE49-F238E27FC236}">
                <a16:creationId xmlns:a16="http://schemas.microsoft.com/office/drawing/2014/main" id="{677200C3-28E0-4AA8-8B61-0009D01D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87186" y="2194003"/>
            <a:ext cx="666076" cy="253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Swoosh</a:t>
            </a:r>
          </a:p>
        </p:txBody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AABDED60-0A59-4A2B-AA58-5D158367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1977" y="1971511"/>
            <a:ext cx="1257816" cy="458736"/>
          </a:xfrm>
          <a:custGeom xmlns:a="http://schemas.openxmlformats.org/drawingml/2006/main">
            <a:pathLst>
              <a:path w="1257816" h="458736">
                <a:moveTo>
                  <a:pt x="0" y="76456"/>
                </a:moveTo>
                <a:cubicBezTo>
                  <a:pt x="0" y="34230"/>
                  <a:pt x="34226" y="0"/>
                  <a:pt x="76456" y="0"/>
                </a:cubicBezTo>
                <a:lnTo>
                  <a:pt x="1181360" y="0"/>
                </a:lnTo>
                <a:cubicBezTo>
                  <a:pt x="1223588" y="0"/>
                  <a:pt x="1257816" y="34230"/>
                  <a:pt x="1257816" y="76456"/>
                </a:cubicBezTo>
                <a:lnTo>
                  <a:pt x="1257816" y="382278"/>
                </a:lnTo>
                <a:cubicBezTo>
                  <a:pt x="1257816" y="424504"/>
                  <a:pt x="1223588" y="458736"/>
                  <a:pt x="1181360" y="458736"/>
                </a:cubicBezTo>
                <a:lnTo>
                  <a:pt x="76456" y="458736"/>
                </a:lnTo>
                <a:cubicBezTo>
                  <a:pt x="34226" y="458736"/>
                  <a:pt x="0" y="424504"/>
                  <a:pt x="0" y="382278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A80FCAA0-B8EA-4583-9FA1-25D2BC2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1977" y="1971511"/>
            <a:ext cx="1257825" cy="458736"/>
          </a:xfrm>
          <a:custGeom xmlns:a="http://schemas.openxmlformats.org/drawingml/2006/main">
            <a:pathLst>
              <a:path w="1257825" h="458736">
                <a:moveTo>
                  <a:pt x="0" y="76457"/>
                </a:moveTo>
                <a:cubicBezTo>
                  <a:pt x="0" y="34231"/>
                  <a:pt x="34231" y="0"/>
                  <a:pt x="76458" y="0"/>
                </a:cubicBezTo>
                <a:lnTo>
                  <a:pt x="1181367" y="0"/>
                </a:lnTo>
                <a:cubicBezTo>
                  <a:pt x="1223594" y="0"/>
                  <a:pt x="1257825" y="34231"/>
                  <a:pt x="1257825" y="76457"/>
                </a:cubicBezTo>
                <a:lnTo>
                  <a:pt x="1257825" y="382279"/>
                </a:lnTo>
                <a:cubicBezTo>
                  <a:pt x="1257825" y="424505"/>
                  <a:pt x="1223594" y="458736"/>
                  <a:pt x="1181367" y="458736"/>
                </a:cubicBezTo>
                <a:lnTo>
                  <a:pt x="76458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131" name="text-131 Carolyn">
            <a:extLst xmlns:a="http://schemas.openxmlformats.org/drawingml/2006/main">
              <a:ext uri="{FF2B5EF4-FFF2-40B4-BE49-F238E27FC236}">
                <a16:creationId xmlns:a16="http://schemas.microsoft.com/office/drawing/2014/main" id="{7C912402-E084-40F2-A8A9-A9C3F9E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78695" y="1977134"/>
            <a:ext cx="655039" cy="25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Carolyn</a:t>
            </a:r>
          </a:p>
        </p:txBody>
      </p:sp>
      <p:sp>
        <p:nvSpPr>
          <p:cNvPr id="132" name="text-132 Davidson">
            <a:extLst xmlns:a="http://schemas.openxmlformats.org/drawingml/2006/main">
              <a:ext uri="{FF2B5EF4-FFF2-40B4-BE49-F238E27FC236}">
                <a16:creationId xmlns:a16="http://schemas.microsoft.com/office/drawing/2014/main" id="{EEBBC0B7-C0B8-4B67-BB41-2096404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16574" y="2194246"/>
            <a:ext cx="779225" cy="253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Davidson</a:t>
            </a:r>
          </a:p>
        </p:txBody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B1746A79-77A1-439C-B6E7-05B2779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2717" y="1954399"/>
            <a:ext cx="1691283" cy="492957"/>
          </a:xfrm>
          <a:custGeom xmlns:a="http://schemas.openxmlformats.org/drawingml/2006/main">
            <a:pathLst>
              <a:path w="1691283" h="492957">
                <a:moveTo>
                  <a:pt x="0" y="82162"/>
                </a:moveTo>
                <a:cubicBezTo>
                  <a:pt x="0" y="36786"/>
                  <a:pt x="36787" y="0"/>
                  <a:pt x="82164" y="0"/>
                </a:cubicBezTo>
                <a:lnTo>
                  <a:pt x="1609119" y="0"/>
                </a:lnTo>
                <a:cubicBezTo>
                  <a:pt x="1654494" y="0"/>
                  <a:pt x="1691283" y="36786"/>
                  <a:pt x="1691283" y="82162"/>
                </a:cubicBezTo>
                <a:lnTo>
                  <a:pt x="1691283" y="410795"/>
                </a:lnTo>
                <a:cubicBezTo>
                  <a:pt x="1691283" y="456173"/>
                  <a:pt x="1654494" y="492957"/>
                  <a:pt x="1609119" y="492957"/>
                </a:cubicBezTo>
                <a:lnTo>
                  <a:pt x="82164" y="492957"/>
                </a:lnTo>
                <a:cubicBezTo>
                  <a:pt x="36787" y="492957"/>
                  <a:pt x="0" y="456173"/>
                  <a:pt x="0" y="410795"/>
                </a:cubicBezTo>
                <a:lnTo>
                  <a:pt x="0" y="82162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596BD4D6-ED17-4CDA-8B43-C2668A3F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2717" y="1954399"/>
            <a:ext cx="1691281" cy="492956"/>
          </a:xfrm>
          <a:custGeom xmlns:a="http://schemas.openxmlformats.org/drawingml/2006/main">
            <a:pathLst>
              <a:path w="1691281" h="492956">
                <a:moveTo>
                  <a:pt x="0" y="82162"/>
                </a:moveTo>
                <a:cubicBezTo>
                  <a:pt x="0" y="36785"/>
                  <a:pt x="36786" y="0"/>
                  <a:pt x="82161" y="0"/>
                </a:cubicBezTo>
                <a:lnTo>
                  <a:pt x="1609119" y="0"/>
                </a:lnTo>
                <a:cubicBezTo>
                  <a:pt x="1654496" y="0"/>
                  <a:pt x="1691281" y="36785"/>
                  <a:pt x="1691281" y="82162"/>
                </a:cubicBezTo>
                <a:lnTo>
                  <a:pt x="1691281" y="410795"/>
                </a:lnTo>
                <a:cubicBezTo>
                  <a:pt x="1691281" y="456171"/>
                  <a:pt x="1654496" y="492956"/>
                  <a:pt x="1609119" y="492956"/>
                </a:cubicBezTo>
                <a:lnTo>
                  <a:pt x="82161" y="492956"/>
                </a:lnTo>
                <a:cubicBezTo>
                  <a:pt x="36786" y="492956"/>
                  <a:pt x="0" y="456171"/>
                  <a:pt x="0" y="410795"/>
                </a:cubicBezTo>
                <a:lnTo>
                  <a:pt x="0" y="8216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135" name="text-135 Portland State">
            <a:extLst xmlns:a="http://schemas.openxmlformats.org/drawingml/2006/main">
              <a:ext uri="{FF2B5EF4-FFF2-40B4-BE49-F238E27FC236}">
                <a16:creationId xmlns:a16="http://schemas.microsoft.com/office/drawing/2014/main" id="{75ED4721-AF95-4794-8E4E-2323EA2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32374" y="1976831"/>
            <a:ext cx="1281841" cy="254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Portland State</a:t>
            </a:r>
          </a:p>
        </p:txBody>
      </p:sp>
      <p:sp>
        <p:nvSpPr>
          <p:cNvPr id="136" name="text-136 University">
            <a:extLst xmlns:a="http://schemas.openxmlformats.org/drawingml/2006/main">
              <a:ext uri="{FF2B5EF4-FFF2-40B4-BE49-F238E27FC236}">
                <a16:creationId xmlns:a16="http://schemas.microsoft.com/office/drawing/2014/main" id="{E289ACEC-6356-4C9F-B558-B0B7C171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20330" y="2193509"/>
            <a:ext cx="907871" cy="254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University</a:t>
            </a:r>
          </a:p>
        </p:txBody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DF0F1C58-DA2F-4863-81C4-37141D7E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6123" y="1966185"/>
            <a:ext cx="1353537" cy="469386"/>
          </a:xfrm>
          <a:custGeom xmlns:a="http://schemas.openxmlformats.org/drawingml/2006/main">
            <a:pathLst>
              <a:path w="1353537" h="469386">
                <a:moveTo>
                  <a:pt x="0" y="87329"/>
                </a:moveTo>
                <a:cubicBezTo>
                  <a:pt x="0" y="39098"/>
                  <a:pt x="39095" y="0"/>
                  <a:pt x="87326" y="0"/>
                </a:cubicBezTo>
                <a:lnTo>
                  <a:pt x="1266216" y="0"/>
                </a:lnTo>
                <a:cubicBezTo>
                  <a:pt x="1314444" y="0"/>
                  <a:pt x="1353537" y="39098"/>
                  <a:pt x="1353537" y="87329"/>
                </a:cubicBezTo>
                <a:lnTo>
                  <a:pt x="1353537" y="382057"/>
                </a:lnTo>
                <a:cubicBezTo>
                  <a:pt x="1353537" y="430287"/>
                  <a:pt x="1314444" y="469386"/>
                  <a:pt x="1266216" y="469386"/>
                </a:cubicBezTo>
                <a:lnTo>
                  <a:pt x="87326" y="469386"/>
                </a:lnTo>
                <a:cubicBezTo>
                  <a:pt x="39095" y="469386"/>
                  <a:pt x="0" y="430287"/>
                  <a:pt x="0" y="382057"/>
                </a:cubicBezTo>
                <a:lnTo>
                  <a:pt x="0" y="87329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27E89791-0623-4DE6-AD1A-2D807DE7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6123" y="1966185"/>
            <a:ext cx="1353544" cy="469385"/>
          </a:xfrm>
          <a:custGeom xmlns:a="http://schemas.openxmlformats.org/drawingml/2006/main">
            <a:pathLst>
              <a:path w="1353544" h="469385">
                <a:moveTo>
                  <a:pt x="0" y="87329"/>
                </a:moveTo>
                <a:cubicBezTo>
                  <a:pt x="0" y="39099"/>
                  <a:pt x="39098" y="0"/>
                  <a:pt x="87329" y="0"/>
                </a:cubicBezTo>
                <a:lnTo>
                  <a:pt x="1266213" y="0"/>
                </a:lnTo>
                <a:cubicBezTo>
                  <a:pt x="1314444" y="0"/>
                  <a:pt x="1353544" y="39099"/>
                  <a:pt x="1353544" y="87329"/>
                </a:cubicBezTo>
                <a:lnTo>
                  <a:pt x="1353544" y="382057"/>
                </a:lnTo>
                <a:cubicBezTo>
                  <a:pt x="1353544" y="430287"/>
                  <a:pt x="1314444" y="469385"/>
                  <a:pt x="1266213" y="469385"/>
                </a:cubicBezTo>
                <a:lnTo>
                  <a:pt x="87329" y="469385"/>
                </a:lnTo>
                <a:cubicBezTo>
                  <a:pt x="39098" y="469385"/>
                  <a:pt x="0" y="430287"/>
                  <a:pt x="0" y="382057"/>
                </a:cubicBezTo>
                <a:lnTo>
                  <a:pt x="0" y="87329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139" name="text-139 Downtown ">
            <a:extLst xmlns:a="http://schemas.openxmlformats.org/drawingml/2006/main">
              <a:ext uri="{FF2B5EF4-FFF2-40B4-BE49-F238E27FC236}">
                <a16:creationId xmlns:a16="http://schemas.microsoft.com/office/drawing/2014/main" id="{09604609-40F6-4790-A198-66ADFC3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82127" y="1976496"/>
            <a:ext cx="933558" cy="254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Downtown </a:t>
            </a:r>
          </a:p>
        </p:txBody>
      </p:sp>
      <p:sp>
        <p:nvSpPr>
          <p:cNvPr id="140" name="text-140 Portland">
            <a:extLst xmlns:a="http://schemas.openxmlformats.org/drawingml/2006/main">
              <a:ext uri="{FF2B5EF4-FFF2-40B4-BE49-F238E27FC236}">
                <a16:creationId xmlns:a16="http://schemas.microsoft.com/office/drawing/2014/main" id="{F312884E-6E06-4042-A599-723572C4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79290" y="2194225"/>
            <a:ext cx="737816" cy="253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Portland</a:t>
            </a:r>
          </a:p>
        </p:txBody>
      </p:sp>
      <p:sp>
        <p:nvSpPr>
          <p:cNvPr id="141" name="text-141 designer">
            <a:extLst xmlns:a="http://schemas.openxmlformats.org/drawingml/2006/main">
              <a:ext uri="{FF2B5EF4-FFF2-40B4-BE49-F238E27FC236}">
                <a16:creationId xmlns:a16="http://schemas.microsoft.com/office/drawing/2014/main" id="{67F40FFD-0E63-4598-A424-2158D89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4884" y="1993379"/>
            <a:ext cx="594752" cy="20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12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designer</a:t>
            </a:r>
          </a:p>
        </p:txBody>
      </p:sp>
      <p:sp>
        <p:nvSpPr>
          <p:cNvPr id="142" name="text-142 alma mater">
            <a:extLst xmlns:a="http://schemas.openxmlformats.org/drawingml/2006/main">
              <a:ext uri="{FF2B5EF4-FFF2-40B4-BE49-F238E27FC236}">
                <a16:creationId xmlns:a16="http://schemas.microsoft.com/office/drawing/2014/main" id="{2B07DCE8-B0D8-4C58-BA4C-BA788EC2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46935" y="1993183"/>
            <a:ext cx="763719" cy="200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127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alma mater</a:t>
            </a:r>
          </a:p>
        </p:txBody>
      </p:sp>
      <p:sp>
        <p:nvSpPr>
          <p:cNvPr id="143" name="text-143 location">
            <a:extLst xmlns:a="http://schemas.openxmlformats.org/drawingml/2006/main">
              <a:ext uri="{FF2B5EF4-FFF2-40B4-BE49-F238E27FC236}">
                <a16:creationId xmlns:a16="http://schemas.microsoft.com/office/drawing/2014/main" id="{9919F23F-EDE7-41FD-A2B4-1E809444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87480" y="1993789"/>
            <a:ext cx="541914" cy="1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12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location</a:t>
            </a:r>
          </a:p>
        </p:txBody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0C2604D4-08CA-4016-910A-0E03BB85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9" y="3546322"/>
            <a:ext cx="11009662" cy="3861027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0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0"/>
                  <a:pt x="11009662" y="162472"/>
                </a:cubicBezTo>
                <a:lnTo>
                  <a:pt x="11009662" y="3698554"/>
                </a:lnTo>
                <a:cubicBezTo>
                  <a:pt x="11009662" y="3788285"/>
                  <a:pt x="10936919" y="3861027"/>
                  <a:pt x="10847190" y="3861027"/>
                </a:cubicBezTo>
                <a:lnTo>
                  <a:pt x="162472" y="3861027"/>
                </a:lnTo>
                <a:cubicBezTo>
                  <a:pt x="72741" y="3861027"/>
                  <a:pt x="0" y="3788285"/>
                  <a:pt x="0" y="3698554"/>
                </a:cubicBezTo>
                <a:lnTo>
                  <a:pt x="0" y="162472"/>
                </a:lnTo>
              </a:path>
            </a:pathLst>
          </a:custGeom>
          <a:solidFill xmlns:a="http://schemas.openxmlformats.org/drawingml/2006/main">
            <a:srgbClr val="EB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B4E8FDAB-E929-47E7-925B-2FDA9612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9" y="3546322"/>
            <a:ext cx="11009662" cy="3861027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1"/>
                  <a:pt x="11009662" y="162472"/>
                </a:cubicBezTo>
                <a:lnTo>
                  <a:pt x="11009662" y="3698555"/>
                </a:lnTo>
                <a:cubicBezTo>
                  <a:pt x="11009662" y="3788285"/>
                  <a:pt x="10936919" y="3861027"/>
                  <a:pt x="10847190" y="3861027"/>
                </a:cubicBezTo>
                <a:lnTo>
                  <a:pt x="162472" y="3861027"/>
                </a:lnTo>
                <a:cubicBezTo>
                  <a:pt x="72741" y="3861027"/>
                  <a:pt x="0" y="3788285"/>
                  <a:pt x="0" y="3698555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6DCEC"/>
            </a:solidFill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AD3C96B2-0E7F-40E4-8B08-BC87F520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462" y="3661006"/>
            <a:ext cx="9098262" cy="1471777"/>
          </a:xfrm>
          <a:custGeom xmlns:a="http://schemas.openxmlformats.org/drawingml/2006/main">
            <a:pathLst>
              <a:path w="9098262" h="1471777">
                <a:moveTo>
                  <a:pt x="0" y="38218"/>
                </a:moveTo>
                <a:cubicBezTo>
                  <a:pt x="0" y="17110"/>
                  <a:pt x="17111" y="0"/>
                  <a:pt x="38218" y="0"/>
                </a:cubicBezTo>
                <a:lnTo>
                  <a:pt x="9060045" y="0"/>
                </a:lnTo>
                <a:cubicBezTo>
                  <a:pt x="9081150" y="0"/>
                  <a:pt x="9098262" y="17110"/>
                  <a:pt x="9098262" y="38218"/>
                </a:cubicBezTo>
                <a:lnTo>
                  <a:pt x="9098262" y="1433558"/>
                </a:lnTo>
                <a:cubicBezTo>
                  <a:pt x="9098262" y="1454667"/>
                  <a:pt x="9081150" y="1471777"/>
                  <a:pt x="9060045" y="1471777"/>
                </a:cubicBezTo>
                <a:lnTo>
                  <a:pt x="38218" y="1471777"/>
                </a:lnTo>
                <a:cubicBezTo>
                  <a:pt x="17111" y="1471777"/>
                  <a:pt x="0" y="1454667"/>
                  <a:pt x="0" y="1433558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535CADB4-6628-48C4-984E-DC477A23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035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7A876708-FA9F-47B6-B3EC-3F2C919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035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9">
            <a:extLst xmlns:a="http://schemas.openxmlformats.org/drawingml/2006/main">
              <a:ext uri="{FF2B5EF4-FFF2-40B4-BE49-F238E27FC236}">
                <a16:creationId xmlns:a16="http://schemas.microsoft.com/office/drawing/2014/main" id="{CAB85822-E560-419F-AAEC-D9718C39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5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39DD25D2-08B8-46BD-8731-4806F698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5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C7801D85-5A00-47E5-8D98-4A985EF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34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FF884DA1-D726-46E0-9230-0BF52DBD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34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0E03813D-3E98-4EB5-9C37-EB4F350D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584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AA7CA0CB-3DF3-47C2-98B5-40FF76D4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584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07D0B798-A888-4C76-9462-74C2466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435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C8FAA9DF-BCE3-412E-B900-132F887A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435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8F8F69B2-7056-4EDA-9716-61E8BCDD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284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8FC8EDB6-74F2-4622-8DA9-297FBE55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284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1F0C4CDD-EF10-45A7-BFEA-620755C5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134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CA1E526C-43FB-42D5-AF29-9654D4C8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134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DC76F9FA-2B0D-4F6D-A85C-148058BD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4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95BFFF02-BBC2-415A-B802-8EBCB8A3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4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AA7FCF63-8D9E-48D8-AEDB-7148653E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834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8B6E6A41-4A44-438A-8278-83C7F35D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834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03C4D2C4-4E7E-4A8D-B30A-72FA70D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684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5BC2F9EF-2A82-464E-A070-29A30652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684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9DC23C26-1A40-484B-9307-7E9036C8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534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455D5710-6B01-42EC-8E82-11BF8DAB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534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698F2981-5BE8-4811-A368-7C184B3B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83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5087EF96-5A10-4D5F-B85C-E7CE8279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83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969ECA56-160E-4754-9838-541B4FC8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234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067FFFF6-A82C-48D1-93A9-479BB21E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234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C7C41845-D3BB-4C2A-95F7-380B529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83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54FB4773-4EDD-4117-9A98-63F0C515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83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3FCFB785-04A9-421D-AFD0-AF898844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934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2BB79E9A-2739-4C94-A340-15237DB7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934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2B255B81-BE46-40BA-8ED4-1A5E7D4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83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DED397EF-B5B1-47BF-AA4C-B1725D53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83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AA7197CD-EC7B-40FA-A52D-8BDF0B17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633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F80193F2-9CE9-4649-A350-DB44C3E4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633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1">
            <a:extLst xmlns:a="http://schemas.openxmlformats.org/drawingml/2006/main">
              <a:ext uri="{FF2B5EF4-FFF2-40B4-BE49-F238E27FC236}">
                <a16:creationId xmlns:a16="http://schemas.microsoft.com/office/drawing/2014/main" id="{855AE4CC-E8F8-4BD9-A680-F8ACBB11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483" y="3689677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87D1F258-F63A-4B17-964A-CA3C905C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483" y="504677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7F4C67E5-6BE4-4B60-B26E-73A83E4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333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989A1C68-C79F-4FBF-BDA4-662A88E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333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D05910C-2408-4D7F-8406-683D2D3D3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0adedb2294a3e"/>
          <a:stretch xmlns:a="http://schemas.openxmlformats.org/drawingml/2006/main"/>
        </p:blipFill>
        <p:spPr>
          <a:xfrm xmlns:a="http://schemas.openxmlformats.org/drawingml/2006/main">
            <a:off x="1952625" y="3598069"/>
            <a:ext cx="2247900" cy="1600200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7B90B91-6367-44E1-B396-33D081CB2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32120e2084ecb"/>
          <a:stretch xmlns:a="http://schemas.openxmlformats.org/drawingml/2006/main"/>
        </p:blipFill>
        <p:spPr>
          <a:xfrm xmlns:a="http://schemas.openxmlformats.org/drawingml/2006/main">
            <a:off x="4219575" y="3598069"/>
            <a:ext cx="2238375" cy="1600200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FA7B2FB-F705-4355-A4FE-375ED19014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d4d2f33024a60"/>
          <a:stretch xmlns:a="http://schemas.openxmlformats.org/drawingml/2006/main"/>
        </p:blipFill>
        <p:spPr>
          <a:xfrm xmlns:a="http://schemas.openxmlformats.org/drawingml/2006/main">
            <a:off x="6477000" y="3598069"/>
            <a:ext cx="2247900" cy="1600200"/>
          </a:xfrm>
          <a:prstGeom xmlns:a="http://schemas.openxmlformats.org/drawingml/2006/main" prst="rect">
            <a:avLst/>
          </a:prstGeom>
        </p:spPr>
      </p:pic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599F9DF-BBA7-45DB-9A74-AC8A93E90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e45f6b70e482d"/>
          <a:stretch xmlns:a="http://schemas.openxmlformats.org/drawingml/2006/main"/>
        </p:blipFill>
        <p:spPr>
          <a:xfrm xmlns:a="http://schemas.openxmlformats.org/drawingml/2006/main">
            <a:off x="8743950" y="3598069"/>
            <a:ext cx="2247900" cy="1600200"/>
          </a:xfrm>
          <a:prstGeom xmlns:a="http://schemas.openxmlformats.org/drawingml/2006/main" prst="rect">
            <a:avLst/>
          </a:prstGeom>
        </p:spPr>
      </p:pic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FBA8DEC3-32D9-4438-B08A-7BD31051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73" y="6681017"/>
            <a:ext cx="10722951" cy="611648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1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7"/>
                  <a:pt x="10620261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D2BC0AFD-E476-4C5C-B7E8-1568EC9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73" y="6681017"/>
            <a:ext cx="10722951" cy="611648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2" y="0"/>
                  <a:pt x="10722951" y="102690"/>
                  <a:pt x="10722951" y="229365"/>
                </a:cubicBezTo>
                <a:lnTo>
                  <a:pt x="10722951" y="382283"/>
                </a:lnTo>
                <a:cubicBezTo>
                  <a:pt x="10722951" y="508958"/>
                  <a:pt x="10620262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8DCEC"/>
            </a:solidFill>
            <a:prstDash val="solid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1164B653-EF53-400D-A8AA-A51436F9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99" y="6833929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1" y="0"/>
                  <a:pt x="152912" y="0"/>
                </a:cubicBezTo>
                <a:cubicBezTo>
                  <a:pt x="237363" y="0"/>
                  <a:pt x="305824" y="68461"/>
                  <a:pt x="305824" y="152912"/>
                </a:cubicBezTo>
                <a:cubicBezTo>
                  <a:pt x="305824" y="237362"/>
                  <a:pt x="237363" y="305824"/>
                  <a:pt x="152912" y="305824"/>
                </a:cubicBezTo>
                <a:cubicBezTo>
                  <a:pt x="68461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text-192 Q">
            <a:extLst xmlns:a="http://schemas.openxmlformats.org/drawingml/2006/main">
              <a:ext uri="{FF2B5EF4-FFF2-40B4-BE49-F238E27FC236}">
                <a16:creationId xmlns:a16="http://schemas.microsoft.com/office/drawing/2014/main" id="{7CD19602-6C0D-4D8A-847D-5694A9A7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187" y="6857039"/>
            <a:ext cx="201949" cy="26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193" name="text-193 How many of the three depicted wrestlers">
            <a:extLst xmlns:a="http://schemas.openxmlformats.org/drawingml/2006/main">
              <a:ext uri="{FF2B5EF4-FFF2-40B4-BE49-F238E27FC236}">
                <a16:creationId xmlns:a16="http://schemas.microsoft.com/office/drawing/2014/main" id="{09540E9F-C2E1-4B87-AEC7-097FAC92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407" y="6850127"/>
            <a:ext cx="4032702" cy="28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How many of the three depicted wrestlers</a:t>
            </a:r>
          </a:p>
        </p:txBody>
      </p:sp>
      <p:sp>
        <p:nvSpPr>
          <p:cNvPr id="194" name="text-194 have won at least one Royal Rumble match?">
            <a:extLst xmlns:a="http://schemas.openxmlformats.org/drawingml/2006/main">
              <a:ext uri="{FF2B5EF4-FFF2-40B4-BE49-F238E27FC236}">
                <a16:creationId xmlns:a16="http://schemas.microsoft.com/office/drawing/2014/main" id="{1BC10AAE-C4E8-4FE8-A148-24B679F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761" y="6849797"/>
            <a:ext cx="4060880" cy="28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have won at least one Royal Rumble match?</a:t>
            </a:r>
          </a:p>
        </p:txBody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DB6CEE59-1522-4AEF-B7E9-BDD82FA4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504" y="6838916"/>
            <a:ext cx="305823" cy="305824"/>
          </a:xfrm>
          <a:custGeom xmlns:a="http://schemas.openxmlformats.org/drawingml/2006/main">
            <a:pathLst>
              <a:path w="305823" h="305824">
                <a:moveTo>
                  <a:pt x="0" y="152912"/>
                </a:moveTo>
                <a:cubicBezTo>
                  <a:pt x="0" y="68461"/>
                  <a:pt x="68461" y="0"/>
                  <a:pt x="152911" y="0"/>
                </a:cubicBezTo>
                <a:cubicBezTo>
                  <a:pt x="237362" y="0"/>
                  <a:pt x="305823" y="68461"/>
                  <a:pt x="305823" y="152912"/>
                </a:cubicBezTo>
                <a:cubicBezTo>
                  <a:pt x="305823" y="237364"/>
                  <a:pt x="237362" y="305824"/>
                  <a:pt x="152911" y="305824"/>
                </a:cubicBezTo>
                <a:cubicBezTo>
                  <a:pt x="68461" y="305824"/>
                  <a:pt x="0" y="237364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text-196 A">
            <a:extLst xmlns:a="http://schemas.openxmlformats.org/drawingml/2006/main">
              <a:ext uri="{FF2B5EF4-FFF2-40B4-BE49-F238E27FC236}">
                <a16:creationId xmlns:a16="http://schemas.microsoft.com/office/drawing/2014/main" id="{289F227B-9A1A-4E07-8CB7-1C585652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6330" y="6863140"/>
            <a:ext cx="174233" cy="26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97" name="text-197 3">
            <a:extLst xmlns:a="http://schemas.openxmlformats.org/drawingml/2006/main">
              <a:ext uri="{FF2B5EF4-FFF2-40B4-BE49-F238E27FC236}">
                <a16:creationId xmlns:a16="http://schemas.microsoft.com/office/drawing/2014/main" id="{985B9ED1-E75D-48AF-9900-A44B5AD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3725" y="6865015"/>
            <a:ext cx="171213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70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128E2333-0E45-41E7-912D-F64B0557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84" y="4393254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4"/>
                  <a:pt x="55624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1"/>
                  <a:pt x="124240" y="248481"/>
                </a:cubicBezTo>
                <a:cubicBezTo>
                  <a:pt x="55624" y="248481"/>
                  <a:pt x="0" y="192857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A98A77DA-CA49-42D3-ACE8-848B3C27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84" y="4393254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200" name="text-200 1">
            <a:extLst xmlns:a="http://schemas.openxmlformats.org/drawingml/2006/main">
              <a:ext uri="{FF2B5EF4-FFF2-40B4-BE49-F238E27FC236}">
                <a16:creationId xmlns:a16="http://schemas.microsoft.com/office/drawing/2014/main" id="{F6AE1047-3449-477E-B134-1AB3378F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6761" y="4422143"/>
            <a:ext cx="88354" cy="196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201" name="path-201">
            <a:extLst xmlns:a="http://schemas.openxmlformats.org/drawingml/2006/main">
              <a:ext uri="{FF2B5EF4-FFF2-40B4-BE49-F238E27FC236}">
                <a16:creationId xmlns:a16="http://schemas.microsoft.com/office/drawing/2014/main" id="{E1A0D4F9-1633-4506-8C0D-1983BB3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1" y="5228356"/>
            <a:ext cx="2112097" cy="411777"/>
          </a:xfrm>
          <a:custGeom xmlns:a="http://schemas.openxmlformats.org/drawingml/2006/main">
            <a:pathLst>
              <a:path w="2112097" h="411777">
                <a:moveTo>
                  <a:pt x="0" y="68633"/>
                </a:moveTo>
                <a:cubicBezTo>
                  <a:pt x="0" y="30729"/>
                  <a:pt x="30728" y="0"/>
                  <a:pt x="68631" y="0"/>
                </a:cubicBezTo>
                <a:lnTo>
                  <a:pt x="2043464" y="0"/>
                </a:lnTo>
                <a:cubicBezTo>
                  <a:pt x="2081369" y="0"/>
                  <a:pt x="2112097" y="30729"/>
                  <a:pt x="2112097" y="68633"/>
                </a:cubicBezTo>
                <a:lnTo>
                  <a:pt x="2112097" y="343145"/>
                </a:lnTo>
                <a:cubicBezTo>
                  <a:pt x="2112097" y="381050"/>
                  <a:pt x="2081369" y="411777"/>
                  <a:pt x="2043464" y="411777"/>
                </a:cubicBezTo>
                <a:lnTo>
                  <a:pt x="68631" y="411777"/>
                </a:lnTo>
                <a:cubicBezTo>
                  <a:pt x="30728" y="411777"/>
                  <a:pt x="0" y="381050"/>
                  <a:pt x="0" y="343145"/>
                </a:cubicBezTo>
                <a:lnTo>
                  <a:pt x="0" y="6863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BC213965-23ED-47A2-852C-BBD25D05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1" y="5228356"/>
            <a:ext cx="2112097" cy="411778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2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2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203" name="text-203 Hulk Hogan">
            <a:extLst xmlns:a="http://schemas.openxmlformats.org/drawingml/2006/main">
              <a:ext uri="{FF2B5EF4-FFF2-40B4-BE49-F238E27FC236}">
                <a16:creationId xmlns:a16="http://schemas.microsoft.com/office/drawing/2014/main" id="{123A0D5D-937C-4CB8-8882-9747A5C5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3443" y="5319262"/>
            <a:ext cx="987792" cy="254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Hulk Hogan</a:t>
            </a:r>
          </a:p>
        </p:txBody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36AA6DE5-BFE5-41BE-ABCC-7A788086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590" y="4393254"/>
            <a:ext cx="248481" cy="248481"/>
          </a:xfrm>
          <a:custGeom xmlns:a="http://schemas.openxmlformats.org/drawingml/2006/main">
            <a:pathLst>
              <a:path w="248481" h="248481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6" y="0"/>
                  <a:pt x="248481" y="55624"/>
                  <a:pt x="248481" y="124241"/>
                </a:cubicBezTo>
                <a:cubicBezTo>
                  <a:pt x="248481" y="192857"/>
                  <a:pt x="192856" y="248481"/>
                  <a:pt x="124241" y="248481"/>
                </a:cubicBezTo>
                <a:cubicBezTo>
                  <a:pt x="55624" y="248481"/>
                  <a:pt x="0" y="192857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5">
            <a:extLst xmlns:a="http://schemas.openxmlformats.org/drawingml/2006/main">
              <a:ext uri="{FF2B5EF4-FFF2-40B4-BE49-F238E27FC236}">
                <a16:creationId xmlns:a16="http://schemas.microsoft.com/office/drawing/2014/main" id="{B38126D1-9F3B-48C9-9A54-10570C80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590" y="4393254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206" name="text-206 2">
            <a:extLst xmlns:a="http://schemas.openxmlformats.org/drawingml/2006/main">
              <a:ext uri="{FF2B5EF4-FFF2-40B4-BE49-F238E27FC236}">
                <a16:creationId xmlns:a16="http://schemas.microsoft.com/office/drawing/2014/main" id="{E3EBEBD1-F65A-48B2-AC50-B6A5F97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5214" y="4422064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207" name="path-207">
            <a:extLst xmlns:a="http://schemas.openxmlformats.org/drawingml/2006/main">
              <a:ext uri="{FF2B5EF4-FFF2-40B4-BE49-F238E27FC236}">
                <a16:creationId xmlns:a16="http://schemas.microsoft.com/office/drawing/2014/main" id="{3077559B-B9EF-42CF-AC1B-9D6BA0FE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1" y="5728567"/>
            <a:ext cx="2112097" cy="411778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1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8">
            <a:extLst xmlns:a="http://schemas.openxmlformats.org/drawingml/2006/main">
              <a:ext uri="{FF2B5EF4-FFF2-40B4-BE49-F238E27FC236}">
                <a16:creationId xmlns:a16="http://schemas.microsoft.com/office/drawing/2014/main" id="{0C8E8131-C514-4F22-AC27-073E486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1" y="5728567"/>
            <a:ext cx="2112097" cy="411778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2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2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209" name="text-209 Shawn Michaels">
            <a:extLst xmlns:a="http://schemas.openxmlformats.org/drawingml/2006/main">
              <a:ext uri="{FF2B5EF4-FFF2-40B4-BE49-F238E27FC236}">
                <a16:creationId xmlns:a16="http://schemas.microsoft.com/office/drawing/2014/main" id="{E3D74DF4-C8D9-4572-9AD6-ECCFB14E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2303" y="5820844"/>
            <a:ext cx="1369428" cy="254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Shawn Michaels</a:t>
            </a:r>
          </a:p>
        </p:txBody>
      </p:sp>
      <p:sp>
        <p:nvSpPr>
          <p:cNvPr id="210" name="path-210">
            <a:extLst xmlns:a="http://schemas.openxmlformats.org/drawingml/2006/main">
              <a:ext uri="{FF2B5EF4-FFF2-40B4-BE49-F238E27FC236}">
                <a16:creationId xmlns:a16="http://schemas.microsoft.com/office/drawing/2014/main" id="{716514D2-A4C3-4F0E-8D5F-E7C2BF27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801" y="4379874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0"/>
                </a:moveTo>
                <a:cubicBezTo>
                  <a:pt x="0" y="55623"/>
                  <a:pt x="55624" y="0"/>
                  <a:pt x="124241" y="0"/>
                </a:cubicBezTo>
                <a:cubicBezTo>
                  <a:pt x="192857" y="0"/>
                  <a:pt x="248482" y="55623"/>
                  <a:pt x="248482" y="124240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DF9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1">
            <a:extLst xmlns:a="http://schemas.openxmlformats.org/drawingml/2006/main">
              <a:ext uri="{FF2B5EF4-FFF2-40B4-BE49-F238E27FC236}">
                <a16:creationId xmlns:a16="http://schemas.microsoft.com/office/drawing/2014/main" id="{0B2A2FB0-786D-4C5A-9249-EA1EF49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801" y="4379874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212" name="text-212 3">
            <a:extLst xmlns:a="http://schemas.openxmlformats.org/drawingml/2006/main">
              <a:ext uri="{FF2B5EF4-FFF2-40B4-BE49-F238E27FC236}">
                <a16:creationId xmlns:a16="http://schemas.microsoft.com/office/drawing/2014/main" id="{D2672E68-E10C-49F0-9699-BB4DA8BD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6423" y="4409832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213" name="path-213">
            <a:extLst xmlns:a="http://schemas.openxmlformats.org/drawingml/2006/main">
              <a:ext uri="{FF2B5EF4-FFF2-40B4-BE49-F238E27FC236}">
                <a16:creationId xmlns:a16="http://schemas.microsoft.com/office/drawing/2014/main" id="{6C16FFD3-6317-4FA5-B916-0E9091A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1" y="6228780"/>
            <a:ext cx="2112097" cy="411778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1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7286A9FD-0A0E-4E2E-A31F-6F44B011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1" y="6228780"/>
            <a:ext cx="2112097" cy="411778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2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2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215" name="text-215 The Undertaker">
            <a:extLst xmlns:a="http://schemas.openxmlformats.org/drawingml/2006/main">
              <a:ext uri="{FF2B5EF4-FFF2-40B4-BE49-F238E27FC236}">
                <a16:creationId xmlns:a16="http://schemas.microsoft.com/office/drawing/2014/main" id="{89C18FBC-9EE3-4684-A9A6-D8C909D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577" y="6318792"/>
            <a:ext cx="1404073" cy="255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The Undertaker</a:t>
            </a:r>
          </a:p>
        </p:txBody>
      </p:sp>
      <p:sp>
        <p:nvSpPr>
          <p:cNvPr id="216" name="path-216">
            <a:extLst xmlns:a="http://schemas.openxmlformats.org/drawingml/2006/main">
              <a:ext uri="{FF2B5EF4-FFF2-40B4-BE49-F238E27FC236}">
                <a16:creationId xmlns:a16="http://schemas.microsoft.com/office/drawing/2014/main" id="{9F21EB69-6E1F-4B1D-B676-7246732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423" y="5641400"/>
            <a:ext cx="1653360" cy="410951"/>
          </a:xfrm>
          <a:custGeom xmlns:a="http://schemas.openxmlformats.org/drawingml/2006/main">
            <a:pathLst>
              <a:path w="1653360" h="410951">
                <a:moveTo>
                  <a:pt x="0" y="76458"/>
                </a:moveTo>
                <a:cubicBezTo>
                  <a:pt x="0" y="34232"/>
                  <a:pt x="34231" y="0"/>
                  <a:pt x="76456" y="0"/>
                </a:cubicBezTo>
                <a:lnTo>
                  <a:pt x="1576902" y="0"/>
                </a:lnTo>
                <a:cubicBezTo>
                  <a:pt x="1619129" y="0"/>
                  <a:pt x="1653360" y="34232"/>
                  <a:pt x="1653360" y="76458"/>
                </a:cubicBezTo>
                <a:lnTo>
                  <a:pt x="1653360" y="334494"/>
                </a:lnTo>
                <a:cubicBezTo>
                  <a:pt x="1653360" y="376721"/>
                  <a:pt x="1619129" y="410951"/>
                  <a:pt x="1576902" y="410951"/>
                </a:cubicBezTo>
                <a:lnTo>
                  <a:pt x="76456" y="410951"/>
                </a:lnTo>
                <a:cubicBezTo>
                  <a:pt x="34231" y="410951"/>
                  <a:pt x="0" y="376721"/>
                  <a:pt x="0" y="334494"/>
                </a:cubicBezTo>
                <a:lnTo>
                  <a:pt x="0" y="76458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7">
            <a:extLst xmlns:a="http://schemas.openxmlformats.org/drawingml/2006/main">
              <a:ext uri="{FF2B5EF4-FFF2-40B4-BE49-F238E27FC236}">
                <a16:creationId xmlns:a16="http://schemas.microsoft.com/office/drawing/2014/main" id="{93CF959E-9F7C-450F-AD9D-6D363B9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423" y="5641400"/>
            <a:ext cx="1653360" cy="410951"/>
          </a:xfrm>
          <a:custGeom xmlns:a="http://schemas.openxmlformats.org/drawingml/2006/main">
            <a:pathLst>
              <a:path w="1653360" h="410951">
                <a:moveTo>
                  <a:pt x="0" y="76457"/>
                </a:moveTo>
                <a:cubicBezTo>
                  <a:pt x="0" y="34231"/>
                  <a:pt x="34231" y="0"/>
                  <a:pt x="76457" y="0"/>
                </a:cubicBezTo>
                <a:lnTo>
                  <a:pt x="1576904" y="0"/>
                </a:lnTo>
                <a:cubicBezTo>
                  <a:pt x="1619130" y="0"/>
                  <a:pt x="1653360" y="34231"/>
                  <a:pt x="1653360" y="76457"/>
                </a:cubicBezTo>
                <a:lnTo>
                  <a:pt x="1653360" y="334494"/>
                </a:lnTo>
                <a:cubicBezTo>
                  <a:pt x="1653360" y="376719"/>
                  <a:pt x="1619130" y="410951"/>
                  <a:pt x="1576904" y="410951"/>
                </a:cubicBezTo>
                <a:lnTo>
                  <a:pt x="76457" y="410951"/>
                </a:lnTo>
                <a:cubicBezTo>
                  <a:pt x="34231" y="410951"/>
                  <a:pt x="0" y="376719"/>
                  <a:pt x="0" y="334494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B5A0DE"/>
            </a:solidFill>
            <a:prstDash val="solid"/>
          </a:ln>
        </p:spPr>
      </p:sp>
      <p:sp>
        <p:nvSpPr>
          <p:cNvPr id="218" name="text-218 COUNT">
            <a:extLst xmlns:a="http://schemas.openxmlformats.org/drawingml/2006/main">
              <a:ext uri="{FF2B5EF4-FFF2-40B4-BE49-F238E27FC236}">
                <a16:creationId xmlns:a16="http://schemas.microsoft.com/office/drawing/2014/main" id="{DC2C686A-32DA-4E4E-BCC6-3EDA77A1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2371" y="5716441"/>
            <a:ext cx="724928" cy="26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COUNT</a:t>
            </a:r>
          </a:p>
        </p:txBody>
      </p:sp>
      <p:sp>
        <p:nvSpPr>
          <p:cNvPr id="219" name="text-220 ∑">
            <a:extLst xmlns:a="http://schemas.openxmlformats.org/drawingml/2006/main">
              <a:ext uri="{FF2B5EF4-FFF2-40B4-BE49-F238E27FC236}">
                <a16:creationId xmlns:a16="http://schemas.microsoft.com/office/drawing/2014/main" id="{3BB94851-23EC-49A7-AB37-00D9D72B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1002" y="5716386"/>
            <a:ext cx="177203" cy="267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∑</a:t>
            </a:r>
          </a:p>
        </p:txBody>
      </p:sp>
      <p:sp>
        <p:nvSpPr>
          <p:cNvPr id="220" name="text-221 1">
            <a:extLst xmlns:a="http://schemas.openxmlformats.org/drawingml/2006/main">
              <a:ext uri="{FF2B5EF4-FFF2-40B4-BE49-F238E27FC236}">
                <a16:creationId xmlns:a16="http://schemas.microsoft.com/office/drawing/2014/main" id="{912C0393-E73B-44DA-ADAF-80E30E5E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1699" y="5716318"/>
            <a:ext cx="120471" cy="267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221" name="text-223 = 3">
            <a:extLst xmlns:a="http://schemas.openxmlformats.org/drawingml/2006/main">
              <a:ext uri="{FF2B5EF4-FFF2-40B4-BE49-F238E27FC236}">
                <a16:creationId xmlns:a16="http://schemas.microsoft.com/office/drawing/2014/main" id="{B477CB9E-59F5-459B-815E-7EA6B178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5054" y="5716444"/>
            <a:ext cx="305616" cy="267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= 3</a:t>
            </a:r>
          </a:p>
        </p:txBody>
      </p:sp>
      <p:sp>
        <p:nvSpPr>
          <p:cNvPr id="222" name="path-224">
            <a:extLst xmlns:a="http://schemas.openxmlformats.org/drawingml/2006/main">
              <a:ext uri="{FF2B5EF4-FFF2-40B4-BE49-F238E27FC236}">
                <a16:creationId xmlns:a16="http://schemas.microsoft.com/office/drawing/2014/main" id="{8638C374-0322-43A3-BF71-8BA0CC65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098" y="3546322"/>
            <a:ext cx="11009662" cy="3861027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0"/>
                  <a:pt x="72748" y="0"/>
                  <a:pt x="162468" y="0"/>
                </a:cubicBezTo>
                <a:lnTo>
                  <a:pt x="10847194" y="0"/>
                </a:lnTo>
                <a:cubicBezTo>
                  <a:pt x="10936927" y="0"/>
                  <a:pt x="11009662" y="72740"/>
                  <a:pt x="11009662" y="162472"/>
                </a:cubicBezTo>
                <a:lnTo>
                  <a:pt x="11009662" y="3698554"/>
                </a:lnTo>
                <a:cubicBezTo>
                  <a:pt x="11009662" y="3788285"/>
                  <a:pt x="10936927" y="3861027"/>
                  <a:pt x="10847194" y="3861027"/>
                </a:cubicBezTo>
                <a:lnTo>
                  <a:pt x="162468" y="3861027"/>
                </a:lnTo>
                <a:cubicBezTo>
                  <a:pt x="72748" y="3861027"/>
                  <a:pt x="0" y="3788285"/>
                  <a:pt x="0" y="3698554"/>
                </a:cubicBezTo>
                <a:lnTo>
                  <a:pt x="0" y="162472"/>
                </a:lnTo>
              </a:path>
            </a:pathLst>
          </a:custGeom>
          <a:solidFill xmlns:a="http://schemas.openxmlformats.org/drawingml/2006/main">
            <a:srgbClr val="EE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5">
            <a:extLst xmlns:a="http://schemas.openxmlformats.org/drawingml/2006/main">
              <a:ext uri="{FF2B5EF4-FFF2-40B4-BE49-F238E27FC236}">
                <a16:creationId xmlns:a16="http://schemas.microsoft.com/office/drawing/2014/main" id="{593A3B80-1EE5-4041-BDD6-CBD9657A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098" y="3546322"/>
            <a:ext cx="11009662" cy="3861027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20" y="0"/>
                  <a:pt x="11009662" y="72741"/>
                  <a:pt x="11009662" y="162472"/>
                </a:cubicBezTo>
                <a:lnTo>
                  <a:pt x="11009662" y="3698555"/>
                </a:lnTo>
                <a:cubicBezTo>
                  <a:pt x="11009662" y="3788285"/>
                  <a:pt x="10936920" y="3861027"/>
                  <a:pt x="10847190" y="3861027"/>
                </a:cubicBezTo>
                <a:lnTo>
                  <a:pt x="162472" y="3861027"/>
                </a:lnTo>
                <a:cubicBezTo>
                  <a:pt x="72741" y="3861027"/>
                  <a:pt x="0" y="3788285"/>
                  <a:pt x="0" y="3698555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6DCEC"/>
            </a:solidFill>
            <a:prstDash val="solid"/>
          </a:ln>
        </p:spPr>
      </p:sp>
      <p:sp>
        <p:nvSpPr>
          <p:cNvPr id="224" name="path-226">
            <a:extLst xmlns:a="http://schemas.openxmlformats.org/drawingml/2006/main">
              <a:ext uri="{FF2B5EF4-FFF2-40B4-BE49-F238E27FC236}">
                <a16:creationId xmlns:a16="http://schemas.microsoft.com/office/drawing/2014/main" id="{22762CCE-EAAB-4F81-8976-0919A569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4471" y="3661006"/>
            <a:ext cx="9098262" cy="1471777"/>
          </a:xfrm>
          <a:custGeom xmlns:a="http://schemas.openxmlformats.org/drawingml/2006/main">
            <a:pathLst>
              <a:path w="9098262" h="1471777">
                <a:moveTo>
                  <a:pt x="0" y="38218"/>
                </a:moveTo>
                <a:cubicBezTo>
                  <a:pt x="0" y="17110"/>
                  <a:pt x="17114" y="0"/>
                  <a:pt x="38217" y="0"/>
                </a:cubicBezTo>
                <a:lnTo>
                  <a:pt x="9060048" y="0"/>
                </a:lnTo>
                <a:cubicBezTo>
                  <a:pt x="9081152" y="0"/>
                  <a:pt x="9098262" y="17110"/>
                  <a:pt x="9098262" y="38218"/>
                </a:cubicBezTo>
                <a:lnTo>
                  <a:pt x="9098262" y="1433558"/>
                </a:lnTo>
                <a:cubicBezTo>
                  <a:pt x="9098262" y="1454667"/>
                  <a:pt x="9081152" y="1471777"/>
                  <a:pt x="9060048" y="1471777"/>
                </a:cubicBezTo>
                <a:lnTo>
                  <a:pt x="38217" y="1471777"/>
                </a:lnTo>
                <a:cubicBezTo>
                  <a:pt x="17114" y="1471777"/>
                  <a:pt x="0" y="1454667"/>
                  <a:pt x="0" y="1433558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7">
            <a:extLst xmlns:a="http://schemas.openxmlformats.org/drawingml/2006/main">
              <a:ext uri="{FF2B5EF4-FFF2-40B4-BE49-F238E27FC236}">
                <a16:creationId xmlns:a16="http://schemas.microsoft.com/office/drawing/2014/main" id="{8916FF95-3270-49FE-B3D5-ABEB1CB6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041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8">
            <a:extLst xmlns:a="http://schemas.openxmlformats.org/drawingml/2006/main">
              <a:ext uri="{FF2B5EF4-FFF2-40B4-BE49-F238E27FC236}">
                <a16:creationId xmlns:a16="http://schemas.microsoft.com/office/drawing/2014/main" id="{4C53D920-4A98-4A94-A7BA-F19FF8A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041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9">
            <a:extLst xmlns:a="http://schemas.openxmlformats.org/drawingml/2006/main">
              <a:ext uri="{FF2B5EF4-FFF2-40B4-BE49-F238E27FC236}">
                <a16:creationId xmlns:a16="http://schemas.microsoft.com/office/drawing/2014/main" id="{48C629A3-112E-4834-9290-8BF8181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91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30">
            <a:extLst xmlns:a="http://schemas.openxmlformats.org/drawingml/2006/main">
              <a:ext uri="{FF2B5EF4-FFF2-40B4-BE49-F238E27FC236}">
                <a16:creationId xmlns:a16="http://schemas.microsoft.com/office/drawing/2014/main" id="{91BAA5DA-5E47-4BCE-A800-E98F5F58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91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31">
            <a:extLst xmlns:a="http://schemas.openxmlformats.org/drawingml/2006/main">
              <a:ext uri="{FF2B5EF4-FFF2-40B4-BE49-F238E27FC236}">
                <a16:creationId xmlns:a16="http://schemas.microsoft.com/office/drawing/2014/main" id="{501B1006-EBDF-4C4A-B28A-54E3889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5742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2">
            <a:extLst xmlns:a="http://schemas.openxmlformats.org/drawingml/2006/main">
              <a:ext uri="{FF2B5EF4-FFF2-40B4-BE49-F238E27FC236}">
                <a16:creationId xmlns:a16="http://schemas.microsoft.com/office/drawing/2014/main" id="{E895A61C-4663-4386-9EE0-CDA371D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5742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3">
            <a:extLst xmlns:a="http://schemas.openxmlformats.org/drawingml/2006/main">
              <a:ext uri="{FF2B5EF4-FFF2-40B4-BE49-F238E27FC236}">
                <a16:creationId xmlns:a16="http://schemas.microsoft.com/office/drawing/2014/main" id="{D6F9B56D-9DCA-4705-A053-857661C1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3591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4">
            <a:extLst xmlns:a="http://schemas.openxmlformats.org/drawingml/2006/main">
              <a:ext uri="{FF2B5EF4-FFF2-40B4-BE49-F238E27FC236}">
                <a16:creationId xmlns:a16="http://schemas.microsoft.com/office/drawing/2014/main" id="{030CEF21-31A8-4704-A1AC-98FF7BF9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3591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5">
            <a:extLst xmlns:a="http://schemas.openxmlformats.org/drawingml/2006/main">
              <a:ext uri="{FF2B5EF4-FFF2-40B4-BE49-F238E27FC236}">
                <a16:creationId xmlns:a16="http://schemas.microsoft.com/office/drawing/2014/main" id="{3198AE95-71F9-4DE5-84CC-7807B905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441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6">
            <a:extLst xmlns:a="http://schemas.openxmlformats.org/drawingml/2006/main">
              <a:ext uri="{FF2B5EF4-FFF2-40B4-BE49-F238E27FC236}">
                <a16:creationId xmlns:a16="http://schemas.microsoft.com/office/drawing/2014/main" id="{30214C8D-251A-4262-AABD-3C58C368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441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37">
            <a:extLst xmlns:a="http://schemas.openxmlformats.org/drawingml/2006/main">
              <a:ext uri="{FF2B5EF4-FFF2-40B4-BE49-F238E27FC236}">
                <a16:creationId xmlns:a16="http://schemas.microsoft.com/office/drawing/2014/main" id="{A7D4681C-00A2-41C5-AD59-D89CDBD0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92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8">
            <a:extLst xmlns:a="http://schemas.openxmlformats.org/drawingml/2006/main">
              <a:ext uri="{FF2B5EF4-FFF2-40B4-BE49-F238E27FC236}">
                <a16:creationId xmlns:a16="http://schemas.microsoft.com/office/drawing/2014/main" id="{8385D734-3A84-419F-8EB7-B71AF1F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92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39">
            <a:extLst xmlns:a="http://schemas.openxmlformats.org/drawingml/2006/main">
              <a:ext uri="{FF2B5EF4-FFF2-40B4-BE49-F238E27FC236}">
                <a16:creationId xmlns:a16="http://schemas.microsoft.com/office/drawing/2014/main" id="{C2CB0093-D545-4933-A5B6-52817C40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7141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40">
            <a:extLst xmlns:a="http://schemas.openxmlformats.org/drawingml/2006/main">
              <a:ext uri="{FF2B5EF4-FFF2-40B4-BE49-F238E27FC236}">
                <a16:creationId xmlns:a16="http://schemas.microsoft.com/office/drawing/2014/main" id="{D0F080FE-042E-4C74-8D3C-E2013356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7141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41">
            <a:extLst xmlns:a="http://schemas.openxmlformats.org/drawingml/2006/main">
              <a:ext uri="{FF2B5EF4-FFF2-40B4-BE49-F238E27FC236}">
                <a16:creationId xmlns:a16="http://schemas.microsoft.com/office/drawing/2014/main" id="{6C0EA747-352C-4E2C-9EF2-C472D90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2">
            <a:extLst xmlns:a="http://schemas.openxmlformats.org/drawingml/2006/main">
              <a:ext uri="{FF2B5EF4-FFF2-40B4-BE49-F238E27FC236}">
                <a16:creationId xmlns:a16="http://schemas.microsoft.com/office/drawing/2014/main" id="{839FCD49-28F8-486A-B28F-65DB1DC9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3">
            <a:extLst xmlns:a="http://schemas.openxmlformats.org/drawingml/2006/main">
              <a:ext uri="{FF2B5EF4-FFF2-40B4-BE49-F238E27FC236}">
                <a16:creationId xmlns:a16="http://schemas.microsoft.com/office/drawing/2014/main" id="{8EC05F5E-28BA-475A-A1A5-EF0E9B42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2840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4">
            <a:extLst xmlns:a="http://schemas.openxmlformats.org/drawingml/2006/main">
              <a:ext uri="{FF2B5EF4-FFF2-40B4-BE49-F238E27FC236}">
                <a16:creationId xmlns:a16="http://schemas.microsoft.com/office/drawing/2014/main" id="{CD548565-90BD-45DA-A752-A5BCA122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2840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45">
            <a:extLst xmlns:a="http://schemas.openxmlformats.org/drawingml/2006/main">
              <a:ext uri="{FF2B5EF4-FFF2-40B4-BE49-F238E27FC236}">
                <a16:creationId xmlns:a16="http://schemas.microsoft.com/office/drawing/2014/main" id="{E96C5D06-9D08-4964-87F1-F03D77A8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690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6">
            <a:extLst xmlns:a="http://schemas.openxmlformats.org/drawingml/2006/main">
              <a:ext uri="{FF2B5EF4-FFF2-40B4-BE49-F238E27FC236}">
                <a16:creationId xmlns:a16="http://schemas.microsoft.com/office/drawing/2014/main" id="{DEE96A95-32C8-4156-B285-0D263532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690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47">
            <a:extLst xmlns:a="http://schemas.openxmlformats.org/drawingml/2006/main">
              <a:ext uri="{FF2B5EF4-FFF2-40B4-BE49-F238E27FC236}">
                <a16:creationId xmlns:a16="http://schemas.microsoft.com/office/drawing/2014/main" id="{C831E371-EA0B-4DE3-9FB8-222D058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8541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8">
            <a:extLst xmlns:a="http://schemas.openxmlformats.org/drawingml/2006/main">
              <a:ext uri="{FF2B5EF4-FFF2-40B4-BE49-F238E27FC236}">
                <a16:creationId xmlns:a16="http://schemas.microsoft.com/office/drawing/2014/main" id="{BD5F76BF-0CC7-42F0-BF18-916189B0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8541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9">
            <a:extLst xmlns:a="http://schemas.openxmlformats.org/drawingml/2006/main">
              <a:ext uri="{FF2B5EF4-FFF2-40B4-BE49-F238E27FC236}">
                <a16:creationId xmlns:a16="http://schemas.microsoft.com/office/drawing/2014/main" id="{BB061256-2225-424A-85A2-F699FF99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390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50">
            <a:extLst xmlns:a="http://schemas.openxmlformats.org/drawingml/2006/main">
              <a:ext uri="{FF2B5EF4-FFF2-40B4-BE49-F238E27FC236}">
                <a16:creationId xmlns:a16="http://schemas.microsoft.com/office/drawing/2014/main" id="{8E701417-20A3-489E-B815-C4A8DCD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390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51">
            <a:extLst xmlns:a="http://schemas.openxmlformats.org/drawingml/2006/main">
              <a:ext uri="{FF2B5EF4-FFF2-40B4-BE49-F238E27FC236}">
                <a16:creationId xmlns:a16="http://schemas.microsoft.com/office/drawing/2014/main" id="{156AED99-31F4-43AC-A01E-0F06C37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240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2">
            <a:extLst xmlns:a="http://schemas.openxmlformats.org/drawingml/2006/main">
              <a:ext uri="{FF2B5EF4-FFF2-40B4-BE49-F238E27FC236}">
                <a16:creationId xmlns:a16="http://schemas.microsoft.com/office/drawing/2014/main" id="{19489D05-9C43-4C38-A4D9-478DF48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240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53">
            <a:extLst xmlns:a="http://schemas.openxmlformats.org/drawingml/2006/main">
              <a:ext uri="{FF2B5EF4-FFF2-40B4-BE49-F238E27FC236}">
                <a16:creationId xmlns:a16="http://schemas.microsoft.com/office/drawing/2014/main" id="{708F14B4-A8BF-4AA4-8DBF-25C1531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091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4">
            <a:extLst xmlns:a="http://schemas.openxmlformats.org/drawingml/2006/main">
              <a:ext uri="{FF2B5EF4-FFF2-40B4-BE49-F238E27FC236}">
                <a16:creationId xmlns:a16="http://schemas.microsoft.com/office/drawing/2014/main" id="{022552AD-B528-40A5-8CEE-BE648C6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091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5">
            <a:extLst xmlns:a="http://schemas.openxmlformats.org/drawingml/2006/main">
              <a:ext uri="{FF2B5EF4-FFF2-40B4-BE49-F238E27FC236}">
                <a16:creationId xmlns:a16="http://schemas.microsoft.com/office/drawing/2014/main" id="{9D82B8E1-4468-45E2-8237-EF8E9CA0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940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6">
            <a:extLst xmlns:a="http://schemas.openxmlformats.org/drawingml/2006/main">
              <a:ext uri="{FF2B5EF4-FFF2-40B4-BE49-F238E27FC236}">
                <a16:creationId xmlns:a16="http://schemas.microsoft.com/office/drawing/2014/main" id="{030ECD86-C2DC-49E2-8AE6-89B22871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940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57">
            <a:extLst xmlns:a="http://schemas.openxmlformats.org/drawingml/2006/main">
              <a:ext uri="{FF2B5EF4-FFF2-40B4-BE49-F238E27FC236}">
                <a16:creationId xmlns:a16="http://schemas.microsoft.com/office/drawing/2014/main" id="{26D80F71-B59D-41C9-A9D5-B9DFA905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790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58">
            <a:extLst xmlns:a="http://schemas.openxmlformats.org/drawingml/2006/main">
              <a:ext uri="{FF2B5EF4-FFF2-40B4-BE49-F238E27FC236}">
                <a16:creationId xmlns:a16="http://schemas.microsoft.com/office/drawing/2014/main" id="{6E2A9C7E-20EA-488A-BF53-D1C114D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790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9">
            <a:extLst xmlns:a="http://schemas.openxmlformats.org/drawingml/2006/main">
              <a:ext uri="{FF2B5EF4-FFF2-40B4-BE49-F238E27FC236}">
                <a16:creationId xmlns:a16="http://schemas.microsoft.com/office/drawing/2014/main" id="{0224FC3C-026E-4C1B-82F0-86136C9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641" y="3689677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60">
            <a:extLst xmlns:a="http://schemas.openxmlformats.org/drawingml/2006/main">
              <a:ext uri="{FF2B5EF4-FFF2-40B4-BE49-F238E27FC236}">
                <a16:creationId xmlns:a16="http://schemas.microsoft.com/office/drawing/2014/main" id="{AAF7BBD5-3BF4-4DB1-8C39-76F296F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641" y="504677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61">
            <a:extLst xmlns:a="http://schemas.openxmlformats.org/drawingml/2006/main">
              <a:ext uri="{FF2B5EF4-FFF2-40B4-BE49-F238E27FC236}">
                <a16:creationId xmlns:a16="http://schemas.microsoft.com/office/drawing/2014/main" id="{D90618F6-E741-4218-9AA1-2367AA3F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488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2">
            <a:extLst xmlns:a="http://schemas.openxmlformats.org/drawingml/2006/main">
              <a:ext uri="{FF2B5EF4-FFF2-40B4-BE49-F238E27FC236}">
                <a16:creationId xmlns:a16="http://schemas.microsoft.com/office/drawing/2014/main" id="{D9F3F2C2-AA73-48E6-ACA4-7F436F2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488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63">
            <a:extLst xmlns:a="http://schemas.openxmlformats.org/drawingml/2006/main">
              <a:ext uri="{FF2B5EF4-FFF2-40B4-BE49-F238E27FC236}">
                <a16:creationId xmlns:a16="http://schemas.microsoft.com/office/drawing/2014/main" id="{1A04831A-3395-46D4-B716-4B9AD337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340" y="3689677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4">
            <a:extLst xmlns:a="http://schemas.openxmlformats.org/drawingml/2006/main">
              <a:ext uri="{FF2B5EF4-FFF2-40B4-BE49-F238E27FC236}">
                <a16:creationId xmlns:a16="http://schemas.microsoft.com/office/drawing/2014/main" id="{DC5DAB0B-BF08-435C-8A59-F712FDF5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340" y="504677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70F6F4C-D3CE-4185-BA10-7804C7AE4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458796ede4a61"/>
          <a:stretch xmlns:a="http://schemas.openxmlformats.org/drawingml/2006/main"/>
        </p:blipFill>
        <p:spPr>
          <a:xfrm xmlns:a="http://schemas.openxmlformats.org/drawingml/2006/main">
            <a:off x="18354675" y="3779044"/>
            <a:ext cx="3028950" cy="1238250"/>
          </a:xfrm>
          <a:prstGeom xmlns:a="http://schemas.openxmlformats.org/drawingml/2006/main" prst="rect">
            <a:avLst/>
          </a:prstGeom>
        </p:spPr>
      </p:pic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5AE47E4-9171-4F6E-98AC-3B4FE18DB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2315af3c74b97"/>
          <a:stretch xmlns:a="http://schemas.openxmlformats.org/drawingml/2006/main"/>
        </p:blipFill>
        <p:spPr>
          <a:xfrm xmlns:a="http://schemas.openxmlformats.org/drawingml/2006/main">
            <a:off x="21393150" y="3550444"/>
            <a:ext cx="3000375" cy="1695450"/>
          </a:xfrm>
          <a:prstGeom xmlns:a="http://schemas.openxmlformats.org/drawingml/2006/main" prst="rect">
            <a:avLst/>
          </a:prstGeom>
        </p:spPr>
      </p:pic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8D48192-4345-4612-8AFA-829F54D7A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9e47bdde846cc"/>
          <a:stretch xmlns:a="http://schemas.openxmlformats.org/drawingml/2006/main"/>
        </p:blipFill>
        <p:spPr>
          <a:xfrm xmlns:a="http://schemas.openxmlformats.org/drawingml/2006/main">
            <a:off x="24393525" y="3779044"/>
            <a:ext cx="3028950" cy="1238250"/>
          </a:xfrm>
          <a:prstGeom xmlns:a="http://schemas.openxmlformats.org/drawingml/2006/main" prst="rect">
            <a:avLst/>
          </a:prstGeom>
        </p:spPr>
      </p:pic>
      <p:sp>
        <p:nvSpPr>
          <p:cNvPr id="266" name="path-268">
            <a:extLst xmlns:a="http://schemas.openxmlformats.org/drawingml/2006/main">
              <a:ext uri="{FF2B5EF4-FFF2-40B4-BE49-F238E27FC236}">
                <a16:creationId xmlns:a16="http://schemas.microsoft.com/office/drawing/2014/main" id="{0E2F27E2-CEB8-426A-BB72-05C3D3FC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82" y="6681017"/>
            <a:ext cx="10722950" cy="611648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2" y="0"/>
                  <a:pt x="229368" y="0"/>
                </a:cubicBezTo>
                <a:lnTo>
                  <a:pt x="10493586" y="0"/>
                </a:lnTo>
                <a:cubicBezTo>
                  <a:pt x="10620257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7"/>
                  <a:pt x="10620257" y="611648"/>
                  <a:pt x="10493586" y="611648"/>
                </a:cubicBezTo>
                <a:lnTo>
                  <a:pt x="229368" y="611648"/>
                </a:lnTo>
                <a:cubicBezTo>
                  <a:pt x="102692" y="611648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69">
            <a:extLst xmlns:a="http://schemas.openxmlformats.org/drawingml/2006/main">
              <a:ext uri="{FF2B5EF4-FFF2-40B4-BE49-F238E27FC236}">
                <a16:creationId xmlns:a16="http://schemas.microsoft.com/office/drawing/2014/main" id="{1AB5D9E3-D906-43FD-85CB-8B685BFF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82" y="6681017"/>
            <a:ext cx="10722950" cy="611648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0" y="0"/>
                  <a:pt x="229365" y="0"/>
                </a:cubicBezTo>
                <a:lnTo>
                  <a:pt x="10493586" y="0"/>
                </a:lnTo>
                <a:cubicBezTo>
                  <a:pt x="10620264" y="0"/>
                  <a:pt x="10722950" y="102690"/>
                  <a:pt x="10722950" y="229365"/>
                </a:cubicBezTo>
                <a:lnTo>
                  <a:pt x="10722950" y="382283"/>
                </a:lnTo>
                <a:cubicBezTo>
                  <a:pt x="10722950" y="508958"/>
                  <a:pt x="10620264" y="611648"/>
                  <a:pt x="10493586" y="611648"/>
                </a:cubicBezTo>
                <a:lnTo>
                  <a:pt x="229365" y="611648"/>
                </a:lnTo>
                <a:cubicBezTo>
                  <a:pt x="102690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8DCEC"/>
            </a:solidFill>
            <a:prstDash val="solid"/>
          </a:ln>
        </p:spPr>
      </p:sp>
      <p:sp>
        <p:nvSpPr>
          <p:cNvPr id="268" name="path-270">
            <a:extLst xmlns:a="http://schemas.openxmlformats.org/drawingml/2006/main">
              <a:ext uri="{FF2B5EF4-FFF2-40B4-BE49-F238E27FC236}">
                <a16:creationId xmlns:a16="http://schemas.microsoft.com/office/drawing/2014/main" id="{C116DB10-4B17-4B58-9E60-485EB8A4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09" y="6833929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58" y="0"/>
                  <a:pt x="305824" y="68461"/>
                  <a:pt x="305824" y="152912"/>
                </a:cubicBezTo>
                <a:cubicBezTo>
                  <a:pt x="305824" y="237362"/>
                  <a:pt x="237358" y="305824"/>
                  <a:pt x="152912" y="305824"/>
                </a:cubicBezTo>
                <a:cubicBezTo>
                  <a:pt x="68468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text-271 Q">
            <a:extLst xmlns:a="http://schemas.openxmlformats.org/drawingml/2006/main">
              <a:ext uri="{FF2B5EF4-FFF2-40B4-BE49-F238E27FC236}">
                <a16:creationId xmlns:a16="http://schemas.microsoft.com/office/drawing/2014/main" id="{4EB5E6DE-1AF1-46F8-BD15-2AD37DF2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4203" y="6857039"/>
            <a:ext cx="201949" cy="26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270" name="text-272 Who are the biological fathers of the horned">
            <a:extLst xmlns:a="http://schemas.openxmlformats.org/drawingml/2006/main">
              <a:ext uri="{FF2B5EF4-FFF2-40B4-BE49-F238E27FC236}">
                <a16:creationId xmlns:a16="http://schemas.microsoft.com/office/drawing/2014/main" id="{820DB8C9-1FA5-41B9-91F4-C3214DAA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5417" y="6849895"/>
            <a:ext cx="4288737" cy="281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Who are the biological fathers of the horned</a:t>
            </a:r>
          </a:p>
        </p:txBody>
      </p:sp>
      <p:sp>
        <p:nvSpPr>
          <p:cNvPr id="271" name="text-273 fighter and the dark">
            <a:extLst xmlns:a="http://schemas.openxmlformats.org/drawingml/2006/main">
              <a:ext uri="{FF2B5EF4-FFF2-40B4-BE49-F238E27FC236}">
                <a16:creationId xmlns:a16="http://schemas.microsoft.com/office/drawing/2014/main" id="{9907EAFF-78FC-4D35-AE99-80CBD0D8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5623" y="6849783"/>
            <a:ext cx="1974982" cy="28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fighter and the dark</a:t>
            </a:r>
          </a:p>
        </p:txBody>
      </p:sp>
      <p:sp>
        <p:nvSpPr>
          <p:cNvPr id="272" name="text-274 -">
            <a:extLst xmlns:a="http://schemas.openxmlformats.org/drawingml/2006/main">
              <a:ext uri="{FF2B5EF4-FFF2-40B4-BE49-F238E27FC236}">
                <a16:creationId xmlns:a16="http://schemas.microsoft.com/office/drawing/2014/main" id="{6A19688F-1217-49E0-B8C4-81A315BB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92509" y="6847198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73" name="text-275 haired protagonist?">
            <a:extLst xmlns:a="http://schemas.openxmlformats.org/drawingml/2006/main">
              <a:ext uri="{FF2B5EF4-FFF2-40B4-BE49-F238E27FC236}">
                <a16:creationId xmlns:a16="http://schemas.microsoft.com/office/drawing/2014/main" id="{50D9D318-C684-42F4-8911-E1CB404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76928" y="6850169"/>
            <a:ext cx="1874457" cy="281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haired protagonist?</a:t>
            </a:r>
          </a:p>
        </p:txBody>
      </p:sp>
      <p:sp>
        <p:nvSpPr>
          <p:cNvPr id="274" name="path-276">
            <a:extLst xmlns:a="http://schemas.openxmlformats.org/drawingml/2006/main">
              <a:ext uri="{FF2B5EF4-FFF2-40B4-BE49-F238E27FC236}">
                <a16:creationId xmlns:a16="http://schemas.microsoft.com/office/drawing/2014/main" id="{ED1E23EE-23E4-4414-AC93-5C5E31B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242" y="6814613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53" y="0"/>
                  <a:pt x="152912" y="0"/>
                </a:cubicBezTo>
                <a:cubicBezTo>
                  <a:pt x="237357" y="0"/>
                  <a:pt x="305824" y="68461"/>
                  <a:pt x="305824" y="152912"/>
                </a:cubicBezTo>
                <a:cubicBezTo>
                  <a:pt x="305824" y="237363"/>
                  <a:pt x="237357" y="305824"/>
                  <a:pt x="152912" y="305824"/>
                </a:cubicBezTo>
                <a:cubicBezTo>
                  <a:pt x="68453" y="305824"/>
                  <a:pt x="0" y="237363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text-277 A">
            <a:extLst xmlns:a="http://schemas.openxmlformats.org/drawingml/2006/main">
              <a:ext uri="{FF2B5EF4-FFF2-40B4-BE49-F238E27FC236}">
                <a16:creationId xmlns:a16="http://schemas.microsoft.com/office/drawing/2014/main" id="{D3F56575-F792-4DEC-B35E-01E07039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81069" y="6838675"/>
            <a:ext cx="174232" cy="26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76" name="text-278 Kaido;">
            <a:extLst xmlns:a="http://schemas.openxmlformats.org/drawingml/2006/main">
              <a:ext uri="{FF2B5EF4-FFF2-40B4-BE49-F238E27FC236}">
                <a16:creationId xmlns:a16="http://schemas.microsoft.com/office/drawing/2014/main" id="{2FF66E07-5CF0-49F2-B140-BB87A729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50976" y="6775030"/>
            <a:ext cx="516161" cy="241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Kaido;</a:t>
            </a:r>
          </a:p>
        </p:txBody>
      </p:sp>
      <p:sp>
        <p:nvSpPr>
          <p:cNvPr id="277" name="text-279 Monkey ">
            <a:extLst xmlns:a="http://schemas.openxmlformats.org/drawingml/2006/main">
              <a:ext uri="{FF2B5EF4-FFF2-40B4-BE49-F238E27FC236}">
                <a16:creationId xmlns:a16="http://schemas.microsoft.com/office/drawing/2014/main" id="{7B2A63BC-DFDA-460C-B3A6-A0448B35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84575" y="6774945"/>
            <a:ext cx="693093" cy="24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Monkey </a:t>
            </a:r>
          </a:p>
        </p:txBody>
      </p:sp>
      <p:sp>
        <p:nvSpPr>
          <p:cNvPr id="278" name="text-280 D. Dragon">
            <a:extLst xmlns:a="http://schemas.openxmlformats.org/drawingml/2006/main">
              <a:ext uri="{FF2B5EF4-FFF2-40B4-BE49-F238E27FC236}">
                <a16:creationId xmlns:a16="http://schemas.microsoft.com/office/drawing/2014/main" id="{3C16E3D4-7947-4376-9A05-2B2B529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54859" y="6979573"/>
            <a:ext cx="819201" cy="24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36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D. Dragon</a:t>
            </a:r>
          </a:p>
        </p:txBody>
      </p:sp>
      <p:sp>
        <p:nvSpPr>
          <p:cNvPr id="279" name="path-281">
            <a:extLst xmlns:a="http://schemas.openxmlformats.org/drawingml/2006/main">
              <a:ext uri="{FF2B5EF4-FFF2-40B4-BE49-F238E27FC236}">
                <a16:creationId xmlns:a16="http://schemas.microsoft.com/office/drawing/2014/main" id="{104168CD-9CAE-4C66-9C8E-8FBB502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809" y="4278006"/>
            <a:ext cx="248480" cy="248481"/>
          </a:xfrm>
          <a:custGeom xmlns:a="http://schemas.openxmlformats.org/drawingml/2006/main">
            <a:pathLst>
              <a:path w="248480" h="248481">
                <a:moveTo>
                  <a:pt x="0" y="124240"/>
                </a:moveTo>
                <a:cubicBezTo>
                  <a:pt x="0" y="55623"/>
                  <a:pt x="55622" y="0"/>
                  <a:pt x="124240" y="0"/>
                </a:cubicBezTo>
                <a:cubicBezTo>
                  <a:pt x="192859" y="0"/>
                  <a:pt x="248480" y="55623"/>
                  <a:pt x="248480" y="124240"/>
                </a:cubicBezTo>
                <a:cubicBezTo>
                  <a:pt x="248480" y="192856"/>
                  <a:pt x="192859" y="248481"/>
                  <a:pt x="124240" y="248481"/>
                </a:cubicBezTo>
                <a:cubicBezTo>
                  <a:pt x="55622" y="248481"/>
                  <a:pt x="0" y="192856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82">
            <a:extLst xmlns:a="http://schemas.openxmlformats.org/drawingml/2006/main">
              <a:ext uri="{FF2B5EF4-FFF2-40B4-BE49-F238E27FC236}">
                <a16:creationId xmlns:a16="http://schemas.microsoft.com/office/drawing/2014/main" id="{B93A6585-6AC8-41B5-8C98-FA909141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809" y="4278006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281" name="text-283 1">
            <a:extLst xmlns:a="http://schemas.openxmlformats.org/drawingml/2006/main">
              <a:ext uri="{FF2B5EF4-FFF2-40B4-BE49-F238E27FC236}">
                <a16:creationId xmlns:a16="http://schemas.microsoft.com/office/drawing/2014/main" id="{5B4B1327-65EA-4E47-9ECA-0188706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2786" y="4305933"/>
            <a:ext cx="88352" cy="19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282" name="path-284">
            <a:extLst xmlns:a="http://schemas.openxmlformats.org/drawingml/2006/main">
              <a:ext uri="{FF2B5EF4-FFF2-40B4-BE49-F238E27FC236}">
                <a16:creationId xmlns:a16="http://schemas.microsoft.com/office/drawing/2014/main" id="{6C7B168E-9526-48F7-973C-AC9505D8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4205" y="4339170"/>
            <a:ext cx="248480" cy="248482"/>
          </a:xfrm>
          <a:custGeom xmlns:a="http://schemas.openxmlformats.org/drawingml/2006/main">
            <a:pathLst>
              <a:path w="248480" h="248482">
                <a:moveTo>
                  <a:pt x="0" y="124240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59" y="0"/>
                  <a:pt x="248480" y="55624"/>
                  <a:pt x="248480" y="124240"/>
                </a:cubicBezTo>
                <a:cubicBezTo>
                  <a:pt x="248480" y="192856"/>
                  <a:pt x="192859" y="248482"/>
                  <a:pt x="124240" y="248482"/>
                </a:cubicBezTo>
                <a:cubicBezTo>
                  <a:pt x="55622" y="248482"/>
                  <a:pt x="0" y="192856"/>
                  <a:pt x="0" y="124240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5">
            <a:extLst xmlns:a="http://schemas.openxmlformats.org/drawingml/2006/main">
              <a:ext uri="{FF2B5EF4-FFF2-40B4-BE49-F238E27FC236}">
                <a16:creationId xmlns:a16="http://schemas.microsoft.com/office/drawing/2014/main" id="{5B8D9622-885B-4102-BCF7-0EFC9CD4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4205" y="4339170"/>
            <a:ext cx="248480" cy="248482"/>
          </a:xfrm>
          <a:custGeom xmlns:a="http://schemas.openxmlformats.org/drawingml/2006/main">
            <a:pathLst>
              <a:path w="248480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7"/>
                  <a:pt x="192859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284" name="text-286 2">
            <a:extLst xmlns:a="http://schemas.openxmlformats.org/drawingml/2006/main">
              <a:ext uri="{FF2B5EF4-FFF2-40B4-BE49-F238E27FC236}">
                <a16:creationId xmlns:a16="http://schemas.microsoft.com/office/drawing/2014/main" id="{473434B6-7DCC-45A7-972A-47BDD36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87833" y="4367020"/>
            <a:ext cx="110814" cy="196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285" name="path-287">
            <a:extLst xmlns:a="http://schemas.openxmlformats.org/drawingml/2006/main">
              <a:ext uri="{FF2B5EF4-FFF2-40B4-BE49-F238E27FC236}">
                <a16:creationId xmlns:a16="http://schemas.microsoft.com/office/drawing/2014/main" id="{21EBC94F-D477-4575-89F0-189FA4A7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9" y="7542931"/>
            <a:ext cx="11009662" cy="3861026"/>
          </a:xfrm>
          <a:custGeom xmlns:a="http://schemas.openxmlformats.org/drawingml/2006/main">
            <a:pathLst>
              <a:path w="11009662" h="3861026">
                <a:moveTo>
                  <a:pt x="0" y="162471"/>
                </a:moveTo>
                <a:cubicBezTo>
                  <a:pt x="0" y="72742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2"/>
                  <a:pt x="11009662" y="162471"/>
                </a:cubicBezTo>
                <a:lnTo>
                  <a:pt x="11009662" y="3698554"/>
                </a:lnTo>
                <a:cubicBezTo>
                  <a:pt x="11009662" y="3788285"/>
                  <a:pt x="10936919" y="3861026"/>
                  <a:pt x="10847190" y="3861026"/>
                </a:cubicBezTo>
                <a:lnTo>
                  <a:pt x="162472" y="3861026"/>
                </a:lnTo>
                <a:cubicBezTo>
                  <a:pt x="72741" y="3861026"/>
                  <a:pt x="0" y="3788285"/>
                  <a:pt x="0" y="3698554"/>
                </a:cubicBezTo>
                <a:lnTo>
                  <a:pt x="0" y="162471"/>
                </a:lnTo>
              </a:path>
            </a:pathLst>
          </a:custGeom>
          <a:solidFill xmlns:a="http://schemas.openxmlformats.org/drawingml/2006/main">
            <a:srgbClr val="EB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88">
            <a:extLst xmlns:a="http://schemas.openxmlformats.org/drawingml/2006/main">
              <a:ext uri="{FF2B5EF4-FFF2-40B4-BE49-F238E27FC236}">
                <a16:creationId xmlns:a16="http://schemas.microsoft.com/office/drawing/2014/main" id="{13CC7B7D-FE65-4829-91CD-8CB4B63B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89" y="7542931"/>
            <a:ext cx="11009662" cy="3861028"/>
          </a:xfrm>
          <a:custGeom xmlns:a="http://schemas.openxmlformats.org/drawingml/2006/main">
            <a:pathLst>
              <a:path w="11009662" h="3861028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1"/>
                  <a:pt x="11009662" y="162472"/>
                </a:cubicBezTo>
                <a:lnTo>
                  <a:pt x="11009662" y="3698556"/>
                </a:lnTo>
                <a:cubicBezTo>
                  <a:pt x="11009662" y="3788285"/>
                  <a:pt x="10936919" y="3861028"/>
                  <a:pt x="10847190" y="3861028"/>
                </a:cubicBezTo>
                <a:lnTo>
                  <a:pt x="162472" y="3861028"/>
                </a:lnTo>
                <a:cubicBezTo>
                  <a:pt x="72741" y="3861028"/>
                  <a:pt x="0" y="3788285"/>
                  <a:pt x="0" y="3698556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6DCEC"/>
            </a:solidFill>
            <a:prstDash val="solid"/>
          </a:ln>
        </p:spPr>
      </p:sp>
      <p:sp>
        <p:nvSpPr>
          <p:cNvPr id="287" name="path-289">
            <a:extLst xmlns:a="http://schemas.openxmlformats.org/drawingml/2006/main">
              <a:ext uri="{FF2B5EF4-FFF2-40B4-BE49-F238E27FC236}">
                <a16:creationId xmlns:a16="http://schemas.microsoft.com/office/drawing/2014/main" id="{DE795848-31E6-4575-B9E3-4B6B7438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462" y="7657614"/>
            <a:ext cx="9098262" cy="1471778"/>
          </a:xfrm>
          <a:custGeom xmlns:a="http://schemas.openxmlformats.org/drawingml/2006/main">
            <a:pathLst>
              <a:path w="9098262" h="1471778">
                <a:moveTo>
                  <a:pt x="0" y="38219"/>
                </a:moveTo>
                <a:cubicBezTo>
                  <a:pt x="0" y="17112"/>
                  <a:pt x="17111" y="0"/>
                  <a:pt x="38218" y="0"/>
                </a:cubicBezTo>
                <a:lnTo>
                  <a:pt x="9060045" y="0"/>
                </a:lnTo>
                <a:cubicBezTo>
                  <a:pt x="9081150" y="0"/>
                  <a:pt x="9098262" y="17112"/>
                  <a:pt x="9098262" y="38219"/>
                </a:cubicBezTo>
                <a:lnTo>
                  <a:pt x="9098262" y="1433561"/>
                </a:lnTo>
                <a:cubicBezTo>
                  <a:pt x="9098262" y="1454668"/>
                  <a:pt x="9081150" y="1471778"/>
                  <a:pt x="9060045" y="1471778"/>
                </a:cubicBezTo>
                <a:lnTo>
                  <a:pt x="38218" y="1471778"/>
                </a:lnTo>
                <a:cubicBezTo>
                  <a:pt x="17111" y="1471778"/>
                  <a:pt x="0" y="1454668"/>
                  <a:pt x="0" y="1433561"/>
                </a:cubicBezTo>
                <a:lnTo>
                  <a:pt x="0" y="38219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90">
            <a:extLst xmlns:a="http://schemas.openxmlformats.org/drawingml/2006/main">
              <a:ext uri="{FF2B5EF4-FFF2-40B4-BE49-F238E27FC236}">
                <a16:creationId xmlns:a16="http://schemas.microsoft.com/office/drawing/2014/main" id="{4FD60A80-BF2C-4D40-B899-665D1C7D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035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91">
            <a:extLst xmlns:a="http://schemas.openxmlformats.org/drawingml/2006/main">
              <a:ext uri="{FF2B5EF4-FFF2-40B4-BE49-F238E27FC236}">
                <a16:creationId xmlns:a16="http://schemas.microsoft.com/office/drawing/2014/main" id="{68F72985-58F9-4A32-B59E-B04954A1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035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2">
            <a:extLst xmlns:a="http://schemas.openxmlformats.org/drawingml/2006/main">
              <a:ext uri="{FF2B5EF4-FFF2-40B4-BE49-F238E27FC236}">
                <a16:creationId xmlns:a16="http://schemas.microsoft.com/office/drawing/2014/main" id="{E58CC836-AC87-48B8-B493-A1D7806E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5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3">
            <a:extLst xmlns:a="http://schemas.openxmlformats.org/drawingml/2006/main">
              <a:ext uri="{FF2B5EF4-FFF2-40B4-BE49-F238E27FC236}">
                <a16:creationId xmlns:a16="http://schemas.microsoft.com/office/drawing/2014/main" id="{FA6E6F40-236F-4744-909D-7BFD6E69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85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94">
            <a:extLst xmlns:a="http://schemas.openxmlformats.org/drawingml/2006/main">
              <a:ext uri="{FF2B5EF4-FFF2-40B4-BE49-F238E27FC236}">
                <a16:creationId xmlns:a16="http://schemas.microsoft.com/office/drawing/2014/main" id="{F2A04573-81FD-4910-9D71-9C00D0ED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34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5">
            <a:extLst xmlns:a="http://schemas.openxmlformats.org/drawingml/2006/main">
              <a:ext uri="{FF2B5EF4-FFF2-40B4-BE49-F238E27FC236}">
                <a16:creationId xmlns:a16="http://schemas.microsoft.com/office/drawing/2014/main" id="{75A7F059-1431-4D4A-9757-57EFB881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34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96">
            <a:extLst xmlns:a="http://schemas.openxmlformats.org/drawingml/2006/main">
              <a:ext uri="{FF2B5EF4-FFF2-40B4-BE49-F238E27FC236}">
                <a16:creationId xmlns:a16="http://schemas.microsoft.com/office/drawing/2014/main" id="{7CDBD62F-A34B-4AEF-8547-62833CBE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584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7">
            <a:extLst xmlns:a="http://schemas.openxmlformats.org/drawingml/2006/main">
              <a:ext uri="{FF2B5EF4-FFF2-40B4-BE49-F238E27FC236}">
                <a16:creationId xmlns:a16="http://schemas.microsoft.com/office/drawing/2014/main" id="{045404F3-F080-45A9-82B6-FF40CBA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584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98">
            <a:extLst xmlns:a="http://schemas.openxmlformats.org/drawingml/2006/main">
              <a:ext uri="{FF2B5EF4-FFF2-40B4-BE49-F238E27FC236}">
                <a16:creationId xmlns:a16="http://schemas.microsoft.com/office/drawing/2014/main" id="{C24432AF-534B-40CD-8873-49C4680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435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9">
            <a:extLst xmlns:a="http://schemas.openxmlformats.org/drawingml/2006/main">
              <a:ext uri="{FF2B5EF4-FFF2-40B4-BE49-F238E27FC236}">
                <a16:creationId xmlns:a16="http://schemas.microsoft.com/office/drawing/2014/main" id="{F84A12AC-9A57-4D5F-AB7E-588C05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435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300">
            <a:extLst xmlns:a="http://schemas.openxmlformats.org/drawingml/2006/main">
              <a:ext uri="{FF2B5EF4-FFF2-40B4-BE49-F238E27FC236}">
                <a16:creationId xmlns:a16="http://schemas.microsoft.com/office/drawing/2014/main" id="{0CB1EFA3-5ECD-4767-9E6C-B7946538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284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301">
            <a:extLst xmlns:a="http://schemas.openxmlformats.org/drawingml/2006/main">
              <a:ext uri="{FF2B5EF4-FFF2-40B4-BE49-F238E27FC236}">
                <a16:creationId xmlns:a16="http://schemas.microsoft.com/office/drawing/2014/main" id="{95B72A34-CE32-4CBF-A4ED-738633BE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284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302">
            <a:extLst xmlns:a="http://schemas.openxmlformats.org/drawingml/2006/main">
              <a:ext uri="{FF2B5EF4-FFF2-40B4-BE49-F238E27FC236}">
                <a16:creationId xmlns:a16="http://schemas.microsoft.com/office/drawing/2014/main" id="{D06066D6-B63E-49EB-ACD2-EDE3C420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134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3">
            <a:extLst xmlns:a="http://schemas.openxmlformats.org/drawingml/2006/main">
              <a:ext uri="{FF2B5EF4-FFF2-40B4-BE49-F238E27FC236}">
                <a16:creationId xmlns:a16="http://schemas.microsoft.com/office/drawing/2014/main" id="{5677D72D-EE97-4EE9-831A-94F1799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134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4">
            <a:extLst xmlns:a="http://schemas.openxmlformats.org/drawingml/2006/main">
              <a:ext uri="{FF2B5EF4-FFF2-40B4-BE49-F238E27FC236}">
                <a16:creationId xmlns:a16="http://schemas.microsoft.com/office/drawing/2014/main" id="{7D3C1648-069D-49ED-ACA6-5ACE11E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4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5">
            <a:extLst xmlns:a="http://schemas.openxmlformats.org/drawingml/2006/main">
              <a:ext uri="{FF2B5EF4-FFF2-40B4-BE49-F238E27FC236}">
                <a16:creationId xmlns:a16="http://schemas.microsoft.com/office/drawing/2014/main" id="{57B866C1-4F84-4F96-B299-2CBAFFD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4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306">
            <a:extLst xmlns:a="http://schemas.openxmlformats.org/drawingml/2006/main">
              <a:ext uri="{FF2B5EF4-FFF2-40B4-BE49-F238E27FC236}">
                <a16:creationId xmlns:a16="http://schemas.microsoft.com/office/drawing/2014/main" id="{70703286-D420-43F5-8768-5D986242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834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07">
            <a:extLst xmlns:a="http://schemas.openxmlformats.org/drawingml/2006/main">
              <a:ext uri="{FF2B5EF4-FFF2-40B4-BE49-F238E27FC236}">
                <a16:creationId xmlns:a16="http://schemas.microsoft.com/office/drawing/2014/main" id="{51D82121-ABEE-4061-ADFE-C4AE8E7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834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308">
            <a:extLst xmlns:a="http://schemas.openxmlformats.org/drawingml/2006/main">
              <a:ext uri="{FF2B5EF4-FFF2-40B4-BE49-F238E27FC236}">
                <a16:creationId xmlns:a16="http://schemas.microsoft.com/office/drawing/2014/main" id="{163333F2-C7BE-4611-94EE-37445C2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684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9">
            <a:extLst xmlns:a="http://schemas.openxmlformats.org/drawingml/2006/main">
              <a:ext uri="{FF2B5EF4-FFF2-40B4-BE49-F238E27FC236}">
                <a16:creationId xmlns:a16="http://schemas.microsoft.com/office/drawing/2014/main" id="{1C1AD22D-B6E1-4DAC-BF48-8723AC6F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684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10">
            <a:extLst xmlns:a="http://schemas.openxmlformats.org/drawingml/2006/main">
              <a:ext uri="{FF2B5EF4-FFF2-40B4-BE49-F238E27FC236}">
                <a16:creationId xmlns:a16="http://schemas.microsoft.com/office/drawing/2014/main" id="{03F92643-1048-44EC-B5D0-25170E9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534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11">
            <a:extLst xmlns:a="http://schemas.openxmlformats.org/drawingml/2006/main">
              <a:ext uri="{FF2B5EF4-FFF2-40B4-BE49-F238E27FC236}">
                <a16:creationId xmlns:a16="http://schemas.microsoft.com/office/drawing/2014/main" id="{735179ED-300F-4C2C-8FF1-BA2DA8D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534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12">
            <a:extLst xmlns:a="http://schemas.openxmlformats.org/drawingml/2006/main">
              <a:ext uri="{FF2B5EF4-FFF2-40B4-BE49-F238E27FC236}">
                <a16:creationId xmlns:a16="http://schemas.microsoft.com/office/drawing/2014/main" id="{E8B67B36-EFE6-4C6A-A082-54189FB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83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3">
            <a:extLst xmlns:a="http://schemas.openxmlformats.org/drawingml/2006/main">
              <a:ext uri="{FF2B5EF4-FFF2-40B4-BE49-F238E27FC236}">
                <a16:creationId xmlns:a16="http://schemas.microsoft.com/office/drawing/2014/main" id="{8106C4ED-FE6D-4A3A-B728-46494A83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83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14">
            <a:extLst xmlns:a="http://schemas.openxmlformats.org/drawingml/2006/main">
              <a:ext uri="{FF2B5EF4-FFF2-40B4-BE49-F238E27FC236}">
                <a16:creationId xmlns:a16="http://schemas.microsoft.com/office/drawing/2014/main" id="{473F9768-A3DE-4010-A4B3-08A8598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234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5">
            <a:extLst xmlns:a="http://schemas.openxmlformats.org/drawingml/2006/main">
              <a:ext uri="{FF2B5EF4-FFF2-40B4-BE49-F238E27FC236}">
                <a16:creationId xmlns:a16="http://schemas.microsoft.com/office/drawing/2014/main" id="{0692DFC6-7CEB-4B20-A3BD-5EE94763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234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16">
            <a:extLst xmlns:a="http://schemas.openxmlformats.org/drawingml/2006/main">
              <a:ext uri="{FF2B5EF4-FFF2-40B4-BE49-F238E27FC236}">
                <a16:creationId xmlns:a16="http://schemas.microsoft.com/office/drawing/2014/main" id="{A587D37E-0332-45CC-8EAC-7D1E2DB9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83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17">
            <a:extLst xmlns:a="http://schemas.openxmlformats.org/drawingml/2006/main">
              <a:ext uri="{FF2B5EF4-FFF2-40B4-BE49-F238E27FC236}">
                <a16:creationId xmlns:a16="http://schemas.microsoft.com/office/drawing/2014/main" id="{EFCB65C8-0CA4-469E-8E52-92FFD78C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83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18">
            <a:extLst xmlns:a="http://schemas.openxmlformats.org/drawingml/2006/main">
              <a:ext uri="{FF2B5EF4-FFF2-40B4-BE49-F238E27FC236}">
                <a16:creationId xmlns:a16="http://schemas.microsoft.com/office/drawing/2014/main" id="{21F7ABFF-0733-4B94-B13C-0098C640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934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9">
            <a:extLst xmlns:a="http://schemas.openxmlformats.org/drawingml/2006/main">
              <a:ext uri="{FF2B5EF4-FFF2-40B4-BE49-F238E27FC236}">
                <a16:creationId xmlns:a16="http://schemas.microsoft.com/office/drawing/2014/main" id="{B8C2B3EE-8E64-4EB5-83C8-3388BBDE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934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20">
            <a:extLst xmlns:a="http://schemas.openxmlformats.org/drawingml/2006/main">
              <a:ext uri="{FF2B5EF4-FFF2-40B4-BE49-F238E27FC236}">
                <a16:creationId xmlns:a16="http://schemas.microsoft.com/office/drawing/2014/main" id="{ACA421AA-82E3-455D-A6FE-DE0D9320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83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21">
            <a:extLst xmlns:a="http://schemas.openxmlformats.org/drawingml/2006/main">
              <a:ext uri="{FF2B5EF4-FFF2-40B4-BE49-F238E27FC236}">
                <a16:creationId xmlns:a16="http://schemas.microsoft.com/office/drawing/2014/main" id="{D88B5BCA-5CAC-4A5B-8806-6D2B856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83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22">
            <a:extLst xmlns:a="http://schemas.openxmlformats.org/drawingml/2006/main">
              <a:ext uri="{FF2B5EF4-FFF2-40B4-BE49-F238E27FC236}">
                <a16:creationId xmlns:a16="http://schemas.microsoft.com/office/drawing/2014/main" id="{A71A3C9E-D159-43DC-90D6-E0072CD8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633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3">
            <a:extLst xmlns:a="http://schemas.openxmlformats.org/drawingml/2006/main">
              <a:ext uri="{FF2B5EF4-FFF2-40B4-BE49-F238E27FC236}">
                <a16:creationId xmlns:a16="http://schemas.microsoft.com/office/drawing/2014/main" id="{B9BCEE1A-A086-4779-BD99-EA695067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633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24">
            <a:extLst xmlns:a="http://schemas.openxmlformats.org/drawingml/2006/main">
              <a:ext uri="{FF2B5EF4-FFF2-40B4-BE49-F238E27FC236}">
                <a16:creationId xmlns:a16="http://schemas.microsoft.com/office/drawing/2014/main" id="{8DAC7366-7CF0-43FB-BFF0-D562547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483" y="7686286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25">
            <a:extLst xmlns:a="http://schemas.openxmlformats.org/drawingml/2006/main">
              <a:ext uri="{FF2B5EF4-FFF2-40B4-BE49-F238E27FC236}">
                <a16:creationId xmlns:a16="http://schemas.microsoft.com/office/drawing/2014/main" id="{75911DBE-12E3-497B-88C8-99FA8858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483" y="9043380"/>
            <a:ext cx="258039" cy="57342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26">
            <a:extLst xmlns:a="http://schemas.openxmlformats.org/drawingml/2006/main">
              <a:ext uri="{FF2B5EF4-FFF2-40B4-BE49-F238E27FC236}">
                <a16:creationId xmlns:a16="http://schemas.microsoft.com/office/drawing/2014/main" id="{AA404308-7B9F-4C3D-B601-39F69E86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333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27">
            <a:extLst xmlns:a="http://schemas.openxmlformats.org/drawingml/2006/main">
              <a:ext uri="{FF2B5EF4-FFF2-40B4-BE49-F238E27FC236}">
                <a16:creationId xmlns:a16="http://schemas.microsoft.com/office/drawing/2014/main" id="{01B2E532-69CA-4CDE-9ED3-4CD68CF8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333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0C263320-26F1-4687-AC7B-F8748638E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f8be3c1144a1"/>
          <a:stretch xmlns:a="http://schemas.openxmlformats.org/drawingml/2006/main"/>
        </p:blipFill>
        <p:spPr>
          <a:xfrm xmlns:a="http://schemas.openxmlformats.org/drawingml/2006/main">
            <a:off x="1952625" y="7760494"/>
            <a:ext cx="2247900" cy="1266825"/>
          </a:xfrm>
          <a:prstGeom xmlns:a="http://schemas.openxmlformats.org/drawingml/2006/main" prst="rect">
            <a:avLst/>
          </a:prstGeom>
        </p:spPr>
      </p:pic>
      <p:pic>
        <p:nvPic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8E1D52D3-B719-4B95-BC17-390A919C1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aa20f6e4d4d1b"/>
          <a:stretch xmlns:a="http://schemas.openxmlformats.org/drawingml/2006/main"/>
        </p:blipFill>
        <p:spPr>
          <a:xfrm xmlns:a="http://schemas.openxmlformats.org/drawingml/2006/main">
            <a:off x="4219575" y="7598569"/>
            <a:ext cx="2238375" cy="1590675"/>
          </a:xfrm>
          <a:prstGeom xmlns:a="http://schemas.openxmlformats.org/drawingml/2006/main" prst="rect">
            <a:avLst/>
          </a:prstGeom>
        </p:spPr>
      </p:pic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37610EF-775C-40DD-9D53-2E2D71FDE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c2d81fee84ca8"/>
          <a:stretch xmlns:a="http://schemas.openxmlformats.org/drawingml/2006/main"/>
        </p:blipFill>
        <p:spPr>
          <a:xfrm xmlns:a="http://schemas.openxmlformats.org/drawingml/2006/main">
            <a:off x="6477000" y="7760494"/>
            <a:ext cx="2247900" cy="1266825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3347ABD-23E0-4A5B-BBCD-46293CA44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f8e8e9fc34c1c"/>
          <a:stretch xmlns:a="http://schemas.openxmlformats.org/drawingml/2006/main"/>
        </p:blipFill>
        <p:spPr>
          <a:xfrm xmlns:a="http://schemas.openxmlformats.org/drawingml/2006/main">
            <a:off x="8743950" y="7598569"/>
            <a:ext cx="2247900" cy="1590675"/>
          </a:xfrm>
          <a:prstGeom xmlns:a="http://schemas.openxmlformats.org/drawingml/2006/main" prst="rect">
            <a:avLst/>
          </a:prstGeom>
        </p:spPr>
      </p:pic>
      <p:sp>
        <p:nvSpPr>
          <p:cNvPr id="330" name="path-332">
            <a:extLst xmlns:a="http://schemas.openxmlformats.org/drawingml/2006/main">
              <a:ext uri="{FF2B5EF4-FFF2-40B4-BE49-F238E27FC236}">
                <a16:creationId xmlns:a16="http://schemas.microsoft.com/office/drawing/2014/main" id="{06BD3E07-1EF7-45D6-9E3C-95366CB5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73" y="10677626"/>
            <a:ext cx="10722951" cy="611649"/>
          </a:xfrm>
          <a:custGeom xmlns:a="http://schemas.openxmlformats.org/drawingml/2006/main">
            <a:pathLst>
              <a:path w="10722951" h="611649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1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7"/>
                  <a:pt x="10620261" y="611649"/>
                  <a:pt x="10493587" y="611649"/>
                </a:cubicBezTo>
                <a:lnTo>
                  <a:pt x="229364" y="611649"/>
                </a:lnTo>
                <a:cubicBezTo>
                  <a:pt x="102689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33">
            <a:extLst xmlns:a="http://schemas.openxmlformats.org/drawingml/2006/main">
              <a:ext uri="{FF2B5EF4-FFF2-40B4-BE49-F238E27FC236}">
                <a16:creationId xmlns:a16="http://schemas.microsoft.com/office/drawing/2014/main" id="{913D98AA-427A-4171-9208-774B729E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73" y="10677626"/>
            <a:ext cx="10722951" cy="611649"/>
          </a:xfrm>
          <a:custGeom xmlns:a="http://schemas.openxmlformats.org/drawingml/2006/main">
            <a:pathLst>
              <a:path w="10722951" h="611649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2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7"/>
                  <a:pt x="10620262" y="611649"/>
                  <a:pt x="10493587" y="611649"/>
                </a:cubicBezTo>
                <a:lnTo>
                  <a:pt x="229364" y="611649"/>
                </a:lnTo>
                <a:cubicBezTo>
                  <a:pt x="102689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8DCEC"/>
            </a:solidFill>
            <a:prstDash val="solid"/>
          </a:ln>
        </p:spPr>
      </p:sp>
      <p:sp>
        <p:nvSpPr>
          <p:cNvPr id="332" name="path-334">
            <a:extLst xmlns:a="http://schemas.openxmlformats.org/drawingml/2006/main">
              <a:ext uri="{FF2B5EF4-FFF2-40B4-BE49-F238E27FC236}">
                <a16:creationId xmlns:a16="http://schemas.microsoft.com/office/drawing/2014/main" id="{7DAD7DCF-8CF6-40B9-9793-B59AD429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99" y="10830538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1" y="0"/>
                  <a:pt x="152912" y="0"/>
                </a:cubicBezTo>
                <a:cubicBezTo>
                  <a:pt x="237363" y="0"/>
                  <a:pt x="305824" y="68461"/>
                  <a:pt x="305824" y="152912"/>
                </a:cubicBezTo>
                <a:cubicBezTo>
                  <a:pt x="305824" y="237362"/>
                  <a:pt x="237363" y="305824"/>
                  <a:pt x="152912" y="305824"/>
                </a:cubicBezTo>
                <a:cubicBezTo>
                  <a:pt x="68461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text-335 Q">
            <a:extLst xmlns:a="http://schemas.openxmlformats.org/drawingml/2006/main">
              <a:ext uri="{FF2B5EF4-FFF2-40B4-BE49-F238E27FC236}">
                <a16:creationId xmlns:a16="http://schemas.microsoft.com/office/drawing/2014/main" id="{6143C97F-987E-454C-BB1A-27E4E39F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187" y="10854158"/>
            <a:ext cx="201949" cy="26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334" name="text-336 What is the height difference between this">
            <a:extLst xmlns:a="http://schemas.openxmlformats.org/drawingml/2006/main">
              <a:ext uri="{FF2B5EF4-FFF2-40B4-BE49-F238E27FC236}">
                <a16:creationId xmlns:a16="http://schemas.microsoft.com/office/drawing/2014/main" id="{B0D900A3-C27B-43FF-9A52-D52F833B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409" y="10844194"/>
            <a:ext cx="4159149" cy="281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What is the height difference between this</a:t>
            </a:r>
          </a:p>
        </p:txBody>
      </p:sp>
      <p:sp>
        <p:nvSpPr>
          <p:cNvPr id="335" name="text-337 Pokémon’s final and base evolution stages?">
            <a:extLst xmlns:a="http://schemas.openxmlformats.org/drawingml/2006/main">
              <a:ext uri="{FF2B5EF4-FFF2-40B4-BE49-F238E27FC236}">
                <a16:creationId xmlns:a16="http://schemas.microsoft.com/office/drawing/2014/main" id="{7FA56E08-3DF2-4375-8171-05947987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8003" y="10844203"/>
            <a:ext cx="3993454" cy="281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Pokémon’s final and base evolution stages?</a:t>
            </a:r>
          </a:p>
        </p:txBody>
      </p:sp>
      <p:sp>
        <p:nvSpPr>
          <p:cNvPr id="336" name="path-338">
            <a:extLst xmlns:a="http://schemas.openxmlformats.org/drawingml/2006/main">
              <a:ext uri="{FF2B5EF4-FFF2-40B4-BE49-F238E27FC236}">
                <a16:creationId xmlns:a16="http://schemas.microsoft.com/office/drawing/2014/main" id="{AF50555D-156A-446C-8B1E-F0864F9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720" y="10828171"/>
            <a:ext cx="305823" cy="305823"/>
          </a:xfrm>
          <a:custGeom xmlns:a="http://schemas.openxmlformats.org/drawingml/2006/main">
            <a:pathLst>
              <a:path w="305823" h="305823">
                <a:moveTo>
                  <a:pt x="0" y="152912"/>
                </a:moveTo>
                <a:cubicBezTo>
                  <a:pt x="0" y="68461"/>
                  <a:pt x="68460" y="0"/>
                  <a:pt x="152911" y="0"/>
                </a:cubicBezTo>
                <a:cubicBezTo>
                  <a:pt x="237362" y="0"/>
                  <a:pt x="305823" y="68461"/>
                  <a:pt x="305823" y="152912"/>
                </a:cubicBezTo>
                <a:cubicBezTo>
                  <a:pt x="305823" y="237362"/>
                  <a:pt x="237362" y="305823"/>
                  <a:pt x="152911" y="305823"/>
                </a:cubicBezTo>
                <a:cubicBezTo>
                  <a:pt x="68460" y="305823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text-339 A">
            <a:extLst xmlns:a="http://schemas.openxmlformats.org/drawingml/2006/main">
              <a:ext uri="{FF2B5EF4-FFF2-40B4-BE49-F238E27FC236}">
                <a16:creationId xmlns:a16="http://schemas.microsoft.com/office/drawing/2014/main" id="{67AA851C-AA78-4AF4-8E33-6444C5F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8547" y="10851082"/>
            <a:ext cx="174233" cy="26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338" name="text-340 1.6 m">
            <a:extLst xmlns:a="http://schemas.openxmlformats.org/drawingml/2006/main">
              <a:ext uri="{FF2B5EF4-FFF2-40B4-BE49-F238E27FC236}">
                <a16:creationId xmlns:a16="http://schemas.microsoft.com/office/drawing/2014/main" id="{23958265-449F-497A-899E-0540481E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2586" y="10850622"/>
            <a:ext cx="545880" cy="298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676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1.6 m</a:t>
            </a:r>
          </a:p>
        </p:txBody>
      </p:sp>
      <p:sp>
        <p:nvSpPr>
          <p:cNvPr id="339" name="path-341">
            <a:extLst xmlns:a="http://schemas.openxmlformats.org/drawingml/2006/main">
              <a:ext uri="{FF2B5EF4-FFF2-40B4-BE49-F238E27FC236}">
                <a16:creationId xmlns:a16="http://schemas.microsoft.com/office/drawing/2014/main" id="{BFEF410E-5BBC-4260-89B8-623A9F0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349" y="8196020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5"/>
                  <a:pt x="55625" y="0"/>
                  <a:pt x="124241" y="0"/>
                </a:cubicBezTo>
                <a:cubicBezTo>
                  <a:pt x="192857" y="0"/>
                  <a:pt x="248482" y="55625"/>
                  <a:pt x="248482" y="124240"/>
                </a:cubicBezTo>
                <a:cubicBezTo>
                  <a:pt x="248482" y="192857"/>
                  <a:pt x="192857" y="248481"/>
                  <a:pt x="124241" y="248481"/>
                </a:cubicBezTo>
                <a:cubicBezTo>
                  <a:pt x="55625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42">
            <a:extLst xmlns:a="http://schemas.openxmlformats.org/drawingml/2006/main">
              <a:ext uri="{FF2B5EF4-FFF2-40B4-BE49-F238E27FC236}">
                <a16:creationId xmlns:a16="http://schemas.microsoft.com/office/drawing/2014/main" id="{74BC1DA1-2DDD-499E-94BC-513C56BD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349" y="8196020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341" name="text-343 1">
            <a:extLst xmlns:a="http://schemas.openxmlformats.org/drawingml/2006/main">
              <a:ext uri="{FF2B5EF4-FFF2-40B4-BE49-F238E27FC236}">
                <a16:creationId xmlns:a16="http://schemas.microsoft.com/office/drawing/2014/main" id="{F405CDB6-0D0A-4682-8E07-5A24FC8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1326" y="8223535"/>
            <a:ext cx="88354" cy="196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342" name="path-344">
            <a:extLst xmlns:a="http://schemas.openxmlformats.org/drawingml/2006/main">
              <a:ext uri="{FF2B5EF4-FFF2-40B4-BE49-F238E27FC236}">
                <a16:creationId xmlns:a16="http://schemas.microsoft.com/office/drawing/2014/main" id="{EEC087C1-765A-461E-84CB-3BC9D6A4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74" y="8074232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6"/>
                  <a:pt x="55624" y="0"/>
                  <a:pt x="124241" y="0"/>
                </a:cubicBezTo>
                <a:cubicBezTo>
                  <a:pt x="192857" y="0"/>
                  <a:pt x="248482" y="55626"/>
                  <a:pt x="248482" y="124241"/>
                </a:cubicBezTo>
                <a:cubicBezTo>
                  <a:pt x="248482" y="192858"/>
                  <a:pt x="192857" y="248482"/>
                  <a:pt x="124241" y="248482"/>
                </a:cubicBezTo>
                <a:cubicBezTo>
                  <a:pt x="55624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45">
            <a:extLst xmlns:a="http://schemas.openxmlformats.org/drawingml/2006/main">
              <a:ext uri="{FF2B5EF4-FFF2-40B4-BE49-F238E27FC236}">
                <a16:creationId xmlns:a16="http://schemas.microsoft.com/office/drawing/2014/main" id="{DB80C6D3-4AC8-4BA0-9F5D-C2608CE2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74" y="8074232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344" name="text-346 2">
            <a:extLst xmlns:a="http://schemas.openxmlformats.org/drawingml/2006/main">
              <a:ext uri="{FF2B5EF4-FFF2-40B4-BE49-F238E27FC236}">
                <a16:creationId xmlns:a16="http://schemas.microsoft.com/office/drawing/2014/main" id="{89800CA5-E16E-4097-95CB-3B981D72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3698" y="8104185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345" name="path-347">
            <a:extLst xmlns:a="http://schemas.openxmlformats.org/drawingml/2006/main">
              <a:ext uri="{FF2B5EF4-FFF2-40B4-BE49-F238E27FC236}">
                <a16:creationId xmlns:a16="http://schemas.microsoft.com/office/drawing/2014/main" id="{5299FC8F-F4F6-4C1A-9BBD-BA05E268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098" y="7542931"/>
            <a:ext cx="11009662" cy="3861026"/>
          </a:xfrm>
          <a:custGeom xmlns:a="http://schemas.openxmlformats.org/drawingml/2006/main">
            <a:pathLst>
              <a:path w="11009662" h="3861026">
                <a:moveTo>
                  <a:pt x="0" y="162471"/>
                </a:moveTo>
                <a:cubicBezTo>
                  <a:pt x="0" y="72742"/>
                  <a:pt x="72748" y="0"/>
                  <a:pt x="162468" y="0"/>
                </a:cubicBezTo>
                <a:lnTo>
                  <a:pt x="10847194" y="0"/>
                </a:lnTo>
                <a:cubicBezTo>
                  <a:pt x="10936927" y="0"/>
                  <a:pt x="11009662" y="72742"/>
                  <a:pt x="11009662" y="162471"/>
                </a:cubicBezTo>
                <a:lnTo>
                  <a:pt x="11009662" y="3698554"/>
                </a:lnTo>
                <a:cubicBezTo>
                  <a:pt x="11009662" y="3788285"/>
                  <a:pt x="10936927" y="3861026"/>
                  <a:pt x="10847194" y="3861026"/>
                </a:cubicBezTo>
                <a:lnTo>
                  <a:pt x="162468" y="3861026"/>
                </a:lnTo>
                <a:cubicBezTo>
                  <a:pt x="72748" y="3861026"/>
                  <a:pt x="0" y="3788285"/>
                  <a:pt x="0" y="3698554"/>
                </a:cubicBezTo>
                <a:lnTo>
                  <a:pt x="0" y="162471"/>
                </a:lnTo>
              </a:path>
            </a:pathLst>
          </a:custGeom>
          <a:solidFill xmlns:a="http://schemas.openxmlformats.org/drawingml/2006/main">
            <a:srgbClr val="EE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48">
            <a:extLst xmlns:a="http://schemas.openxmlformats.org/drawingml/2006/main">
              <a:ext uri="{FF2B5EF4-FFF2-40B4-BE49-F238E27FC236}">
                <a16:creationId xmlns:a16="http://schemas.microsoft.com/office/drawing/2014/main" id="{E6C0BF60-6D22-40AB-ABEC-F66324B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098" y="7542931"/>
            <a:ext cx="11009662" cy="3861028"/>
          </a:xfrm>
          <a:custGeom xmlns:a="http://schemas.openxmlformats.org/drawingml/2006/main">
            <a:pathLst>
              <a:path w="11009662" h="3861028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20" y="0"/>
                  <a:pt x="11009662" y="72741"/>
                  <a:pt x="11009662" y="162472"/>
                </a:cubicBezTo>
                <a:lnTo>
                  <a:pt x="11009662" y="3698556"/>
                </a:lnTo>
                <a:cubicBezTo>
                  <a:pt x="11009662" y="3788285"/>
                  <a:pt x="10936920" y="3861028"/>
                  <a:pt x="10847190" y="3861028"/>
                </a:cubicBezTo>
                <a:lnTo>
                  <a:pt x="162472" y="3861028"/>
                </a:lnTo>
                <a:cubicBezTo>
                  <a:pt x="72741" y="3861028"/>
                  <a:pt x="0" y="3788285"/>
                  <a:pt x="0" y="3698556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6DCEC"/>
            </a:solidFill>
            <a:prstDash val="solid"/>
          </a:ln>
        </p:spPr>
      </p:sp>
      <p:sp>
        <p:nvSpPr>
          <p:cNvPr id="347" name="path-349">
            <a:extLst xmlns:a="http://schemas.openxmlformats.org/drawingml/2006/main">
              <a:ext uri="{FF2B5EF4-FFF2-40B4-BE49-F238E27FC236}">
                <a16:creationId xmlns:a16="http://schemas.microsoft.com/office/drawing/2014/main" id="{FF48B36A-9551-4C6C-8272-5D595DC3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4471" y="7657614"/>
            <a:ext cx="9098262" cy="1471778"/>
          </a:xfrm>
          <a:custGeom xmlns:a="http://schemas.openxmlformats.org/drawingml/2006/main">
            <a:pathLst>
              <a:path w="9098262" h="1471778">
                <a:moveTo>
                  <a:pt x="0" y="38219"/>
                </a:moveTo>
                <a:cubicBezTo>
                  <a:pt x="0" y="17112"/>
                  <a:pt x="17114" y="0"/>
                  <a:pt x="38217" y="0"/>
                </a:cubicBezTo>
                <a:lnTo>
                  <a:pt x="9060048" y="0"/>
                </a:lnTo>
                <a:cubicBezTo>
                  <a:pt x="9081152" y="0"/>
                  <a:pt x="9098262" y="17112"/>
                  <a:pt x="9098262" y="38219"/>
                </a:cubicBezTo>
                <a:lnTo>
                  <a:pt x="9098262" y="1433561"/>
                </a:lnTo>
                <a:cubicBezTo>
                  <a:pt x="9098262" y="1454668"/>
                  <a:pt x="9081152" y="1471778"/>
                  <a:pt x="9060048" y="1471778"/>
                </a:cubicBezTo>
                <a:lnTo>
                  <a:pt x="38217" y="1471778"/>
                </a:lnTo>
                <a:cubicBezTo>
                  <a:pt x="17114" y="1471778"/>
                  <a:pt x="0" y="1454668"/>
                  <a:pt x="0" y="1433561"/>
                </a:cubicBezTo>
                <a:lnTo>
                  <a:pt x="0" y="38219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50">
            <a:extLst xmlns:a="http://schemas.openxmlformats.org/drawingml/2006/main">
              <a:ext uri="{FF2B5EF4-FFF2-40B4-BE49-F238E27FC236}">
                <a16:creationId xmlns:a16="http://schemas.microsoft.com/office/drawing/2014/main" id="{4D378D8C-8DAA-4331-BECF-E154D24C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041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51">
            <a:extLst xmlns:a="http://schemas.openxmlformats.org/drawingml/2006/main">
              <a:ext uri="{FF2B5EF4-FFF2-40B4-BE49-F238E27FC236}">
                <a16:creationId xmlns:a16="http://schemas.microsoft.com/office/drawing/2014/main" id="{9ECAAC57-989D-4113-B9ED-4A2075BF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041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52">
            <a:extLst xmlns:a="http://schemas.openxmlformats.org/drawingml/2006/main">
              <a:ext uri="{FF2B5EF4-FFF2-40B4-BE49-F238E27FC236}">
                <a16:creationId xmlns:a16="http://schemas.microsoft.com/office/drawing/2014/main" id="{2C624561-7245-4E73-8E75-114F0349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91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53">
            <a:extLst xmlns:a="http://schemas.openxmlformats.org/drawingml/2006/main">
              <a:ext uri="{FF2B5EF4-FFF2-40B4-BE49-F238E27FC236}">
                <a16:creationId xmlns:a16="http://schemas.microsoft.com/office/drawing/2014/main" id="{E128D395-EC81-4161-A203-5BFD6AF1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891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4">
            <a:extLst xmlns:a="http://schemas.openxmlformats.org/drawingml/2006/main">
              <a:ext uri="{FF2B5EF4-FFF2-40B4-BE49-F238E27FC236}">
                <a16:creationId xmlns:a16="http://schemas.microsoft.com/office/drawing/2014/main" id="{88FD7F3F-2BEB-4AB6-AE4E-AEF60515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5742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55">
            <a:extLst xmlns:a="http://schemas.openxmlformats.org/drawingml/2006/main">
              <a:ext uri="{FF2B5EF4-FFF2-40B4-BE49-F238E27FC236}">
                <a16:creationId xmlns:a16="http://schemas.microsoft.com/office/drawing/2014/main" id="{8B4A526F-1675-4CE6-A6AA-E54077FD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5742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6">
            <a:extLst xmlns:a="http://schemas.openxmlformats.org/drawingml/2006/main">
              <a:ext uri="{FF2B5EF4-FFF2-40B4-BE49-F238E27FC236}">
                <a16:creationId xmlns:a16="http://schemas.microsoft.com/office/drawing/2014/main" id="{A141BA36-4CDC-4149-9F29-5D6E3B75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3591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57">
            <a:extLst xmlns:a="http://schemas.openxmlformats.org/drawingml/2006/main">
              <a:ext uri="{FF2B5EF4-FFF2-40B4-BE49-F238E27FC236}">
                <a16:creationId xmlns:a16="http://schemas.microsoft.com/office/drawing/2014/main" id="{F5F48606-EB2D-4287-90EF-E3570088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3591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58">
            <a:extLst xmlns:a="http://schemas.openxmlformats.org/drawingml/2006/main">
              <a:ext uri="{FF2B5EF4-FFF2-40B4-BE49-F238E27FC236}">
                <a16:creationId xmlns:a16="http://schemas.microsoft.com/office/drawing/2014/main" id="{C979AD93-4477-4313-B093-020BC874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441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9">
            <a:extLst xmlns:a="http://schemas.openxmlformats.org/drawingml/2006/main">
              <a:ext uri="{FF2B5EF4-FFF2-40B4-BE49-F238E27FC236}">
                <a16:creationId xmlns:a16="http://schemas.microsoft.com/office/drawing/2014/main" id="{7A6117E7-F55D-4144-8C2B-6ABC95B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441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60">
            <a:extLst xmlns:a="http://schemas.openxmlformats.org/drawingml/2006/main">
              <a:ext uri="{FF2B5EF4-FFF2-40B4-BE49-F238E27FC236}">
                <a16:creationId xmlns:a16="http://schemas.microsoft.com/office/drawing/2014/main" id="{57F3D13A-39BA-4400-8FA9-50BD49D9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92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61">
            <a:extLst xmlns:a="http://schemas.openxmlformats.org/drawingml/2006/main">
              <a:ext uri="{FF2B5EF4-FFF2-40B4-BE49-F238E27FC236}">
                <a16:creationId xmlns:a16="http://schemas.microsoft.com/office/drawing/2014/main" id="{12528CA1-E834-468F-9349-5D150F3E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292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62">
            <a:extLst xmlns:a="http://schemas.openxmlformats.org/drawingml/2006/main">
              <a:ext uri="{FF2B5EF4-FFF2-40B4-BE49-F238E27FC236}">
                <a16:creationId xmlns:a16="http://schemas.microsoft.com/office/drawing/2014/main" id="{4EBAD63E-EBFA-4868-9E49-A661E459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7141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63">
            <a:extLst xmlns:a="http://schemas.openxmlformats.org/drawingml/2006/main">
              <a:ext uri="{FF2B5EF4-FFF2-40B4-BE49-F238E27FC236}">
                <a16:creationId xmlns:a16="http://schemas.microsoft.com/office/drawing/2014/main" id="{24056EB3-74B3-4F8E-96CC-92DEE4D3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7141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64">
            <a:extLst xmlns:a="http://schemas.openxmlformats.org/drawingml/2006/main">
              <a:ext uri="{FF2B5EF4-FFF2-40B4-BE49-F238E27FC236}">
                <a16:creationId xmlns:a16="http://schemas.microsoft.com/office/drawing/2014/main" id="{968112EE-65DB-40CF-B3A6-04B92532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65">
            <a:extLst xmlns:a="http://schemas.openxmlformats.org/drawingml/2006/main">
              <a:ext uri="{FF2B5EF4-FFF2-40B4-BE49-F238E27FC236}">
                <a16:creationId xmlns:a16="http://schemas.microsoft.com/office/drawing/2014/main" id="{9FD100DE-077D-4B0E-A0AE-97109255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66">
            <a:extLst xmlns:a="http://schemas.openxmlformats.org/drawingml/2006/main">
              <a:ext uri="{FF2B5EF4-FFF2-40B4-BE49-F238E27FC236}">
                <a16:creationId xmlns:a16="http://schemas.microsoft.com/office/drawing/2014/main" id="{58052287-B876-4929-BE0E-0229EB3F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2840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67">
            <a:extLst xmlns:a="http://schemas.openxmlformats.org/drawingml/2006/main">
              <a:ext uri="{FF2B5EF4-FFF2-40B4-BE49-F238E27FC236}">
                <a16:creationId xmlns:a16="http://schemas.microsoft.com/office/drawing/2014/main" id="{0335A413-1023-4480-8EFE-2FDF512F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2840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68">
            <a:extLst xmlns:a="http://schemas.openxmlformats.org/drawingml/2006/main">
              <a:ext uri="{FF2B5EF4-FFF2-40B4-BE49-F238E27FC236}">
                <a16:creationId xmlns:a16="http://schemas.microsoft.com/office/drawing/2014/main" id="{3D2ACB26-6B1E-4515-90A9-AC19750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690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69">
            <a:extLst xmlns:a="http://schemas.openxmlformats.org/drawingml/2006/main">
              <a:ext uri="{FF2B5EF4-FFF2-40B4-BE49-F238E27FC236}">
                <a16:creationId xmlns:a16="http://schemas.microsoft.com/office/drawing/2014/main" id="{0C25574B-0169-49D1-A53E-46CE920E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690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70">
            <a:extLst xmlns:a="http://schemas.openxmlformats.org/drawingml/2006/main">
              <a:ext uri="{FF2B5EF4-FFF2-40B4-BE49-F238E27FC236}">
                <a16:creationId xmlns:a16="http://schemas.microsoft.com/office/drawing/2014/main" id="{CF8994F5-3578-4AA5-8599-C7B516DD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8541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71">
            <a:extLst xmlns:a="http://schemas.openxmlformats.org/drawingml/2006/main">
              <a:ext uri="{FF2B5EF4-FFF2-40B4-BE49-F238E27FC236}">
                <a16:creationId xmlns:a16="http://schemas.microsoft.com/office/drawing/2014/main" id="{013AD978-D0A9-4454-BC74-7818E7B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8541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72">
            <a:extLst xmlns:a="http://schemas.openxmlformats.org/drawingml/2006/main">
              <a:ext uri="{FF2B5EF4-FFF2-40B4-BE49-F238E27FC236}">
                <a16:creationId xmlns:a16="http://schemas.microsoft.com/office/drawing/2014/main" id="{04B0F3EE-4F24-474E-9EE1-1A755CDB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390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73">
            <a:extLst xmlns:a="http://schemas.openxmlformats.org/drawingml/2006/main">
              <a:ext uri="{FF2B5EF4-FFF2-40B4-BE49-F238E27FC236}">
                <a16:creationId xmlns:a16="http://schemas.microsoft.com/office/drawing/2014/main" id="{0317A5F0-50BB-4808-98E7-3102057E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390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74">
            <a:extLst xmlns:a="http://schemas.openxmlformats.org/drawingml/2006/main">
              <a:ext uri="{FF2B5EF4-FFF2-40B4-BE49-F238E27FC236}">
                <a16:creationId xmlns:a16="http://schemas.microsoft.com/office/drawing/2014/main" id="{E7407694-3ADE-4E07-B8E7-D8D43BAA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240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75">
            <a:extLst xmlns:a="http://schemas.openxmlformats.org/drawingml/2006/main">
              <a:ext uri="{FF2B5EF4-FFF2-40B4-BE49-F238E27FC236}">
                <a16:creationId xmlns:a16="http://schemas.microsoft.com/office/drawing/2014/main" id="{918149AA-646D-49EC-9D05-481AD091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240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76">
            <a:extLst xmlns:a="http://schemas.openxmlformats.org/drawingml/2006/main">
              <a:ext uri="{FF2B5EF4-FFF2-40B4-BE49-F238E27FC236}">
                <a16:creationId xmlns:a16="http://schemas.microsoft.com/office/drawing/2014/main" id="{AEE8FF8B-A71A-49EF-A95F-D4E1EC68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091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77">
            <a:extLst xmlns:a="http://schemas.openxmlformats.org/drawingml/2006/main">
              <a:ext uri="{FF2B5EF4-FFF2-40B4-BE49-F238E27FC236}">
                <a16:creationId xmlns:a16="http://schemas.microsoft.com/office/drawing/2014/main" id="{A022C2E5-09D3-40E3-ADAD-A2C7A0DE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091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78">
            <a:extLst xmlns:a="http://schemas.openxmlformats.org/drawingml/2006/main">
              <a:ext uri="{FF2B5EF4-FFF2-40B4-BE49-F238E27FC236}">
                <a16:creationId xmlns:a16="http://schemas.microsoft.com/office/drawing/2014/main" id="{0EAB521D-0CD2-4C14-BC1A-C8D49189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940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79">
            <a:extLst xmlns:a="http://schemas.openxmlformats.org/drawingml/2006/main">
              <a:ext uri="{FF2B5EF4-FFF2-40B4-BE49-F238E27FC236}">
                <a16:creationId xmlns:a16="http://schemas.microsoft.com/office/drawing/2014/main" id="{791EFEE4-8F5E-424B-BA54-2A2F8A05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940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80">
            <a:extLst xmlns:a="http://schemas.openxmlformats.org/drawingml/2006/main">
              <a:ext uri="{FF2B5EF4-FFF2-40B4-BE49-F238E27FC236}">
                <a16:creationId xmlns:a16="http://schemas.microsoft.com/office/drawing/2014/main" id="{1024AD4D-EC4A-4FDC-BFB0-06DC753D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790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81">
            <a:extLst xmlns:a="http://schemas.openxmlformats.org/drawingml/2006/main">
              <a:ext uri="{FF2B5EF4-FFF2-40B4-BE49-F238E27FC236}">
                <a16:creationId xmlns:a16="http://schemas.microsoft.com/office/drawing/2014/main" id="{D21404D1-BFE0-4CFC-BCC3-DF2D904B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790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82">
            <a:extLst xmlns:a="http://schemas.openxmlformats.org/drawingml/2006/main">
              <a:ext uri="{FF2B5EF4-FFF2-40B4-BE49-F238E27FC236}">
                <a16:creationId xmlns:a16="http://schemas.microsoft.com/office/drawing/2014/main" id="{DB6A8F99-8D9C-4101-89A5-A3249C5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641" y="7686286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83">
            <a:extLst xmlns:a="http://schemas.openxmlformats.org/drawingml/2006/main">
              <a:ext uri="{FF2B5EF4-FFF2-40B4-BE49-F238E27FC236}">
                <a16:creationId xmlns:a16="http://schemas.microsoft.com/office/drawing/2014/main" id="{3433A722-2753-4F6F-BC25-F08DE4E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5641" y="9043380"/>
            <a:ext cx="258038" cy="57342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84">
            <a:extLst xmlns:a="http://schemas.openxmlformats.org/drawingml/2006/main">
              <a:ext uri="{FF2B5EF4-FFF2-40B4-BE49-F238E27FC236}">
                <a16:creationId xmlns:a16="http://schemas.microsoft.com/office/drawing/2014/main" id="{09207902-ACC0-4D25-B457-729A83A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488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85">
            <a:extLst xmlns:a="http://schemas.openxmlformats.org/drawingml/2006/main">
              <a:ext uri="{FF2B5EF4-FFF2-40B4-BE49-F238E27FC236}">
                <a16:creationId xmlns:a16="http://schemas.microsoft.com/office/drawing/2014/main" id="{8D091783-F08B-431F-93B5-6296F5C2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488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86">
            <a:extLst xmlns:a="http://schemas.openxmlformats.org/drawingml/2006/main">
              <a:ext uri="{FF2B5EF4-FFF2-40B4-BE49-F238E27FC236}">
                <a16:creationId xmlns:a16="http://schemas.microsoft.com/office/drawing/2014/main" id="{9A4A85D6-40EF-4C92-9429-AC6356D0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340" y="7686286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87">
            <a:extLst xmlns:a="http://schemas.openxmlformats.org/drawingml/2006/main">
              <a:ext uri="{FF2B5EF4-FFF2-40B4-BE49-F238E27FC236}">
                <a16:creationId xmlns:a16="http://schemas.microsoft.com/office/drawing/2014/main" id="{CD3352A6-1ED1-477B-BAE2-7BFB924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340" y="9043380"/>
            <a:ext cx="258040" cy="57342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637CF8A2-ABBF-4272-A181-88DFA8A60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ca10b850c45ee"/>
          <a:stretch xmlns:a="http://schemas.openxmlformats.org/drawingml/2006/main"/>
        </p:blipFill>
        <p:spPr>
          <a:xfrm xmlns:a="http://schemas.openxmlformats.org/drawingml/2006/main">
            <a:off x="18364200" y="7760494"/>
            <a:ext cx="2247900" cy="1266825"/>
          </a:xfrm>
          <a:prstGeom xmlns:a="http://schemas.openxmlformats.org/drawingml/2006/main" prst="rect">
            <a:avLst/>
          </a:prstGeom>
        </p:spPr>
      </p:pic>
      <p:pic>
        <p:nvPic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23C4A4CD-8FA9-4B9B-9F15-DB0F442E2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ab10dfec34935"/>
          <a:stretch xmlns:a="http://schemas.openxmlformats.org/drawingml/2006/main"/>
        </p:blipFill>
        <p:spPr>
          <a:xfrm xmlns:a="http://schemas.openxmlformats.org/drawingml/2006/main">
            <a:off x="20631150" y="7217569"/>
            <a:ext cx="2247900" cy="2352675"/>
          </a:xfrm>
          <a:prstGeom xmlns:a="http://schemas.openxmlformats.org/drawingml/2006/main" prst="rect">
            <a:avLst/>
          </a:prstGeom>
        </p:spPr>
      </p:pic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BB517F41-AC62-4EB0-9EB5-856155963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add557f0945be"/>
          <a:stretch xmlns:a="http://schemas.openxmlformats.org/drawingml/2006/main"/>
        </p:blipFill>
        <p:spPr>
          <a:xfrm xmlns:a="http://schemas.openxmlformats.org/drawingml/2006/main">
            <a:off x="22898100" y="7760494"/>
            <a:ext cx="2247900" cy="1266825"/>
          </a:xfrm>
          <a:prstGeom xmlns:a="http://schemas.openxmlformats.org/drawingml/2006/main" prst="rect">
            <a:avLst/>
          </a:prstGeom>
        </p:spPr>
      </p:pic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FB07A586-404B-4598-897E-F330D7AEB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732d192ca4af5"/>
          <a:stretch xmlns:a="http://schemas.openxmlformats.org/drawingml/2006/main"/>
        </p:blipFill>
        <p:spPr>
          <a:xfrm xmlns:a="http://schemas.openxmlformats.org/drawingml/2006/main">
            <a:off x="25165050" y="7208044"/>
            <a:ext cx="2247900" cy="2371725"/>
          </a:xfrm>
          <a:prstGeom xmlns:a="http://schemas.openxmlformats.org/drawingml/2006/main" prst="rect">
            <a:avLst/>
          </a:prstGeom>
        </p:spPr>
      </p:pic>
      <p:sp>
        <p:nvSpPr>
          <p:cNvPr id="390" name="path-392">
            <a:extLst xmlns:a="http://schemas.openxmlformats.org/drawingml/2006/main">
              <a:ext uri="{FF2B5EF4-FFF2-40B4-BE49-F238E27FC236}">
                <a16:creationId xmlns:a16="http://schemas.microsoft.com/office/drawing/2014/main" id="{572EA005-DBE4-4D53-B7E9-8B8B0CC5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82" y="10677626"/>
            <a:ext cx="10722950" cy="611649"/>
          </a:xfrm>
          <a:custGeom xmlns:a="http://schemas.openxmlformats.org/drawingml/2006/main">
            <a:pathLst>
              <a:path w="10722950" h="611649">
                <a:moveTo>
                  <a:pt x="0" y="229365"/>
                </a:moveTo>
                <a:cubicBezTo>
                  <a:pt x="0" y="102690"/>
                  <a:pt x="102692" y="0"/>
                  <a:pt x="229368" y="0"/>
                </a:cubicBezTo>
                <a:lnTo>
                  <a:pt x="10493586" y="0"/>
                </a:lnTo>
                <a:cubicBezTo>
                  <a:pt x="10620257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7"/>
                  <a:pt x="10620257" y="611649"/>
                  <a:pt x="10493586" y="611649"/>
                </a:cubicBezTo>
                <a:lnTo>
                  <a:pt x="229368" y="611649"/>
                </a:lnTo>
                <a:cubicBezTo>
                  <a:pt x="102692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93">
            <a:extLst xmlns:a="http://schemas.openxmlformats.org/drawingml/2006/main">
              <a:ext uri="{FF2B5EF4-FFF2-40B4-BE49-F238E27FC236}">
                <a16:creationId xmlns:a16="http://schemas.microsoft.com/office/drawing/2014/main" id="{34A17942-81A1-4FC0-8742-56700028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82" y="10677626"/>
            <a:ext cx="10722950" cy="611649"/>
          </a:xfrm>
          <a:custGeom xmlns:a="http://schemas.openxmlformats.org/drawingml/2006/main">
            <a:pathLst>
              <a:path w="10722950" h="611649">
                <a:moveTo>
                  <a:pt x="0" y="229365"/>
                </a:moveTo>
                <a:cubicBezTo>
                  <a:pt x="0" y="102690"/>
                  <a:pt x="102690" y="0"/>
                  <a:pt x="229365" y="0"/>
                </a:cubicBezTo>
                <a:lnTo>
                  <a:pt x="10493586" y="0"/>
                </a:lnTo>
                <a:cubicBezTo>
                  <a:pt x="10620264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7"/>
                  <a:pt x="10620264" y="611649"/>
                  <a:pt x="10493586" y="611649"/>
                </a:cubicBezTo>
                <a:lnTo>
                  <a:pt x="229365" y="611649"/>
                </a:lnTo>
                <a:cubicBezTo>
                  <a:pt x="102690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D8DCEC"/>
            </a:solidFill>
            <a:prstDash val="solid"/>
          </a:ln>
        </p:spPr>
      </p:sp>
      <p:sp>
        <p:nvSpPr>
          <p:cNvPr id="392" name="path-394">
            <a:extLst xmlns:a="http://schemas.openxmlformats.org/drawingml/2006/main">
              <a:ext uri="{FF2B5EF4-FFF2-40B4-BE49-F238E27FC236}">
                <a16:creationId xmlns:a16="http://schemas.microsoft.com/office/drawing/2014/main" id="{99359070-C728-45C5-A9F3-D30DFA7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09" y="10830538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58" y="0"/>
                  <a:pt x="305824" y="68461"/>
                  <a:pt x="305824" y="152912"/>
                </a:cubicBezTo>
                <a:cubicBezTo>
                  <a:pt x="305824" y="237362"/>
                  <a:pt x="237358" y="305824"/>
                  <a:pt x="152912" y="305824"/>
                </a:cubicBezTo>
                <a:cubicBezTo>
                  <a:pt x="68468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text-395 Q">
            <a:extLst xmlns:a="http://schemas.openxmlformats.org/drawingml/2006/main">
              <a:ext uri="{FF2B5EF4-FFF2-40B4-BE49-F238E27FC236}">
                <a16:creationId xmlns:a16="http://schemas.microsoft.com/office/drawing/2014/main" id="{5C3874F4-F34D-4176-A80B-94F152A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4203" y="10854157"/>
            <a:ext cx="201949" cy="26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394" name="text-396 How tall is the taller observation tower">
            <a:extLst xmlns:a="http://schemas.openxmlformats.org/drawingml/2006/main">
              <a:ext uri="{FF2B5EF4-FFF2-40B4-BE49-F238E27FC236}">
                <a16:creationId xmlns:a16="http://schemas.microsoft.com/office/drawing/2014/main" id="{EE8B2D8B-BA10-4FD8-98E8-49EBD9EF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5417" y="10844136"/>
            <a:ext cx="3727837" cy="28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How tall is the taller observation tower</a:t>
            </a:r>
          </a:p>
        </p:txBody>
      </p:sp>
      <p:sp>
        <p:nvSpPr>
          <p:cNvPr id="395" name="text-397 shown in the video?">
            <a:extLst xmlns:a="http://schemas.openxmlformats.org/drawingml/2006/main">
              <a:ext uri="{FF2B5EF4-FFF2-40B4-BE49-F238E27FC236}">
                <a16:creationId xmlns:a16="http://schemas.microsoft.com/office/drawing/2014/main" id="{E18B978F-A112-4F6F-94A7-437C371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96538" y="10844369"/>
            <a:ext cx="1852290" cy="281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shown in the video?</a:t>
            </a:r>
          </a:p>
        </p:txBody>
      </p:sp>
      <p:sp>
        <p:nvSpPr>
          <p:cNvPr id="396" name="path-398">
            <a:extLst xmlns:a="http://schemas.openxmlformats.org/drawingml/2006/main">
              <a:ext uri="{FF2B5EF4-FFF2-40B4-BE49-F238E27FC236}">
                <a16:creationId xmlns:a16="http://schemas.microsoft.com/office/drawing/2014/main" id="{D3830B73-50BB-46C8-B98C-D2D06206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548" y="10811424"/>
            <a:ext cx="305824" cy="305824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60" y="0"/>
                  <a:pt x="305824" y="68461"/>
                  <a:pt x="305824" y="152912"/>
                </a:cubicBezTo>
                <a:cubicBezTo>
                  <a:pt x="305824" y="237362"/>
                  <a:pt x="237360" y="305824"/>
                  <a:pt x="152912" y="305824"/>
                </a:cubicBezTo>
                <a:cubicBezTo>
                  <a:pt x="68468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text-399 A">
            <a:extLst xmlns:a="http://schemas.openxmlformats.org/drawingml/2006/main">
              <a:ext uri="{FF2B5EF4-FFF2-40B4-BE49-F238E27FC236}">
                <a16:creationId xmlns:a16="http://schemas.microsoft.com/office/drawing/2014/main" id="{F1EA1145-1542-4A85-8B84-CC59E4B9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66376" y="10832734"/>
            <a:ext cx="174232" cy="26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398" name="text-400 634 m">
            <a:extLst xmlns:a="http://schemas.openxmlformats.org/drawingml/2006/main">
              <a:ext uri="{FF2B5EF4-FFF2-40B4-BE49-F238E27FC236}">
                <a16:creationId xmlns:a16="http://schemas.microsoft.com/office/drawing/2014/main" id="{EC5E6E9E-5271-4F0F-A69E-7BF270DD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60155" y="10850384"/>
            <a:ext cx="657526" cy="29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678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634 m</a:t>
            </a:r>
          </a:p>
        </p:txBody>
      </p:sp>
      <p:sp>
        <p:nvSpPr>
          <p:cNvPr id="399" name="path-401">
            <a:extLst xmlns:a="http://schemas.openxmlformats.org/drawingml/2006/main">
              <a:ext uri="{FF2B5EF4-FFF2-40B4-BE49-F238E27FC236}">
                <a16:creationId xmlns:a16="http://schemas.microsoft.com/office/drawing/2014/main" id="{3F66106A-BE75-408B-8525-C9176E1A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2079" y="8861796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61" y="0"/>
                  <a:pt x="248482" y="55624"/>
                  <a:pt x="248482" y="124241"/>
                </a:cubicBezTo>
                <a:cubicBezTo>
                  <a:pt x="248482" y="192858"/>
                  <a:pt x="192861" y="248481"/>
                  <a:pt x="124240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402">
            <a:extLst xmlns:a="http://schemas.openxmlformats.org/drawingml/2006/main">
              <a:ext uri="{FF2B5EF4-FFF2-40B4-BE49-F238E27FC236}">
                <a16:creationId xmlns:a16="http://schemas.microsoft.com/office/drawing/2014/main" id="{B35BA776-A367-4DBF-B7D9-BDE598FE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2079" y="8861796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01" name="text-403 1">
            <a:extLst xmlns:a="http://schemas.openxmlformats.org/drawingml/2006/main">
              <a:ext uri="{FF2B5EF4-FFF2-40B4-BE49-F238E27FC236}">
                <a16:creationId xmlns:a16="http://schemas.microsoft.com/office/drawing/2014/main" id="{BBFB268D-637D-41C6-AEFE-0A2844E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26056" y="8890233"/>
            <a:ext cx="88352" cy="19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02" name="path-404">
            <a:extLst xmlns:a="http://schemas.openxmlformats.org/drawingml/2006/main">
              <a:ext uri="{FF2B5EF4-FFF2-40B4-BE49-F238E27FC236}">
                <a16:creationId xmlns:a16="http://schemas.microsoft.com/office/drawing/2014/main" id="{4BFB646F-E3A8-400F-BF4F-8B60AC5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95" y="8861796"/>
            <a:ext cx="248480" cy="248481"/>
          </a:xfrm>
          <a:custGeom xmlns:a="http://schemas.openxmlformats.org/drawingml/2006/main">
            <a:pathLst>
              <a:path w="248480" h="248481">
                <a:moveTo>
                  <a:pt x="0" y="124241"/>
                </a:moveTo>
                <a:cubicBezTo>
                  <a:pt x="0" y="55624"/>
                  <a:pt x="55622" y="0"/>
                  <a:pt x="124244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8"/>
                  <a:pt x="192859" y="248481"/>
                  <a:pt x="124244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405">
            <a:extLst xmlns:a="http://schemas.openxmlformats.org/drawingml/2006/main">
              <a:ext uri="{FF2B5EF4-FFF2-40B4-BE49-F238E27FC236}">
                <a16:creationId xmlns:a16="http://schemas.microsoft.com/office/drawing/2014/main" id="{C5C4490F-E632-4C39-8C4F-0AAF506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95" y="8861796"/>
            <a:ext cx="248480" cy="248482"/>
          </a:xfrm>
          <a:custGeom xmlns:a="http://schemas.openxmlformats.org/drawingml/2006/main">
            <a:pathLst>
              <a:path w="248480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7"/>
                  <a:pt x="192859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04" name="text-406 2">
            <a:extLst xmlns:a="http://schemas.openxmlformats.org/drawingml/2006/main">
              <a:ext uri="{FF2B5EF4-FFF2-40B4-BE49-F238E27FC236}">
                <a16:creationId xmlns:a16="http://schemas.microsoft.com/office/drawing/2014/main" id="{75CAF44F-B8EE-4240-A8AE-48F01063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45724" y="8890156"/>
            <a:ext cx="110814" cy="196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05" name="path-407">
            <a:extLst xmlns:a="http://schemas.openxmlformats.org/drawingml/2006/main">
              <a:ext uri="{FF2B5EF4-FFF2-40B4-BE49-F238E27FC236}">
                <a16:creationId xmlns:a16="http://schemas.microsoft.com/office/drawing/2014/main" id="{88430AC8-C36E-4E9F-9E45-70C64B4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80" y="2093592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5"/>
                  <a:pt x="55624" y="0"/>
                  <a:pt x="124241" y="0"/>
                </a:cubicBezTo>
                <a:cubicBezTo>
                  <a:pt x="192858" y="0"/>
                  <a:pt x="248482" y="55625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408">
            <a:extLst xmlns:a="http://schemas.openxmlformats.org/drawingml/2006/main">
              <a:ext uri="{FF2B5EF4-FFF2-40B4-BE49-F238E27FC236}">
                <a16:creationId xmlns:a16="http://schemas.microsoft.com/office/drawing/2014/main" id="{78EC519D-C47B-46BA-A37B-CAEAAE05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680" y="2093592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5" y="0"/>
                  <a:pt x="124241" y="0"/>
                </a:cubicBezTo>
                <a:cubicBezTo>
                  <a:pt x="192858" y="0"/>
                  <a:pt x="248482" y="55625"/>
                  <a:pt x="248482" y="124241"/>
                </a:cubicBezTo>
                <a:cubicBezTo>
                  <a:pt x="248482" y="192858"/>
                  <a:pt x="192858" y="248482"/>
                  <a:pt x="124241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07" name="text-409 1">
            <a:extLst xmlns:a="http://schemas.openxmlformats.org/drawingml/2006/main">
              <a:ext uri="{FF2B5EF4-FFF2-40B4-BE49-F238E27FC236}">
                <a16:creationId xmlns:a16="http://schemas.microsoft.com/office/drawing/2014/main" id="{E881CBE5-5AE7-43E0-9C96-F9470FE0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657" y="2122349"/>
            <a:ext cx="88353" cy="19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08" name="path-410">
            <a:extLst xmlns:a="http://schemas.openxmlformats.org/drawingml/2006/main">
              <a:ext uri="{FF2B5EF4-FFF2-40B4-BE49-F238E27FC236}">
                <a16:creationId xmlns:a16="http://schemas.microsoft.com/office/drawing/2014/main" id="{A3984330-32A0-4A36-854E-45DAA982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47" y="2181765"/>
            <a:ext cx="677621" cy="76456"/>
          </a:xfrm>
          <a:custGeom xmlns:a="http://schemas.openxmlformats.org/drawingml/2006/main">
            <a:pathLst>
              <a:path w="677621" h="76456">
                <a:moveTo>
                  <a:pt x="0" y="31856"/>
                </a:moveTo>
                <a:lnTo>
                  <a:pt x="626651" y="31857"/>
                </a:lnTo>
                <a:lnTo>
                  <a:pt x="626651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626651" y="38228"/>
                </a:moveTo>
                <a:lnTo>
                  <a:pt x="601165" y="0"/>
                </a:lnTo>
                <a:lnTo>
                  <a:pt x="677621" y="38228"/>
                </a:lnTo>
                <a:lnTo>
                  <a:pt x="601165" y="76456"/>
                </a:lnTo>
                <a:lnTo>
                  <a:pt x="626651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411">
            <a:extLst xmlns:a="http://schemas.openxmlformats.org/drawingml/2006/main">
              <a:ext uri="{FF2B5EF4-FFF2-40B4-BE49-F238E27FC236}">
                <a16:creationId xmlns:a16="http://schemas.microsoft.com/office/drawing/2014/main" id="{5BB22C11-8B51-4C86-84D7-41720D3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936" y="2181765"/>
            <a:ext cx="1567347" cy="76456"/>
          </a:xfrm>
          <a:custGeom xmlns:a="http://schemas.openxmlformats.org/drawingml/2006/main">
            <a:pathLst>
              <a:path w="1567347" h="76456">
                <a:moveTo>
                  <a:pt x="0" y="31856"/>
                </a:moveTo>
                <a:lnTo>
                  <a:pt x="1516377" y="31857"/>
                </a:lnTo>
                <a:lnTo>
                  <a:pt x="1516377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1516376" y="38228"/>
                </a:moveTo>
                <a:lnTo>
                  <a:pt x="1490891" y="0"/>
                </a:lnTo>
                <a:lnTo>
                  <a:pt x="1567347" y="38228"/>
                </a:lnTo>
                <a:lnTo>
                  <a:pt x="1490891" y="76456"/>
                </a:lnTo>
                <a:lnTo>
                  <a:pt x="1516376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12">
            <a:extLst xmlns:a="http://schemas.openxmlformats.org/drawingml/2006/main">
              <a:ext uri="{FF2B5EF4-FFF2-40B4-BE49-F238E27FC236}">
                <a16:creationId xmlns:a16="http://schemas.microsoft.com/office/drawing/2014/main" id="{10A20F0F-BC20-44BA-B6C6-B36D693A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380" y="2053660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5"/>
                  <a:pt x="55622" y="0"/>
                  <a:pt x="124242" y="0"/>
                </a:cubicBezTo>
                <a:cubicBezTo>
                  <a:pt x="192861" y="0"/>
                  <a:pt x="248482" y="55625"/>
                  <a:pt x="248482" y="124241"/>
                </a:cubicBezTo>
                <a:cubicBezTo>
                  <a:pt x="248482" y="192858"/>
                  <a:pt x="192861" y="248481"/>
                  <a:pt x="124242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413">
            <a:extLst xmlns:a="http://schemas.openxmlformats.org/drawingml/2006/main">
              <a:ext uri="{FF2B5EF4-FFF2-40B4-BE49-F238E27FC236}">
                <a16:creationId xmlns:a16="http://schemas.microsoft.com/office/drawing/2014/main" id="{2B78313C-8818-4661-87A8-EA5FD9F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380" y="2053660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5" y="0"/>
                  <a:pt x="124240" y="0"/>
                </a:cubicBezTo>
                <a:cubicBezTo>
                  <a:pt x="192857" y="0"/>
                  <a:pt x="248482" y="55625"/>
                  <a:pt x="248482" y="124241"/>
                </a:cubicBezTo>
                <a:cubicBezTo>
                  <a:pt x="248482" y="192858"/>
                  <a:pt x="192857" y="248482"/>
                  <a:pt x="124240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12" name="text-414 1">
            <a:extLst xmlns:a="http://schemas.openxmlformats.org/drawingml/2006/main">
              <a:ext uri="{FF2B5EF4-FFF2-40B4-BE49-F238E27FC236}">
                <a16:creationId xmlns:a16="http://schemas.microsoft.com/office/drawing/2014/main" id="{BD65F887-2B96-4380-8F19-B780DC32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6359" y="2082593"/>
            <a:ext cx="88352" cy="19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13" name="path-415">
            <a:extLst xmlns:a="http://schemas.openxmlformats.org/drawingml/2006/main">
              <a:ext uri="{FF2B5EF4-FFF2-40B4-BE49-F238E27FC236}">
                <a16:creationId xmlns:a16="http://schemas.microsoft.com/office/drawing/2014/main" id="{BFAABE73-8C74-4C1A-B5A7-94159826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0464" y="2138608"/>
            <a:ext cx="677617" cy="76456"/>
          </a:xfrm>
          <a:custGeom xmlns:a="http://schemas.openxmlformats.org/drawingml/2006/main">
            <a:pathLst>
              <a:path w="677617" h="76456">
                <a:moveTo>
                  <a:pt x="0" y="31856"/>
                </a:moveTo>
                <a:lnTo>
                  <a:pt x="626646" y="31857"/>
                </a:lnTo>
                <a:lnTo>
                  <a:pt x="626646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626646" y="38228"/>
                </a:moveTo>
                <a:lnTo>
                  <a:pt x="601161" y="0"/>
                </a:lnTo>
                <a:lnTo>
                  <a:pt x="677617" y="38228"/>
                </a:lnTo>
                <a:lnTo>
                  <a:pt x="601161" y="76456"/>
                </a:lnTo>
                <a:lnTo>
                  <a:pt x="626646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16">
            <a:extLst xmlns:a="http://schemas.openxmlformats.org/drawingml/2006/main">
              <a:ext uri="{FF2B5EF4-FFF2-40B4-BE49-F238E27FC236}">
                <a16:creationId xmlns:a16="http://schemas.microsoft.com/office/drawing/2014/main" id="{343F27A0-9AE2-4141-B0D9-F8C587AC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159" y="1378977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8"/>
                  <a:pt x="192857" y="248482"/>
                  <a:pt x="124241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417">
            <a:extLst xmlns:a="http://schemas.openxmlformats.org/drawingml/2006/main">
              <a:ext uri="{FF2B5EF4-FFF2-40B4-BE49-F238E27FC236}">
                <a16:creationId xmlns:a16="http://schemas.microsoft.com/office/drawing/2014/main" id="{FEE58F5F-7A06-4796-80A4-FDB5E60E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159" y="1378977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4" y="0"/>
                  <a:pt x="124241" y="0"/>
                </a:cubicBezTo>
                <a:cubicBezTo>
                  <a:pt x="192857" y="0"/>
                  <a:pt x="248482" y="55625"/>
                  <a:pt x="248482" y="124241"/>
                </a:cubicBezTo>
                <a:cubicBezTo>
                  <a:pt x="248482" y="192858"/>
                  <a:pt x="192857" y="248482"/>
                  <a:pt x="124241" y="248482"/>
                </a:cubicBezTo>
                <a:cubicBezTo>
                  <a:pt x="55624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16" name="text-418 1">
            <a:extLst xmlns:a="http://schemas.openxmlformats.org/drawingml/2006/main">
              <a:ext uri="{FF2B5EF4-FFF2-40B4-BE49-F238E27FC236}">
                <a16:creationId xmlns:a16="http://schemas.microsoft.com/office/drawing/2014/main" id="{BFF7512C-DE22-46BF-A930-464E79D8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8136" y="1406720"/>
            <a:ext cx="88354" cy="196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17" name="path-419">
            <a:extLst xmlns:a="http://schemas.openxmlformats.org/drawingml/2006/main">
              <a:ext uri="{FF2B5EF4-FFF2-40B4-BE49-F238E27FC236}">
                <a16:creationId xmlns:a16="http://schemas.microsoft.com/office/drawing/2014/main" id="{0338686F-7872-40EC-8178-3A896B10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3591" y="2162653"/>
            <a:ext cx="988386" cy="76456"/>
          </a:xfrm>
          <a:custGeom xmlns:a="http://schemas.openxmlformats.org/drawingml/2006/main">
            <a:pathLst>
              <a:path w="988386" h="76456">
                <a:moveTo>
                  <a:pt x="0" y="44600"/>
                </a:moveTo>
                <a:lnTo>
                  <a:pt x="937416" y="44599"/>
                </a:lnTo>
                <a:lnTo>
                  <a:pt x="937416" y="31857"/>
                </a:lnTo>
                <a:lnTo>
                  <a:pt x="0" y="31858"/>
                </a:lnTo>
                <a:lnTo>
                  <a:pt x="0" y="44600"/>
                </a:lnTo>
                <a:moveTo>
                  <a:pt x="937416" y="38228"/>
                </a:moveTo>
                <a:lnTo>
                  <a:pt x="911930" y="76456"/>
                </a:lnTo>
                <a:lnTo>
                  <a:pt x="988386" y="38228"/>
                </a:lnTo>
                <a:lnTo>
                  <a:pt x="911930" y="0"/>
                </a:lnTo>
                <a:lnTo>
                  <a:pt x="937416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20">
            <a:extLst xmlns:a="http://schemas.openxmlformats.org/drawingml/2006/main">
              <a:ext uri="{FF2B5EF4-FFF2-40B4-BE49-F238E27FC236}">
                <a16:creationId xmlns:a16="http://schemas.microsoft.com/office/drawing/2014/main" id="{609EDB1D-95EB-44F4-8DA2-B96A41A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9793" y="2162651"/>
            <a:ext cx="792924" cy="76456"/>
          </a:xfrm>
          <a:custGeom xmlns:a="http://schemas.openxmlformats.org/drawingml/2006/main">
            <a:pathLst>
              <a:path w="792924" h="76456">
                <a:moveTo>
                  <a:pt x="0" y="31856"/>
                </a:moveTo>
                <a:lnTo>
                  <a:pt x="741953" y="31857"/>
                </a:lnTo>
                <a:lnTo>
                  <a:pt x="741953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741953" y="38228"/>
                </a:moveTo>
                <a:lnTo>
                  <a:pt x="716468" y="0"/>
                </a:lnTo>
                <a:lnTo>
                  <a:pt x="792924" y="38228"/>
                </a:lnTo>
                <a:lnTo>
                  <a:pt x="716468" y="76456"/>
                </a:lnTo>
                <a:lnTo>
                  <a:pt x="74195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ath-421">
            <a:extLst xmlns:a="http://schemas.openxmlformats.org/drawingml/2006/main">
              <a:ext uri="{FF2B5EF4-FFF2-40B4-BE49-F238E27FC236}">
                <a16:creationId xmlns:a16="http://schemas.microsoft.com/office/drawing/2014/main" id="{901A3833-AB36-4C7E-BB35-86E3C03A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4000" y="2162651"/>
            <a:ext cx="1052123" cy="76456"/>
          </a:xfrm>
          <a:custGeom xmlns:a="http://schemas.openxmlformats.org/drawingml/2006/main">
            <a:pathLst>
              <a:path w="1052123" h="76456">
                <a:moveTo>
                  <a:pt x="0" y="31856"/>
                </a:moveTo>
                <a:lnTo>
                  <a:pt x="1001153" y="31857"/>
                </a:lnTo>
                <a:lnTo>
                  <a:pt x="1001153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1001153" y="38228"/>
                </a:moveTo>
                <a:lnTo>
                  <a:pt x="975667" y="0"/>
                </a:lnTo>
                <a:lnTo>
                  <a:pt x="1052123" y="38228"/>
                </a:lnTo>
                <a:lnTo>
                  <a:pt x="975667" y="76456"/>
                </a:lnTo>
                <a:lnTo>
                  <a:pt x="100115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22">
            <a:extLst xmlns:a="http://schemas.openxmlformats.org/drawingml/2006/main">
              <a:ext uri="{FF2B5EF4-FFF2-40B4-BE49-F238E27FC236}">
                <a16:creationId xmlns:a16="http://schemas.microsoft.com/office/drawing/2014/main" id="{0258AE90-9358-42C0-991D-C0C5EFA5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73" y="5315006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3"/>
                  <a:pt x="55624" y="0"/>
                  <a:pt x="124241" y="0"/>
                </a:cubicBezTo>
                <a:cubicBezTo>
                  <a:pt x="192858" y="0"/>
                  <a:pt x="248482" y="55623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423">
            <a:extLst xmlns:a="http://schemas.openxmlformats.org/drawingml/2006/main">
              <a:ext uri="{FF2B5EF4-FFF2-40B4-BE49-F238E27FC236}">
                <a16:creationId xmlns:a16="http://schemas.microsoft.com/office/drawing/2014/main" id="{CE1BA560-9706-46D8-90B1-CB09E3AA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73" y="5315006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22" name="text-424 1">
            <a:extLst xmlns:a="http://schemas.openxmlformats.org/drawingml/2006/main">
              <a:ext uri="{FF2B5EF4-FFF2-40B4-BE49-F238E27FC236}">
                <a16:creationId xmlns:a16="http://schemas.microsoft.com/office/drawing/2014/main" id="{3CE3C4C9-4F9F-438D-BF06-7BC9147E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550" y="5342674"/>
            <a:ext cx="88353" cy="19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23" name="path-425">
            <a:extLst xmlns:a="http://schemas.openxmlformats.org/drawingml/2006/main">
              <a:ext uri="{FF2B5EF4-FFF2-40B4-BE49-F238E27FC236}">
                <a16:creationId xmlns:a16="http://schemas.microsoft.com/office/drawing/2014/main" id="{E70EDC91-92B2-4380-B555-BD2BDDE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5" y="5818442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5"/>
                  <a:pt x="55624" y="0"/>
                  <a:pt x="124241" y="0"/>
                </a:cubicBezTo>
                <a:cubicBezTo>
                  <a:pt x="192858" y="0"/>
                  <a:pt x="248482" y="55625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26">
            <a:extLst xmlns:a="http://schemas.openxmlformats.org/drawingml/2006/main">
              <a:ext uri="{FF2B5EF4-FFF2-40B4-BE49-F238E27FC236}">
                <a16:creationId xmlns:a16="http://schemas.microsoft.com/office/drawing/2014/main" id="{4F380A1C-409E-4D15-B720-E685B4FF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5" y="5818442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25" name="text-427 2">
            <a:extLst xmlns:a="http://schemas.openxmlformats.org/drawingml/2006/main">
              <a:ext uri="{FF2B5EF4-FFF2-40B4-BE49-F238E27FC236}">
                <a16:creationId xmlns:a16="http://schemas.microsoft.com/office/drawing/2014/main" id="{A2FB2234-7F89-4544-8B23-1B16C155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549" y="5847205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26" name="path-428">
            <a:extLst xmlns:a="http://schemas.openxmlformats.org/drawingml/2006/main">
              <a:ext uri="{FF2B5EF4-FFF2-40B4-BE49-F238E27FC236}">
                <a16:creationId xmlns:a16="http://schemas.microsoft.com/office/drawing/2014/main" id="{9E647FE0-F6D7-474A-B89B-99E3DFF8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73" y="6310451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2"/>
                </a:moveTo>
                <a:cubicBezTo>
                  <a:pt x="0" y="55626"/>
                  <a:pt x="55624" y="0"/>
                  <a:pt x="124241" y="0"/>
                </a:cubicBezTo>
                <a:cubicBezTo>
                  <a:pt x="192858" y="0"/>
                  <a:pt x="248482" y="55626"/>
                  <a:pt x="248482" y="124242"/>
                </a:cubicBezTo>
                <a:cubicBezTo>
                  <a:pt x="248482" y="192859"/>
                  <a:pt x="192858" y="248482"/>
                  <a:pt x="124241" y="248482"/>
                </a:cubicBezTo>
                <a:cubicBezTo>
                  <a:pt x="55624" y="248482"/>
                  <a:pt x="0" y="192859"/>
                  <a:pt x="0" y="124242"/>
                </a:cubicBezTo>
              </a:path>
            </a:pathLst>
          </a:custGeom>
          <a:solidFill xmlns:a="http://schemas.openxmlformats.org/drawingml/2006/main">
            <a:srgbClr val="DF9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429">
            <a:extLst xmlns:a="http://schemas.openxmlformats.org/drawingml/2006/main">
              <a:ext uri="{FF2B5EF4-FFF2-40B4-BE49-F238E27FC236}">
                <a16:creationId xmlns:a16="http://schemas.microsoft.com/office/drawing/2014/main" id="{BE8FB6EE-FBE1-4F95-93E9-AA3A1153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73" y="6310451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28" name="text-430 3">
            <a:extLst xmlns:a="http://schemas.openxmlformats.org/drawingml/2006/main">
              <a:ext uri="{FF2B5EF4-FFF2-40B4-BE49-F238E27FC236}">
                <a16:creationId xmlns:a16="http://schemas.microsoft.com/office/drawing/2014/main" id="{C6D9EBE1-04DD-4689-B377-709B3A5F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197" y="6339582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29" name="path-431">
            <a:extLst xmlns:a="http://schemas.openxmlformats.org/drawingml/2006/main">
              <a:ext uri="{FF2B5EF4-FFF2-40B4-BE49-F238E27FC236}">
                <a16:creationId xmlns:a16="http://schemas.microsoft.com/office/drawing/2014/main" id="{E08BF136-A241-4F7F-A868-515163D6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69" y="5229623"/>
            <a:ext cx="1337980" cy="411777"/>
          </a:xfrm>
          <a:custGeom xmlns:a="http://schemas.openxmlformats.org/drawingml/2006/main">
            <a:pathLst>
              <a:path w="1337980" h="411777">
                <a:moveTo>
                  <a:pt x="0" y="68631"/>
                </a:moveTo>
                <a:cubicBezTo>
                  <a:pt x="0" y="30727"/>
                  <a:pt x="30727" y="0"/>
                  <a:pt x="68631" y="0"/>
                </a:cubicBezTo>
                <a:lnTo>
                  <a:pt x="1269348" y="0"/>
                </a:lnTo>
                <a:cubicBezTo>
                  <a:pt x="1307252" y="0"/>
                  <a:pt x="1337980" y="30727"/>
                  <a:pt x="1337980" y="68631"/>
                </a:cubicBezTo>
                <a:lnTo>
                  <a:pt x="1337980" y="343147"/>
                </a:lnTo>
                <a:cubicBezTo>
                  <a:pt x="1337980" y="381051"/>
                  <a:pt x="1307252" y="411777"/>
                  <a:pt x="1269348" y="411777"/>
                </a:cubicBezTo>
                <a:lnTo>
                  <a:pt x="68631" y="411777"/>
                </a:lnTo>
                <a:cubicBezTo>
                  <a:pt x="30727" y="411777"/>
                  <a:pt x="0" y="381051"/>
                  <a:pt x="0" y="343147"/>
                </a:cubicBezTo>
                <a:lnTo>
                  <a:pt x="0" y="68631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32">
            <a:extLst xmlns:a="http://schemas.openxmlformats.org/drawingml/2006/main">
              <a:ext uri="{FF2B5EF4-FFF2-40B4-BE49-F238E27FC236}">
                <a16:creationId xmlns:a16="http://schemas.microsoft.com/office/drawing/2014/main" id="{8A4A9798-1E1B-4288-AEBA-48EDDA4D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69" y="5229623"/>
            <a:ext cx="1337980" cy="411778"/>
          </a:xfrm>
          <a:custGeom xmlns:a="http://schemas.openxmlformats.org/drawingml/2006/main">
            <a:pathLst>
              <a:path w="1337980" h="411778">
                <a:moveTo>
                  <a:pt x="0" y="68631"/>
                </a:moveTo>
                <a:cubicBezTo>
                  <a:pt x="0" y="30728"/>
                  <a:pt x="30728" y="0"/>
                  <a:pt x="68631" y="0"/>
                </a:cubicBezTo>
                <a:lnTo>
                  <a:pt x="1269348" y="0"/>
                </a:lnTo>
                <a:cubicBezTo>
                  <a:pt x="1307253" y="0"/>
                  <a:pt x="1337980" y="30728"/>
                  <a:pt x="1337980" y="68631"/>
                </a:cubicBezTo>
                <a:lnTo>
                  <a:pt x="1337980" y="343146"/>
                </a:lnTo>
                <a:cubicBezTo>
                  <a:pt x="1337980" y="381051"/>
                  <a:pt x="1307253" y="411778"/>
                  <a:pt x="1269348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431" name="text-433 2">
            <a:extLst xmlns:a="http://schemas.openxmlformats.org/drawingml/2006/main">
              <a:ext uri="{FF2B5EF4-FFF2-40B4-BE49-F238E27FC236}">
                <a16:creationId xmlns:a16="http://schemas.microsoft.com/office/drawing/2014/main" id="{C475ED72-0788-419C-B239-9409248C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109" y="5322503"/>
            <a:ext cx="141001" cy="249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32" name="path-434">
            <a:extLst xmlns:a="http://schemas.openxmlformats.org/drawingml/2006/main">
              <a:ext uri="{FF2B5EF4-FFF2-40B4-BE49-F238E27FC236}">
                <a16:creationId xmlns:a16="http://schemas.microsoft.com/office/drawing/2014/main" id="{8DA790D9-DBF2-4EAB-9C12-77F5656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69" y="5729834"/>
            <a:ext cx="1337980" cy="411778"/>
          </a:xfrm>
          <a:custGeom xmlns:a="http://schemas.openxmlformats.org/drawingml/2006/main">
            <a:pathLst>
              <a:path w="1337980" h="411778">
                <a:moveTo>
                  <a:pt x="0" y="68632"/>
                </a:moveTo>
                <a:cubicBezTo>
                  <a:pt x="0" y="30729"/>
                  <a:pt x="30727" y="0"/>
                  <a:pt x="68631" y="0"/>
                </a:cubicBezTo>
                <a:lnTo>
                  <a:pt x="1269348" y="0"/>
                </a:lnTo>
                <a:cubicBezTo>
                  <a:pt x="1307252" y="0"/>
                  <a:pt x="1337980" y="30729"/>
                  <a:pt x="1337980" y="68632"/>
                </a:cubicBezTo>
                <a:lnTo>
                  <a:pt x="1337980" y="343146"/>
                </a:lnTo>
                <a:cubicBezTo>
                  <a:pt x="1337980" y="381051"/>
                  <a:pt x="1307252" y="411778"/>
                  <a:pt x="1269348" y="411778"/>
                </a:cubicBezTo>
                <a:lnTo>
                  <a:pt x="68631" y="411778"/>
                </a:lnTo>
                <a:cubicBezTo>
                  <a:pt x="30727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ath-435">
            <a:extLst xmlns:a="http://schemas.openxmlformats.org/drawingml/2006/main">
              <a:ext uri="{FF2B5EF4-FFF2-40B4-BE49-F238E27FC236}">
                <a16:creationId xmlns:a16="http://schemas.microsoft.com/office/drawing/2014/main" id="{C3993317-BA7B-420B-8FD1-F061E3AE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69" y="5729834"/>
            <a:ext cx="1337980" cy="411778"/>
          </a:xfrm>
          <a:custGeom xmlns:a="http://schemas.openxmlformats.org/drawingml/2006/main">
            <a:pathLst>
              <a:path w="1337980" h="411778">
                <a:moveTo>
                  <a:pt x="0" y="68631"/>
                </a:moveTo>
                <a:cubicBezTo>
                  <a:pt x="0" y="30728"/>
                  <a:pt x="30728" y="0"/>
                  <a:pt x="68631" y="0"/>
                </a:cubicBezTo>
                <a:lnTo>
                  <a:pt x="1269348" y="0"/>
                </a:lnTo>
                <a:cubicBezTo>
                  <a:pt x="1307253" y="0"/>
                  <a:pt x="1337980" y="30728"/>
                  <a:pt x="1337980" y="68631"/>
                </a:cubicBezTo>
                <a:lnTo>
                  <a:pt x="1337980" y="343146"/>
                </a:lnTo>
                <a:cubicBezTo>
                  <a:pt x="1337980" y="381051"/>
                  <a:pt x="1307253" y="411778"/>
                  <a:pt x="1269348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434" name="text-436 2">
            <a:extLst xmlns:a="http://schemas.openxmlformats.org/drawingml/2006/main">
              <a:ext uri="{FF2B5EF4-FFF2-40B4-BE49-F238E27FC236}">
                <a16:creationId xmlns:a16="http://schemas.microsoft.com/office/drawing/2014/main" id="{EB71E9D5-9BC9-493B-AC42-18D959A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109" y="5824055"/>
            <a:ext cx="141001" cy="249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35" name="path-437">
            <a:extLst xmlns:a="http://schemas.openxmlformats.org/drawingml/2006/main">
              <a:ext uri="{FF2B5EF4-FFF2-40B4-BE49-F238E27FC236}">
                <a16:creationId xmlns:a16="http://schemas.microsoft.com/office/drawing/2014/main" id="{EACF9F0D-A4BE-48D2-9678-16FE493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70" y="6230047"/>
            <a:ext cx="1347536" cy="411777"/>
          </a:xfrm>
          <a:custGeom xmlns:a="http://schemas.openxmlformats.org/drawingml/2006/main">
            <a:pathLst>
              <a:path w="1347536" h="411777">
                <a:moveTo>
                  <a:pt x="0" y="68630"/>
                </a:moveTo>
                <a:cubicBezTo>
                  <a:pt x="0" y="30727"/>
                  <a:pt x="30727" y="0"/>
                  <a:pt x="68630" y="0"/>
                </a:cubicBezTo>
                <a:lnTo>
                  <a:pt x="1278905" y="0"/>
                </a:lnTo>
                <a:cubicBezTo>
                  <a:pt x="1316808" y="0"/>
                  <a:pt x="1347536" y="30727"/>
                  <a:pt x="1347536" y="68630"/>
                </a:cubicBezTo>
                <a:lnTo>
                  <a:pt x="1347536" y="343147"/>
                </a:lnTo>
                <a:cubicBezTo>
                  <a:pt x="1347536" y="381050"/>
                  <a:pt x="1316808" y="411777"/>
                  <a:pt x="1278905" y="411777"/>
                </a:cubicBezTo>
                <a:lnTo>
                  <a:pt x="68630" y="411777"/>
                </a:lnTo>
                <a:cubicBezTo>
                  <a:pt x="30727" y="411777"/>
                  <a:pt x="0" y="381050"/>
                  <a:pt x="0" y="343147"/>
                </a:cubicBezTo>
                <a:lnTo>
                  <a:pt x="0" y="68630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38">
            <a:extLst xmlns:a="http://schemas.openxmlformats.org/drawingml/2006/main">
              <a:ext uri="{FF2B5EF4-FFF2-40B4-BE49-F238E27FC236}">
                <a16:creationId xmlns:a16="http://schemas.microsoft.com/office/drawing/2014/main" id="{D15C18D3-942D-4ABA-9843-1D7FCAA8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870" y="6230047"/>
            <a:ext cx="1347537" cy="411778"/>
          </a:xfrm>
          <a:custGeom xmlns:a="http://schemas.openxmlformats.org/drawingml/2006/main">
            <a:pathLst>
              <a:path w="1347537" h="411778">
                <a:moveTo>
                  <a:pt x="0" y="68631"/>
                </a:moveTo>
                <a:cubicBezTo>
                  <a:pt x="0" y="30728"/>
                  <a:pt x="30727" y="0"/>
                  <a:pt x="68631" y="0"/>
                </a:cubicBezTo>
                <a:lnTo>
                  <a:pt x="1278906" y="0"/>
                </a:lnTo>
                <a:cubicBezTo>
                  <a:pt x="1316810" y="0"/>
                  <a:pt x="1347537" y="30728"/>
                  <a:pt x="1347537" y="68631"/>
                </a:cubicBezTo>
                <a:lnTo>
                  <a:pt x="1347537" y="343147"/>
                </a:lnTo>
                <a:cubicBezTo>
                  <a:pt x="1347537" y="381051"/>
                  <a:pt x="1316810" y="411778"/>
                  <a:pt x="1278906" y="411778"/>
                </a:cubicBezTo>
                <a:lnTo>
                  <a:pt x="68631" y="411778"/>
                </a:lnTo>
                <a:cubicBezTo>
                  <a:pt x="30727" y="411778"/>
                  <a:pt x="0" y="381051"/>
                  <a:pt x="0" y="343147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437" name="text-439 1">
            <a:extLst xmlns:a="http://schemas.openxmlformats.org/drawingml/2006/main">
              <a:ext uri="{FF2B5EF4-FFF2-40B4-BE49-F238E27FC236}">
                <a16:creationId xmlns:a16="http://schemas.microsoft.com/office/drawing/2014/main" id="{E52CEB2C-8269-4475-81A2-D4DEBE75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225" y="6325588"/>
            <a:ext cx="112433" cy="249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38" name="path-440">
            <a:extLst xmlns:a="http://schemas.openxmlformats.org/drawingml/2006/main">
              <a:ext uri="{FF2B5EF4-FFF2-40B4-BE49-F238E27FC236}">
                <a16:creationId xmlns:a16="http://schemas.microsoft.com/office/drawing/2014/main" id="{9FF3309A-1E57-409E-AE62-1C0BD762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128" y="5397199"/>
            <a:ext cx="1170741" cy="76456"/>
          </a:xfrm>
          <a:custGeom xmlns:a="http://schemas.openxmlformats.org/drawingml/2006/main">
            <a:pathLst>
              <a:path w="1170741" h="76456">
                <a:moveTo>
                  <a:pt x="14" y="30673"/>
                </a:moveTo>
                <a:lnTo>
                  <a:pt x="1119777" y="31885"/>
                </a:lnTo>
                <a:lnTo>
                  <a:pt x="1119764" y="44628"/>
                </a:lnTo>
                <a:lnTo>
                  <a:pt x="0" y="43416"/>
                </a:lnTo>
                <a:lnTo>
                  <a:pt x="14" y="30673"/>
                </a:lnTo>
                <a:moveTo>
                  <a:pt x="1119770" y="38256"/>
                </a:moveTo>
                <a:lnTo>
                  <a:pt x="1094325" y="0"/>
                </a:lnTo>
                <a:lnTo>
                  <a:pt x="1170741" y="38311"/>
                </a:lnTo>
                <a:lnTo>
                  <a:pt x="1094243" y="76456"/>
                </a:lnTo>
                <a:lnTo>
                  <a:pt x="1119770" y="3825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41">
            <a:extLst xmlns:a="http://schemas.openxmlformats.org/drawingml/2006/main">
              <a:ext uri="{FF2B5EF4-FFF2-40B4-BE49-F238E27FC236}">
                <a16:creationId xmlns:a16="http://schemas.microsoft.com/office/drawing/2014/main" id="{AC56B32A-3A0D-4101-B90F-35CC5997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617" y="8611397"/>
            <a:ext cx="712008" cy="76456"/>
          </a:xfrm>
          <a:custGeom xmlns:a="http://schemas.openxmlformats.org/drawingml/2006/main">
            <a:pathLst>
              <a:path w="712008" h="76456">
                <a:moveTo>
                  <a:pt x="22" y="30727"/>
                </a:moveTo>
                <a:lnTo>
                  <a:pt x="661049" y="31901"/>
                </a:lnTo>
                <a:lnTo>
                  <a:pt x="661026" y="44644"/>
                </a:lnTo>
                <a:lnTo>
                  <a:pt x="0" y="43469"/>
                </a:lnTo>
                <a:lnTo>
                  <a:pt x="22" y="30727"/>
                </a:lnTo>
                <a:moveTo>
                  <a:pt x="661037" y="38273"/>
                </a:moveTo>
                <a:lnTo>
                  <a:pt x="635619" y="0"/>
                </a:lnTo>
                <a:lnTo>
                  <a:pt x="712008" y="38363"/>
                </a:lnTo>
                <a:lnTo>
                  <a:pt x="635484" y="76456"/>
                </a:lnTo>
                <a:lnTo>
                  <a:pt x="661037" y="38273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42">
            <a:extLst xmlns:a="http://schemas.openxmlformats.org/drawingml/2006/main">
              <a:ext uri="{FF2B5EF4-FFF2-40B4-BE49-F238E27FC236}">
                <a16:creationId xmlns:a16="http://schemas.microsoft.com/office/drawing/2014/main" id="{682BAF0E-9AE2-4528-B424-90C96DB6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128" y="5897411"/>
            <a:ext cx="1170741" cy="76456"/>
          </a:xfrm>
          <a:custGeom xmlns:a="http://schemas.openxmlformats.org/drawingml/2006/main">
            <a:pathLst>
              <a:path w="1170741" h="76456">
                <a:moveTo>
                  <a:pt x="14" y="30672"/>
                </a:moveTo>
                <a:lnTo>
                  <a:pt x="1119777" y="31883"/>
                </a:lnTo>
                <a:lnTo>
                  <a:pt x="1119764" y="44626"/>
                </a:lnTo>
                <a:lnTo>
                  <a:pt x="0" y="43415"/>
                </a:lnTo>
                <a:lnTo>
                  <a:pt x="14" y="30672"/>
                </a:lnTo>
                <a:moveTo>
                  <a:pt x="1119770" y="38254"/>
                </a:moveTo>
                <a:lnTo>
                  <a:pt x="1094325" y="0"/>
                </a:lnTo>
                <a:lnTo>
                  <a:pt x="1170741" y="38311"/>
                </a:lnTo>
                <a:lnTo>
                  <a:pt x="1094243" y="76456"/>
                </a:lnTo>
                <a:lnTo>
                  <a:pt x="1119770" y="38254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43">
            <a:extLst xmlns:a="http://schemas.openxmlformats.org/drawingml/2006/main">
              <a:ext uri="{FF2B5EF4-FFF2-40B4-BE49-F238E27FC236}">
                <a16:creationId xmlns:a16="http://schemas.microsoft.com/office/drawing/2014/main" id="{567B6303-81CA-4670-93EA-BA4A4C56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130" y="6397621"/>
            <a:ext cx="1170741" cy="76456"/>
          </a:xfrm>
          <a:custGeom xmlns:a="http://schemas.openxmlformats.org/drawingml/2006/main">
            <a:pathLst>
              <a:path w="1170741" h="76456">
                <a:moveTo>
                  <a:pt x="15" y="30675"/>
                </a:moveTo>
                <a:lnTo>
                  <a:pt x="1119775" y="31885"/>
                </a:lnTo>
                <a:lnTo>
                  <a:pt x="1119761" y="44628"/>
                </a:lnTo>
                <a:lnTo>
                  <a:pt x="0" y="43418"/>
                </a:lnTo>
                <a:lnTo>
                  <a:pt x="15" y="30675"/>
                </a:lnTo>
                <a:moveTo>
                  <a:pt x="1119770" y="38256"/>
                </a:moveTo>
                <a:lnTo>
                  <a:pt x="1094326" y="0"/>
                </a:lnTo>
                <a:lnTo>
                  <a:pt x="1170741" y="38311"/>
                </a:lnTo>
                <a:lnTo>
                  <a:pt x="1094244" y="76456"/>
                </a:lnTo>
                <a:lnTo>
                  <a:pt x="1119770" y="3825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text-444 rumble wins">
            <a:extLst xmlns:a="http://schemas.openxmlformats.org/drawingml/2006/main">
              <a:ext uri="{FF2B5EF4-FFF2-40B4-BE49-F238E27FC236}">
                <a16:creationId xmlns:a16="http://schemas.microsoft.com/office/drawing/2014/main" id="{2ED31406-6AB2-4E69-A404-FE25CB78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1489" y="5677069"/>
            <a:ext cx="918832" cy="22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rumble wins</a:t>
            </a:r>
          </a:p>
        </p:txBody>
      </p:sp>
      <p:sp>
        <p:nvSpPr>
          <p:cNvPr id="443" name="text-445 rumble wins">
            <a:extLst xmlns:a="http://schemas.openxmlformats.org/drawingml/2006/main">
              <a:ext uri="{FF2B5EF4-FFF2-40B4-BE49-F238E27FC236}">
                <a16:creationId xmlns:a16="http://schemas.microsoft.com/office/drawing/2014/main" id="{F30789B0-3064-481B-82F9-78ECC9FE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6268" y="5190809"/>
            <a:ext cx="918832" cy="22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rumble wins</a:t>
            </a:r>
          </a:p>
        </p:txBody>
      </p:sp>
      <p:sp>
        <p:nvSpPr>
          <p:cNvPr id="444" name="text-446 rumble wins">
            <a:extLst xmlns:a="http://schemas.openxmlformats.org/drawingml/2006/main">
              <a:ext uri="{FF2B5EF4-FFF2-40B4-BE49-F238E27FC236}">
                <a16:creationId xmlns:a16="http://schemas.microsoft.com/office/drawing/2014/main" id="{7A4700BC-8BE2-43D2-9DAE-1910FEC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6268" y="6193911"/>
            <a:ext cx="918832" cy="22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rumble wins</a:t>
            </a:r>
          </a:p>
        </p:txBody>
      </p:sp>
      <p:sp>
        <p:nvSpPr>
          <p:cNvPr id="445" name="path-447">
            <a:extLst xmlns:a="http://schemas.openxmlformats.org/drawingml/2006/main">
              <a:ext uri="{FF2B5EF4-FFF2-40B4-BE49-F238E27FC236}">
                <a16:creationId xmlns:a16="http://schemas.microsoft.com/office/drawing/2014/main" id="{1F4CA2D5-A862-4FFE-8AB6-06082263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659" y="5429144"/>
            <a:ext cx="850761" cy="452707"/>
          </a:xfrm>
          <a:custGeom xmlns:a="http://schemas.openxmlformats.org/drawingml/2006/main">
            <a:pathLst>
              <a:path w="850761" h="452707">
                <a:moveTo>
                  <a:pt x="379" y="0"/>
                </a:moveTo>
                <a:lnTo>
                  <a:pt x="40196" y="1181"/>
                </a:lnTo>
                <a:lnTo>
                  <a:pt x="80067" y="4642"/>
                </a:lnTo>
                <a:lnTo>
                  <a:pt x="119300" y="10229"/>
                </a:lnTo>
                <a:lnTo>
                  <a:pt x="157586" y="17795"/>
                </a:lnTo>
                <a:lnTo>
                  <a:pt x="194620" y="27184"/>
                </a:lnTo>
                <a:lnTo>
                  <a:pt x="230098" y="38249"/>
                </a:lnTo>
                <a:lnTo>
                  <a:pt x="263713" y="50844"/>
                </a:lnTo>
                <a:lnTo>
                  <a:pt x="295163" y="64823"/>
                </a:lnTo>
                <a:lnTo>
                  <a:pt x="324144" y="80044"/>
                </a:lnTo>
                <a:lnTo>
                  <a:pt x="350352" y="96372"/>
                </a:lnTo>
                <a:lnTo>
                  <a:pt x="373487" y="113677"/>
                </a:lnTo>
                <a:lnTo>
                  <a:pt x="393245" y="131842"/>
                </a:lnTo>
                <a:lnTo>
                  <a:pt x="409315" y="150767"/>
                </a:lnTo>
                <a:cubicBezTo>
                  <a:pt x="409526" y="151017"/>
                  <a:pt x="409718" y="151283"/>
                  <a:pt x="409889" y="151562"/>
                </a:cubicBezTo>
                <a:lnTo>
                  <a:pt x="421361" y="170368"/>
                </a:lnTo>
                <a:lnTo>
                  <a:pt x="425892" y="180681"/>
                </a:lnTo>
                <a:lnTo>
                  <a:pt x="429117" y="190895"/>
                </a:lnTo>
                <a:lnTo>
                  <a:pt x="431119" y="201227"/>
                </a:lnTo>
                <a:lnTo>
                  <a:pt x="431833" y="211645"/>
                </a:lnTo>
                <a:lnTo>
                  <a:pt x="432451" y="221282"/>
                </a:lnTo>
                <a:lnTo>
                  <a:pt x="434175" y="230122"/>
                </a:lnTo>
                <a:lnTo>
                  <a:pt x="436987" y="238992"/>
                </a:lnTo>
                <a:lnTo>
                  <a:pt x="440875" y="247886"/>
                </a:lnTo>
                <a:lnTo>
                  <a:pt x="451940" y="265903"/>
                </a:lnTo>
                <a:lnTo>
                  <a:pt x="451366" y="265107"/>
                </a:lnTo>
                <a:lnTo>
                  <a:pt x="466887" y="283460"/>
                </a:lnTo>
                <a:lnTo>
                  <a:pt x="485601" y="300641"/>
                </a:lnTo>
                <a:lnTo>
                  <a:pt x="507790" y="317226"/>
                </a:lnTo>
                <a:lnTo>
                  <a:pt x="533144" y="333012"/>
                </a:lnTo>
                <a:lnTo>
                  <a:pt x="561342" y="347819"/>
                </a:lnTo>
                <a:lnTo>
                  <a:pt x="592063" y="361471"/>
                </a:lnTo>
                <a:lnTo>
                  <a:pt x="624988" y="373804"/>
                </a:lnTo>
                <a:lnTo>
                  <a:pt x="659796" y="384660"/>
                </a:lnTo>
                <a:lnTo>
                  <a:pt x="696168" y="393882"/>
                </a:lnTo>
                <a:lnTo>
                  <a:pt x="733788" y="401315"/>
                </a:lnTo>
                <a:lnTo>
                  <a:pt x="772336" y="406805"/>
                </a:lnTo>
                <a:lnTo>
                  <a:pt x="800388" y="409239"/>
                </a:lnTo>
                <a:lnTo>
                  <a:pt x="799284" y="421933"/>
                </a:lnTo>
                <a:lnTo>
                  <a:pt x="770535" y="419420"/>
                </a:lnTo>
                <a:lnTo>
                  <a:pt x="731313" y="413816"/>
                </a:lnTo>
                <a:lnTo>
                  <a:pt x="693035" y="406232"/>
                </a:lnTo>
                <a:lnTo>
                  <a:pt x="655999" y="396824"/>
                </a:lnTo>
                <a:lnTo>
                  <a:pt x="620514" y="385735"/>
                </a:lnTo>
                <a:lnTo>
                  <a:pt x="586884" y="373112"/>
                </a:lnTo>
                <a:lnTo>
                  <a:pt x="555412" y="359097"/>
                </a:lnTo>
                <a:lnTo>
                  <a:pt x="526400" y="343823"/>
                </a:lnTo>
                <a:lnTo>
                  <a:pt x="500149" y="327422"/>
                </a:lnTo>
                <a:lnTo>
                  <a:pt x="476966" y="310010"/>
                </a:lnTo>
                <a:lnTo>
                  <a:pt x="457159" y="291689"/>
                </a:lnTo>
                <a:lnTo>
                  <a:pt x="441636" y="273336"/>
                </a:lnTo>
                <a:cubicBezTo>
                  <a:pt x="441424" y="273085"/>
                  <a:pt x="441233" y="272820"/>
                  <a:pt x="441061" y="272540"/>
                </a:cubicBezTo>
                <a:lnTo>
                  <a:pt x="429181" y="252945"/>
                </a:lnTo>
                <a:lnTo>
                  <a:pt x="424825" y="242789"/>
                </a:lnTo>
                <a:lnTo>
                  <a:pt x="421655" y="232496"/>
                </a:lnTo>
                <a:lnTo>
                  <a:pt x="419734" y="222096"/>
                </a:lnTo>
                <a:lnTo>
                  <a:pt x="419116" y="212458"/>
                </a:lnTo>
                <a:lnTo>
                  <a:pt x="418599" y="203599"/>
                </a:lnTo>
                <a:lnTo>
                  <a:pt x="416954" y="194692"/>
                </a:lnTo>
                <a:lnTo>
                  <a:pt x="414196" y="185742"/>
                </a:lnTo>
                <a:lnTo>
                  <a:pt x="410484" y="177005"/>
                </a:lnTo>
                <a:lnTo>
                  <a:pt x="399011" y="158199"/>
                </a:lnTo>
                <a:lnTo>
                  <a:pt x="399585" y="158995"/>
                </a:lnTo>
                <a:lnTo>
                  <a:pt x="384609" y="141212"/>
                </a:lnTo>
                <a:lnTo>
                  <a:pt x="365847" y="123875"/>
                </a:lnTo>
                <a:lnTo>
                  <a:pt x="343608" y="107183"/>
                </a:lnTo>
                <a:lnTo>
                  <a:pt x="318214" y="91323"/>
                </a:lnTo>
                <a:lnTo>
                  <a:pt x="289983" y="76465"/>
                </a:lnTo>
                <a:lnTo>
                  <a:pt x="259238" y="62776"/>
                </a:lnTo>
                <a:lnTo>
                  <a:pt x="226301" y="50413"/>
                </a:lnTo>
                <a:lnTo>
                  <a:pt x="191485" y="39535"/>
                </a:lnTo>
                <a:lnTo>
                  <a:pt x="155113" y="30295"/>
                </a:lnTo>
                <a:lnTo>
                  <a:pt x="117499" y="22845"/>
                </a:lnTo>
                <a:lnTo>
                  <a:pt x="78962" y="17336"/>
                </a:lnTo>
                <a:lnTo>
                  <a:pt x="39819" y="13917"/>
                </a:lnTo>
                <a:lnTo>
                  <a:pt x="0" y="12737"/>
                </a:lnTo>
                <a:lnTo>
                  <a:pt x="379" y="0"/>
                </a:lnTo>
                <a:moveTo>
                  <a:pt x="799836" y="415587"/>
                </a:moveTo>
                <a:lnTo>
                  <a:pt x="775984" y="376318"/>
                </a:lnTo>
                <a:lnTo>
                  <a:pt x="850761" y="417733"/>
                </a:lnTo>
                <a:lnTo>
                  <a:pt x="772763" y="452707"/>
                </a:lnTo>
                <a:lnTo>
                  <a:pt x="799836" y="415587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48">
            <a:extLst xmlns:a="http://schemas.openxmlformats.org/drawingml/2006/main">
              <a:ext uri="{FF2B5EF4-FFF2-40B4-BE49-F238E27FC236}">
                <a16:creationId xmlns:a16="http://schemas.microsoft.com/office/drawing/2014/main" id="{E7658D86-1EE9-4224-A0CA-9F29BD9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68" y="5809610"/>
            <a:ext cx="850651" cy="132482"/>
          </a:xfrm>
          <a:custGeom xmlns:a="http://schemas.openxmlformats.org/drawingml/2006/main">
            <a:pathLst>
              <a:path w="850651" h="132482">
                <a:moveTo>
                  <a:pt x="159" y="132482"/>
                </a:moveTo>
                <a:lnTo>
                  <a:pt x="79486" y="131484"/>
                </a:lnTo>
                <a:lnTo>
                  <a:pt x="118487" y="130284"/>
                </a:lnTo>
                <a:lnTo>
                  <a:pt x="156511" y="128659"/>
                </a:lnTo>
                <a:lnTo>
                  <a:pt x="193291" y="126643"/>
                </a:lnTo>
                <a:lnTo>
                  <a:pt x="228518" y="124268"/>
                </a:lnTo>
                <a:lnTo>
                  <a:pt x="261881" y="121567"/>
                </a:lnTo>
                <a:lnTo>
                  <a:pt x="293073" y="118570"/>
                </a:lnTo>
                <a:lnTo>
                  <a:pt x="321788" y="115310"/>
                </a:lnTo>
                <a:lnTo>
                  <a:pt x="347720" y="111818"/>
                </a:lnTo>
                <a:lnTo>
                  <a:pt x="370575" y="108123"/>
                </a:lnTo>
                <a:lnTo>
                  <a:pt x="390062" y="104248"/>
                </a:lnTo>
                <a:lnTo>
                  <a:pt x="405916" y="100207"/>
                </a:lnTo>
                <a:lnTo>
                  <a:pt x="417939" y="95979"/>
                </a:lnTo>
                <a:lnTo>
                  <a:pt x="422779" y="93616"/>
                </a:lnTo>
                <a:cubicBezTo>
                  <a:pt x="423050" y="93482"/>
                  <a:pt x="423310" y="93327"/>
                  <a:pt x="423558" y="93157"/>
                </a:cubicBezTo>
                <a:lnTo>
                  <a:pt x="426550" y="91087"/>
                </a:lnTo>
                <a:cubicBezTo>
                  <a:pt x="426978" y="90790"/>
                  <a:pt x="427370" y="90441"/>
                  <a:pt x="427714" y="90050"/>
                </a:cubicBezTo>
                <a:lnTo>
                  <a:pt x="429538" y="87972"/>
                </a:lnTo>
                <a:cubicBezTo>
                  <a:pt x="430145" y="87279"/>
                  <a:pt x="430596" y="86463"/>
                  <a:pt x="430859" y="85578"/>
                </a:cubicBezTo>
                <a:lnTo>
                  <a:pt x="431474" y="83496"/>
                </a:lnTo>
                <a:lnTo>
                  <a:pt x="432090" y="81415"/>
                </a:lnTo>
                <a:lnTo>
                  <a:pt x="430771" y="83808"/>
                </a:lnTo>
                <a:lnTo>
                  <a:pt x="432594" y="81731"/>
                </a:lnTo>
                <a:lnTo>
                  <a:pt x="431431" y="82767"/>
                </a:lnTo>
                <a:lnTo>
                  <a:pt x="434421" y="80697"/>
                </a:lnTo>
                <a:lnTo>
                  <a:pt x="433644" y="81159"/>
                </a:lnTo>
                <a:lnTo>
                  <a:pt x="437764" y="79100"/>
                </a:lnTo>
                <a:lnTo>
                  <a:pt x="448517" y="75346"/>
                </a:lnTo>
                <a:lnTo>
                  <a:pt x="463490" y="71548"/>
                </a:lnTo>
                <a:lnTo>
                  <a:pt x="482418" y="67789"/>
                </a:lnTo>
                <a:lnTo>
                  <a:pt x="504878" y="64159"/>
                </a:lnTo>
                <a:lnTo>
                  <a:pt x="530513" y="60709"/>
                </a:lnTo>
                <a:lnTo>
                  <a:pt x="558987" y="57477"/>
                </a:lnTo>
                <a:lnTo>
                  <a:pt x="589973" y="54500"/>
                </a:lnTo>
                <a:lnTo>
                  <a:pt x="623155" y="51813"/>
                </a:lnTo>
                <a:lnTo>
                  <a:pt x="658217" y="49451"/>
                </a:lnTo>
                <a:lnTo>
                  <a:pt x="694840" y="47444"/>
                </a:lnTo>
                <a:lnTo>
                  <a:pt x="732713" y="45825"/>
                </a:lnTo>
                <a:lnTo>
                  <a:pt x="771522" y="44629"/>
                </a:lnTo>
                <a:lnTo>
                  <a:pt x="799766" y="44275"/>
                </a:lnTo>
                <a:lnTo>
                  <a:pt x="799604" y="31534"/>
                </a:lnTo>
                <a:lnTo>
                  <a:pt x="771130" y="31894"/>
                </a:lnTo>
                <a:lnTo>
                  <a:pt x="732168" y="33094"/>
                </a:lnTo>
                <a:lnTo>
                  <a:pt x="694142" y="34720"/>
                </a:lnTo>
                <a:lnTo>
                  <a:pt x="657359" y="36736"/>
                </a:lnTo>
                <a:lnTo>
                  <a:pt x="622127" y="39112"/>
                </a:lnTo>
                <a:lnTo>
                  <a:pt x="588754" y="41816"/>
                </a:lnTo>
                <a:lnTo>
                  <a:pt x="557549" y="44816"/>
                </a:lnTo>
                <a:lnTo>
                  <a:pt x="528810" y="48080"/>
                </a:lnTo>
                <a:lnTo>
                  <a:pt x="502844" y="51580"/>
                </a:lnTo>
                <a:lnTo>
                  <a:pt x="479931" y="55293"/>
                </a:lnTo>
                <a:lnTo>
                  <a:pt x="460337" y="59202"/>
                </a:lnTo>
                <a:lnTo>
                  <a:pt x="444264" y="63333"/>
                </a:lnTo>
                <a:lnTo>
                  <a:pt x="432071" y="67700"/>
                </a:lnTo>
                <a:lnTo>
                  <a:pt x="427951" y="69759"/>
                </a:lnTo>
                <a:cubicBezTo>
                  <a:pt x="427680" y="69893"/>
                  <a:pt x="427420" y="70048"/>
                  <a:pt x="427172" y="70218"/>
                </a:cubicBezTo>
                <a:lnTo>
                  <a:pt x="424180" y="72288"/>
                </a:lnTo>
                <a:cubicBezTo>
                  <a:pt x="423751" y="72585"/>
                  <a:pt x="423361" y="72934"/>
                  <a:pt x="423017" y="73325"/>
                </a:cubicBezTo>
                <a:lnTo>
                  <a:pt x="421193" y="75403"/>
                </a:lnTo>
                <a:cubicBezTo>
                  <a:pt x="420585" y="76095"/>
                  <a:pt x="420134" y="76912"/>
                  <a:pt x="419873" y="77796"/>
                </a:cubicBezTo>
                <a:lnTo>
                  <a:pt x="419257" y="79878"/>
                </a:lnTo>
                <a:lnTo>
                  <a:pt x="418639" y="81959"/>
                </a:lnTo>
                <a:lnTo>
                  <a:pt x="419960" y="79565"/>
                </a:lnTo>
                <a:lnTo>
                  <a:pt x="418136" y="81644"/>
                </a:lnTo>
                <a:lnTo>
                  <a:pt x="419300" y="80607"/>
                </a:lnTo>
                <a:lnTo>
                  <a:pt x="416308" y="82677"/>
                </a:lnTo>
                <a:lnTo>
                  <a:pt x="417088" y="82216"/>
                </a:lnTo>
                <a:lnTo>
                  <a:pt x="413687" y="83967"/>
                </a:lnTo>
                <a:lnTo>
                  <a:pt x="402763" y="87862"/>
                </a:lnTo>
                <a:lnTo>
                  <a:pt x="387573" y="91750"/>
                </a:lnTo>
                <a:lnTo>
                  <a:pt x="368539" y="95543"/>
                </a:lnTo>
                <a:lnTo>
                  <a:pt x="346020" y="99190"/>
                </a:lnTo>
                <a:lnTo>
                  <a:pt x="320351" y="102649"/>
                </a:lnTo>
                <a:lnTo>
                  <a:pt x="291854" y="105887"/>
                </a:lnTo>
                <a:lnTo>
                  <a:pt x="260853" y="108866"/>
                </a:lnTo>
                <a:lnTo>
                  <a:pt x="227660" y="111555"/>
                </a:lnTo>
                <a:lnTo>
                  <a:pt x="192594" y="113919"/>
                </a:lnTo>
                <a:lnTo>
                  <a:pt x="155968" y="115928"/>
                </a:lnTo>
                <a:lnTo>
                  <a:pt x="118093" y="117546"/>
                </a:lnTo>
                <a:lnTo>
                  <a:pt x="79326" y="118742"/>
                </a:lnTo>
                <a:lnTo>
                  <a:pt x="0" y="119740"/>
                </a:lnTo>
                <a:lnTo>
                  <a:pt x="159" y="132482"/>
                </a:lnTo>
                <a:moveTo>
                  <a:pt x="799684" y="37904"/>
                </a:moveTo>
                <a:lnTo>
                  <a:pt x="774682" y="76451"/>
                </a:lnTo>
                <a:lnTo>
                  <a:pt x="850651" y="37262"/>
                </a:lnTo>
                <a:lnTo>
                  <a:pt x="773720" y="0"/>
                </a:lnTo>
                <a:lnTo>
                  <a:pt x="799684" y="37904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49">
            <a:extLst xmlns:a="http://schemas.openxmlformats.org/drawingml/2006/main">
              <a:ext uri="{FF2B5EF4-FFF2-40B4-BE49-F238E27FC236}">
                <a16:creationId xmlns:a16="http://schemas.microsoft.com/office/drawing/2014/main" id="{1663D24C-393C-4679-A80A-C97FB927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132" y="5813431"/>
            <a:ext cx="841288" cy="628870"/>
          </a:xfrm>
          <a:custGeom xmlns:a="http://schemas.openxmlformats.org/drawingml/2006/main">
            <a:pathLst>
              <a:path w="841288" h="628870">
                <a:moveTo>
                  <a:pt x="545" y="628870"/>
                </a:moveTo>
                <a:lnTo>
                  <a:pt x="39917" y="627180"/>
                </a:lnTo>
                <a:lnTo>
                  <a:pt x="79504" y="622209"/>
                </a:lnTo>
                <a:lnTo>
                  <a:pt x="118444" y="614182"/>
                </a:lnTo>
                <a:lnTo>
                  <a:pt x="156433" y="603317"/>
                </a:lnTo>
                <a:lnTo>
                  <a:pt x="193168" y="589835"/>
                </a:lnTo>
                <a:lnTo>
                  <a:pt x="228345" y="573948"/>
                </a:lnTo>
                <a:lnTo>
                  <a:pt x="261665" y="555873"/>
                </a:lnTo>
                <a:lnTo>
                  <a:pt x="292822" y="535818"/>
                </a:lnTo>
                <a:lnTo>
                  <a:pt x="321515" y="513997"/>
                </a:lnTo>
                <a:lnTo>
                  <a:pt x="347437" y="490610"/>
                </a:lnTo>
                <a:lnTo>
                  <a:pt x="370284" y="465858"/>
                </a:lnTo>
                <a:lnTo>
                  <a:pt x="389742" y="439941"/>
                </a:lnTo>
                <a:lnTo>
                  <a:pt x="405493" y="413053"/>
                </a:lnTo>
                <a:lnTo>
                  <a:pt x="417207" y="385383"/>
                </a:lnTo>
                <a:lnTo>
                  <a:pt x="421514" y="371095"/>
                </a:lnTo>
                <a:lnTo>
                  <a:pt x="424595" y="356892"/>
                </a:lnTo>
                <a:lnTo>
                  <a:pt x="426487" y="342603"/>
                </a:lnTo>
                <a:lnTo>
                  <a:pt x="427145" y="328256"/>
                </a:lnTo>
                <a:lnTo>
                  <a:pt x="427754" y="314454"/>
                </a:lnTo>
                <a:lnTo>
                  <a:pt x="429510" y="301224"/>
                </a:lnTo>
                <a:lnTo>
                  <a:pt x="432378" y="288019"/>
                </a:lnTo>
                <a:lnTo>
                  <a:pt x="436331" y="274861"/>
                </a:lnTo>
                <a:lnTo>
                  <a:pt x="447440" y="248582"/>
                </a:lnTo>
                <a:lnTo>
                  <a:pt x="462419" y="223040"/>
                </a:lnTo>
                <a:lnTo>
                  <a:pt x="481061" y="198227"/>
                </a:lnTo>
                <a:lnTo>
                  <a:pt x="503079" y="174384"/>
                </a:lnTo>
                <a:lnTo>
                  <a:pt x="528176" y="151748"/>
                </a:lnTo>
                <a:lnTo>
                  <a:pt x="556049" y="130554"/>
                </a:lnTo>
                <a:lnTo>
                  <a:pt x="586388" y="111031"/>
                </a:lnTo>
                <a:lnTo>
                  <a:pt x="618879" y="93405"/>
                </a:lnTo>
                <a:lnTo>
                  <a:pt x="653216" y="77899"/>
                </a:lnTo>
                <a:lnTo>
                  <a:pt x="689080" y="64736"/>
                </a:lnTo>
                <a:lnTo>
                  <a:pt x="726160" y="54130"/>
                </a:lnTo>
                <a:lnTo>
                  <a:pt x="764143" y="46299"/>
                </a:lnTo>
                <a:lnTo>
                  <a:pt x="791211" y="42906"/>
                </a:lnTo>
                <a:lnTo>
                  <a:pt x="789616" y="30263"/>
                </a:lnTo>
                <a:lnTo>
                  <a:pt x="761563" y="33820"/>
                </a:lnTo>
                <a:lnTo>
                  <a:pt x="722651" y="41882"/>
                </a:lnTo>
                <a:lnTo>
                  <a:pt x="684684" y="52777"/>
                </a:lnTo>
                <a:lnTo>
                  <a:pt x="647967" y="66288"/>
                </a:lnTo>
                <a:lnTo>
                  <a:pt x="612799" y="82206"/>
                </a:lnTo>
                <a:lnTo>
                  <a:pt x="579486" y="100319"/>
                </a:lnTo>
                <a:lnTo>
                  <a:pt x="548330" y="120416"/>
                </a:lnTo>
                <a:lnTo>
                  <a:pt x="519634" y="142293"/>
                </a:lnTo>
                <a:lnTo>
                  <a:pt x="493707" y="165748"/>
                </a:lnTo>
                <a:lnTo>
                  <a:pt x="470863" y="190586"/>
                </a:lnTo>
                <a:lnTo>
                  <a:pt x="451416" y="216613"/>
                </a:lnTo>
                <a:lnTo>
                  <a:pt x="435698" y="243634"/>
                </a:lnTo>
                <a:lnTo>
                  <a:pt x="424120" y="271213"/>
                </a:lnTo>
                <a:lnTo>
                  <a:pt x="419923" y="285335"/>
                </a:lnTo>
                <a:lnTo>
                  <a:pt x="416875" y="299571"/>
                </a:lnTo>
                <a:lnTo>
                  <a:pt x="415024" y="313891"/>
                </a:lnTo>
                <a:lnTo>
                  <a:pt x="414415" y="327693"/>
                </a:lnTo>
                <a:lnTo>
                  <a:pt x="413853" y="340949"/>
                </a:lnTo>
                <a:lnTo>
                  <a:pt x="412140" y="354208"/>
                </a:lnTo>
                <a:lnTo>
                  <a:pt x="409306" y="367447"/>
                </a:lnTo>
                <a:lnTo>
                  <a:pt x="405464" y="380437"/>
                </a:lnTo>
                <a:lnTo>
                  <a:pt x="394489" y="406627"/>
                </a:lnTo>
                <a:lnTo>
                  <a:pt x="379544" y="432301"/>
                </a:lnTo>
                <a:lnTo>
                  <a:pt x="360914" y="457223"/>
                </a:lnTo>
                <a:lnTo>
                  <a:pt x="338896" y="481152"/>
                </a:lnTo>
                <a:lnTo>
                  <a:pt x="313795" y="503857"/>
                </a:lnTo>
                <a:lnTo>
                  <a:pt x="285921" y="525107"/>
                </a:lnTo>
                <a:lnTo>
                  <a:pt x="255583" y="544674"/>
                </a:lnTo>
                <a:lnTo>
                  <a:pt x="223096" y="562338"/>
                </a:lnTo>
                <a:lnTo>
                  <a:pt x="188770" y="577874"/>
                </a:lnTo>
                <a:lnTo>
                  <a:pt x="152923" y="591069"/>
                </a:lnTo>
                <a:lnTo>
                  <a:pt x="115865" y="601704"/>
                </a:lnTo>
                <a:lnTo>
                  <a:pt x="77909" y="609567"/>
                </a:lnTo>
                <a:lnTo>
                  <a:pt x="39371" y="614448"/>
                </a:lnTo>
                <a:lnTo>
                  <a:pt x="0" y="616138"/>
                </a:lnTo>
                <a:lnTo>
                  <a:pt x="545" y="628870"/>
                </a:lnTo>
                <a:moveTo>
                  <a:pt x="790414" y="36586"/>
                </a:moveTo>
                <a:lnTo>
                  <a:pt x="767331" y="76311"/>
                </a:lnTo>
                <a:lnTo>
                  <a:pt x="841288" y="33445"/>
                </a:lnTo>
                <a:lnTo>
                  <a:pt x="762622" y="0"/>
                </a:lnTo>
                <a:lnTo>
                  <a:pt x="790414" y="3658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50">
            <a:extLst xmlns:a="http://schemas.openxmlformats.org/drawingml/2006/main">
              <a:ext uri="{FF2B5EF4-FFF2-40B4-BE49-F238E27FC236}">
                <a16:creationId xmlns:a16="http://schemas.microsoft.com/office/drawing/2014/main" id="{D3895ABE-770D-4724-9BCC-0969FB6E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517" y="5641400"/>
            <a:ext cx="1032155" cy="411778"/>
          </a:xfrm>
          <a:custGeom xmlns:a="http://schemas.openxmlformats.org/drawingml/2006/main">
            <a:pathLst>
              <a:path w="1032155" h="411778">
                <a:moveTo>
                  <a:pt x="0" y="68631"/>
                </a:moveTo>
                <a:cubicBezTo>
                  <a:pt x="0" y="30729"/>
                  <a:pt x="30726" y="0"/>
                  <a:pt x="68630" y="0"/>
                </a:cubicBezTo>
                <a:lnTo>
                  <a:pt x="963524" y="0"/>
                </a:lnTo>
                <a:cubicBezTo>
                  <a:pt x="1001427" y="0"/>
                  <a:pt x="1032155" y="30729"/>
                  <a:pt x="1032155" y="68631"/>
                </a:cubicBezTo>
                <a:lnTo>
                  <a:pt x="1032155" y="343148"/>
                </a:lnTo>
                <a:cubicBezTo>
                  <a:pt x="1032155" y="381052"/>
                  <a:pt x="1001427" y="411778"/>
                  <a:pt x="963524" y="411778"/>
                </a:cubicBezTo>
                <a:lnTo>
                  <a:pt x="68630" y="411778"/>
                </a:lnTo>
                <a:cubicBezTo>
                  <a:pt x="30726" y="411778"/>
                  <a:pt x="0" y="381052"/>
                  <a:pt x="0" y="343148"/>
                </a:cubicBezTo>
                <a:lnTo>
                  <a:pt x="0" y="68631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51">
            <a:extLst xmlns:a="http://schemas.openxmlformats.org/drawingml/2006/main">
              <a:ext uri="{FF2B5EF4-FFF2-40B4-BE49-F238E27FC236}">
                <a16:creationId xmlns:a16="http://schemas.microsoft.com/office/drawing/2014/main" id="{544FAF1B-CC5C-402B-81F0-5C99510C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517" y="5641400"/>
            <a:ext cx="1032155" cy="411778"/>
          </a:xfrm>
          <a:custGeom xmlns:a="http://schemas.openxmlformats.org/drawingml/2006/main">
            <a:pathLst>
              <a:path w="1032155" h="411778">
                <a:moveTo>
                  <a:pt x="0" y="68631"/>
                </a:moveTo>
                <a:cubicBezTo>
                  <a:pt x="0" y="30727"/>
                  <a:pt x="30727" y="0"/>
                  <a:pt x="68631" y="0"/>
                </a:cubicBezTo>
                <a:lnTo>
                  <a:pt x="963525" y="0"/>
                </a:lnTo>
                <a:cubicBezTo>
                  <a:pt x="1001429" y="0"/>
                  <a:pt x="1032155" y="30727"/>
                  <a:pt x="1032155" y="68631"/>
                </a:cubicBezTo>
                <a:lnTo>
                  <a:pt x="1032155" y="343147"/>
                </a:lnTo>
                <a:cubicBezTo>
                  <a:pt x="1032155" y="381051"/>
                  <a:pt x="1001429" y="411778"/>
                  <a:pt x="963525" y="411778"/>
                </a:cubicBezTo>
                <a:lnTo>
                  <a:pt x="68631" y="411778"/>
                </a:lnTo>
                <a:cubicBezTo>
                  <a:pt x="30727" y="411778"/>
                  <a:pt x="0" y="381051"/>
                  <a:pt x="0" y="343147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450" name="text-452 3">
            <a:extLst xmlns:a="http://schemas.openxmlformats.org/drawingml/2006/main">
              <a:ext uri="{FF2B5EF4-FFF2-40B4-BE49-F238E27FC236}">
                <a16:creationId xmlns:a16="http://schemas.microsoft.com/office/drawing/2014/main" id="{BEDDEE80-4489-4269-9880-97707D7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9845" y="5735365"/>
            <a:ext cx="141001" cy="249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51" name="path-453">
            <a:extLst xmlns:a="http://schemas.openxmlformats.org/drawingml/2006/main">
              <a:ext uri="{FF2B5EF4-FFF2-40B4-BE49-F238E27FC236}">
                <a16:creationId xmlns:a16="http://schemas.microsoft.com/office/drawing/2014/main" id="{11761CA9-8D32-4AB6-82FE-900DC096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74" y="5808990"/>
            <a:ext cx="458743" cy="76455"/>
          </a:xfrm>
          <a:custGeom xmlns:a="http://schemas.openxmlformats.org/drawingml/2006/main">
            <a:pathLst>
              <a:path w="458743" h="76455">
                <a:moveTo>
                  <a:pt x="11" y="31511"/>
                </a:moveTo>
                <a:lnTo>
                  <a:pt x="407778" y="31879"/>
                </a:lnTo>
                <a:lnTo>
                  <a:pt x="407767" y="44622"/>
                </a:lnTo>
                <a:lnTo>
                  <a:pt x="0" y="44253"/>
                </a:lnTo>
                <a:lnTo>
                  <a:pt x="11" y="31511"/>
                </a:lnTo>
                <a:moveTo>
                  <a:pt x="407772" y="38251"/>
                </a:moveTo>
                <a:lnTo>
                  <a:pt x="382320" y="0"/>
                </a:lnTo>
                <a:lnTo>
                  <a:pt x="458743" y="38296"/>
                </a:lnTo>
                <a:lnTo>
                  <a:pt x="382251" y="76455"/>
                </a:lnTo>
                <a:lnTo>
                  <a:pt x="407772" y="38251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54">
            <a:extLst xmlns:a="http://schemas.openxmlformats.org/drawingml/2006/main">
              <a:ext uri="{FF2B5EF4-FFF2-40B4-BE49-F238E27FC236}">
                <a16:creationId xmlns:a16="http://schemas.microsoft.com/office/drawing/2014/main" id="{AEF110CC-2AD2-43E9-83B1-1F2A02C4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990" y="5396801"/>
            <a:ext cx="490047" cy="76452"/>
          </a:xfrm>
          <a:custGeom xmlns:a="http://schemas.openxmlformats.org/drawingml/2006/main">
            <a:pathLst>
              <a:path w="490047" h="76452">
                <a:moveTo>
                  <a:pt x="130" y="48820"/>
                </a:moveTo>
                <a:lnTo>
                  <a:pt x="439144" y="44337"/>
                </a:lnTo>
                <a:lnTo>
                  <a:pt x="439014" y="31594"/>
                </a:lnTo>
                <a:lnTo>
                  <a:pt x="0" y="36077"/>
                </a:lnTo>
                <a:lnTo>
                  <a:pt x="130" y="48820"/>
                </a:lnTo>
                <a:moveTo>
                  <a:pt x="439079" y="37966"/>
                </a:moveTo>
                <a:lnTo>
                  <a:pt x="413986" y="76452"/>
                </a:lnTo>
                <a:lnTo>
                  <a:pt x="490047" y="37444"/>
                </a:lnTo>
                <a:lnTo>
                  <a:pt x="413205" y="0"/>
                </a:lnTo>
                <a:lnTo>
                  <a:pt x="439079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55">
            <a:extLst xmlns:a="http://schemas.openxmlformats.org/drawingml/2006/main">
              <a:ext uri="{FF2B5EF4-FFF2-40B4-BE49-F238E27FC236}">
                <a16:creationId xmlns:a16="http://schemas.microsoft.com/office/drawing/2014/main" id="{E11959CA-7FA9-4F2B-8B62-E3FBDACD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990" y="5902076"/>
            <a:ext cx="490047" cy="76452"/>
          </a:xfrm>
          <a:custGeom xmlns:a="http://schemas.openxmlformats.org/drawingml/2006/main">
            <a:pathLst>
              <a:path w="490047" h="76452">
                <a:moveTo>
                  <a:pt x="130" y="48820"/>
                </a:moveTo>
                <a:lnTo>
                  <a:pt x="439144" y="44336"/>
                </a:lnTo>
                <a:lnTo>
                  <a:pt x="439014" y="31593"/>
                </a:lnTo>
                <a:lnTo>
                  <a:pt x="0" y="36077"/>
                </a:lnTo>
                <a:lnTo>
                  <a:pt x="130" y="48820"/>
                </a:lnTo>
                <a:moveTo>
                  <a:pt x="439079" y="37965"/>
                </a:moveTo>
                <a:lnTo>
                  <a:pt x="413986" y="76452"/>
                </a:lnTo>
                <a:lnTo>
                  <a:pt x="490047" y="37443"/>
                </a:lnTo>
                <a:lnTo>
                  <a:pt x="413205" y="0"/>
                </a:lnTo>
                <a:lnTo>
                  <a:pt x="439079" y="3796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56">
            <a:extLst xmlns:a="http://schemas.openxmlformats.org/drawingml/2006/main">
              <a:ext uri="{FF2B5EF4-FFF2-40B4-BE49-F238E27FC236}">
                <a16:creationId xmlns:a16="http://schemas.microsoft.com/office/drawing/2014/main" id="{F26E8201-3594-4C06-B3AC-B34DC8C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732" y="6387405"/>
            <a:ext cx="490048" cy="76451"/>
          </a:xfrm>
          <a:custGeom xmlns:a="http://schemas.openxmlformats.org/drawingml/2006/main">
            <a:pathLst>
              <a:path w="490048" h="76451">
                <a:moveTo>
                  <a:pt x="131" y="48820"/>
                </a:moveTo>
                <a:lnTo>
                  <a:pt x="439146" y="44337"/>
                </a:lnTo>
                <a:lnTo>
                  <a:pt x="439015" y="31594"/>
                </a:lnTo>
                <a:lnTo>
                  <a:pt x="0" y="36077"/>
                </a:lnTo>
                <a:lnTo>
                  <a:pt x="131" y="48820"/>
                </a:lnTo>
                <a:moveTo>
                  <a:pt x="439080" y="37966"/>
                </a:moveTo>
                <a:lnTo>
                  <a:pt x="413986" y="76451"/>
                </a:lnTo>
                <a:lnTo>
                  <a:pt x="490048" y="37444"/>
                </a:lnTo>
                <a:lnTo>
                  <a:pt x="413207" y="0"/>
                </a:lnTo>
                <a:lnTo>
                  <a:pt x="439080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text-457 VGEG:">
            <a:extLst xmlns:a="http://schemas.openxmlformats.org/drawingml/2006/main">
              <a:ext uri="{FF2B5EF4-FFF2-40B4-BE49-F238E27FC236}">
                <a16:creationId xmlns:a16="http://schemas.microsoft.com/office/drawing/2014/main" id="{9ED25A16-1195-40B1-A6F6-6669664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768" y="5803515"/>
            <a:ext cx="627624" cy="28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456" name="text-458 VGEG:">
            <a:extLst xmlns:a="http://schemas.openxmlformats.org/drawingml/2006/main">
              <a:ext uri="{FF2B5EF4-FFF2-40B4-BE49-F238E27FC236}">
                <a16:creationId xmlns:a16="http://schemas.microsoft.com/office/drawing/2014/main" id="{4781D362-5180-4B3E-8B4A-4BDF085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2516" y="2035765"/>
            <a:ext cx="627625" cy="28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457" name="path-459">
            <a:extLst xmlns:a="http://schemas.openxmlformats.org/drawingml/2006/main">
              <a:ext uri="{FF2B5EF4-FFF2-40B4-BE49-F238E27FC236}">
                <a16:creationId xmlns:a16="http://schemas.microsoft.com/office/drawing/2014/main" id="{60AEF0C0-7EB5-4E43-9368-2E3EED25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802" y="5376244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7"/>
                </a:moveTo>
                <a:cubicBezTo>
                  <a:pt x="0" y="34230"/>
                  <a:pt x="34228" y="0"/>
                  <a:pt x="76456" y="0"/>
                </a:cubicBezTo>
                <a:lnTo>
                  <a:pt x="2035628" y="0"/>
                </a:lnTo>
                <a:cubicBezTo>
                  <a:pt x="2077858" y="0"/>
                  <a:pt x="2112097" y="34230"/>
                  <a:pt x="2112097" y="76457"/>
                </a:cubicBezTo>
                <a:lnTo>
                  <a:pt x="2112097" y="382278"/>
                </a:lnTo>
                <a:cubicBezTo>
                  <a:pt x="2112097" y="424504"/>
                  <a:pt x="2077858" y="458736"/>
                  <a:pt x="2035628" y="458736"/>
                </a:cubicBezTo>
                <a:lnTo>
                  <a:pt x="76456" y="458736"/>
                </a:lnTo>
                <a:cubicBezTo>
                  <a:pt x="34228" y="458736"/>
                  <a:pt x="0" y="424504"/>
                  <a:pt x="0" y="382278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60">
            <a:extLst xmlns:a="http://schemas.openxmlformats.org/drawingml/2006/main">
              <a:ext uri="{FF2B5EF4-FFF2-40B4-BE49-F238E27FC236}">
                <a16:creationId xmlns:a16="http://schemas.microsoft.com/office/drawing/2014/main" id="{34BB86B4-9A53-4083-85C5-91316938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802" y="5376244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459" name="text-461 Yamato">
            <a:extLst xmlns:a="http://schemas.openxmlformats.org/drawingml/2006/main">
              <a:ext uri="{FF2B5EF4-FFF2-40B4-BE49-F238E27FC236}">
                <a16:creationId xmlns:a16="http://schemas.microsoft.com/office/drawing/2014/main" id="{EC027B85-6565-4C63-8B75-6BBD3D87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38446" y="5491139"/>
            <a:ext cx="653657" cy="253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Yamato</a:t>
            </a:r>
          </a:p>
        </p:txBody>
      </p:sp>
      <p:sp>
        <p:nvSpPr>
          <p:cNvPr id="460" name="path-462">
            <a:extLst xmlns:a="http://schemas.openxmlformats.org/drawingml/2006/main">
              <a:ext uri="{FF2B5EF4-FFF2-40B4-BE49-F238E27FC236}">
                <a16:creationId xmlns:a16="http://schemas.microsoft.com/office/drawing/2014/main" id="{5FB9A9C6-A3CF-4274-B5DA-D6883875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802" y="5997726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7"/>
                </a:moveTo>
                <a:cubicBezTo>
                  <a:pt x="0" y="34230"/>
                  <a:pt x="34228" y="0"/>
                  <a:pt x="76456" y="0"/>
                </a:cubicBezTo>
                <a:lnTo>
                  <a:pt x="2035628" y="0"/>
                </a:lnTo>
                <a:cubicBezTo>
                  <a:pt x="2077858" y="0"/>
                  <a:pt x="2112097" y="34230"/>
                  <a:pt x="2112097" y="76457"/>
                </a:cubicBezTo>
                <a:lnTo>
                  <a:pt x="2112097" y="382277"/>
                </a:lnTo>
                <a:cubicBezTo>
                  <a:pt x="2112097" y="424504"/>
                  <a:pt x="2077858" y="458736"/>
                  <a:pt x="2035628" y="458736"/>
                </a:cubicBezTo>
                <a:lnTo>
                  <a:pt x="76456" y="458736"/>
                </a:lnTo>
                <a:cubicBezTo>
                  <a:pt x="34228" y="458736"/>
                  <a:pt x="0" y="424504"/>
                  <a:pt x="0" y="382277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63">
            <a:extLst xmlns:a="http://schemas.openxmlformats.org/drawingml/2006/main">
              <a:ext uri="{FF2B5EF4-FFF2-40B4-BE49-F238E27FC236}">
                <a16:creationId xmlns:a16="http://schemas.microsoft.com/office/drawing/2014/main" id="{2CC2FD22-3E63-4AD4-85BB-D5799A40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3802" y="5997726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462" name="text-464 Luffy">
            <a:extLst xmlns:a="http://schemas.openxmlformats.org/drawingml/2006/main">
              <a:ext uri="{FF2B5EF4-FFF2-40B4-BE49-F238E27FC236}">
                <a16:creationId xmlns:a16="http://schemas.microsoft.com/office/drawing/2014/main" id="{A229FF17-40A9-4A0A-8D73-3B6EF5E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3309" y="6112017"/>
            <a:ext cx="504352" cy="253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Luffy</a:t>
            </a:r>
          </a:p>
        </p:txBody>
      </p:sp>
      <p:sp>
        <p:nvSpPr>
          <p:cNvPr id="463" name="path-465">
            <a:extLst xmlns:a="http://schemas.openxmlformats.org/drawingml/2006/main">
              <a:ext uri="{FF2B5EF4-FFF2-40B4-BE49-F238E27FC236}">
                <a16:creationId xmlns:a16="http://schemas.microsoft.com/office/drawing/2014/main" id="{2CCDB2DE-F22C-41D0-99EC-28D2374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5183" y="5639846"/>
            <a:ext cx="1653362" cy="505043"/>
          </a:xfrm>
          <a:custGeom xmlns:a="http://schemas.openxmlformats.org/drawingml/2006/main">
            <a:pathLst>
              <a:path w="1653362" h="505043">
                <a:moveTo>
                  <a:pt x="0" y="93963"/>
                </a:moveTo>
                <a:cubicBezTo>
                  <a:pt x="0" y="42069"/>
                  <a:pt x="42065" y="0"/>
                  <a:pt x="93966" y="0"/>
                </a:cubicBezTo>
                <a:lnTo>
                  <a:pt x="1559396" y="0"/>
                </a:lnTo>
                <a:cubicBezTo>
                  <a:pt x="1611284" y="0"/>
                  <a:pt x="1653362" y="42069"/>
                  <a:pt x="1653362" y="93963"/>
                </a:cubicBezTo>
                <a:lnTo>
                  <a:pt x="1653362" y="411079"/>
                </a:lnTo>
                <a:cubicBezTo>
                  <a:pt x="1653362" y="462974"/>
                  <a:pt x="1611284" y="505043"/>
                  <a:pt x="1559396" y="505043"/>
                </a:cubicBezTo>
                <a:lnTo>
                  <a:pt x="93966" y="505043"/>
                </a:lnTo>
                <a:cubicBezTo>
                  <a:pt x="42065" y="505043"/>
                  <a:pt x="0" y="462974"/>
                  <a:pt x="0" y="411079"/>
                </a:cubicBezTo>
                <a:lnTo>
                  <a:pt x="0" y="93963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66">
            <a:extLst xmlns:a="http://schemas.openxmlformats.org/drawingml/2006/main">
              <a:ext uri="{FF2B5EF4-FFF2-40B4-BE49-F238E27FC236}">
                <a16:creationId xmlns:a16="http://schemas.microsoft.com/office/drawing/2014/main" id="{D9ADBD6B-D34D-4BCD-8788-CB92B8B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5183" y="5639846"/>
            <a:ext cx="1653360" cy="505043"/>
          </a:xfrm>
          <a:custGeom xmlns:a="http://schemas.openxmlformats.org/drawingml/2006/main">
            <a:pathLst>
              <a:path w="1653360" h="505043">
                <a:moveTo>
                  <a:pt x="0" y="93964"/>
                </a:moveTo>
                <a:cubicBezTo>
                  <a:pt x="0" y="42069"/>
                  <a:pt x="42069" y="0"/>
                  <a:pt x="93964" y="0"/>
                </a:cubicBezTo>
                <a:lnTo>
                  <a:pt x="1559396" y="0"/>
                </a:lnTo>
                <a:cubicBezTo>
                  <a:pt x="1611292" y="0"/>
                  <a:pt x="1653360" y="42069"/>
                  <a:pt x="1653360" y="93964"/>
                </a:cubicBezTo>
                <a:lnTo>
                  <a:pt x="1653360" y="411080"/>
                </a:lnTo>
                <a:cubicBezTo>
                  <a:pt x="1653360" y="462974"/>
                  <a:pt x="1611292" y="505043"/>
                  <a:pt x="1559396" y="505043"/>
                </a:cubicBezTo>
                <a:lnTo>
                  <a:pt x="93964" y="505043"/>
                </a:lnTo>
                <a:cubicBezTo>
                  <a:pt x="42069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B5A0DE"/>
            </a:solidFill>
            <a:prstDash val="solid"/>
          </a:ln>
        </p:spPr>
      </p:sp>
      <p:sp>
        <p:nvSpPr>
          <p:cNvPr id="465" name="text-467 JOIN">
            <a:extLst xmlns:a="http://schemas.openxmlformats.org/drawingml/2006/main">
              <a:ext uri="{FF2B5EF4-FFF2-40B4-BE49-F238E27FC236}">
                <a16:creationId xmlns:a16="http://schemas.microsoft.com/office/drawing/2014/main" id="{12191910-7947-48A9-9551-3307F5D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55870" y="5648654"/>
            <a:ext cx="572162" cy="268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JOIN</a:t>
            </a:r>
          </a:p>
        </p:txBody>
      </p:sp>
      <p:sp>
        <p:nvSpPr>
          <p:cNvPr id="466" name="text-468 facts">
            <a:extLst xmlns:a="http://schemas.openxmlformats.org/drawingml/2006/main">
              <a:ext uri="{FF2B5EF4-FFF2-40B4-BE49-F238E27FC236}">
                <a16:creationId xmlns:a16="http://schemas.microsoft.com/office/drawing/2014/main" id="{13F1199E-3754-4BFE-BAA1-D7C46D59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51590" y="5648826"/>
            <a:ext cx="511356" cy="268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facts</a:t>
            </a:r>
          </a:p>
        </p:txBody>
      </p:sp>
      <p:sp>
        <p:nvSpPr>
          <p:cNvPr id="467" name="text-470 in order">
            <a:extLst xmlns:a="http://schemas.openxmlformats.org/drawingml/2006/main">
              <a:ext uri="{FF2B5EF4-FFF2-40B4-BE49-F238E27FC236}">
                <a16:creationId xmlns:a16="http://schemas.microsoft.com/office/drawing/2014/main" id="{ECAEC266-FB8F-44BD-AD6F-89B5A9D3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2938" y="5877667"/>
            <a:ext cx="749334" cy="26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1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in order</a:t>
            </a:r>
          </a:p>
        </p:txBody>
      </p:sp>
      <p:sp>
        <p:nvSpPr>
          <p:cNvPr id="468" name="path-471">
            <a:extLst xmlns:a="http://schemas.openxmlformats.org/drawingml/2006/main">
              <a:ext uri="{FF2B5EF4-FFF2-40B4-BE49-F238E27FC236}">
                <a16:creationId xmlns:a16="http://schemas.microsoft.com/office/drawing/2014/main" id="{BB63E9B9-FA05-4699-9320-ADB97316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5328" y="5487032"/>
            <a:ext cx="248480" cy="248481"/>
          </a:xfrm>
          <a:custGeom xmlns:a="http://schemas.openxmlformats.org/drawingml/2006/main">
            <a:pathLst>
              <a:path w="248480" h="248481">
                <a:moveTo>
                  <a:pt x="0" y="124241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8"/>
                  <a:pt x="192859" y="248481"/>
                  <a:pt x="124240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72">
            <a:extLst xmlns:a="http://schemas.openxmlformats.org/drawingml/2006/main">
              <a:ext uri="{FF2B5EF4-FFF2-40B4-BE49-F238E27FC236}">
                <a16:creationId xmlns:a16="http://schemas.microsoft.com/office/drawing/2014/main" id="{7F49CDB8-8ED9-4F28-8863-DFAC859E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5328" y="5487032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70" name="text-473 1">
            <a:extLst xmlns:a="http://schemas.openxmlformats.org/drawingml/2006/main">
              <a:ext uri="{FF2B5EF4-FFF2-40B4-BE49-F238E27FC236}">
                <a16:creationId xmlns:a16="http://schemas.microsoft.com/office/drawing/2014/main" id="{284B05E1-FE4A-427E-9724-D54F1531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9305" y="5516994"/>
            <a:ext cx="88352" cy="19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71" name="path-474">
            <a:extLst xmlns:a="http://schemas.openxmlformats.org/drawingml/2006/main">
              <a:ext uri="{FF2B5EF4-FFF2-40B4-BE49-F238E27FC236}">
                <a16:creationId xmlns:a16="http://schemas.microsoft.com/office/drawing/2014/main" id="{90409201-AC2D-4BB9-94E4-6CB6855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675" y="6101004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5"/>
                  <a:pt x="55634" y="0"/>
                  <a:pt x="124242" y="0"/>
                </a:cubicBezTo>
                <a:cubicBezTo>
                  <a:pt x="192861" y="0"/>
                  <a:pt x="248482" y="55625"/>
                  <a:pt x="248482" y="124241"/>
                </a:cubicBezTo>
                <a:cubicBezTo>
                  <a:pt x="248482" y="192858"/>
                  <a:pt x="192861" y="248481"/>
                  <a:pt x="124242" y="248481"/>
                </a:cubicBezTo>
                <a:cubicBezTo>
                  <a:pt x="55634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75">
            <a:extLst xmlns:a="http://schemas.openxmlformats.org/drawingml/2006/main">
              <a:ext uri="{FF2B5EF4-FFF2-40B4-BE49-F238E27FC236}">
                <a16:creationId xmlns:a16="http://schemas.microsoft.com/office/drawing/2014/main" id="{B4A60BD5-4909-4F32-BD62-1DA8A4AE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675" y="6101004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473" name="text-476 2">
            <a:extLst xmlns:a="http://schemas.openxmlformats.org/drawingml/2006/main">
              <a:ext uri="{FF2B5EF4-FFF2-40B4-BE49-F238E27FC236}">
                <a16:creationId xmlns:a16="http://schemas.microsoft.com/office/drawing/2014/main" id="{2E73489A-A01E-4A0E-8B33-BE855BBC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2305" y="6128563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74" name="path-477">
            <a:extLst xmlns:a="http://schemas.openxmlformats.org/drawingml/2006/main">
              <a:ext uri="{FF2B5EF4-FFF2-40B4-BE49-F238E27FC236}">
                <a16:creationId xmlns:a16="http://schemas.microsoft.com/office/drawing/2014/main" id="{2A4CF15A-70E8-4B43-B19E-1C4A4D0D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620" y="5376244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6"/>
                </a:moveTo>
                <a:cubicBezTo>
                  <a:pt x="0" y="34230"/>
                  <a:pt x="34238" y="0"/>
                  <a:pt x="76469" y="0"/>
                </a:cubicBezTo>
                <a:lnTo>
                  <a:pt x="1261524" y="0"/>
                </a:lnTo>
                <a:cubicBezTo>
                  <a:pt x="1303752" y="0"/>
                  <a:pt x="1337980" y="34230"/>
                  <a:pt x="1337980" y="76456"/>
                </a:cubicBezTo>
                <a:lnTo>
                  <a:pt x="1337980" y="382280"/>
                </a:lnTo>
                <a:cubicBezTo>
                  <a:pt x="1337980" y="424504"/>
                  <a:pt x="1303752" y="458736"/>
                  <a:pt x="1261524" y="458736"/>
                </a:cubicBezTo>
                <a:lnTo>
                  <a:pt x="76469" y="458736"/>
                </a:lnTo>
                <a:cubicBezTo>
                  <a:pt x="34238" y="458736"/>
                  <a:pt x="0" y="424504"/>
                  <a:pt x="0" y="382280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78">
            <a:extLst xmlns:a="http://schemas.openxmlformats.org/drawingml/2006/main">
              <a:ext uri="{FF2B5EF4-FFF2-40B4-BE49-F238E27FC236}">
                <a16:creationId xmlns:a16="http://schemas.microsoft.com/office/drawing/2014/main" id="{8A8151FC-360B-4FC5-93BE-87AA79D5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620" y="5376244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4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4"/>
                  <a:pt x="1303749" y="458736"/>
                  <a:pt x="1261524" y="458736"/>
                </a:cubicBezTo>
                <a:lnTo>
                  <a:pt x="76456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476" name="text-479 Kaido">
            <a:extLst xmlns:a="http://schemas.openxmlformats.org/drawingml/2006/main">
              <a:ext uri="{FF2B5EF4-FFF2-40B4-BE49-F238E27FC236}">
                <a16:creationId xmlns:a16="http://schemas.microsoft.com/office/drawing/2014/main" id="{2ACEDC78-7D33-4D0E-9D92-08FCD39D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17043" y="5491085"/>
            <a:ext cx="488025" cy="253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Kaido</a:t>
            </a:r>
          </a:p>
        </p:txBody>
      </p:sp>
      <p:sp>
        <p:nvSpPr>
          <p:cNvPr id="477" name="path-480">
            <a:extLst xmlns:a="http://schemas.openxmlformats.org/drawingml/2006/main">
              <a:ext uri="{FF2B5EF4-FFF2-40B4-BE49-F238E27FC236}">
                <a16:creationId xmlns:a16="http://schemas.microsoft.com/office/drawing/2014/main" id="{C942439A-0EFA-4DC9-805B-1554EE6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5997726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6"/>
                </a:moveTo>
                <a:cubicBezTo>
                  <a:pt x="0" y="34230"/>
                  <a:pt x="34228" y="0"/>
                  <a:pt x="76456" y="0"/>
                </a:cubicBezTo>
                <a:lnTo>
                  <a:pt x="1261524" y="0"/>
                </a:lnTo>
                <a:cubicBezTo>
                  <a:pt x="1303752" y="0"/>
                  <a:pt x="1337980" y="34230"/>
                  <a:pt x="1337980" y="76456"/>
                </a:cubicBezTo>
                <a:lnTo>
                  <a:pt x="1337980" y="382279"/>
                </a:lnTo>
                <a:cubicBezTo>
                  <a:pt x="1337980" y="424504"/>
                  <a:pt x="1303752" y="458736"/>
                  <a:pt x="1261524" y="458736"/>
                </a:cubicBezTo>
                <a:lnTo>
                  <a:pt x="76456" y="458736"/>
                </a:lnTo>
                <a:cubicBezTo>
                  <a:pt x="34228" y="458736"/>
                  <a:pt x="0" y="424504"/>
                  <a:pt x="0" y="382279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81">
            <a:extLst xmlns:a="http://schemas.openxmlformats.org/drawingml/2006/main">
              <a:ext uri="{FF2B5EF4-FFF2-40B4-BE49-F238E27FC236}">
                <a16:creationId xmlns:a16="http://schemas.microsoft.com/office/drawing/2014/main" id="{700C5E07-4616-4570-880A-2AA1D425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991" y="5997726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4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4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479" name="text-482 Monkey D. ">
            <a:extLst xmlns:a="http://schemas.openxmlformats.org/drawingml/2006/main">
              <a:ext uri="{FF2B5EF4-FFF2-40B4-BE49-F238E27FC236}">
                <a16:creationId xmlns:a16="http://schemas.microsoft.com/office/drawing/2014/main" id="{C67B4DC3-C315-4173-9495-BF371795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45426" y="6016412"/>
            <a:ext cx="897420" cy="23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3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Monkey D. </a:t>
            </a:r>
          </a:p>
        </p:txBody>
      </p:sp>
      <p:sp>
        <p:nvSpPr>
          <p:cNvPr id="480" name="text-483 Dragon">
            <a:extLst xmlns:a="http://schemas.openxmlformats.org/drawingml/2006/main">
              <a:ext uri="{FF2B5EF4-FFF2-40B4-BE49-F238E27FC236}">
                <a16:creationId xmlns:a16="http://schemas.microsoft.com/office/drawing/2014/main" id="{E4DF605F-1F94-47DA-8F23-7ACA8F5B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74444" y="6221978"/>
            <a:ext cx="587095" cy="236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Dragon</a:t>
            </a:r>
          </a:p>
        </p:txBody>
      </p:sp>
      <p:sp>
        <p:nvSpPr>
          <p:cNvPr id="481" name="path-484">
            <a:extLst xmlns:a="http://schemas.openxmlformats.org/drawingml/2006/main">
              <a:ext uri="{FF2B5EF4-FFF2-40B4-BE49-F238E27FC236}">
                <a16:creationId xmlns:a16="http://schemas.microsoft.com/office/drawing/2014/main" id="{4DF113CE-EED2-4EDF-A55B-9C587B7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5886" y="5567385"/>
            <a:ext cx="1170733" cy="76456"/>
          </a:xfrm>
          <a:custGeom xmlns:a="http://schemas.openxmlformats.org/drawingml/2006/main">
            <a:pathLst>
              <a:path w="1170733" h="76456">
                <a:moveTo>
                  <a:pt x="0" y="31857"/>
                </a:moveTo>
                <a:lnTo>
                  <a:pt x="0" y="44599"/>
                </a:lnTo>
                <a:lnTo>
                  <a:pt x="1119763" y="44599"/>
                </a:lnTo>
                <a:lnTo>
                  <a:pt x="1119763" y="31857"/>
                </a:lnTo>
                <a:close/>
                <a:moveTo>
                  <a:pt x="1119763" y="38228"/>
                </a:moveTo>
                <a:lnTo>
                  <a:pt x="1094277" y="0"/>
                </a:lnTo>
                <a:lnTo>
                  <a:pt x="1170733" y="38228"/>
                </a:lnTo>
                <a:lnTo>
                  <a:pt x="1094277" y="76456"/>
                </a:lnTo>
                <a:lnTo>
                  <a:pt x="111976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85">
            <a:extLst xmlns:a="http://schemas.openxmlformats.org/drawingml/2006/main">
              <a:ext uri="{FF2B5EF4-FFF2-40B4-BE49-F238E27FC236}">
                <a16:creationId xmlns:a16="http://schemas.microsoft.com/office/drawing/2014/main" id="{2DCD7971-124D-4251-A4BE-F897C958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5899" y="6188866"/>
            <a:ext cx="1179092" cy="76455"/>
          </a:xfrm>
          <a:custGeom xmlns:a="http://schemas.openxmlformats.org/drawingml/2006/main">
            <a:pathLst>
              <a:path w="1179092" h="76455">
                <a:moveTo>
                  <a:pt x="0" y="31857"/>
                </a:moveTo>
                <a:lnTo>
                  <a:pt x="0" y="44599"/>
                </a:lnTo>
                <a:lnTo>
                  <a:pt x="1128122" y="44599"/>
                </a:lnTo>
                <a:lnTo>
                  <a:pt x="1128122" y="31857"/>
                </a:lnTo>
                <a:close/>
                <a:moveTo>
                  <a:pt x="1128122" y="38228"/>
                </a:moveTo>
                <a:lnTo>
                  <a:pt x="1102636" y="0"/>
                </a:lnTo>
                <a:lnTo>
                  <a:pt x="1179092" y="38228"/>
                </a:lnTo>
                <a:lnTo>
                  <a:pt x="1102636" y="76455"/>
                </a:lnTo>
                <a:lnTo>
                  <a:pt x="1128122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text-486 father">
            <a:extLst xmlns:a="http://schemas.openxmlformats.org/drawingml/2006/main">
              <a:ext uri="{FF2B5EF4-FFF2-40B4-BE49-F238E27FC236}">
                <a16:creationId xmlns:a16="http://schemas.microsoft.com/office/drawing/2014/main" id="{5D16CC0A-DA98-4317-A1CD-5D29F574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41974" y="5964346"/>
            <a:ext cx="533994" cy="22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father</a:t>
            </a:r>
          </a:p>
        </p:txBody>
      </p:sp>
      <p:sp>
        <p:nvSpPr>
          <p:cNvPr id="484" name="text-487 father">
            <a:extLst xmlns:a="http://schemas.openxmlformats.org/drawingml/2006/main">
              <a:ext uri="{FF2B5EF4-FFF2-40B4-BE49-F238E27FC236}">
                <a16:creationId xmlns:a16="http://schemas.microsoft.com/office/drawing/2014/main" id="{0CEB934C-5CAD-4B65-859B-27AA22EF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46754" y="5361874"/>
            <a:ext cx="533994" cy="22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father</a:t>
            </a:r>
          </a:p>
        </p:txBody>
      </p:sp>
      <p:sp>
        <p:nvSpPr>
          <p:cNvPr id="485" name="path-488">
            <a:extLst xmlns:a="http://schemas.openxmlformats.org/drawingml/2006/main">
              <a:ext uri="{FF2B5EF4-FFF2-40B4-BE49-F238E27FC236}">
                <a16:creationId xmlns:a16="http://schemas.microsoft.com/office/drawing/2014/main" id="{DEB8EA08-2E4B-4B72-8987-A9BA52A5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472" y="5599245"/>
            <a:ext cx="850700" cy="329090"/>
          </a:xfrm>
          <a:custGeom xmlns:a="http://schemas.openxmlformats.org/drawingml/2006/main">
            <a:pathLst>
              <a:path w="850700" h="329090">
                <a:moveTo>
                  <a:pt x="267" y="0"/>
                </a:moveTo>
                <a:lnTo>
                  <a:pt x="40088" y="822"/>
                </a:lnTo>
                <a:lnTo>
                  <a:pt x="79844" y="3230"/>
                </a:lnTo>
                <a:lnTo>
                  <a:pt x="118977" y="7118"/>
                </a:lnTo>
                <a:lnTo>
                  <a:pt x="157167" y="12380"/>
                </a:lnTo>
                <a:lnTo>
                  <a:pt x="194109" y="18911"/>
                </a:lnTo>
                <a:lnTo>
                  <a:pt x="229495" y="26608"/>
                </a:lnTo>
                <a:lnTo>
                  <a:pt x="263033" y="35368"/>
                </a:lnTo>
                <a:lnTo>
                  <a:pt x="294406" y="45090"/>
                </a:lnTo>
                <a:lnTo>
                  <a:pt x="323320" y="55677"/>
                </a:lnTo>
                <a:lnTo>
                  <a:pt x="349468" y="67035"/>
                </a:lnTo>
                <a:lnTo>
                  <a:pt x="372557" y="79080"/>
                </a:lnTo>
                <a:lnTo>
                  <a:pt x="392320" y="91741"/>
                </a:lnTo>
                <a:lnTo>
                  <a:pt x="408440" y="104980"/>
                </a:lnTo>
                <a:cubicBezTo>
                  <a:pt x="408707" y="105198"/>
                  <a:pt x="408961" y="105440"/>
                  <a:pt x="409192" y="105699"/>
                </a:cubicBezTo>
                <a:lnTo>
                  <a:pt x="420659" y="118809"/>
                </a:lnTo>
                <a:cubicBezTo>
                  <a:pt x="420890" y="119070"/>
                  <a:pt x="421093" y="119350"/>
                  <a:pt x="421284" y="119645"/>
                </a:cubicBezTo>
                <a:lnTo>
                  <a:pt x="425401" y="126285"/>
                </a:lnTo>
                <a:lnTo>
                  <a:pt x="428789" y="133719"/>
                </a:lnTo>
                <a:cubicBezTo>
                  <a:pt x="428931" y="134021"/>
                  <a:pt x="429045" y="134333"/>
                  <a:pt x="429122" y="134651"/>
                </a:cubicBezTo>
                <a:lnTo>
                  <a:pt x="430957" y="141357"/>
                </a:lnTo>
                <a:cubicBezTo>
                  <a:pt x="431046" y="141714"/>
                  <a:pt x="431109" y="142080"/>
                  <a:pt x="431147" y="142447"/>
                </a:cubicBezTo>
                <a:lnTo>
                  <a:pt x="431760" y="149165"/>
                </a:lnTo>
                <a:lnTo>
                  <a:pt x="432383" y="155885"/>
                </a:lnTo>
                <a:lnTo>
                  <a:pt x="432179" y="154794"/>
                </a:lnTo>
                <a:lnTo>
                  <a:pt x="434001" y="161501"/>
                </a:lnTo>
                <a:lnTo>
                  <a:pt x="433669" y="160568"/>
                </a:lnTo>
                <a:lnTo>
                  <a:pt x="436665" y="167245"/>
                </a:lnTo>
                <a:lnTo>
                  <a:pt x="440386" y="173132"/>
                </a:lnTo>
                <a:lnTo>
                  <a:pt x="439761" y="172294"/>
                </a:lnTo>
                <a:lnTo>
                  <a:pt x="451242" y="185405"/>
                </a:lnTo>
                <a:lnTo>
                  <a:pt x="450490" y="184683"/>
                </a:lnTo>
                <a:lnTo>
                  <a:pt x="466024" y="197478"/>
                </a:lnTo>
                <a:lnTo>
                  <a:pt x="484667" y="209409"/>
                </a:lnTo>
                <a:lnTo>
                  <a:pt x="506864" y="220969"/>
                </a:lnTo>
                <a:lnTo>
                  <a:pt x="532260" y="231993"/>
                </a:lnTo>
                <a:lnTo>
                  <a:pt x="560511" y="242337"/>
                </a:lnTo>
                <a:lnTo>
                  <a:pt x="591310" y="251878"/>
                </a:lnTo>
                <a:lnTo>
                  <a:pt x="624301" y="260497"/>
                </a:lnTo>
                <a:lnTo>
                  <a:pt x="659189" y="268084"/>
                </a:lnTo>
                <a:lnTo>
                  <a:pt x="695659" y="274530"/>
                </a:lnTo>
                <a:lnTo>
                  <a:pt x="733365" y="279724"/>
                </a:lnTo>
                <a:lnTo>
                  <a:pt x="772013" y="283565"/>
                </a:lnTo>
                <a:lnTo>
                  <a:pt x="800136" y="285267"/>
                </a:lnTo>
                <a:lnTo>
                  <a:pt x="799373" y="297986"/>
                </a:lnTo>
                <a:lnTo>
                  <a:pt x="770751" y="296246"/>
                </a:lnTo>
                <a:lnTo>
                  <a:pt x="731620" y="292349"/>
                </a:lnTo>
                <a:lnTo>
                  <a:pt x="693430" y="287076"/>
                </a:lnTo>
                <a:lnTo>
                  <a:pt x="656490" y="280536"/>
                </a:lnTo>
                <a:lnTo>
                  <a:pt x="621089" y="272826"/>
                </a:lnTo>
                <a:lnTo>
                  <a:pt x="587526" y="264048"/>
                </a:lnTo>
                <a:lnTo>
                  <a:pt x="556129" y="254302"/>
                </a:lnTo>
                <a:lnTo>
                  <a:pt x="527175" y="243680"/>
                </a:lnTo>
                <a:lnTo>
                  <a:pt x="500963" y="232265"/>
                </a:lnTo>
                <a:lnTo>
                  <a:pt x="477785" y="220128"/>
                </a:lnTo>
                <a:lnTo>
                  <a:pt x="457921" y="207310"/>
                </a:lnTo>
                <a:lnTo>
                  <a:pt x="442388" y="194517"/>
                </a:lnTo>
                <a:cubicBezTo>
                  <a:pt x="442119" y="194298"/>
                  <a:pt x="441877" y="194057"/>
                  <a:pt x="441648" y="193797"/>
                </a:cubicBezTo>
                <a:lnTo>
                  <a:pt x="430179" y="180688"/>
                </a:lnTo>
                <a:cubicBezTo>
                  <a:pt x="429948" y="180426"/>
                  <a:pt x="429745" y="180145"/>
                  <a:pt x="429554" y="179852"/>
                </a:cubicBezTo>
                <a:lnTo>
                  <a:pt x="425030" y="172456"/>
                </a:lnTo>
                <a:lnTo>
                  <a:pt x="422049" y="165777"/>
                </a:lnTo>
                <a:cubicBezTo>
                  <a:pt x="421909" y="165475"/>
                  <a:pt x="421793" y="165163"/>
                  <a:pt x="421704" y="164844"/>
                </a:cubicBezTo>
                <a:lnTo>
                  <a:pt x="419884" y="158139"/>
                </a:lnTo>
                <a:cubicBezTo>
                  <a:pt x="419793" y="157782"/>
                  <a:pt x="419729" y="157417"/>
                  <a:pt x="419693" y="157048"/>
                </a:cubicBezTo>
                <a:lnTo>
                  <a:pt x="419081" y="150330"/>
                </a:lnTo>
                <a:lnTo>
                  <a:pt x="418456" y="143611"/>
                </a:lnTo>
                <a:lnTo>
                  <a:pt x="418659" y="144700"/>
                </a:lnTo>
                <a:lnTo>
                  <a:pt x="416826" y="137996"/>
                </a:lnTo>
                <a:lnTo>
                  <a:pt x="417169" y="138928"/>
                </a:lnTo>
                <a:lnTo>
                  <a:pt x="414570" y="133004"/>
                </a:lnTo>
                <a:lnTo>
                  <a:pt x="410455" y="126364"/>
                </a:lnTo>
                <a:lnTo>
                  <a:pt x="411078" y="127201"/>
                </a:lnTo>
                <a:lnTo>
                  <a:pt x="399596" y="114091"/>
                </a:lnTo>
                <a:lnTo>
                  <a:pt x="400335" y="114811"/>
                </a:lnTo>
                <a:lnTo>
                  <a:pt x="385427" y="102462"/>
                </a:lnTo>
                <a:lnTo>
                  <a:pt x="366656" y="90375"/>
                </a:lnTo>
                <a:lnTo>
                  <a:pt x="344383" y="78721"/>
                </a:lnTo>
                <a:lnTo>
                  <a:pt x="318936" y="67642"/>
                </a:lnTo>
                <a:lnTo>
                  <a:pt x="290633" y="57260"/>
                </a:lnTo>
                <a:lnTo>
                  <a:pt x="259810" y="47696"/>
                </a:lnTo>
                <a:lnTo>
                  <a:pt x="226792" y="39059"/>
                </a:lnTo>
                <a:lnTo>
                  <a:pt x="191891" y="31459"/>
                </a:lnTo>
                <a:lnTo>
                  <a:pt x="155421" y="25003"/>
                </a:lnTo>
                <a:lnTo>
                  <a:pt x="117716" y="19798"/>
                </a:lnTo>
                <a:lnTo>
                  <a:pt x="79067" y="15950"/>
                </a:lnTo>
                <a:lnTo>
                  <a:pt x="39820" y="13562"/>
                </a:lnTo>
                <a:lnTo>
                  <a:pt x="0" y="12740"/>
                </a:lnTo>
                <a:lnTo>
                  <a:pt x="267" y="0"/>
                </a:lnTo>
                <a:moveTo>
                  <a:pt x="799753" y="291627"/>
                </a:moveTo>
                <a:lnTo>
                  <a:pt x="775403" y="252667"/>
                </a:lnTo>
                <a:lnTo>
                  <a:pt x="850700" y="293124"/>
                </a:lnTo>
                <a:lnTo>
                  <a:pt x="773161" y="329090"/>
                </a:lnTo>
                <a:lnTo>
                  <a:pt x="799753" y="291627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89">
            <a:extLst xmlns:a="http://schemas.openxmlformats.org/drawingml/2006/main">
              <a:ext uri="{FF2B5EF4-FFF2-40B4-BE49-F238E27FC236}">
                <a16:creationId xmlns:a16="http://schemas.microsoft.com/office/drawing/2014/main" id="{CC356B2E-AE84-4034-9B7F-E87EC15E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2818" y="5856837"/>
            <a:ext cx="842365" cy="376625"/>
          </a:xfrm>
          <a:custGeom xmlns:a="http://schemas.openxmlformats.org/drawingml/2006/main">
            <a:pathLst>
              <a:path w="842365" h="376625">
                <a:moveTo>
                  <a:pt x="305" y="376625"/>
                </a:moveTo>
                <a:lnTo>
                  <a:pt x="39745" y="375666"/>
                </a:lnTo>
                <a:lnTo>
                  <a:pt x="79158" y="372852"/>
                </a:lnTo>
                <a:lnTo>
                  <a:pt x="117945" y="368310"/>
                </a:lnTo>
                <a:lnTo>
                  <a:pt x="155803" y="362163"/>
                </a:lnTo>
                <a:lnTo>
                  <a:pt x="192426" y="354531"/>
                </a:lnTo>
                <a:lnTo>
                  <a:pt x="227508" y="345537"/>
                </a:lnTo>
                <a:lnTo>
                  <a:pt x="260753" y="335301"/>
                </a:lnTo>
                <a:lnTo>
                  <a:pt x="291857" y="323939"/>
                </a:lnTo>
                <a:lnTo>
                  <a:pt x="320515" y="311566"/>
                </a:lnTo>
                <a:lnTo>
                  <a:pt x="346447" y="298290"/>
                </a:lnTo>
                <a:lnTo>
                  <a:pt x="369345" y="284216"/>
                </a:lnTo>
                <a:lnTo>
                  <a:pt x="388919" y="269425"/>
                </a:lnTo>
                <a:lnTo>
                  <a:pt x="404884" y="253981"/>
                </a:lnTo>
                <a:cubicBezTo>
                  <a:pt x="405126" y="253743"/>
                  <a:pt x="405357" y="253486"/>
                  <a:pt x="405560" y="253209"/>
                </a:cubicBezTo>
                <a:lnTo>
                  <a:pt x="416915" y="237907"/>
                </a:lnTo>
                <a:cubicBezTo>
                  <a:pt x="417106" y="237645"/>
                  <a:pt x="417284" y="237367"/>
                  <a:pt x="417436" y="237078"/>
                </a:cubicBezTo>
                <a:lnTo>
                  <a:pt x="421515" y="229328"/>
                </a:lnTo>
                <a:lnTo>
                  <a:pt x="424803" y="220826"/>
                </a:lnTo>
                <a:lnTo>
                  <a:pt x="426853" y="212167"/>
                </a:lnTo>
                <a:cubicBezTo>
                  <a:pt x="426931" y="211858"/>
                  <a:pt x="426980" y="211546"/>
                  <a:pt x="427007" y="211230"/>
                </a:cubicBezTo>
                <a:lnTo>
                  <a:pt x="427605" y="203387"/>
                </a:lnTo>
                <a:lnTo>
                  <a:pt x="428217" y="195544"/>
                </a:lnTo>
                <a:lnTo>
                  <a:pt x="428077" y="196482"/>
                </a:lnTo>
                <a:lnTo>
                  <a:pt x="429887" y="188655"/>
                </a:lnTo>
                <a:lnTo>
                  <a:pt x="432588" y="181689"/>
                </a:lnTo>
                <a:lnTo>
                  <a:pt x="436360" y="174644"/>
                </a:lnTo>
                <a:lnTo>
                  <a:pt x="435836" y="175473"/>
                </a:lnTo>
                <a:lnTo>
                  <a:pt x="447191" y="160170"/>
                </a:lnTo>
                <a:lnTo>
                  <a:pt x="446515" y="160942"/>
                </a:lnTo>
                <a:lnTo>
                  <a:pt x="461883" y="146009"/>
                </a:lnTo>
                <a:lnTo>
                  <a:pt x="480359" y="132074"/>
                </a:lnTo>
                <a:lnTo>
                  <a:pt x="502329" y="118588"/>
                </a:lnTo>
                <a:lnTo>
                  <a:pt x="527431" y="105738"/>
                </a:lnTo>
                <a:lnTo>
                  <a:pt x="555377" y="93679"/>
                </a:lnTo>
                <a:lnTo>
                  <a:pt x="585831" y="82558"/>
                </a:lnTo>
                <a:lnTo>
                  <a:pt x="618465" y="72508"/>
                </a:lnTo>
                <a:lnTo>
                  <a:pt x="652971" y="63663"/>
                </a:lnTo>
                <a:lnTo>
                  <a:pt x="689033" y="56150"/>
                </a:lnTo>
                <a:lnTo>
                  <a:pt x="726331" y="50091"/>
                </a:lnTo>
                <a:lnTo>
                  <a:pt x="764559" y="45617"/>
                </a:lnTo>
                <a:lnTo>
                  <a:pt x="791879" y="43669"/>
                </a:lnTo>
                <a:lnTo>
                  <a:pt x="790962" y="30957"/>
                </a:lnTo>
                <a:lnTo>
                  <a:pt x="763068" y="32961"/>
                </a:lnTo>
                <a:lnTo>
                  <a:pt x="724293" y="37515"/>
                </a:lnTo>
                <a:lnTo>
                  <a:pt x="686435" y="43675"/>
                </a:lnTo>
                <a:lnTo>
                  <a:pt x="649811" y="51320"/>
                </a:lnTo>
                <a:lnTo>
                  <a:pt x="614719" y="60331"/>
                </a:lnTo>
                <a:lnTo>
                  <a:pt x="581460" y="70590"/>
                </a:lnTo>
                <a:lnTo>
                  <a:pt x="550330" y="81982"/>
                </a:lnTo>
                <a:lnTo>
                  <a:pt x="521620" y="94398"/>
                </a:lnTo>
                <a:lnTo>
                  <a:pt x="495638" y="107739"/>
                </a:lnTo>
                <a:lnTo>
                  <a:pt x="472676" y="121917"/>
                </a:lnTo>
                <a:lnTo>
                  <a:pt x="453001" y="136869"/>
                </a:lnTo>
                <a:lnTo>
                  <a:pt x="437633" y="151804"/>
                </a:lnTo>
                <a:cubicBezTo>
                  <a:pt x="437392" y="152042"/>
                  <a:pt x="437163" y="152301"/>
                  <a:pt x="436959" y="152574"/>
                </a:cubicBezTo>
                <a:lnTo>
                  <a:pt x="425604" y="167878"/>
                </a:lnTo>
                <a:cubicBezTo>
                  <a:pt x="425401" y="168140"/>
                  <a:pt x="425236" y="168418"/>
                  <a:pt x="425083" y="168707"/>
                </a:cubicBezTo>
                <a:lnTo>
                  <a:pt x="420687" y="177163"/>
                </a:lnTo>
                <a:lnTo>
                  <a:pt x="417462" y="185792"/>
                </a:lnTo>
                <a:lnTo>
                  <a:pt x="415665" y="193618"/>
                </a:lnTo>
                <a:cubicBezTo>
                  <a:pt x="415589" y="193926"/>
                  <a:pt x="415538" y="194241"/>
                  <a:pt x="415512" y="194556"/>
                </a:cubicBezTo>
                <a:lnTo>
                  <a:pt x="414900" y="202399"/>
                </a:lnTo>
                <a:lnTo>
                  <a:pt x="414301" y="210241"/>
                </a:lnTo>
                <a:lnTo>
                  <a:pt x="414441" y="209302"/>
                </a:lnTo>
                <a:lnTo>
                  <a:pt x="412887" y="216299"/>
                </a:lnTo>
                <a:lnTo>
                  <a:pt x="410237" y="223391"/>
                </a:lnTo>
                <a:lnTo>
                  <a:pt x="406160" y="231142"/>
                </a:lnTo>
                <a:lnTo>
                  <a:pt x="406683" y="230311"/>
                </a:lnTo>
                <a:lnTo>
                  <a:pt x="395327" y="245614"/>
                </a:lnTo>
                <a:lnTo>
                  <a:pt x="396004" y="244842"/>
                </a:lnTo>
                <a:lnTo>
                  <a:pt x="381221" y="259268"/>
                </a:lnTo>
                <a:lnTo>
                  <a:pt x="362656" y="273364"/>
                </a:lnTo>
                <a:lnTo>
                  <a:pt x="340624" y="286952"/>
                </a:lnTo>
                <a:lnTo>
                  <a:pt x="315457" y="299869"/>
                </a:lnTo>
                <a:lnTo>
                  <a:pt x="287473" y="311971"/>
                </a:lnTo>
                <a:lnTo>
                  <a:pt x="256994" y="323123"/>
                </a:lnTo>
                <a:lnTo>
                  <a:pt x="224334" y="333195"/>
                </a:lnTo>
                <a:lnTo>
                  <a:pt x="189827" y="342057"/>
                </a:lnTo>
                <a:lnTo>
                  <a:pt x="153753" y="349584"/>
                </a:lnTo>
                <a:lnTo>
                  <a:pt x="116468" y="355654"/>
                </a:lnTo>
                <a:lnTo>
                  <a:pt x="78253" y="360142"/>
                </a:lnTo>
                <a:lnTo>
                  <a:pt x="39425" y="362927"/>
                </a:lnTo>
                <a:lnTo>
                  <a:pt x="0" y="363886"/>
                </a:lnTo>
                <a:lnTo>
                  <a:pt x="305" y="376625"/>
                </a:lnTo>
                <a:moveTo>
                  <a:pt x="791422" y="37314"/>
                </a:moveTo>
                <a:lnTo>
                  <a:pt x="767286" y="76410"/>
                </a:lnTo>
                <a:lnTo>
                  <a:pt x="842365" y="35530"/>
                </a:lnTo>
                <a:lnTo>
                  <a:pt x="764612" y="0"/>
                </a:lnTo>
                <a:lnTo>
                  <a:pt x="791422" y="37314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490">
            <a:extLst xmlns:a="http://schemas.openxmlformats.org/drawingml/2006/main">
              <a:ext uri="{FF2B5EF4-FFF2-40B4-BE49-F238E27FC236}">
                <a16:creationId xmlns:a16="http://schemas.microsoft.com/office/drawing/2014/main" id="{87905456-8B70-4224-BEA1-1BF3D6F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7280" y="5639847"/>
            <a:ext cx="1365453" cy="493854"/>
          </a:xfrm>
          <a:custGeom xmlns:a="http://schemas.openxmlformats.org/drawingml/2006/main">
            <a:pathLst>
              <a:path w="1365453" h="493854">
                <a:moveTo>
                  <a:pt x="0" y="82310"/>
                </a:moveTo>
                <a:cubicBezTo>
                  <a:pt x="0" y="36852"/>
                  <a:pt x="36853" y="0"/>
                  <a:pt x="82306" y="0"/>
                </a:cubicBezTo>
                <a:lnTo>
                  <a:pt x="1283150" y="0"/>
                </a:lnTo>
                <a:cubicBezTo>
                  <a:pt x="1328598" y="0"/>
                  <a:pt x="1365453" y="36852"/>
                  <a:pt x="1365453" y="82310"/>
                </a:cubicBezTo>
                <a:lnTo>
                  <a:pt x="1365453" y="411544"/>
                </a:lnTo>
                <a:cubicBezTo>
                  <a:pt x="1365453" y="457002"/>
                  <a:pt x="1328598" y="493854"/>
                  <a:pt x="1283150" y="493854"/>
                </a:cubicBezTo>
                <a:lnTo>
                  <a:pt x="82306" y="493854"/>
                </a:lnTo>
                <a:cubicBezTo>
                  <a:pt x="36853" y="493854"/>
                  <a:pt x="0" y="457002"/>
                  <a:pt x="0" y="411544"/>
                </a:cubicBezTo>
                <a:lnTo>
                  <a:pt x="0" y="82310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91">
            <a:extLst xmlns:a="http://schemas.openxmlformats.org/drawingml/2006/main">
              <a:ext uri="{FF2B5EF4-FFF2-40B4-BE49-F238E27FC236}">
                <a16:creationId xmlns:a16="http://schemas.microsoft.com/office/drawing/2014/main" id="{C32F51E5-9302-452B-AE06-A6F37BF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7280" y="5639847"/>
            <a:ext cx="1365464" cy="493853"/>
          </a:xfrm>
          <a:custGeom xmlns:a="http://schemas.openxmlformats.org/drawingml/2006/main">
            <a:pathLst>
              <a:path w="1365464" h="493853">
                <a:moveTo>
                  <a:pt x="0" y="82311"/>
                </a:moveTo>
                <a:cubicBezTo>
                  <a:pt x="0" y="36852"/>
                  <a:pt x="36851" y="0"/>
                  <a:pt x="82310" y="0"/>
                </a:cubicBezTo>
                <a:lnTo>
                  <a:pt x="1283154" y="0"/>
                </a:lnTo>
                <a:cubicBezTo>
                  <a:pt x="1328613" y="0"/>
                  <a:pt x="1365464" y="36852"/>
                  <a:pt x="1365464" y="82311"/>
                </a:cubicBezTo>
                <a:lnTo>
                  <a:pt x="1365464" y="411543"/>
                </a:lnTo>
                <a:cubicBezTo>
                  <a:pt x="1365464" y="457002"/>
                  <a:pt x="1328613" y="493853"/>
                  <a:pt x="1283154" y="493853"/>
                </a:cubicBezTo>
                <a:lnTo>
                  <a:pt x="82310" y="493853"/>
                </a:lnTo>
                <a:cubicBezTo>
                  <a:pt x="36851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489" name="text-492 Kaido;">
            <a:extLst xmlns:a="http://schemas.openxmlformats.org/drawingml/2006/main">
              <a:ext uri="{FF2B5EF4-FFF2-40B4-BE49-F238E27FC236}">
                <a16:creationId xmlns:a16="http://schemas.microsoft.com/office/drawing/2014/main" id="{0760A7F5-3619-4BF6-9ADC-42F925F2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27653" y="5661968"/>
            <a:ext cx="543209" cy="254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Kaido;</a:t>
            </a:r>
          </a:p>
        </p:txBody>
      </p:sp>
      <p:sp>
        <p:nvSpPr>
          <p:cNvPr id="490" name="text-493 Monkey ">
            <a:extLst xmlns:a="http://schemas.openxmlformats.org/drawingml/2006/main">
              <a:ext uri="{FF2B5EF4-FFF2-40B4-BE49-F238E27FC236}">
                <a16:creationId xmlns:a16="http://schemas.microsoft.com/office/drawing/2014/main" id="{ADCFCCAF-8D1C-45B3-86DA-449ADE10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93109" y="5661408"/>
            <a:ext cx="731304" cy="25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Monkey </a:t>
            </a:r>
          </a:p>
        </p:txBody>
      </p:sp>
      <p:sp>
        <p:nvSpPr>
          <p:cNvPr id="491" name="text-494 D. Dragon">
            <a:extLst xmlns:a="http://schemas.openxmlformats.org/drawingml/2006/main">
              <a:ext uri="{FF2B5EF4-FFF2-40B4-BE49-F238E27FC236}">
                <a16:creationId xmlns:a16="http://schemas.microsoft.com/office/drawing/2014/main" id="{8429B155-B117-401F-BC8F-BA763385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45870" y="5879429"/>
            <a:ext cx="858807" cy="253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D. Dragon</a:t>
            </a:r>
          </a:p>
        </p:txBody>
      </p:sp>
      <p:sp>
        <p:nvSpPr>
          <p:cNvPr id="492" name="path-495">
            <a:extLst xmlns:a="http://schemas.openxmlformats.org/drawingml/2006/main">
              <a:ext uri="{FF2B5EF4-FFF2-40B4-BE49-F238E27FC236}">
                <a16:creationId xmlns:a16="http://schemas.microsoft.com/office/drawing/2014/main" id="{A0F6EBB6-2FDC-4D5B-B1C4-A6C04F21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8456" y="5849480"/>
            <a:ext cx="458824" cy="76451"/>
          </a:xfrm>
          <a:custGeom xmlns:a="http://schemas.openxmlformats.org/drawingml/2006/main">
            <a:pathLst>
              <a:path w="458824" h="76451">
                <a:moveTo>
                  <a:pt x="165" y="49257"/>
                </a:moveTo>
                <a:lnTo>
                  <a:pt x="407929" y="44286"/>
                </a:lnTo>
                <a:lnTo>
                  <a:pt x="407777" y="31544"/>
                </a:lnTo>
                <a:lnTo>
                  <a:pt x="0" y="36516"/>
                </a:lnTo>
                <a:lnTo>
                  <a:pt x="165" y="49257"/>
                </a:lnTo>
                <a:moveTo>
                  <a:pt x="407853" y="37915"/>
                </a:moveTo>
                <a:lnTo>
                  <a:pt x="382840" y="76451"/>
                </a:lnTo>
                <a:lnTo>
                  <a:pt x="458824" y="37293"/>
                </a:lnTo>
                <a:lnTo>
                  <a:pt x="381897" y="0"/>
                </a:lnTo>
                <a:lnTo>
                  <a:pt x="407853" y="3791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96">
            <a:extLst xmlns:a="http://schemas.openxmlformats.org/drawingml/2006/main">
              <a:ext uri="{FF2B5EF4-FFF2-40B4-BE49-F238E27FC236}">
                <a16:creationId xmlns:a16="http://schemas.microsoft.com/office/drawing/2014/main" id="{84B8E7DA-09FD-434F-8C69-0B19370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3732" y="5568268"/>
            <a:ext cx="490059" cy="76451"/>
          </a:xfrm>
          <a:custGeom xmlns:a="http://schemas.openxmlformats.org/drawingml/2006/main">
            <a:pathLst>
              <a:path w="490059" h="76451">
                <a:moveTo>
                  <a:pt x="153" y="49374"/>
                </a:moveTo>
                <a:lnTo>
                  <a:pt x="439165" y="44303"/>
                </a:lnTo>
                <a:lnTo>
                  <a:pt x="439023" y="31561"/>
                </a:lnTo>
                <a:lnTo>
                  <a:pt x="0" y="36633"/>
                </a:lnTo>
                <a:lnTo>
                  <a:pt x="153" y="49374"/>
                </a:lnTo>
                <a:moveTo>
                  <a:pt x="439099" y="37932"/>
                </a:moveTo>
                <a:lnTo>
                  <a:pt x="414048" y="76451"/>
                </a:lnTo>
                <a:lnTo>
                  <a:pt x="490059" y="37343"/>
                </a:lnTo>
                <a:lnTo>
                  <a:pt x="413169" y="0"/>
                </a:lnTo>
                <a:lnTo>
                  <a:pt x="439099" y="37932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97">
            <a:extLst xmlns:a="http://schemas.openxmlformats.org/drawingml/2006/main">
              <a:ext uri="{FF2B5EF4-FFF2-40B4-BE49-F238E27FC236}">
                <a16:creationId xmlns:a16="http://schemas.microsoft.com/office/drawing/2014/main" id="{38552030-3CA5-4863-9F1A-F794AB86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3745" y="6184638"/>
            <a:ext cx="490046" cy="76452"/>
          </a:xfrm>
          <a:custGeom xmlns:a="http://schemas.openxmlformats.org/drawingml/2006/main">
            <a:pathLst>
              <a:path w="490046" h="76452">
                <a:moveTo>
                  <a:pt x="127" y="48819"/>
                </a:moveTo>
                <a:lnTo>
                  <a:pt x="439152" y="44337"/>
                </a:lnTo>
                <a:lnTo>
                  <a:pt x="439010" y="31594"/>
                </a:lnTo>
                <a:lnTo>
                  <a:pt x="0" y="36078"/>
                </a:lnTo>
                <a:lnTo>
                  <a:pt x="127" y="48819"/>
                </a:lnTo>
                <a:moveTo>
                  <a:pt x="439087" y="37966"/>
                </a:moveTo>
                <a:lnTo>
                  <a:pt x="413985" y="76452"/>
                </a:lnTo>
                <a:lnTo>
                  <a:pt x="490046" y="37446"/>
                </a:lnTo>
                <a:lnTo>
                  <a:pt x="413207" y="0"/>
                </a:lnTo>
                <a:lnTo>
                  <a:pt x="439087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text-498 VGEG:">
            <a:extLst xmlns:a="http://schemas.openxmlformats.org/drawingml/2006/main">
              <a:ext uri="{FF2B5EF4-FFF2-40B4-BE49-F238E27FC236}">
                <a16:creationId xmlns:a16="http://schemas.microsoft.com/office/drawing/2014/main" id="{D8829D08-C549-486B-947E-2B8F5092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2516" y="5678128"/>
            <a:ext cx="627625" cy="28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496" name="path-499">
            <a:extLst xmlns:a="http://schemas.openxmlformats.org/drawingml/2006/main">
              <a:ext uri="{FF2B5EF4-FFF2-40B4-BE49-F238E27FC236}">
                <a16:creationId xmlns:a16="http://schemas.microsoft.com/office/drawing/2014/main" id="{EE0D7402-8153-4458-9E5E-C438C6C9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87" y="9406855"/>
            <a:ext cx="2112096" cy="458736"/>
          </a:xfrm>
          <a:custGeom xmlns:a="http://schemas.openxmlformats.org/drawingml/2006/main">
            <a:pathLst>
              <a:path w="2112096" h="458736">
                <a:moveTo>
                  <a:pt x="0" y="76457"/>
                </a:moveTo>
                <a:cubicBezTo>
                  <a:pt x="0" y="34230"/>
                  <a:pt x="34230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6" y="34230"/>
                  <a:pt x="2112096" y="76457"/>
                </a:cubicBezTo>
                <a:lnTo>
                  <a:pt x="2112096" y="382277"/>
                </a:lnTo>
                <a:cubicBezTo>
                  <a:pt x="2112096" y="424504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0" y="458736"/>
                  <a:pt x="0" y="424504"/>
                  <a:pt x="0" y="382277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500">
            <a:extLst xmlns:a="http://schemas.openxmlformats.org/drawingml/2006/main">
              <a:ext uri="{FF2B5EF4-FFF2-40B4-BE49-F238E27FC236}">
                <a16:creationId xmlns:a16="http://schemas.microsoft.com/office/drawing/2014/main" id="{1E5319E3-2F01-4E61-9FCB-F4892D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87" y="9406855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498" name="text-501 Sobble">
            <a:extLst xmlns:a="http://schemas.openxmlformats.org/drawingml/2006/main">
              <a:ext uri="{FF2B5EF4-FFF2-40B4-BE49-F238E27FC236}">
                <a16:creationId xmlns:a16="http://schemas.microsoft.com/office/drawing/2014/main" id="{48543139-2D8D-4CE1-B521-60EE6A36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958" y="9521566"/>
            <a:ext cx="617765" cy="253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Sobble</a:t>
            </a:r>
          </a:p>
        </p:txBody>
      </p:sp>
      <p:sp>
        <p:nvSpPr>
          <p:cNvPr id="499" name="path-502">
            <a:extLst xmlns:a="http://schemas.openxmlformats.org/drawingml/2006/main">
              <a:ext uri="{FF2B5EF4-FFF2-40B4-BE49-F238E27FC236}">
                <a16:creationId xmlns:a16="http://schemas.microsoft.com/office/drawing/2014/main" id="{E0C559D9-F5BA-4692-B071-CD183FA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87" y="10028336"/>
            <a:ext cx="2112096" cy="458736"/>
          </a:xfrm>
          <a:custGeom xmlns:a="http://schemas.openxmlformats.org/drawingml/2006/main">
            <a:pathLst>
              <a:path w="2112096" h="458736">
                <a:moveTo>
                  <a:pt x="0" y="76458"/>
                </a:moveTo>
                <a:cubicBezTo>
                  <a:pt x="0" y="34231"/>
                  <a:pt x="34230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6" y="34231"/>
                  <a:pt x="2112096" y="76458"/>
                </a:cubicBezTo>
                <a:lnTo>
                  <a:pt x="2112096" y="382279"/>
                </a:lnTo>
                <a:cubicBezTo>
                  <a:pt x="2112096" y="424505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0" y="458736"/>
                  <a:pt x="0" y="424505"/>
                  <a:pt x="0" y="382279"/>
                </a:cubicBezTo>
                <a:lnTo>
                  <a:pt x="0" y="764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503">
            <a:extLst xmlns:a="http://schemas.openxmlformats.org/drawingml/2006/main">
              <a:ext uri="{FF2B5EF4-FFF2-40B4-BE49-F238E27FC236}">
                <a16:creationId xmlns:a16="http://schemas.microsoft.com/office/drawing/2014/main" id="{2937C136-C22C-48F8-A994-F7055449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87" y="10028336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501" name="text-504 Inteleon">
            <a:extLst xmlns:a="http://schemas.openxmlformats.org/drawingml/2006/main">
              <a:ext uri="{FF2B5EF4-FFF2-40B4-BE49-F238E27FC236}">
                <a16:creationId xmlns:a16="http://schemas.microsoft.com/office/drawing/2014/main" id="{7928D8F2-C158-4F41-883C-7CA68806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2059" y="10142004"/>
            <a:ext cx="752129" cy="254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Inteleon</a:t>
            </a:r>
          </a:p>
        </p:txBody>
      </p:sp>
      <p:sp>
        <p:nvSpPr>
          <p:cNvPr id="502" name="path-505">
            <a:extLst xmlns:a="http://schemas.openxmlformats.org/drawingml/2006/main">
              <a:ext uri="{FF2B5EF4-FFF2-40B4-BE49-F238E27FC236}">
                <a16:creationId xmlns:a16="http://schemas.microsoft.com/office/drawing/2014/main" id="{5EE0BF85-EAD0-469C-8C14-4924BA94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168" y="9670456"/>
            <a:ext cx="1653361" cy="505043"/>
          </a:xfrm>
          <a:custGeom xmlns:a="http://schemas.openxmlformats.org/drawingml/2006/main">
            <a:pathLst>
              <a:path w="1653361" h="505043">
                <a:moveTo>
                  <a:pt x="0" y="93964"/>
                </a:moveTo>
                <a:cubicBezTo>
                  <a:pt x="0" y="42070"/>
                  <a:pt x="42070" y="0"/>
                  <a:pt x="93964" y="0"/>
                </a:cubicBezTo>
                <a:lnTo>
                  <a:pt x="1559398" y="0"/>
                </a:lnTo>
                <a:cubicBezTo>
                  <a:pt x="1611292" y="0"/>
                  <a:pt x="1653361" y="42070"/>
                  <a:pt x="1653361" y="93964"/>
                </a:cubicBezTo>
                <a:lnTo>
                  <a:pt x="1653361" y="411080"/>
                </a:lnTo>
                <a:cubicBezTo>
                  <a:pt x="1653361" y="462974"/>
                  <a:pt x="1611292" y="505043"/>
                  <a:pt x="1559398" y="505043"/>
                </a:cubicBezTo>
                <a:lnTo>
                  <a:pt x="93964" y="505043"/>
                </a:lnTo>
                <a:cubicBezTo>
                  <a:pt x="42070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506">
            <a:extLst xmlns:a="http://schemas.openxmlformats.org/drawingml/2006/main">
              <a:ext uri="{FF2B5EF4-FFF2-40B4-BE49-F238E27FC236}">
                <a16:creationId xmlns:a16="http://schemas.microsoft.com/office/drawing/2014/main" id="{BEE6A9C2-3B48-4EC9-AD6A-49F89BD0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168" y="9670456"/>
            <a:ext cx="1653360" cy="505043"/>
          </a:xfrm>
          <a:custGeom xmlns:a="http://schemas.openxmlformats.org/drawingml/2006/main">
            <a:pathLst>
              <a:path w="1653360" h="505043">
                <a:moveTo>
                  <a:pt x="0" y="93964"/>
                </a:moveTo>
                <a:cubicBezTo>
                  <a:pt x="0" y="42069"/>
                  <a:pt x="42069" y="0"/>
                  <a:pt x="93963" y="0"/>
                </a:cubicBezTo>
                <a:lnTo>
                  <a:pt x="1559397" y="0"/>
                </a:lnTo>
                <a:cubicBezTo>
                  <a:pt x="1611292" y="0"/>
                  <a:pt x="1653360" y="42069"/>
                  <a:pt x="1653360" y="93964"/>
                </a:cubicBezTo>
                <a:lnTo>
                  <a:pt x="1653360" y="411080"/>
                </a:lnTo>
                <a:cubicBezTo>
                  <a:pt x="1653360" y="462974"/>
                  <a:pt x="1611292" y="505043"/>
                  <a:pt x="1559397" y="505043"/>
                </a:cubicBezTo>
                <a:lnTo>
                  <a:pt x="93963" y="505043"/>
                </a:lnTo>
                <a:cubicBezTo>
                  <a:pt x="42069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B5A0DE"/>
            </a:solidFill>
            <a:prstDash val="solid"/>
          </a:ln>
        </p:spPr>
      </p:sp>
      <p:sp>
        <p:nvSpPr>
          <p:cNvPr id="504" name="text-507 SUBTRACT">
            <a:extLst xmlns:a="http://schemas.openxmlformats.org/drawingml/2006/main">
              <a:ext uri="{FF2B5EF4-FFF2-40B4-BE49-F238E27FC236}">
                <a16:creationId xmlns:a16="http://schemas.microsoft.com/office/drawing/2014/main" id="{380794C1-B270-4FDD-8AAF-973A79E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0363" y="9676837"/>
            <a:ext cx="1062849" cy="267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SUBTRACT</a:t>
            </a:r>
          </a:p>
        </p:txBody>
      </p:sp>
      <p:sp>
        <p:nvSpPr>
          <p:cNvPr id="505" name="text-509 1.9 ">
            <a:extLst xmlns:a="http://schemas.openxmlformats.org/drawingml/2006/main">
              <a:ext uri="{FF2B5EF4-FFF2-40B4-BE49-F238E27FC236}">
                <a16:creationId xmlns:a16="http://schemas.microsoft.com/office/drawing/2014/main" id="{73E9CEA1-0241-4F16-936C-08250734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4810" y="9906309"/>
            <a:ext cx="341570" cy="267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1.9 </a:t>
            </a:r>
          </a:p>
        </p:txBody>
      </p:sp>
      <p:sp>
        <p:nvSpPr>
          <p:cNvPr id="506" name="text-510 −">
            <a:extLst xmlns:a="http://schemas.openxmlformats.org/drawingml/2006/main">
              <a:ext uri="{FF2B5EF4-FFF2-40B4-BE49-F238E27FC236}">
                <a16:creationId xmlns:a16="http://schemas.microsoft.com/office/drawing/2014/main" id="{D8AEEA6F-3769-4754-8C30-240A380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2221" y="9906161"/>
            <a:ext cx="126248" cy="267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−</a:t>
            </a:r>
          </a:p>
        </p:txBody>
      </p:sp>
      <p:sp>
        <p:nvSpPr>
          <p:cNvPr id="507" name="text-511  0.3">
            <a:extLst xmlns:a="http://schemas.openxmlformats.org/drawingml/2006/main">
              <a:ext uri="{FF2B5EF4-FFF2-40B4-BE49-F238E27FC236}">
                <a16:creationId xmlns:a16="http://schemas.microsoft.com/office/drawing/2014/main" id="{D2EDAED4-633B-48F7-AA96-49EB9F0F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4599" y="9906130"/>
            <a:ext cx="372477" cy="26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 0.3</a:t>
            </a:r>
          </a:p>
        </p:txBody>
      </p:sp>
      <p:sp>
        <p:nvSpPr>
          <p:cNvPr id="508" name="path-512">
            <a:extLst xmlns:a="http://schemas.openxmlformats.org/drawingml/2006/main">
              <a:ext uri="{FF2B5EF4-FFF2-40B4-BE49-F238E27FC236}">
                <a16:creationId xmlns:a16="http://schemas.microsoft.com/office/drawing/2014/main" id="{8F370477-2D7E-4100-9D0C-65E5BEF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19" y="9517642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8"/>
                  <a:pt x="192858" y="248482"/>
                  <a:pt x="124241" y="248482"/>
                </a:cubicBezTo>
                <a:cubicBezTo>
                  <a:pt x="55624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513">
            <a:extLst xmlns:a="http://schemas.openxmlformats.org/drawingml/2006/main">
              <a:ext uri="{FF2B5EF4-FFF2-40B4-BE49-F238E27FC236}">
                <a16:creationId xmlns:a16="http://schemas.microsoft.com/office/drawing/2014/main" id="{A61B2970-10A3-4528-A372-4971EB1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19" y="9517642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510" name="text-514 1">
            <a:extLst xmlns:a="http://schemas.openxmlformats.org/drawingml/2006/main">
              <a:ext uri="{FF2B5EF4-FFF2-40B4-BE49-F238E27FC236}">
                <a16:creationId xmlns:a16="http://schemas.microsoft.com/office/drawing/2014/main" id="{7850D360-D6BD-4AFE-B7D0-DA76478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296" y="9547754"/>
            <a:ext cx="88353" cy="19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511" name="path-515">
            <a:extLst xmlns:a="http://schemas.openxmlformats.org/drawingml/2006/main">
              <a:ext uri="{FF2B5EF4-FFF2-40B4-BE49-F238E27FC236}">
                <a16:creationId xmlns:a16="http://schemas.microsoft.com/office/drawing/2014/main" id="{B15B1F4B-02E2-4A2E-978C-5490FFAA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671" y="10131615"/>
            <a:ext cx="248482" cy="248481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8" y="0"/>
                  <a:pt x="248482" y="55624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516">
            <a:extLst xmlns:a="http://schemas.openxmlformats.org/drawingml/2006/main">
              <a:ext uri="{FF2B5EF4-FFF2-40B4-BE49-F238E27FC236}">
                <a16:creationId xmlns:a16="http://schemas.microsoft.com/office/drawing/2014/main" id="{9799C017-2023-4766-9C52-0C1C06B9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671" y="10131615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513" name="text-517 2">
            <a:extLst xmlns:a="http://schemas.openxmlformats.org/drawingml/2006/main">
              <a:ext uri="{FF2B5EF4-FFF2-40B4-BE49-F238E27FC236}">
                <a16:creationId xmlns:a16="http://schemas.microsoft.com/office/drawing/2014/main" id="{AD57EB0B-C918-4B54-97C3-31790A1D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295" y="10159323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514" name="path-518">
            <a:extLst xmlns:a="http://schemas.openxmlformats.org/drawingml/2006/main">
              <a:ext uri="{FF2B5EF4-FFF2-40B4-BE49-F238E27FC236}">
                <a16:creationId xmlns:a16="http://schemas.microsoft.com/office/drawing/2014/main" id="{A7BBF2CA-082B-47CE-9E92-8872338D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615" y="9406855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6"/>
                </a:moveTo>
                <a:cubicBezTo>
                  <a:pt x="0" y="34230"/>
                  <a:pt x="34230" y="0"/>
                  <a:pt x="76456" y="0"/>
                </a:cubicBezTo>
                <a:lnTo>
                  <a:pt x="1261522" y="0"/>
                </a:lnTo>
                <a:cubicBezTo>
                  <a:pt x="1303749" y="0"/>
                  <a:pt x="1337980" y="34230"/>
                  <a:pt x="1337980" y="76456"/>
                </a:cubicBezTo>
                <a:lnTo>
                  <a:pt x="1337980" y="382279"/>
                </a:lnTo>
                <a:cubicBezTo>
                  <a:pt x="1337980" y="424504"/>
                  <a:pt x="1303749" y="458736"/>
                  <a:pt x="1261522" y="458736"/>
                </a:cubicBezTo>
                <a:lnTo>
                  <a:pt x="76456" y="458736"/>
                </a:lnTo>
                <a:cubicBezTo>
                  <a:pt x="34230" y="458736"/>
                  <a:pt x="0" y="424504"/>
                  <a:pt x="0" y="382279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519">
            <a:extLst xmlns:a="http://schemas.openxmlformats.org/drawingml/2006/main">
              <a:ext uri="{FF2B5EF4-FFF2-40B4-BE49-F238E27FC236}">
                <a16:creationId xmlns:a16="http://schemas.microsoft.com/office/drawing/2014/main" id="{20997062-A6B5-44E3-AD7B-04C8692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615" y="9406855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7" y="0"/>
                </a:cubicBezTo>
                <a:lnTo>
                  <a:pt x="1261523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3" y="458736"/>
                </a:cubicBezTo>
                <a:lnTo>
                  <a:pt x="76457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516" name="text-520 0.3 m">
            <a:extLst xmlns:a="http://schemas.openxmlformats.org/drawingml/2006/main">
              <a:ext uri="{FF2B5EF4-FFF2-40B4-BE49-F238E27FC236}">
                <a16:creationId xmlns:a16="http://schemas.microsoft.com/office/drawing/2014/main" id="{BA639705-9C2C-46C1-A5DA-3DEF143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6846" y="9521972"/>
            <a:ext cx="492993" cy="253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0.3 m</a:t>
            </a:r>
          </a:p>
        </p:txBody>
      </p:sp>
      <p:sp>
        <p:nvSpPr>
          <p:cNvPr id="517" name="path-521">
            <a:extLst xmlns:a="http://schemas.openxmlformats.org/drawingml/2006/main">
              <a:ext uri="{FF2B5EF4-FFF2-40B4-BE49-F238E27FC236}">
                <a16:creationId xmlns:a16="http://schemas.microsoft.com/office/drawing/2014/main" id="{E8A0A9D9-76D5-4EAC-8C5A-00B06C21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1" y="10028336"/>
            <a:ext cx="1337981" cy="458736"/>
          </a:xfrm>
          <a:custGeom xmlns:a="http://schemas.openxmlformats.org/drawingml/2006/main">
            <a:pathLst>
              <a:path w="1337981" h="458736">
                <a:moveTo>
                  <a:pt x="0" y="76458"/>
                </a:moveTo>
                <a:cubicBezTo>
                  <a:pt x="0" y="34231"/>
                  <a:pt x="34231" y="0"/>
                  <a:pt x="76456" y="0"/>
                </a:cubicBezTo>
                <a:lnTo>
                  <a:pt x="1261524" y="0"/>
                </a:lnTo>
                <a:cubicBezTo>
                  <a:pt x="1303749" y="0"/>
                  <a:pt x="1337981" y="34231"/>
                  <a:pt x="1337981" y="76458"/>
                </a:cubicBezTo>
                <a:lnTo>
                  <a:pt x="1337981" y="382280"/>
                </a:lnTo>
                <a:cubicBezTo>
                  <a:pt x="1337981" y="424505"/>
                  <a:pt x="1303749" y="458736"/>
                  <a:pt x="1261524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80"/>
                </a:cubicBezTo>
                <a:lnTo>
                  <a:pt x="0" y="76458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522">
            <a:extLst xmlns:a="http://schemas.openxmlformats.org/drawingml/2006/main">
              <a:ext uri="{FF2B5EF4-FFF2-40B4-BE49-F238E27FC236}">
                <a16:creationId xmlns:a16="http://schemas.microsoft.com/office/drawing/2014/main" id="{8AFE94A9-FC34-418E-9E7E-A3A746E8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81" y="10028336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7" y="0"/>
                </a:cubicBezTo>
                <a:lnTo>
                  <a:pt x="1261523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3" y="458736"/>
                </a:cubicBezTo>
                <a:lnTo>
                  <a:pt x="76457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519" name="text-523 1.9 m">
            <a:extLst xmlns:a="http://schemas.openxmlformats.org/drawingml/2006/main">
              <a:ext uri="{FF2B5EF4-FFF2-40B4-BE49-F238E27FC236}">
                <a16:creationId xmlns:a16="http://schemas.microsoft.com/office/drawing/2014/main" id="{224C4937-7F5C-4E97-B633-CA503769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328" y="10136158"/>
            <a:ext cx="457498" cy="2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1.9 m</a:t>
            </a:r>
          </a:p>
        </p:txBody>
      </p:sp>
      <p:sp>
        <p:nvSpPr>
          <p:cNvPr id="520" name="path-524">
            <a:extLst xmlns:a="http://schemas.openxmlformats.org/drawingml/2006/main">
              <a:ext uri="{FF2B5EF4-FFF2-40B4-BE49-F238E27FC236}">
                <a16:creationId xmlns:a16="http://schemas.microsoft.com/office/drawing/2014/main" id="{7A971624-4FAB-4480-BB0A-52029444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881" y="9597995"/>
            <a:ext cx="1170733" cy="76456"/>
          </a:xfrm>
          <a:custGeom xmlns:a="http://schemas.openxmlformats.org/drawingml/2006/main">
            <a:pathLst>
              <a:path w="1170733" h="76456">
                <a:moveTo>
                  <a:pt x="0" y="31857"/>
                </a:moveTo>
                <a:lnTo>
                  <a:pt x="0" y="44599"/>
                </a:lnTo>
                <a:lnTo>
                  <a:pt x="1119763" y="44599"/>
                </a:lnTo>
                <a:lnTo>
                  <a:pt x="1119763" y="31857"/>
                </a:lnTo>
                <a:close/>
                <a:moveTo>
                  <a:pt x="1119763" y="38228"/>
                </a:moveTo>
                <a:lnTo>
                  <a:pt x="1094277" y="0"/>
                </a:lnTo>
                <a:lnTo>
                  <a:pt x="1170733" y="38228"/>
                </a:lnTo>
                <a:lnTo>
                  <a:pt x="1094277" y="76456"/>
                </a:lnTo>
                <a:lnTo>
                  <a:pt x="111976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525">
            <a:extLst xmlns:a="http://schemas.openxmlformats.org/drawingml/2006/main">
              <a:ext uri="{FF2B5EF4-FFF2-40B4-BE49-F238E27FC236}">
                <a16:creationId xmlns:a16="http://schemas.microsoft.com/office/drawing/2014/main" id="{0E1C8447-679E-4459-8E5F-F7F08D6F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883" y="10219477"/>
            <a:ext cx="1179101" cy="76456"/>
          </a:xfrm>
          <a:custGeom xmlns:a="http://schemas.openxmlformats.org/drawingml/2006/main">
            <a:pathLst>
              <a:path w="1179101" h="76456">
                <a:moveTo>
                  <a:pt x="0" y="31856"/>
                </a:moveTo>
                <a:lnTo>
                  <a:pt x="1128131" y="31857"/>
                </a:lnTo>
                <a:lnTo>
                  <a:pt x="1128131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1128131" y="38228"/>
                </a:moveTo>
                <a:lnTo>
                  <a:pt x="1102645" y="0"/>
                </a:lnTo>
                <a:lnTo>
                  <a:pt x="1179101" y="38228"/>
                </a:lnTo>
                <a:lnTo>
                  <a:pt x="1102645" y="76456"/>
                </a:lnTo>
                <a:lnTo>
                  <a:pt x="1128131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text-526 height">
            <a:extLst xmlns:a="http://schemas.openxmlformats.org/drawingml/2006/main">
              <a:ext uri="{FF2B5EF4-FFF2-40B4-BE49-F238E27FC236}">
                <a16:creationId xmlns:a16="http://schemas.microsoft.com/office/drawing/2014/main" id="{482DE1B9-BF62-4685-9EBC-59B17B1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728" y="9994777"/>
            <a:ext cx="516862" cy="22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23" name="text-527 height">
            <a:extLst xmlns:a="http://schemas.openxmlformats.org/drawingml/2006/main">
              <a:ext uri="{FF2B5EF4-FFF2-40B4-BE49-F238E27FC236}">
                <a16:creationId xmlns:a16="http://schemas.microsoft.com/office/drawing/2014/main" id="{F23D06D1-1C54-4C08-A78A-74D5B70F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507" y="9392302"/>
            <a:ext cx="516862" cy="22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24" name="path-528">
            <a:extLst xmlns:a="http://schemas.openxmlformats.org/drawingml/2006/main">
              <a:ext uri="{FF2B5EF4-FFF2-40B4-BE49-F238E27FC236}">
                <a16:creationId xmlns:a16="http://schemas.microsoft.com/office/drawing/2014/main" id="{4FE13791-3F96-4A64-A7FC-7D393C9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462" y="9629856"/>
            <a:ext cx="850704" cy="329090"/>
          </a:xfrm>
          <a:custGeom xmlns:a="http://schemas.openxmlformats.org/drawingml/2006/main">
            <a:pathLst>
              <a:path w="850704" h="329090">
                <a:moveTo>
                  <a:pt x="263" y="0"/>
                </a:moveTo>
                <a:lnTo>
                  <a:pt x="40081" y="823"/>
                </a:lnTo>
                <a:lnTo>
                  <a:pt x="79843" y="3230"/>
                </a:lnTo>
                <a:lnTo>
                  <a:pt x="118972" y="7118"/>
                </a:lnTo>
                <a:lnTo>
                  <a:pt x="157162" y="12379"/>
                </a:lnTo>
                <a:lnTo>
                  <a:pt x="194105" y="18911"/>
                </a:lnTo>
                <a:lnTo>
                  <a:pt x="229497" y="26608"/>
                </a:lnTo>
                <a:lnTo>
                  <a:pt x="263031" y="35367"/>
                </a:lnTo>
                <a:lnTo>
                  <a:pt x="294402" y="45090"/>
                </a:lnTo>
                <a:lnTo>
                  <a:pt x="323312" y="55676"/>
                </a:lnTo>
                <a:lnTo>
                  <a:pt x="349463" y="67035"/>
                </a:lnTo>
                <a:lnTo>
                  <a:pt x="372559" y="79079"/>
                </a:lnTo>
                <a:lnTo>
                  <a:pt x="392313" y="91740"/>
                </a:lnTo>
                <a:lnTo>
                  <a:pt x="408445" y="104979"/>
                </a:lnTo>
                <a:cubicBezTo>
                  <a:pt x="408711" y="105198"/>
                  <a:pt x="408959" y="105439"/>
                  <a:pt x="409187" y="105698"/>
                </a:cubicBezTo>
                <a:lnTo>
                  <a:pt x="420659" y="118808"/>
                </a:lnTo>
                <a:cubicBezTo>
                  <a:pt x="420888" y="119070"/>
                  <a:pt x="421095" y="119350"/>
                  <a:pt x="421279" y="119644"/>
                </a:cubicBezTo>
                <a:lnTo>
                  <a:pt x="425399" y="126284"/>
                </a:lnTo>
                <a:lnTo>
                  <a:pt x="428792" y="133718"/>
                </a:lnTo>
                <a:cubicBezTo>
                  <a:pt x="428927" y="134021"/>
                  <a:pt x="429038" y="134333"/>
                  <a:pt x="429125" y="134651"/>
                </a:cubicBezTo>
                <a:lnTo>
                  <a:pt x="430949" y="141357"/>
                </a:lnTo>
                <a:cubicBezTo>
                  <a:pt x="431046" y="141714"/>
                  <a:pt x="431113" y="142079"/>
                  <a:pt x="431146" y="142448"/>
                </a:cubicBezTo>
                <a:lnTo>
                  <a:pt x="431762" y="149165"/>
                </a:lnTo>
                <a:lnTo>
                  <a:pt x="432379" y="155884"/>
                </a:lnTo>
                <a:lnTo>
                  <a:pt x="432183" y="154793"/>
                </a:lnTo>
                <a:lnTo>
                  <a:pt x="434006" y="161500"/>
                </a:lnTo>
                <a:lnTo>
                  <a:pt x="433673" y="160567"/>
                </a:lnTo>
                <a:lnTo>
                  <a:pt x="436665" y="167247"/>
                </a:lnTo>
                <a:lnTo>
                  <a:pt x="440384" y="173132"/>
                </a:lnTo>
                <a:lnTo>
                  <a:pt x="439764" y="172294"/>
                </a:lnTo>
                <a:lnTo>
                  <a:pt x="451238" y="185404"/>
                </a:lnTo>
                <a:lnTo>
                  <a:pt x="450496" y="184683"/>
                </a:lnTo>
                <a:lnTo>
                  <a:pt x="466018" y="197478"/>
                </a:lnTo>
                <a:lnTo>
                  <a:pt x="484670" y="209408"/>
                </a:lnTo>
                <a:lnTo>
                  <a:pt x="506862" y="220969"/>
                </a:lnTo>
                <a:lnTo>
                  <a:pt x="532255" y="231993"/>
                </a:lnTo>
                <a:lnTo>
                  <a:pt x="560511" y="242337"/>
                </a:lnTo>
                <a:lnTo>
                  <a:pt x="591304" y="251878"/>
                </a:lnTo>
                <a:lnTo>
                  <a:pt x="624306" y="260498"/>
                </a:lnTo>
                <a:lnTo>
                  <a:pt x="659195" y="268085"/>
                </a:lnTo>
                <a:lnTo>
                  <a:pt x="695653" y="274529"/>
                </a:lnTo>
                <a:lnTo>
                  <a:pt x="733365" y="279725"/>
                </a:lnTo>
                <a:lnTo>
                  <a:pt x="772008" y="283565"/>
                </a:lnTo>
                <a:lnTo>
                  <a:pt x="800140" y="285267"/>
                </a:lnTo>
                <a:lnTo>
                  <a:pt x="799370" y="297986"/>
                </a:lnTo>
                <a:lnTo>
                  <a:pt x="770747" y="296245"/>
                </a:lnTo>
                <a:lnTo>
                  <a:pt x="731622" y="292349"/>
                </a:lnTo>
                <a:lnTo>
                  <a:pt x="693434" y="287076"/>
                </a:lnTo>
                <a:lnTo>
                  <a:pt x="656486" y="280536"/>
                </a:lnTo>
                <a:lnTo>
                  <a:pt x="621082" y="272825"/>
                </a:lnTo>
                <a:lnTo>
                  <a:pt x="587530" y="264048"/>
                </a:lnTo>
                <a:lnTo>
                  <a:pt x="556127" y="254301"/>
                </a:lnTo>
                <a:lnTo>
                  <a:pt x="527174" y="243679"/>
                </a:lnTo>
                <a:lnTo>
                  <a:pt x="500963" y="232264"/>
                </a:lnTo>
                <a:lnTo>
                  <a:pt x="477782" y="220128"/>
                </a:lnTo>
                <a:lnTo>
                  <a:pt x="457913" y="207310"/>
                </a:lnTo>
                <a:lnTo>
                  <a:pt x="442391" y="194517"/>
                </a:lnTo>
                <a:cubicBezTo>
                  <a:pt x="442124" y="194298"/>
                  <a:pt x="441876" y="194056"/>
                  <a:pt x="441649" y="193796"/>
                </a:cubicBezTo>
                <a:lnTo>
                  <a:pt x="430175" y="180687"/>
                </a:lnTo>
                <a:cubicBezTo>
                  <a:pt x="429947" y="180426"/>
                  <a:pt x="429740" y="180145"/>
                  <a:pt x="429557" y="179851"/>
                </a:cubicBezTo>
                <a:lnTo>
                  <a:pt x="425034" y="172455"/>
                </a:lnTo>
                <a:lnTo>
                  <a:pt x="422044" y="165777"/>
                </a:lnTo>
                <a:cubicBezTo>
                  <a:pt x="421908" y="165475"/>
                  <a:pt x="421797" y="165163"/>
                  <a:pt x="421709" y="164844"/>
                </a:cubicBezTo>
                <a:lnTo>
                  <a:pt x="419886" y="158139"/>
                </a:lnTo>
                <a:cubicBezTo>
                  <a:pt x="419789" y="157782"/>
                  <a:pt x="419723" y="157416"/>
                  <a:pt x="419690" y="157048"/>
                </a:cubicBezTo>
                <a:lnTo>
                  <a:pt x="419073" y="150331"/>
                </a:lnTo>
                <a:lnTo>
                  <a:pt x="418456" y="143610"/>
                </a:lnTo>
                <a:lnTo>
                  <a:pt x="418653" y="144700"/>
                </a:lnTo>
                <a:lnTo>
                  <a:pt x="416829" y="137995"/>
                </a:lnTo>
                <a:lnTo>
                  <a:pt x="417164" y="138928"/>
                </a:lnTo>
                <a:lnTo>
                  <a:pt x="414573" y="133004"/>
                </a:lnTo>
                <a:lnTo>
                  <a:pt x="410451" y="126364"/>
                </a:lnTo>
                <a:lnTo>
                  <a:pt x="411070" y="127201"/>
                </a:lnTo>
                <a:lnTo>
                  <a:pt x="399597" y="114091"/>
                </a:lnTo>
                <a:lnTo>
                  <a:pt x="400340" y="114811"/>
                </a:lnTo>
                <a:lnTo>
                  <a:pt x="385426" y="102461"/>
                </a:lnTo>
                <a:lnTo>
                  <a:pt x="366660" y="90374"/>
                </a:lnTo>
                <a:lnTo>
                  <a:pt x="344382" y="78720"/>
                </a:lnTo>
                <a:lnTo>
                  <a:pt x="318929" y="67641"/>
                </a:lnTo>
                <a:lnTo>
                  <a:pt x="290627" y="57260"/>
                </a:lnTo>
                <a:lnTo>
                  <a:pt x="259807" y="47695"/>
                </a:lnTo>
                <a:lnTo>
                  <a:pt x="226787" y="39058"/>
                </a:lnTo>
                <a:lnTo>
                  <a:pt x="191885" y="31459"/>
                </a:lnTo>
                <a:lnTo>
                  <a:pt x="155421" y="25003"/>
                </a:lnTo>
                <a:lnTo>
                  <a:pt x="117711" y="19798"/>
                </a:lnTo>
                <a:lnTo>
                  <a:pt x="79072" y="15950"/>
                </a:lnTo>
                <a:lnTo>
                  <a:pt x="39818" y="13562"/>
                </a:lnTo>
                <a:lnTo>
                  <a:pt x="0" y="12740"/>
                </a:lnTo>
                <a:lnTo>
                  <a:pt x="263" y="0"/>
                </a:lnTo>
                <a:moveTo>
                  <a:pt x="799755" y="291627"/>
                </a:moveTo>
                <a:lnTo>
                  <a:pt x="775403" y="252666"/>
                </a:lnTo>
                <a:lnTo>
                  <a:pt x="850704" y="293124"/>
                </a:lnTo>
                <a:lnTo>
                  <a:pt x="773158" y="329090"/>
                </a:lnTo>
                <a:lnTo>
                  <a:pt x="799755" y="291627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529">
            <a:extLst xmlns:a="http://schemas.openxmlformats.org/drawingml/2006/main">
              <a:ext uri="{FF2B5EF4-FFF2-40B4-BE49-F238E27FC236}">
                <a16:creationId xmlns:a16="http://schemas.microsoft.com/office/drawing/2014/main" id="{90354EE5-9779-4EFA-9901-E8D3E54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810" y="9887448"/>
            <a:ext cx="842358" cy="376626"/>
          </a:xfrm>
          <a:custGeom xmlns:a="http://schemas.openxmlformats.org/drawingml/2006/main">
            <a:pathLst>
              <a:path w="842358" h="376626">
                <a:moveTo>
                  <a:pt x="310" y="376626"/>
                </a:moveTo>
                <a:lnTo>
                  <a:pt x="39736" y="375666"/>
                </a:lnTo>
                <a:lnTo>
                  <a:pt x="79155" y="372852"/>
                </a:lnTo>
                <a:lnTo>
                  <a:pt x="117943" y="368310"/>
                </a:lnTo>
                <a:lnTo>
                  <a:pt x="155801" y="362162"/>
                </a:lnTo>
                <a:lnTo>
                  <a:pt x="192422" y="354531"/>
                </a:lnTo>
                <a:lnTo>
                  <a:pt x="227504" y="345538"/>
                </a:lnTo>
                <a:lnTo>
                  <a:pt x="260748" y="335301"/>
                </a:lnTo>
                <a:lnTo>
                  <a:pt x="291850" y="323939"/>
                </a:lnTo>
                <a:lnTo>
                  <a:pt x="320513" y="311566"/>
                </a:lnTo>
                <a:lnTo>
                  <a:pt x="346440" y="298291"/>
                </a:lnTo>
                <a:lnTo>
                  <a:pt x="369338" y="284216"/>
                </a:lnTo>
                <a:lnTo>
                  <a:pt x="388915" y="269426"/>
                </a:lnTo>
                <a:lnTo>
                  <a:pt x="404877" y="253982"/>
                </a:lnTo>
                <a:cubicBezTo>
                  <a:pt x="405123" y="253743"/>
                  <a:pt x="405349" y="253485"/>
                  <a:pt x="405555" y="253209"/>
                </a:cubicBezTo>
                <a:lnTo>
                  <a:pt x="416914" y="237908"/>
                </a:lnTo>
                <a:cubicBezTo>
                  <a:pt x="417109" y="237644"/>
                  <a:pt x="417284" y="237368"/>
                  <a:pt x="417436" y="237078"/>
                </a:cubicBezTo>
                <a:lnTo>
                  <a:pt x="421517" y="229327"/>
                </a:lnTo>
                <a:lnTo>
                  <a:pt x="424796" y="220826"/>
                </a:lnTo>
                <a:lnTo>
                  <a:pt x="426854" y="212167"/>
                </a:lnTo>
                <a:cubicBezTo>
                  <a:pt x="426926" y="211859"/>
                  <a:pt x="426973" y="211545"/>
                  <a:pt x="427000" y="211231"/>
                </a:cubicBezTo>
                <a:lnTo>
                  <a:pt x="427608" y="203387"/>
                </a:lnTo>
                <a:lnTo>
                  <a:pt x="428219" y="195544"/>
                </a:lnTo>
                <a:lnTo>
                  <a:pt x="428075" y="196482"/>
                </a:lnTo>
                <a:lnTo>
                  <a:pt x="429881" y="188656"/>
                </a:lnTo>
                <a:lnTo>
                  <a:pt x="432590" y="181689"/>
                </a:lnTo>
                <a:lnTo>
                  <a:pt x="436353" y="174643"/>
                </a:lnTo>
                <a:lnTo>
                  <a:pt x="435831" y="175473"/>
                </a:lnTo>
                <a:lnTo>
                  <a:pt x="447191" y="160172"/>
                </a:lnTo>
                <a:lnTo>
                  <a:pt x="446515" y="160943"/>
                </a:lnTo>
                <a:lnTo>
                  <a:pt x="461886" y="146009"/>
                </a:lnTo>
                <a:lnTo>
                  <a:pt x="480362" y="132074"/>
                </a:lnTo>
                <a:lnTo>
                  <a:pt x="502320" y="118588"/>
                </a:lnTo>
                <a:lnTo>
                  <a:pt x="527433" y="105738"/>
                </a:lnTo>
                <a:lnTo>
                  <a:pt x="555379" y="93679"/>
                </a:lnTo>
                <a:lnTo>
                  <a:pt x="585829" y="82558"/>
                </a:lnTo>
                <a:lnTo>
                  <a:pt x="618469" y="72508"/>
                </a:lnTo>
                <a:lnTo>
                  <a:pt x="652976" y="63663"/>
                </a:lnTo>
                <a:lnTo>
                  <a:pt x="689037" y="56149"/>
                </a:lnTo>
                <a:lnTo>
                  <a:pt x="726335" y="50093"/>
                </a:lnTo>
                <a:lnTo>
                  <a:pt x="764555" y="45617"/>
                </a:lnTo>
                <a:lnTo>
                  <a:pt x="791874" y="43668"/>
                </a:lnTo>
                <a:lnTo>
                  <a:pt x="790965" y="30958"/>
                </a:lnTo>
                <a:lnTo>
                  <a:pt x="763071" y="32960"/>
                </a:lnTo>
                <a:lnTo>
                  <a:pt x="724291" y="37515"/>
                </a:lnTo>
                <a:lnTo>
                  <a:pt x="686433" y="43675"/>
                </a:lnTo>
                <a:lnTo>
                  <a:pt x="649810" y="51320"/>
                </a:lnTo>
                <a:lnTo>
                  <a:pt x="614716" y="60331"/>
                </a:lnTo>
                <a:lnTo>
                  <a:pt x="581454" y="70590"/>
                </a:lnTo>
                <a:lnTo>
                  <a:pt x="550324" y="81982"/>
                </a:lnTo>
                <a:lnTo>
                  <a:pt x="521622" y="94397"/>
                </a:lnTo>
                <a:lnTo>
                  <a:pt x="495639" y="107738"/>
                </a:lnTo>
                <a:lnTo>
                  <a:pt x="472669" y="121916"/>
                </a:lnTo>
                <a:lnTo>
                  <a:pt x="453006" y="136869"/>
                </a:lnTo>
                <a:lnTo>
                  <a:pt x="437635" y="151804"/>
                </a:lnTo>
                <a:cubicBezTo>
                  <a:pt x="437391" y="152043"/>
                  <a:pt x="437164" y="152301"/>
                  <a:pt x="436959" y="152576"/>
                </a:cubicBezTo>
                <a:lnTo>
                  <a:pt x="425600" y="167878"/>
                </a:lnTo>
                <a:cubicBezTo>
                  <a:pt x="425405" y="168141"/>
                  <a:pt x="425230" y="168417"/>
                  <a:pt x="425078" y="168708"/>
                </a:cubicBezTo>
                <a:lnTo>
                  <a:pt x="420678" y="177163"/>
                </a:lnTo>
                <a:lnTo>
                  <a:pt x="417465" y="185791"/>
                </a:lnTo>
                <a:lnTo>
                  <a:pt x="415659" y="193618"/>
                </a:lnTo>
                <a:cubicBezTo>
                  <a:pt x="415588" y="193926"/>
                  <a:pt x="415539" y="194241"/>
                  <a:pt x="415514" y="194555"/>
                </a:cubicBezTo>
                <a:lnTo>
                  <a:pt x="414906" y="202399"/>
                </a:lnTo>
                <a:lnTo>
                  <a:pt x="414294" y="210242"/>
                </a:lnTo>
                <a:lnTo>
                  <a:pt x="414439" y="209303"/>
                </a:lnTo>
                <a:lnTo>
                  <a:pt x="412885" y="216299"/>
                </a:lnTo>
                <a:lnTo>
                  <a:pt x="410240" y="223392"/>
                </a:lnTo>
                <a:lnTo>
                  <a:pt x="406161" y="231142"/>
                </a:lnTo>
                <a:lnTo>
                  <a:pt x="406683" y="230312"/>
                </a:lnTo>
                <a:lnTo>
                  <a:pt x="395322" y="245614"/>
                </a:lnTo>
                <a:lnTo>
                  <a:pt x="395999" y="244842"/>
                </a:lnTo>
                <a:lnTo>
                  <a:pt x="381222" y="259267"/>
                </a:lnTo>
                <a:lnTo>
                  <a:pt x="362658" y="273364"/>
                </a:lnTo>
                <a:lnTo>
                  <a:pt x="340628" y="286952"/>
                </a:lnTo>
                <a:lnTo>
                  <a:pt x="315459" y="299869"/>
                </a:lnTo>
                <a:lnTo>
                  <a:pt x="287475" y="311971"/>
                </a:lnTo>
                <a:lnTo>
                  <a:pt x="256996" y="323123"/>
                </a:lnTo>
                <a:lnTo>
                  <a:pt x="224338" y="333195"/>
                </a:lnTo>
                <a:lnTo>
                  <a:pt x="189819" y="342057"/>
                </a:lnTo>
                <a:lnTo>
                  <a:pt x="153755" y="349584"/>
                </a:lnTo>
                <a:lnTo>
                  <a:pt x="116459" y="355654"/>
                </a:lnTo>
                <a:lnTo>
                  <a:pt x="78245" y="360142"/>
                </a:lnTo>
                <a:lnTo>
                  <a:pt x="39425" y="362927"/>
                </a:lnTo>
                <a:lnTo>
                  <a:pt x="0" y="363887"/>
                </a:lnTo>
                <a:lnTo>
                  <a:pt x="310" y="376626"/>
                </a:lnTo>
                <a:moveTo>
                  <a:pt x="791420" y="37313"/>
                </a:moveTo>
                <a:lnTo>
                  <a:pt x="767288" y="76411"/>
                </a:lnTo>
                <a:lnTo>
                  <a:pt x="842358" y="35529"/>
                </a:lnTo>
                <a:lnTo>
                  <a:pt x="764612" y="0"/>
                </a:lnTo>
                <a:lnTo>
                  <a:pt x="791420" y="37313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30">
            <a:extLst xmlns:a="http://schemas.openxmlformats.org/drawingml/2006/main">
              <a:ext uri="{FF2B5EF4-FFF2-40B4-BE49-F238E27FC236}">
                <a16:creationId xmlns:a16="http://schemas.microsoft.com/office/drawing/2014/main" id="{1E1342C8-95AC-4848-8027-7FBB8CA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263" y="9670458"/>
            <a:ext cx="1365463" cy="493853"/>
          </a:xfrm>
          <a:custGeom xmlns:a="http://schemas.openxmlformats.org/drawingml/2006/main">
            <a:pathLst>
              <a:path w="1365463" h="493853">
                <a:moveTo>
                  <a:pt x="0" y="82311"/>
                </a:moveTo>
                <a:cubicBezTo>
                  <a:pt x="0" y="36851"/>
                  <a:pt x="36852" y="0"/>
                  <a:pt x="82311" y="0"/>
                </a:cubicBezTo>
                <a:lnTo>
                  <a:pt x="1283153" y="0"/>
                </a:lnTo>
                <a:cubicBezTo>
                  <a:pt x="1328612" y="0"/>
                  <a:pt x="1365463" y="36851"/>
                  <a:pt x="1365463" y="82311"/>
                </a:cubicBezTo>
                <a:lnTo>
                  <a:pt x="1365463" y="411543"/>
                </a:lnTo>
                <a:cubicBezTo>
                  <a:pt x="1365463" y="457002"/>
                  <a:pt x="1328612" y="493853"/>
                  <a:pt x="1283153" y="493853"/>
                </a:cubicBezTo>
                <a:lnTo>
                  <a:pt x="82311" y="493853"/>
                </a:lnTo>
                <a:cubicBezTo>
                  <a:pt x="36852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531">
            <a:extLst xmlns:a="http://schemas.openxmlformats.org/drawingml/2006/main">
              <a:ext uri="{FF2B5EF4-FFF2-40B4-BE49-F238E27FC236}">
                <a16:creationId xmlns:a16="http://schemas.microsoft.com/office/drawing/2014/main" id="{C606B14F-8C1F-4B4E-8DAA-CBF866BF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263" y="9670458"/>
            <a:ext cx="1365463" cy="493853"/>
          </a:xfrm>
          <a:custGeom xmlns:a="http://schemas.openxmlformats.org/drawingml/2006/main">
            <a:pathLst>
              <a:path w="1365463" h="493853">
                <a:moveTo>
                  <a:pt x="0" y="82311"/>
                </a:moveTo>
                <a:cubicBezTo>
                  <a:pt x="0" y="36852"/>
                  <a:pt x="36852" y="0"/>
                  <a:pt x="82310" y="0"/>
                </a:cubicBezTo>
                <a:lnTo>
                  <a:pt x="1283153" y="0"/>
                </a:lnTo>
                <a:cubicBezTo>
                  <a:pt x="1328612" y="0"/>
                  <a:pt x="1365463" y="36852"/>
                  <a:pt x="1365463" y="82311"/>
                </a:cubicBezTo>
                <a:lnTo>
                  <a:pt x="1365463" y="411543"/>
                </a:lnTo>
                <a:cubicBezTo>
                  <a:pt x="1365463" y="457002"/>
                  <a:pt x="1328612" y="493853"/>
                  <a:pt x="1283153" y="493853"/>
                </a:cubicBezTo>
                <a:lnTo>
                  <a:pt x="82310" y="493853"/>
                </a:lnTo>
                <a:cubicBezTo>
                  <a:pt x="36852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528" name="text-532 1.6 m">
            <a:extLst xmlns:a="http://schemas.openxmlformats.org/drawingml/2006/main">
              <a:ext uri="{FF2B5EF4-FFF2-40B4-BE49-F238E27FC236}">
                <a16:creationId xmlns:a16="http://schemas.microsoft.com/office/drawing/2014/main" id="{A3D65FDB-D8E3-4581-AD04-57D84585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0352" y="9793636"/>
            <a:ext cx="457498" cy="2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1.6 m</a:t>
            </a:r>
          </a:p>
        </p:txBody>
      </p:sp>
      <p:sp>
        <p:nvSpPr>
          <p:cNvPr id="529" name="path-533">
            <a:extLst xmlns:a="http://schemas.openxmlformats.org/drawingml/2006/main">
              <a:ext uri="{FF2B5EF4-FFF2-40B4-BE49-F238E27FC236}">
                <a16:creationId xmlns:a16="http://schemas.microsoft.com/office/drawing/2014/main" id="{374ED885-39ED-4253-BD4A-F553AF9F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451" y="9880092"/>
            <a:ext cx="458813" cy="76451"/>
          </a:xfrm>
          <a:custGeom xmlns:a="http://schemas.openxmlformats.org/drawingml/2006/main">
            <a:pathLst>
              <a:path w="458813" h="76451">
                <a:moveTo>
                  <a:pt x="156" y="49257"/>
                </a:moveTo>
                <a:lnTo>
                  <a:pt x="407924" y="44286"/>
                </a:lnTo>
                <a:lnTo>
                  <a:pt x="407769" y="31543"/>
                </a:lnTo>
                <a:lnTo>
                  <a:pt x="0" y="36516"/>
                </a:lnTo>
                <a:lnTo>
                  <a:pt x="156" y="49257"/>
                </a:lnTo>
                <a:moveTo>
                  <a:pt x="407847" y="37915"/>
                </a:moveTo>
                <a:lnTo>
                  <a:pt x="382828" y="76451"/>
                </a:lnTo>
                <a:lnTo>
                  <a:pt x="458813" y="37292"/>
                </a:lnTo>
                <a:lnTo>
                  <a:pt x="381897" y="0"/>
                </a:lnTo>
                <a:lnTo>
                  <a:pt x="407847" y="3791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34">
            <a:extLst xmlns:a="http://schemas.openxmlformats.org/drawingml/2006/main">
              <a:ext uri="{FF2B5EF4-FFF2-40B4-BE49-F238E27FC236}">
                <a16:creationId xmlns:a16="http://schemas.microsoft.com/office/drawing/2014/main" id="{73CE25F1-E11B-44B7-8622-F28B14DD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727" y="9598880"/>
            <a:ext cx="490056" cy="76452"/>
          </a:xfrm>
          <a:custGeom xmlns:a="http://schemas.openxmlformats.org/drawingml/2006/main">
            <a:pathLst>
              <a:path w="490056" h="76452">
                <a:moveTo>
                  <a:pt x="148" y="49375"/>
                </a:moveTo>
                <a:lnTo>
                  <a:pt x="439163" y="44301"/>
                </a:lnTo>
                <a:lnTo>
                  <a:pt x="439016" y="31561"/>
                </a:lnTo>
                <a:lnTo>
                  <a:pt x="0" y="36632"/>
                </a:lnTo>
                <a:lnTo>
                  <a:pt x="148" y="49375"/>
                </a:lnTo>
                <a:moveTo>
                  <a:pt x="439089" y="37932"/>
                </a:moveTo>
                <a:lnTo>
                  <a:pt x="414047" y="76452"/>
                </a:lnTo>
                <a:lnTo>
                  <a:pt x="490056" y="37343"/>
                </a:lnTo>
                <a:lnTo>
                  <a:pt x="413164" y="0"/>
                </a:lnTo>
                <a:lnTo>
                  <a:pt x="439089" y="37932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path-535">
            <a:extLst xmlns:a="http://schemas.openxmlformats.org/drawingml/2006/main">
              <a:ext uri="{FF2B5EF4-FFF2-40B4-BE49-F238E27FC236}">
                <a16:creationId xmlns:a16="http://schemas.microsoft.com/office/drawing/2014/main" id="{39A858AF-5DDA-4E7A-BEC9-996C96F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736" y="10215249"/>
            <a:ext cx="490047" cy="76452"/>
          </a:xfrm>
          <a:custGeom xmlns:a="http://schemas.openxmlformats.org/drawingml/2006/main">
            <a:pathLst>
              <a:path w="490047" h="76452">
                <a:moveTo>
                  <a:pt x="130" y="48820"/>
                </a:moveTo>
                <a:lnTo>
                  <a:pt x="439145" y="44337"/>
                </a:lnTo>
                <a:lnTo>
                  <a:pt x="439014" y="31594"/>
                </a:lnTo>
                <a:lnTo>
                  <a:pt x="0" y="36078"/>
                </a:lnTo>
                <a:lnTo>
                  <a:pt x="130" y="48820"/>
                </a:lnTo>
                <a:moveTo>
                  <a:pt x="439080" y="37966"/>
                </a:moveTo>
                <a:lnTo>
                  <a:pt x="413986" y="76452"/>
                </a:lnTo>
                <a:lnTo>
                  <a:pt x="490047" y="37445"/>
                </a:lnTo>
                <a:lnTo>
                  <a:pt x="413205" y="0"/>
                </a:lnTo>
                <a:lnTo>
                  <a:pt x="439080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text-536 VGEG:">
            <a:extLst xmlns:a="http://schemas.openxmlformats.org/drawingml/2006/main">
              <a:ext uri="{FF2B5EF4-FFF2-40B4-BE49-F238E27FC236}">
                <a16:creationId xmlns:a16="http://schemas.microsoft.com/office/drawing/2014/main" id="{BD5E8641-654B-4DF7-81F9-8DA652F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502" y="9766994"/>
            <a:ext cx="627624" cy="28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533" name="path-537">
            <a:extLst xmlns:a="http://schemas.openxmlformats.org/drawingml/2006/main">
              <a:ext uri="{FF2B5EF4-FFF2-40B4-BE49-F238E27FC236}">
                <a16:creationId xmlns:a16="http://schemas.microsoft.com/office/drawing/2014/main" id="{200F5799-3995-458B-AD6A-49A855DB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9061" y="9390183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7"/>
                </a:moveTo>
                <a:cubicBezTo>
                  <a:pt x="0" y="34231"/>
                  <a:pt x="34240" y="0"/>
                  <a:pt x="76456" y="0"/>
                </a:cubicBezTo>
                <a:lnTo>
                  <a:pt x="2035641" y="0"/>
                </a:lnTo>
                <a:cubicBezTo>
                  <a:pt x="2077869" y="0"/>
                  <a:pt x="2112097" y="34231"/>
                  <a:pt x="2112097" y="76457"/>
                </a:cubicBezTo>
                <a:lnTo>
                  <a:pt x="2112097" y="382279"/>
                </a:lnTo>
                <a:cubicBezTo>
                  <a:pt x="2112097" y="424505"/>
                  <a:pt x="2077869" y="458736"/>
                  <a:pt x="2035641" y="458736"/>
                </a:cubicBezTo>
                <a:lnTo>
                  <a:pt x="76456" y="458736"/>
                </a:lnTo>
                <a:cubicBezTo>
                  <a:pt x="34240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38">
            <a:extLst xmlns:a="http://schemas.openxmlformats.org/drawingml/2006/main">
              <a:ext uri="{FF2B5EF4-FFF2-40B4-BE49-F238E27FC236}">
                <a16:creationId xmlns:a16="http://schemas.microsoft.com/office/drawing/2014/main" id="{1C7FB344-B4DB-4D9F-8BBC-765BDC92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9061" y="9390183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535" name="text-539 Tokyo Tower">
            <a:extLst xmlns:a="http://schemas.openxmlformats.org/drawingml/2006/main">
              <a:ext uri="{FF2B5EF4-FFF2-40B4-BE49-F238E27FC236}">
                <a16:creationId xmlns:a16="http://schemas.microsoft.com/office/drawing/2014/main" id="{D50B584C-D271-42C1-836B-BA7365D5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77978" y="9505813"/>
            <a:ext cx="1124785" cy="254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Tokyo Tower</a:t>
            </a:r>
          </a:p>
        </p:txBody>
      </p:sp>
      <p:sp>
        <p:nvSpPr>
          <p:cNvPr id="536" name="path-540">
            <a:extLst xmlns:a="http://schemas.openxmlformats.org/drawingml/2006/main">
              <a:ext uri="{FF2B5EF4-FFF2-40B4-BE49-F238E27FC236}">
                <a16:creationId xmlns:a16="http://schemas.microsoft.com/office/drawing/2014/main" id="{57310522-C48D-46B2-8F87-BB04253A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9061" y="10011665"/>
            <a:ext cx="2112097" cy="458735"/>
          </a:xfrm>
          <a:custGeom xmlns:a="http://schemas.openxmlformats.org/drawingml/2006/main">
            <a:pathLst>
              <a:path w="2112097" h="458735">
                <a:moveTo>
                  <a:pt x="0" y="76457"/>
                </a:moveTo>
                <a:cubicBezTo>
                  <a:pt x="0" y="34230"/>
                  <a:pt x="34240" y="0"/>
                  <a:pt x="76456" y="0"/>
                </a:cubicBezTo>
                <a:lnTo>
                  <a:pt x="2035641" y="0"/>
                </a:lnTo>
                <a:cubicBezTo>
                  <a:pt x="2077869" y="0"/>
                  <a:pt x="2112097" y="34230"/>
                  <a:pt x="2112097" y="76457"/>
                </a:cubicBezTo>
                <a:lnTo>
                  <a:pt x="2112097" y="382277"/>
                </a:lnTo>
                <a:cubicBezTo>
                  <a:pt x="2112097" y="424504"/>
                  <a:pt x="2077869" y="458735"/>
                  <a:pt x="2035641" y="458735"/>
                </a:cubicBezTo>
                <a:lnTo>
                  <a:pt x="76456" y="458735"/>
                </a:lnTo>
                <a:cubicBezTo>
                  <a:pt x="34240" y="458735"/>
                  <a:pt x="0" y="424504"/>
                  <a:pt x="0" y="382277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541">
            <a:extLst xmlns:a="http://schemas.openxmlformats.org/drawingml/2006/main">
              <a:ext uri="{FF2B5EF4-FFF2-40B4-BE49-F238E27FC236}">
                <a16:creationId xmlns:a16="http://schemas.microsoft.com/office/drawing/2014/main" id="{68022461-D49A-4330-ADB7-22E08DFD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9061" y="10011665"/>
            <a:ext cx="2112097" cy="458736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557DD5"/>
            </a:solidFill>
            <a:prstDash val="solid"/>
          </a:ln>
        </p:spPr>
      </p:sp>
      <p:sp>
        <p:nvSpPr>
          <p:cNvPr id="538" name="text-542 Tokyo Skytree">
            <a:extLst xmlns:a="http://schemas.openxmlformats.org/drawingml/2006/main">
              <a:ext uri="{FF2B5EF4-FFF2-40B4-BE49-F238E27FC236}">
                <a16:creationId xmlns:a16="http://schemas.microsoft.com/office/drawing/2014/main" id="{6EF48CD9-7870-4203-94A0-CD28936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97532" y="10126674"/>
            <a:ext cx="1285012" cy="254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3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Tokyo Skytree</a:t>
            </a:r>
          </a:p>
        </p:txBody>
      </p:sp>
      <p:sp>
        <p:nvSpPr>
          <p:cNvPr id="539" name="path-543">
            <a:extLst xmlns:a="http://schemas.openxmlformats.org/drawingml/2006/main">
              <a:ext uri="{FF2B5EF4-FFF2-40B4-BE49-F238E27FC236}">
                <a16:creationId xmlns:a16="http://schemas.microsoft.com/office/drawing/2014/main" id="{A1FAD888-33D7-48AC-9481-B1234BC8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0442" y="9653784"/>
            <a:ext cx="1653360" cy="505044"/>
          </a:xfrm>
          <a:custGeom xmlns:a="http://schemas.openxmlformats.org/drawingml/2006/main">
            <a:pathLst>
              <a:path w="1653360" h="505044">
                <a:moveTo>
                  <a:pt x="0" y="93964"/>
                </a:moveTo>
                <a:cubicBezTo>
                  <a:pt x="0" y="42070"/>
                  <a:pt x="42076" y="0"/>
                  <a:pt x="93964" y="0"/>
                </a:cubicBezTo>
                <a:lnTo>
                  <a:pt x="1559396" y="0"/>
                </a:lnTo>
                <a:cubicBezTo>
                  <a:pt x="1611297" y="0"/>
                  <a:pt x="1653360" y="42070"/>
                  <a:pt x="1653360" y="93964"/>
                </a:cubicBezTo>
                <a:lnTo>
                  <a:pt x="1653360" y="411080"/>
                </a:lnTo>
                <a:cubicBezTo>
                  <a:pt x="1653360" y="462973"/>
                  <a:pt x="1611297" y="505044"/>
                  <a:pt x="1559396" y="505044"/>
                </a:cubicBezTo>
                <a:lnTo>
                  <a:pt x="93964" y="505044"/>
                </a:lnTo>
                <a:cubicBezTo>
                  <a:pt x="42076" y="505044"/>
                  <a:pt x="0" y="462973"/>
                  <a:pt x="0" y="411080"/>
                </a:cubicBezTo>
                <a:lnTo>
                  <a:pt x="0" y="93964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44">
            <a:extLst xmlns:a="http://schemas.openxmlformats.org/drawingml/2006/main">
              <a:ext uri="{FF2B5EF4-FFF2-40B4-BE49-F238E27FC236}">
                <a16:creationId xmlns:a16="http://schemas.microsoft.com/office/drawing/2014/main" id="{788A510C-A53D-4061-926D-53E14F45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0442" y="9653784"/>
            <a:ext cx="1653360" cy="505043"/>
          </a:xfrm>
          <a:custGeom xmlns:a="http://schemas.openxmlformats.org/drawingml/2006/main">
            <a:pathLst>
              <a:path w="1653360" h="505043">
                <a:moveTo>
                  <a:pt x="0" y="93964"/>
                </a:moveTo>
                <a:cubicBezTo>
                  <a:pt x="0" y="42069"/>
                  <a:pt x="42069" y="0"/>
                  <a:pt x="93964" y="0"/>
                </a:cubicBezTo>
                <a:lnTo>
                  <a:pt x="1559398" y="0"/>
                </a:lnTo>
                <a:cubicBezTo>
                  <a:pt x="1611292" y="0"/>
                  <a:pt x="1653360" y="42069"/>
                  <a:pt x="1653360" y="93964"/>
                </a:cubicBezTo>
                <a:lnTo>
                  <a:pt x="1653360" y="411080"/>
                </a:lnTo>
                <a:cubicBezTo>
                  <a:pt x="1653360" y="462974"/>
                  <a:pt x="1611292" y="505043"/>
                  <a:pt x="1559398" y="505043"/>
                </a:cubicBezTo>
                <a:lnTo>
                  <a:pt x="93964" y="505043"/>
                </a:lnTo>
                <a:cubicBezTo>
                  <a:pt x="42069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B5A0DE"/>
            </a:solidFill>
            <a:prstDash val="solid"/>
          </a:ln>
        </p:spPr>
      </p:sp>
      <p:sp>
        <p:nvSpPr>
          <p:cNvPr id="541" name="text-545 MAX">
            <a:extLst xmlns:a="http://schemas.openxmlformats.org/drawingml/2006/main">
              <a:ext uri="{FF2B5EF4-FFF2-40B4-BE49-F238E27FC236}">
                <a16:creationId xmlns:a16="http://schemas.microsoft.com/office/drawing/2014/main" id="{CDDAB9E8-B836-49FC-A4C0-C56E989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3336" y="9661282"/>
            <a:ext cx="481762" cy="267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MAX</a:t>
            </a:r>
          </a:p>
        </p:txBody>
      </p:sp>
      <p:sp>
        <p:nvSpPr>
          <p:cNvPr id="542" name="text-546 (333, 634)">
            <a:extLst xmlns:a="http://schemas.openxmlformats.org/drawingml/2006/main">
              <a:ext uri="{FF2B5EF4-FFF2-40B4-BE49-F238E27FC236}">
                <a16:creationId xmlns:a16="http://schemas.microsoft.com/office/drawing/2014/main" id="{75695DB7-841E-4C87-98F4-CEEF3C38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93260" y="9891260"/>
            <a:ext cx="982301" cy="267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0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(333, 634)</a:t>
            </a:r>
          </a:p>
        </p:txBody>
      </p:sp>
      <p:sp>
        <p:nvSpPr>
          <p:cNvPr id="543" name="path-547">
            <a:extLst xmlns:a="http://schemas.openxmlformats.org/drawingml/2006/main">
              <a:ext uri="{FF2B5EF4-FFF2-40B4-BE49-F238E27FC236}">
                <a16:creationId xmlns:a16="http://schemas.microsoft.com/office/drawing/2014/main" id="{51643A3C-2FA5-4AFA-9ECA-6F6EB27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598" y="9500971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61" y="0"/>
                  <a:pt x="248482" y="55624"/>
                  <a:pt x="248482" y="124241"/>
                </a:cubicBezTo>
                <a:cubicBezTo>
                  <a:pt x="248482" y="192858"/>
                  <a:pt x="192861" y="248482"/>
                  <a:pt x="124240" y="248482"/>
                </a:cubicBezTo>
                <a:cubicBezTo>
                  <a:pt x="55622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48">
            <a:extLst xmlns:a="http://schemas.openxmlformats.org/drawingml/2006/main">
              <a:ext uri="{FF2B5EF4-FFF2-40B4-BE49-F238E27FC236}">
                <a16:creationId xmlns:a16="http://schemas.microsoft.com/office/drawing/2014/main" id="{976CA422-180B-4FE4-9634-4B0CB3F1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598" y="9500971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545" name="text-549 1">
            <a:extLst xmlns:a="http://schemas.openxmlformats.org/drawingml/2006/main">
              <a:ext uri="{FF2B5EF4-FFF2-40B4-BE49-F238E27FC236}">
                <a16:creationId xmlns:a16="http://schemas.microsoft.com/office/drawing/2014/main" id="{EE07A043-18CC-426F-A372-86599D99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24575" y="9529406"/>
            <a:ext cx="88352" cy="19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546" name="path-550">
            <a:extLst xmlns:a="http://schemas.openxmlformats.org/drawingml/2006/main">
              <a:ext uri="{FF2B5EF4-FFF2-40B4-BE49-F238E27FC236}">
                <a16:creationId xmlns:a16="http://schemas.microsoft.com/office/drawing/2014/main" id="{2FE63AB1-6BEF-4647-A9EA-21EB38F3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3947" y="10114943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2" y="0"/>
                  <a:pt x="124240" y="0"/>
                </a:cubicBezTo>
                <a:cubicBezTo>
                  <a:pt x="192861" y="0"/>
                  <a:pt x="248482" y="55625"/>
                  <a:pt x="248482" y="124241"/>
                </a:cubicBezTo>
                <a:cubicBezTo>
                  <a:pt x="248482" y="192858"/>
                  <a:pt x="192861" y="248482"/>
                  <a:pt x="124240" y="248482"/>
                </a:cubicBezTo>
                <a:cubicBezTo>
                  <a:pt x="55622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51">
            <a:extLst xmlns:a="http://schemas.openxmlformats.org/drawingml/2006/main">
              <a:ext uri="{FF2B5EF4-FFF2-40B4-BE49-F238E27FC236}">
                <a16:creationId xmlns:a16="http://schemas.microsoft.com/office/drawing/2014/main" id="{A68C7A19-B9BE-42AC-86CC-19955DB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3947" y="10114943"/>
            <a:ext cx="248482" cy="248482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14">
            <a:solidFill>
              <a:srgbClr val="FFFFFF"/>
            </a:solidFill>
            <a:prstDash val="solid"/>
          </a:ln>
        </p:spPr>
      </p:sp>
      <p:sp>
        <p:nvSpPr>
          <p:cNvPr id="548" name="text-552 2">
            <a:extLst xmlns:a="http://schemas.openxmlformats.org/drawingml/2006/main">
              <a:ext uri="{FF2B5EF4-FFF2-40B4-BE49-F238E27FC236}">
                <a16:creationId xmlns:a16="http://schemas.microsoft.com/office/drawing/2014/main" id="{A8BB4768-080C-4888-95E0-23AE04D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577" y="10144030"/>
            <a:ext cx="110816" cy="19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1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549" name="path-553">
            <a:extLst xmlns:a="http://schemas.openxmlformats.org/drawingml/2006/main">
              <a:ext uri="{FF2B5EF4-FFF2-40B4-BE49-F238E27FC236}">
                <a16:creationId xmlns:a16="http://schemas.microsoft.com/office/drawing/2014/main" id="{E9EC82EB-9634-486B-8E24-D15743C6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1889" y="9390183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0"/>
                  <a:pt x="34228" y="0"/>
                  <a:pt x="76456" y="0"/>
                </a:cubicBezTo>
                <a:lnTo>
                  <a:pt x="1261524" y="0"/>
                </a:lnTo>
                <a:cubicBezTo>
                  <a:pt x="1303752" y="0"/>
                  <a:pt x="1337980" y="34230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52" y="458736"/>
                  <a:pt x="1261524" y="458736"/>
                </a:cubicBezTo>
                <a:lnTo>
                  <a:pt x="76456" y="458736"/>
                </a:lnTo>
                <a:cubicBezTo>
                  <a:pt x="34228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54">
            <a:extLst xmlns:a="http://schemas.openxmlformats.org/drawingml/2006/main">
              <a:ext uri="{FF2B5EF4-FFF2-40B4-BE49-F238E27FC236}">
                <a16:creationId xmlns:a16="http://schemas.microsoft.com/office/drawing/2014/main" id="{DF2D0633-9447-4ED4-9901-6A31838F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1889" y="9390183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2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2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551" name="text-555 333 m">
            <a:extLst xmlns:a="http://schemas.openxmlformats.org/drawingml/2006/main">
              <a:ext uri="{FF2B5EF4-FFF2-40B4-BE49-F238E27FC236}">
                <a16:creationId xmlns:a16="http://schemas.microsoft.com/office/drawing/2014/main" id="{DE9633CA-8EB3-4B8B-8399-E457D94D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55680" y="9506138"/>
            <a:ext cx="559990" cy="254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2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333 m</a:t>
            </a:r>
          </a:p>
        </p:txBody>
      </p:sp>
      <p:sp>
        <p:nvSpPr>
          <p:cNvPr id="552" name="path-556">
            <a:extLst xmlns:a="http://schemas.openxmlformats.org/drawingml/2006/main">
              <a:ext uri="{FF2B5EF4-FFF2-40B4-BE49-F238E27FC236}">
                <a16:creationId xmlns:a16="http://schemas.microsoft.com/office/drawing/2014/main" id="{8A4C2BD5-BFBD-4E81-9CB5-591CB29A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0261" y="10011665"/>
            <a:ext cx="1337980" cy="458735"/>
          </a:xfrm>
          <a:custGeom xmlns:a="http://schemas.openxmlformats.org/drawingml/2006/main">
            <a:pathLst>
              <a:path w="1337980" h="458735">
                <a:moveTo>
                  <a:pt x="0" y="76455"/>
                </a:moveTo>
                <a:cubicBezTo>
                  <a:pt x="0" y="34230"/>
                  <a:pt x="34228" y="0"/>
                  <a:pt x="76456" y="0"/>
                </a:cubicBezTo>
                <a:lnTo>
                  <a:pt x="1261524" y="0"/>
                </a:lnTo>
                <a:cubicBezTo>
                  <a:pt x="1303741" y="0"/>
                  <a:pt x="1337980" y="34230"/>
                  <a:pt x="1337980" y="76455"/>
                </a:cubicBezTo>
                <a:lnTo>
                  <a:pt x="1337980" y="382278"/>
                </a:lnTo>
                <a:cubicBezTo>
                  <a:pt x="1337980" y="424504"/>
                  <a:pt x="1303741" y="458735"/>
                  <a:pt x="1261524" y="458735"/>
                </a:cubicBezTo>
                <a:lnTo>
                  <a:pt x="76456" y="458735"/>
                </a:lnTo>
                <a:cubicBezTo>
                  <a:pt x="34228" y="458735"/>
                  <a:pt x="0" y="424504"/>
                  <a:pt x="0" y="382278"/>
                </a:cubicBezTo>
                <a:lnTo>
                  <a:pt x="0" y="76455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57">
            <a:extLst xmlns:a="http://schemas.openxmlformats.org/drawingml/2006/main">
              <a:ext uri="{FF2B5EF4-FFF2-40B4-BE49-F238E27FC236}">
                <a16:creationId xmlns:a16="http://schemas.microsoft.com/office/drawing/2014/main" id="{490E3D4E-4AF5-4DD4-AA17-A94D58CE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0261" y="10011665"/>
            <a:ext cx="1337980" cy="458736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2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2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554" name="text-558 634 m">
            <a:extLst xmlns:a="http://schemas.openxmlformats.org/drawingml/2006/main">
              <a:ext uri="{FF2B5EF4-FFF2-40B4-BE49-F238E27FC236}">
                <a16:creationId xmlns:a16="http://schemas.microsoft.com/office/drawing/2014/main" id="{4579CBFB-8A69-472A-B8FB-4D60CF6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70410" y="10118019"/>
            <a:ext cx="549834" cy="249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634 m</a:t>
            </a:r>
          </a:p>
        </p:txBody>
      </p:sp>
      <p:sp>
        <p:nvSpPr>
          <p:cNvPr id="555" name="path-559">
            <a:extLst xmlns:a="http://schemas.openxmlformats.org/drawingml/2006/main">
              <a:ext uri="{FF2B5EF4-FFF2-40B4-BE49-F238E27FC236}">
                <a16:creationId xmlns:a16="http://schemas.microsoft.com/office/drawing/2014/main" id="{1C8DD350-0722-49D4-8701-F36733C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158" y="9581324"/>
            <a:ext cx="1170732" cy="76456"/>
          </a:xfrm>
          <a:custGeom xmlns:a="http://schemas.openxmlformats.org/drawingml/2006/main">
            <a:pathLst>
              <a:path w="1170732" h="76456">
                <a:moveTo>
                  <a:pt x="0" y="31855"/>
                </a:moveTo>
                <a:lnTo>
                  <a:pt x="1119761" y="31857"/>
                </a:lnTo>
                <a:lnTo>
                  <a:pt x="1119761" y="44599"/>
                </a:lnTo>
                <a:lnTo>
                  <a:pt x="0" y="44598"/>
                </a:lnTo>
                <a:lnTo>
                  <a:pt x="0" y="31855"/>
                </a:lnTo>
                <a:moveTo>
                  <a:pt x="1119761" y="38228"/>
                </a:moveTo>
                <a:lnTo>
                  <a:pt x="1094276" y="0"/>
                </a:lnTo>
                <a:lnTo>
                  <a:pt x="1170732" y="38228"/>
                </a:lnTo>
                <a:lnTo>
                  <a:pt x="1094276" y="76456"/>
                </a:lnTo>
                <a:lnTo>
                  <a:pt x="1119761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ath-560">
            <a:extLst xmlns:a="http://schemas.openxmlformats.org/drawingml/2006/main">
              <a:ext uri="{FF2B5EF4-FFF2-40B4-BE49-F238E27FC236}">
                <a16:creationId xmlns:a16="http://schemas.microsoft.com/office/drawing/2014/main" id="{FC166005-A7EC-4003-B8F9-A632D15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158" y="10202806"/>
            <a:ext cx="1179103" cy="76456"/>
          </a:xfrm>
          <a:custGeom xmlns:a="http://schemas.openxmlformats.org/drawingml/2006/main">
            <a:pathLst>
              <a:path w="1179103" h="76456">
                <a:moveTo>
                  <a:pt x="0" y="31855"/>
                </a:moveTo>
                <a:lnTo>
                  <a:pt x="1128132" y="31857"/>
                </a:lnTo>
                <a:lnTo>
                  <a:pt x="1128132" y="44599"/>
                </a:lnTo>
                <a:lnTo>
                  <a:pt x="0" y="44598"/>
                </a:lnTo>
                <a:lnTo>
                  <a:pt x="0" y="31855"/>
                </a:lnTo>
                <a:moveTo>
                  <a:pt x="1128132" y="38228"/>
                </a:moveTo>
                <a:lnTo>
                  <a:pt x="1102647" y="0"/>
                </a:lnTo>
                <a:lnTo>
                  <a:pt x="1179103" y="38228"/>
                </a:lnTo>
                <a:lnTo>
                  <a:pt x="1102647" y="76456"/>
                </a:lnTo>
                <a:lnTo>
                  <a:pt x="1128132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text-561 height">
            <a:extLst xmlns:a="http://schemas.openxmlformats.org/drawingml/2006/main">
              <a:ext uri="{FF2B5EF4-FFF2-40B4-BE49-F238E27FC236}">
                <a16:creationId xmlns:a16="http://schemas.microsoft.com/office/drawing/2014/main" id="{499D7EE4-2716-43E7-BF5A-CFA7A276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26000" y="9976427"/>
            <a:ext cx="516862" cy="22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58" name="text-562 height">
            <a:extLst xmlns:a="http://schemas.openxmlformats.org/drawingml/2006/main">
              <a:ext uri="{FF2B5EF4-FFF2-40B4-BE49-F238E27FC236}">
                <a16:creationId xmlns:a16="http://schemas.microsoft.com/office/drawing/2014/main" id="{20688F25-C8C7-435B-8D20-E347DA04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30791" y="9373953"/>
            <a:ext cx="516862" cy="22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128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59" name="path-563">
            <a:extLst xmlns:a="http://schemas.openxmlformats.org/drawingml/2006/main">
              <a:ext uri="{FF2B5EF4-FFF2-40B4-BE49-F238E27FC236}">
                <a16:creationId xmlns:a16="http://schemas.microsoft.com/office/drawing/2014/main" id="{8ED79E4D-DC93-4309-A429-3BA5DA8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9742" y="9613184"/>
            <a:ext cx="850700" cy="329088"/>
          </a:xfrm>
          <a:custGeom xmlns:a="http://schemas.openxmlformats.org/drawingml/2006/main">
            <a:pathLst>
              <a:path w="850700" h="329088">
                <a:moveTo>
                  <a:pt x="254" y="0"/>
                </a:moveTo>
                <a:lnTo>
                  <a:pt x="40076" y="822"/>
                </a:lnTo>
                <a:lnTo>
                  <a:pt x="79846" y="3230"/>
                </a:lnTo>
                <a:lnTo>
                  <a:pt x="118966" y="7118"/>
                </a:lnTo>
                <a:lnTo>
                  <a:pt x="157156" y="12379"/>
                </a:lnTo>
                <a:lnTo>
                  <a:pt x="194098" y="18910"/>
                </a:lnTo>
                <a:lnTo>
                  <a:pt x="229495" y="26606"/>
                </a:lnTo>
                <a:lnTo>
                  <a:pt x="263022" y="35368"/>
                </a:lnTo>
                <a:lnTo>
                  <a:pt x="294393" y="45090"/>
                </a:lnTo>
                <a:lnTo>
                  <a:pt x="323307" y="55676"/>
                </a:lnTo>
                <a:lnTo>
                  <a:pt x="349455" y="67035"/>
                </a:lnTo>
                <a:lnTo>
                  <a:pt x="372557" y="79079"/>
                </a:lnTo>
                <a:lnTo>
                  <a:pt x="392309" y="91740"/>
                </a:lnTo>
                <a:lnTo>
                  <a:pt x="408440" y="104978"/>
                </a:lnTo>
                <a:cubicBezTo>
                  <a:pt x="408709" y="105198"/>
                  <a:pt x="408950" y="105439"/>
                  <a:pt x="409181" y="105699"/>
                </a:cubicBezTo>
                <a:lnTo>
                  <a:pt x="420661" y="118807"/>
                </a:lnTo>
                <a:cubicBezTo>
                  <a:pt x="420890" y="119069"/>
                  <a:pt x="421095" y="119349"/>
                  <a:pt x="421273" y="119645"/>
                </a:cubicBezTo>
                <a:lnTo>
                  <a:pt x="425401" y="126283"/>
                </a:lnTo>
                <a:lnTo>
                  <a:pt x="428791" y="133719"/>
                </a:lnTo>
                <a:cubicBezTo>
                  <a:pt x="428918" y="134021"/>
                  <a:pt x="429034" y="134331"/>
                  <a:pt x="429122" y="134651"/>
                </a:cubicBezTo>
                <a:lnTo>
                  <a:pt x="430944" y="141357"/>
                </a:lnTo>
                <a:cubicBezTo>
                  <a:pt x="431046" y="141714"/>
                  <a:pt x="431111" y="142078"/>
                  <a:pt x="431149" y="142447"/>
                </a:cubicBezTo>
                <a:lnTo>
                  <a:pt x="431760" y="149165"/>
                </a:lnTo>
                <a:lnTo>
                  <a:pt x="432372" y="155883"/>
                </a:lnTo>
                <a:lnTo>
                  <a:pt x="432181" y="154793"/>
                </a:lnTo>
                <a:lnTo>
                  <a:pt x="434003" y="161499"/>
                </a:lnTo>
                <a:lnTo>
                  <a:pt x="433673" y="160567"/>
                </a:lnTo>
                <a:lnTo>
                  <a:pt x="436667" y="167246"/>
                </a:lnTo>
                <a:lnTo>
                  <a:pt x="440375" y="173131"/>
                </a:lnTo>
                <a:lnTo>
                  <a:pt x="439762" y="172294"/>
                </a:lnTo>
                <a:lnTo>
                  <a:pt x="451232" y="185403"/>
                </a:lnTo>
                <a:lnTo>
                  <a:pt x="450492" y="184683"/>
                </a:lnTo>
                <a:lnTo>
                  <a:pt x="466013" y="197477"/>
                </a:lnTo>
                <a:lnTo>
                  <a:pt x="484667" y="209408"/>
                </a:lnTo>
                <a:lnTo>
                  <a:pt x="506864" y="220969"/>
                </a:lnTo>
                <a:lnTo>
                  <a:pt x="532249" y="231993"/>
                </a:lnTo>
                <a:lnTo>
                  <a:pt x="560513" y="242337"/>
                </a:lnTo>
                <a:lnTo>
                  <a:pt x="591299" y="251878"/>
                </a:lnTo>
                <a:lnTo>
                  <a:pt x="624302" y="260497"/>
                </a:lnTo>
                <a:lnTo>
                  <a:pt x="659191" y="268084"/>
                </a:lnTo>
                <a:lnTo>
                  <a:pt x="695648" y="274529"/>
                </a:lnTo>
                <a:lnTo>
                  <a:pt x="733365" y="279724"/>
                </a:lnTo>
                <a:lnTo>
                  <a:pt x="772002" y="283564"/>
                </a:lnTo>
                <a:lnTo>
                  <a:pt x="800136" y="285266"/>
                </a:lnTo>
                <a:lnTo>
                  <a:pt x="799361" y="297986"/>
                </a:lnTo>
                <a:lnTo>
                  <a:pt x="770740" y="296244"/>
                </a:lnTo>
                <a:lnTo>
                  <a:pt x="731621" y="292347"/>
                </a:lnTo>
                <a:lnTo>
                  <a:pt x="693430" y="287076"/>
                </a:lnTo>
                <a:lnTo>
                  <a:pt x="656477" y="280534"/>
                </a:lnTo>
                <a:lnTo>
                  <a:pt x="621078" y="272826"/>
                </a:lnTo>
                <a:lnTo>
                  <a:pt x="587526" y="264048"/>
                </a:lnTo>
                <a:lnTo>
                  <a:pt x="556129" y="254301"/>
                </a:lnTo>
                <a:lnTo>
                  <a:pt x="527177" y="243678"/>
                </a:lnTo>
                <a:lnTo>
                  <a:pt x="500967" y="232264"/>
                </a:lnTo>
                <a:lnTo>
                  <a:pt x="477774" y="220128"/>
                </a:lnTo>
                <a:lnTo>
                  <a:pt x="457908" y="207310"/>
                </a:lnTo>
                <a:lnTo>
                  <a:pt x="442388" y="194517"/>
                </a:lnTo>
                <a:cubicBezTo>
                  <a:pt x="442121" y="194296"/>
                  <a:pt x="441877" y="194055"/>
                  <a:pt x="441648" y="193795"/>
                </a:cubicBezTo>
                <a:lnTo>
                  <a:pt x="430168" y="180687"/>
                </a:lnTo>
                <a:cubicBezTo>
                  <a:pt x="429937" y="180426"/>
                  <a:pt x="429734" y="180145"/>
                  <a:pt x="429556" y="179850"/>
                </a:cubicBezTo>
                <a:lnTo>
                  <a:pt x="425032" y="172455"/>
                </a:lnTo>
                <a:lnTo>
                  <a:pt x="422036" y="165776"/>
                </a:lnTo>
                <a:cubicBezTo>
                  <a:pt x="421909" y="165474"/>
                  <a:pt x="421797" y="165163"/>
                  <a:pt x="421706" y="164843"/>
                </a:cubicBezTo>
                <a:lnTo>
                  <a:pt x="419884" y="158138"/>
                </a:lnTo>
                <a:cubicBezTo>
                  <a:pt x="419782" y="157781"/>
                  <a:pt x="419718" y="157416"/>
                  <a:pt x="419693" y="157048"/>
                </a:cubicBezTo>
                <a:lnTo>
                  <a:pt x="419070" y="150329"/>
                </a:lnTo>
                <a:lnTo>
                  <a:pt x="418456" y="143611"/>
                </a:lnTo>
                <a:lnTo>
                  <a:pt x="418648" y="144700"/>
                </a:lnTo>
                <a:lnTo>
                  <a:pt x="416826" y="137996"/>
                </a:lnTo>
                <a:lnTo>
                  <a:pt x="417157" y="138928"/>
                </a:lnTo>
                <a:lnTo>
                  <a:pt x="414571" y="133004"/>
                </a:lnTo>
                <a:lnTo>
                  <a:pt x="410455" y="126364"/>
                </a:lnTo>
                <a:lnTo>
                  <a:pt x="411067" y="127200"/>
                </a:lnTo>
                <a:lnTo>
                  <a:pt x="399598" y="114091"/>
                </a:lnTo>
                <a:lnTo>
                  <a:pt x="400337" y="114811"/>
                </a:lnTo>
                <a:lnTo>
                  <a:pt x="385429" y="102461"/>
                </a:lnTo>
                <a:lnTo>
                  <a:pt x="366658" y="90373"/>
                </a:lnTo>
                <a:lnTo>
                  <a:pt x="344383" y="78721"/>
                </a:lnTo>
                <a:lnTo>
                  <a:pt x="318925" y="67640"/>
                </a:lnTo>
                <a:lnTo>
                  <a:pt x="290622" y="57260"/>
                </a:lnTo>
                <a:lnTo>
                  <a:pt x="259812" y="47696"/>
                </a:lnTo>
                <a:lnTo>
                  <a:pt x="226781" y="39058"/>
                </a:lnTo>
                <a:lnTo>
                  <a:pt x="191880" y="31458"/>
                </a:lnTo>
                <a:lnTo>
                  <a:pt x="155423" y="25002"/>
                </a:lnTo>
                <a:lnTo>
                  <a:pt x="117705" y="19798"/>
                </a:lnTo>
                <a:lnTo>
                  <a:pt x="79069" y="15950"/>
                </a:lnTo>
                <a:lnTo>
                  <a:pt x="39821" y="13562"/>
                </a:lnTo>
                <a:lnTo>
                  <a:pt x="0" y="12739"/>
                </a:lnTo>
                <a:lnTo>
                  <a:pt x="254" y="0"/>
                </a:lnTo>
                <a:moveTo>
                  <a:pt x="799757" y="291626"/>
                </a:moveTo>
                <a:lnTo>
                  <a:pt x="775405" y="252665"/>
                </a:lnTo>
                <a:lnTo>
                  <a:pt x="850700" y="293124"/>
                </a:lnTo>
                <a:lnTo>
                  <a:pt x="773149" y="329088"/>
                </a:lnTo>
                <a:lnTo>
                  <a:pt x="799757" y="29162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ath-564">
            <a:extLst xmlns:a="http://schemas.openxmlformats.org/drawingml/2006/main">
              <a:ext uri="{FF2B5EF4-FFF2-40B4-BE49-F238E27FC236}">
                <a16:creationId xmlns:a16="http://schemas.microsoft.com/office/drawing/2014/main" id="{4A49103E-2175-4B9F-B331-3DD59655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088" y="9870776"/>
            <a:ext cx="842354" cy="376625"/>
          </a:xfrm>
          <a:custGeom xmlns:a="http://schemas.openxmlformats.org/drawingml/2006/main">
            <a:pathLst>
              <a:path w="842354" h="376625">
                <a:moveTo>
                  <a:pt x="307" y="376625"/>
                </a:moveTo>
                <a:lnTo>
                  <a:pt x="39732" y="375665"/>
                </a:lnTo>
                <a:lnTo>
                  <a:pt x="79159" y="372852"/>
                </a:lnTo>
                <a:lnTo>
                  <a:pt x="117947" y="368310"/>
                </a:lnTo>
                <a:lnTo>
                  <a:pt x="155806" y="362162"/>
                </a:lnTo>
                <a:lnTo>
                  <a:pt x="192414" y="354531"/>
                </a:lnTo>
                <a:lnTo>
                  <a:pt x="227508" y="345537"/>
                </a:lnTo>
                <a:lnTo>
                  <a:pt x="260742" y="335300"/>
                </a:lnTo>
                <a:lnTo>
                  <a:pt x="291846" y="323939"/>
                </a:lnTo>
                <a:lnTo>
                  <a:pt x="320516" y="311565"/>
                </a:lnTo>
                <a:lnTo>
                  <a:pt x="346436" y="298291"/>
                </a:lnTo>
                <a:lnTo>
                  <a:pt x="369334" y="284215"/>
                </a:lnTo>
                <a:lnTo>
                  <a:pt x="388919" y="269425"/>
                </a:lnTo>
                <a:lnTo>
                  <a:pt x="404874" y="253981"/>
                </a:lnTo>
                <a:cubicBezTo>
                  <a:pt x="405128" y="253743"/>
                  <a:pt x="405346" y="253486"/>
                  <a:pt x="405549" y="253209"/>
                </a:cubicBezTo>
                <a:lnTo>
                  <a:pt x="416915" y="237907"/>
                </a:lnTo>
                <a:cubicBezTo>
                  <a:pt x="417108" y="237644"/>
                  <a:pt x="417284" y="237367"/>
                  <a:pt x="417438" y="237078"/>
                </a:cubicBezTo>
                <a:lnTo>
                  <a:pt x="421515" y="229326"/>
                </a:lnTo>
                <a:lnTo>
                  <a:pt x="424789" y="220826"/>
                </a:lnTo>
                <a:lnTo>
                  <a:pt x="426854" y="212167"/>
                </a:lnTo>
                <a:cubicBezTo>
                  <a:pt x="426931" y="211858"/>
                  <a:pt x="426969" y="211545"/>
                  <a:pt x="426994" y="211229"/>
                </a:cubicBezTo>
                <a:lnTo>
                  <a:pt x="427607" y="203387"/>
                </a:lnTo>
                <a:lnTo>
                  <a:pt x="428217" y="195544"/>
                </a:lnTo>
                <a:lnTo>
                  <a:pt x="428077" y="196482"/>
                </a:lnTo>
                <a:lnTo>
                  <a:pt x="429874" y="188654"/>
                </a:lnTo>
                <a:lnTo>
                  <a:pt x="432588" y="181689"/>
                </a:lnTo>
                <a:lnTo>
                  <a:pt x="436349" y="174644"/>
                </a:lnTo>
                <a:lnTo>
                  <a:pt x="435826" y="175473"/>
                </a:lnTo>
                <a:lnTo>
                  <a:pt x="447191" y="160171"/>
                </a:lnTo>
                <a:lnTo>
                  <a:pt x="446517" y="160943"/>
                </a:lnTo>
                <a:lnTo>
                  <a:pt x="461883" y="146009"/>
                </a:lnTo>
                <a:lnTo>
                  <a:pt x="480361" y="132073"/>
                </a:lnTo>
                <a:lnTo>
                  <a:pt x="502317" y="118588"/>
                </a:lnTo>
                <a:lnTo>
                  <a:pt x="527431" y="105738"/>
                </a:lnTo>
                <a:lnTo>
                  <a:pt x="555377" y="93679"/>
                </a:lnTo>
                <a:lnTo>
                  <a:pt x="585833" y="82558"/>
                </a:lnTo>
                <a:lnTo>
                  <a:pt x="618467" y="72508"/>
                </a:lnTo>
                <a:lnTo>
                  <a:pt x="652974" y="63663"/>
                </a:lnTo>
                <a:lnTo>
                  <a:pt x="689035" y="56148"/>
                </a:lnTo>
                <a:lnTo>
                  <a:pt x="726333" y="50091"/>
                </a:lnTo>
                <a:lnTo>
                  <a:pt x="764561" y="45617"/>
                </a:lnTo>
                <a:lnTo>
                  <a:pt x="791867" y="43668"/>
                </a:lnTo>
                <a:lnTo>
                  <a:pt x="790964" y="30957"/>
                </a:lnTo>
                <a:lnTo>
                  <a:pt x="763071" y="32960"/>
                </a:lnTo>
                <a:lnTo>
                  <a:pt x="724293" y="37515"/>
                </a:lnTo>
                <a:lnTo>
                  <a:pt x="686435" y="43675"/>
                </a:lnTo>
                <a:lnTo>
                  <a:pt x="649813" y="51320"/>
                </a:lnTo>
                <a:lnTo>
                  <a:pt x="614719" y="60331"/>
                </a:lnTo>
                <a:lnTo>
                  <a:pt x="581449" y="70590"/>
                </a:lnTo>
                <a:lnTo>
                  <a:pt x="550319" y="81982"/>
                </a:lnTo>
                <a:lnTo>
                  <a:pt x="521623" y="94398"/>
                </a:lnTo>
                <a:lnTo>
                  <a:pt x="495640" y="107739"/>
                </a:lnTo>
                <a:lnTo>
                  <a:pt x="472664" y="121916"/>
                </a:lnTo>
                <a:lnTo>
                  <a:pt x="453003" y="136869"/>
                </a:lnTo>
                <a:lnTo>
                  <a:pt x="437635" y="151804"/>
                </a:lnTo>
                <a:cubicBezTo>
                  <a:pt x="437392" y="152042"/>
                  <a:pt x="437163" y="152301"/>
                  <a:pt x="436959" y="152574"/>
                </a:cubicBezTo>
                <a:lnTo>
                  <a:pt x="425594" y="167878"/>
                </a:lnTo>
                <a:cubicBezTo>
                  <a:pt x="425403" y="168140"/>
                  <a:pt x="425223" y="168418"/>
                  <a:pt x="425070" y="168707"/>
                </a:cubicBezTo>
                <a:lnTo>
                  <a:pt x="420674" y="177163"/>
                </a:lnTo>
                <a:lnTo>
                  <a:pt x="417464" y="185791"/>
                </a:lnTo>
                <a:lnTo>
                  <a:pt x="415654" y="193617"/>
                </a:lnTo>
                <a:cubicBezTo>
                  <a:pt x="415591" y="193926"/>
                  <a:pt x="415540" y="194240"/>
                  <a:pt x="415514" y="194556"/>
                </a:cubicBezTo>
                <a:lnTo>
                  <a:pt x="414902" y="202399"/>
                </a:lnTo>
                <a:lnTo>
                  <a:pt x="414290" y="210241"/>
                </a:lnTo>
                <a:lnTo>
                  <a:pt x="414444" y="209302"/>
                </a:lnTo>
                <a:lnTo>
                  <a:pt x="412889" y="216299"/>
                </a:lnTo>
                <a:lnTo>
                  <a:pt x="410238" y="223391"/>
                </a:lnTo>
                <a:lnTo>
                  <a:pt x="406162" y="231142"/>
                </a:lnTo>
                <a:lnTo>
                  <a:pt x="406683" y="230311"/>
                </a:lnTo>
                <a:lnTo>
                  <a:pt x="395316" y="245614"/>
                </a:lnTo>
                <a:lnTo>
                  <a:pt x="395993" y="244842"/>
                </a:lnTo>
                <a:lnTo>
                  <a:pt x="381223" y="259267"/>
                </a:lnTo>
                <a:lnTo>
                  <a:pt x="362656" y="273365"/>
                </a:lnTo>
                <a:lnTo>
                  <a:pt x="340624" y="286951"/>
                </a:lnTo>
                <a:lnTo>
                  <a:pt x="315459" y="299868"/>
                </a:lnTo>
                <a:lnTo>
                  <a:pt x="287475" y="311970"/>
                </a:lnTo>
                <a:lnTo>
                  <a:pt x="256994" y="323123"/>
                </a:lnTo>
                <a:lnTo>
                  <a:pt x="224336" y="333194"/>
                </a:lnTo>
                <a:lnTo>
                  <a:pt x="189816" y="342057"/>
                </a:lnTo>
                <a:lnTo>
                  <a:pt x="153753" y="349584"/>
                </a:lnTo>
                <a:lnTo>
                  <a:pt x="116457" y="355653"/>
                </a:lnTo>
                <a:lnTo>
                  <a:pt x="78240" y="360142"/>
                </a:lnTo>
                <a:lnTo>
                  <a:pt x="39427" y="362927"/>
                </a:lnTo>
                <a:lnTo>
                  <a:pt x="0" y="363886"/>
                </a:lnTo>
                <a:lnTo>
                  <a:pt x="307" y="376625"/>
                </a:lnTo>
                <a:moveTo>
                  <a:pt x="791423" y="37313"/>
                </a:moveTo>
                <a:lnTo>
                  <a:pt x="767288" y="76409"/>
                </a:lnTo>
                <a:lnTo>
                  <a:pt x="842354" y="35529"/>
                </a:lnTo>
                <a:lnTo>
                  <a:pt x="764612" y="0"/>
                </a:lnTo>
                <a:lnTo>
                  <a:pt x="791423" y="37313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65">
            <a:extLst xmlns:a="http://schemas.openxmlformats.org/drawingml/2006/main">
              <a:ext uri="{FF2B5EF4-FFF2-40B4-BE49-F238E27FC236}">
                <a16:creationId xmlns:a16="http://schemas.microsoft.com/office/drawing/2014/main" id="{68F4A698-FACE-4DC8-AF5B-04349515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2539" y="9653786"/>
            <a:ext cx="1365465" cy="493853"/>
          </a:xfrm>
          <a:custGeom xmlns:a="http://schemas.openxmlformats.org/drawingml/2006/main">
            <a:pathLst>
              <a:path w="1365465" h="493853">
                <a:moveTo>
                  <a:pt x="0" y="82310"/>
                </a:moveTo>
                <a:cubicBezTo>
                  <a:pt x="0" y="36852"/>
                  <a:pt x="36853" y="0"/>
                  <a:pt x="82317" y="0"/>
                </a:cubicBezTo>
                <a:lnTo>
                  <a:pt x="1283163" y="0"/>
                </a:lnTo>
                <a:cubicBezTo>
                  <a:pt x="1328618" y="0"/>
                  <a:pt x="1365465" y="36852"/>
                  <a:pt x="1365465" y="82310"/>
                </a:cubicBezTo>
                <a:lnTo>
                  <a:pt x="1365465" y="411544"/>
                </a:lnTo>
                <a:cubicBezTo>
                  <a:pt x="1365465" y="457002"/>
                  <a:pt x="1328618" y="493853"/>
                  <a:pt x="1283163" y="493853"/>
                </a:cubicBezTo>
                <a:lnTo>
                  <a:pt x="82317" y="493853"/>
                </a:lnTo>
                <a:cubicBezTo>
                  <a:pt x="36853" y="493853"/>
                  <a:pt x="0" y="457002"/>
                  <a:pt x="0" y="411544"/>
                </a:cubicBezTo>
                <a:lnTo>
                  <a:pt x="0" y="82310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path-566">
            <a:extLst xmlns:a="http://schemas.openxmlformats.org/drawingml/2006/main">
              <a:ext uri="{FF2B5EF4-FFF2-40B4-BE49-F238E27FC236}">
                <a16:creationId xmlns:a16="http://schemas.microsoft.com/office/drawing/2014/main" id="{225D242B-3E7B-4E32-82A6-4B9CE566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2539" y="9653786"/>
            <a:ext cx="1365462" cy="493853"/>
          </a:xfrm>
          <a:custGeom xmlns:a="http://schemas.openxmlformats.org/drawingml/2006/main">
            <a:pathLst>
              <a:path w="1365462" h="493853">
                <a:moveTo>
                  <a:pt x="0" y="82311"/>
                </a:moveTo>
                <a:cubicBezTo>
                  <a:pt x="0" y="36852"/>
                  <a:pt x="36851" y="0"/>
                  <a:pt x="82310" y="0"/>
                </a:cubicBezTo>
                <a:lnTo>
                  <a:pt x="1283152" y="0"/>
                </a:lnTo>
                <a:cubicBezTo>
                  <a:pt x="1328611" y="0"/>
                  <a:pt x="1365462" y="36852"/>
                  <a:pt x="1365462" y="82311"/>
                </a:cubicBezTo>
                <a:lnTo>
                  <a:pt x="1365462" y="411543"/>
                </a:lnTo>
                <a:cubicBezTo>
                  <a:pt x="1365462" y="457002"/>
                  <a:pt x="1328611" y="493853"/>
                  <a:pt x="1283152" y="493853"/>
                </a:cubicBezTo>
                <a:lnTo>
                  <a:pt x="82310" y="493853"/>
                </a:lnTo>
                <a:cubicBezTo>
                  <a:pt x="36851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noFill xmlns:a="http://schemas.openxmlformats.org/drawingml/2006/main"/>
          <a:ln xmlns:a="http://schemas.openxmlformats.org/drawingml/2006/main" w="12425">
            <a:solidFill>
              <a:srgbClr val="A0C4AE"/>
            </a:solidFill>
            <a:prstDash val="solid"/>
          </a:ln>
        </p:spPr>
      </p:sp>
      <p:sp>
        <p:nvSpPr>
          <p:cNvPr id="563" name="text-567 634 m">
            <a:extLst xmlns:a="http://schemas.openxmlformats.org/drawingml/2006/main">
              <a:ext uri="{FF2B5EF4-FFF2-40B4-BE49-F238E27FC236}">
                <a16:creationId xmlns:a16="http://schemas.microsoft.com/office/drawing/2014/main" id="{5D2197DE-C419-403A-82CE-B0DCEC63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6437" y="9778553"/>
            <a:ext cx="549836" cy="249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40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634 m</a:t>
            </a:r>
          </a:p>
        </p:txBody>
      </p:sp>
      <p:sp>
        <p:nvSpPr>
          <p:cNvPr id="564" name="path-568">
            <a:extLst xmlns:a="http://schemas.openxmlformats.org/drawingml/2006/main">
              <a:ext uri="{FF2B5EF4-FFF2-40B4-BE49-F238E27FC236}">
                <a16:creationId xmlns:a16="http://schemas.microsoft.com/office/drawing/2014/main" id="{96F94157-D13C-4C1B-81D1-AEF47AC2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726" y="9863420"/>
            <a:ext cx="458813" cy="76450"/>
          </a:xfrm>
          <a:custGeom xmlns:a="http://schemas.openxmlformats.org/drawingml/2006/main">
            <a:pathLst>
              <a:path w="458813" h="76450">
                <a:moveTo>
                  <a:pt x="153" y="49257"/>
                </a:moveTo>
                <a:lnTo>
                  <a:pt x="407933" y="44285"/>
                </a:lnTo>
                <a:lnTo>
                  <a:pt x="407764" y="31543"/>
                </a:lnTo>
                <a:lnTo>
                  <a:pt x="0" y="36514"/>
                </a:lnTo>
                <a:lnTo>
                  <a:pt x="153" y="49257"/>
                </a:lnTo>
                <a:moveTo>
                  <a:pt x="407855" y="37915"/>
                </a:moveTo>
                <a:lnTo>
                  <a:pt x="382829" y="76450"/>
                </a:lnTo>
                <a:lnTo>
                  <a:pt x="458813" y="37292"/>
                </a:lnTo>
                <a:lnTo>
                  <a:pt x="381899" y="0"/>
                </a:lnTo>
                <a:lnTo>
                  <a:pt x="407855" y="3791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69">
            <a:extLst xmlns:a="http://schemas.openxmlformats.org/drawingml/2006/main">
              <a:ext uri="{FF2B5EF4-FFF2-40B4-BE49-F238E27FC236}">
                <a16:creationId xmlns:a16="http://schemas.microsoft.com/office/drawing/2014/main" id="{979F3AF1-47F7-43F8-8E6A-B62DB5E7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9004" y="9582208"/>
            <a:ext cx="490057" cy="76452"/>
          </a:xfrm>
          <a:custGeom xmlns:a="http://schemas.openxmlformats.org/drawingml/2006/main">
            <a:pathLst>
              <a:path w="490057" h="76452">
                <a:moveTo>
                  <a:pt x="154" y="49374"/>
                </a:moveTo>
                <a:lnTo>
                  <a:pt x="439163" y="44302"/>
                </a:lnTo>
                <a:lnTo>
                  <a:pt x="439023" y="31561"/>
                </a:lnTo>
                <a:lnTo>
                  <a:pt x="0" y="36633"/>
                </a:lnTo>
                <a:lnTo>
                  <a:pt x="154" y="49374"/>
                </a:lnTo>
                <a:moveTo>
                  <a:pt x="439087" y="37931"/>
                </a:moveTo>
                <a:lnTo>
                  <a:pt x="414048" y="76452"/>
                </a:lnTo>
                <a:lnTo>
                  <a:pt x="490057" y="37342"/>
                </a:lnTo>
                <a:lnTo>
                  <a:pt x="413169" y="0"/>
                </a:lnTo>
                <a:lnTo>
                  <a:pt x="439087" y="37931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path-570">
            <a:extLst xmlns:a="http://schemas.openxmlformats.org/drawingml/2006/main">
              <a:ext uri="{FF2B5EF4-FFF2-40B4-BE49-F238E27FC236}">
                <a16:creationId xmlns:a16="http://schemas.microsoft.com/office/drawing/2014/main" id="{D60AAB48-9FD3-4580-8B0F-0A855547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9016" y="10198576"/>
            <a:ext cx="490045" cy="76452"/>
          </a:xfrm>
          <a:custGeom xmlns:a="http://schemas.openxmlformats.org/drawingml/2006/main">
            <a:pathLst>
              <a:path w="490045" h="76452">
                <a:moveTo>
                  <a:pt x="127" y="48821"/>
                </a:moveTo>
                <a:lnTo>
                  <a:pt x="439137" y="44337"/>
                </a:lnTo>
                <a:lnTo>
                  <a:pt x="439010" y="31595"/>
                </a:lnTo>
                <a:lnTo>
                  <a:pt x="0" y="36078"/>
                </a:lnTo>
                <a:lnTo>
                  <a:pt x="127" y="48821"/>
                </a:lnTo>
                <a:moveTo>
                  <a:pt x="439074" y="37966"/>
                </a:moveTo>
                <a:lnTo>
                  <a:pt x="413985" y="76452"/>
                </a:lnTo>
                <a:lnTo>
                  <a:pt x="490045" y="37446"/>
                </a:lnTo>
                <a:lnTo>
                  <a:pt x="413205" y="0"/>
                </a:lnTo>
                <a:lnTo>
                  <a:pt x="439074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text-571 VGEG:">
            <a:extLst xmlns:a="http://schemas.openxmlformats.org/drawingml/2006/main">
              <a:ext uri="{FF2B5EF4-FFF2-40B4-BE49-F238E27FC236}">
                <a16:creationId xmlns:a16="http://schemas.microsoft.com/office/drawing/2014/main" id="{005BD7AE-93B0-4D87-B798-37833F1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15655" y="9782285"/>
            <a:ext cx="627625" cy="28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568" name="text-572 Single">
            <a:extLst xmlns:a="http://schemas.openxmlformats.org/drawingml/2006/main">
              <a:ext uri="{FF2B5EF4-FFF2-40B4-BE49-F238E27FC236}">
                <a16:creationId xmlns:a16="http://schemas.microsoft.com/office/drawing/2014/main" id="{F6E715BB-D72A-4CAF-9779-D3E451B6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593" y="1059399"/>
            <a:ext cx="631747" cy="292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569" name="text-573 -">
            <a:extLst xmlns:a="http://schemas.openxmlformats.org/drawingml/2006/main">
              <a:ext uri="{FF2B5EF4-FFF2-40B4-BE49-F238E27FC236}">
                <a16:creationId xmlns:a16="http://schemas.microsoft.com/office/drawing/2014/main" id="{FC48C931-232D-4ECC-8E4C-6E49BA27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906" y="1064067"/>
            <a:ext cx="121639" cy="285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0" name="text-574 anchor ">
            <a:extLst xmlns:a="http://schemas.openxmlformats.org/drawingml/2006/main">
              <a:ext uri="{FF2B5EF4-FFF2-40B4-BE49-F238E27FC236}">
                <a16:creationId xmlns:a16="http://schemas.microsoft.com/office/drawing/2014/main" id="{3806DCD9-6D95-44C4-BBFD-4F1B11F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512" y="1058889"/>
            <a:ext cx="754958" cy="292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71" name="text-575 Lookup">
            <a:extLst xmlns:a="http://schemas.openxmlformats.org/drawingml/2006/main">
              <a:ext uri="{FF2B5EF4-FFF2-40B4-BE49-F238E27FC236}">
                <a16:creationId xmlns:a16="http://schemas.microsoft.com/office/drawing/2014/main" id="{C579D2E9-1A4F-493A-963B-A626360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945" y="1300548"/>
            <a:ext cx="705799" cy="292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Lookup</a:t>
            </a:r>
          </a:p>
        </p:txBody>
      </p:sp>
      <p:sp>
        <p:nvSpPr>
          <p:cNvPr id="572" name="text-576 VGEG:">
            <a:extLst xmlns:a="http://schemas.openxmlformats.org/drawingml/2006/main">
              <a:ext uri="{FF2B5EF4-FFF2-40B4-BE49-F238E27FC236}">
                <a16:creationId xmlns:a16="http://schemas.microsoft.com/office/drawing/2014/main" id="{03E2AD5F-F500-4F6E-AE70-6C4B94A2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502" y="2057172"/>
            <a:ext cx="627624" cy="28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573" name="text-577 Multi">
            <a:extLst xmlns:a="http://schemas.openxmlformats.org/drawingml/2006/main">
              <a:ext uri="{FF2B5EF4-FFF2-40B4-BE49-F238E27FC236}">
                <a16:creationId xmlns:a16="http://schemas.microsoft.com/office/drawing/2014/main" id="{D51DB74A-FF64-4946-9970-465F785C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6842" y="1110756"/>
            <a:ext cx="545560" cy="293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74" name="text-578 -">
            <a:extLst xmlns:a="http://schemas.openxmlformats.org/drawingml/2006/main">
              <a:ext uri="{FF2B5EF4-FFF2-40B4-BE49-F238E27FC236}">
                <a16:creationId xmlns:a16="http://schemas.microsoft.com/office/drawing/2014/main" id="{EB7A126E-5CF7-46BA-ABE7-259F634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36537" y="1116056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5" name="text-579 hop ">
            <a:extLst xmlns:a="http://schemas.openxmlformats.org/drawingml/2006/main">
              <a:ext uri="{FF2B5EF4-FFF2-40B4-BE49-F238E27FC236}">
                <a16:creationId xmlns:a16="http://schemas.microsoft.com/office/drawing/2014/main" id="{A7D57B8D-3136-4D91-BF9E-67816438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4155" y="1111679"/>
            <a:ext cx="440836" cy="291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hop </a:t>
            </a:r>
          </a:p>
        </p:txBody>
      </p:sp>
      <p:sp>
        <p:nvSpPr>
          <p:cNvPr id="576" name="text-580 Retrieval">
            <a:extLst xmlns:a="http://schemas.openxmlformats.org/drawingml/2006/main">
              <a:ext uri="{FF2B5EF4-FFF2-40B4-BE49-F238E27FC236}">
                <a16:creationId xmlns:a16="http://schemas.microsoft.com/office/drawing/2014/main" id="{6EE2C89D-F368-4959-B79A-0B63594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85013" y="1355436"/>
            <a:ext cx="921936" cy="292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Retrieval</a:t>
            </a:r>
          </a:p>
        </p:txBody>
      </p:sp>
      <p:sp>
        <p:nvSpPr>
          <p:cNvPr id="577" name="text-581 Multi">
            <a:extLst xmlns:a="http://schemas.openxmlformats.org/drawingml/2006/main">
              <a:ext uri="{FF2B5EF4-FFF2-40B4-BE49-F238E27FC236}">
                <a16:creationId xmlns:a16="http://schemas.microsoft.com/office/drawing/2014/main" id="{9E8CF76F-A273-4101-9B53-CA58448A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20881" y="4539042"/>
            <a:ext cx="545560" cy="293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78" name="text-582 -">
            <a:extLst xmlns:a="http://schemas.openxmlformats.org/drawingml/2006/main">
              <a:ext uri="{FF2B5EF4-FFF2-40B4-BE49-F238E27FC236}">
                <a16:creationId xmlns:a16="http://schemas.microsoft.com/office/drawing/2014/main" id="{17DE1B8A-1078-4D8C-B85C-F3C292E4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0588" y="4544342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9" name="text-583 Anchor ">
            <a:extLst xmlns:a="http://schemas.openxmlformats.org/drawingml/2006/main">
              <a:ext uri="{FF2B5EF4-FFF2-40B4-BE49-F238E27FC236}">
                <a16:creationId xmlns:a16="http://schemas.microsoft.com/office/drawing/2014/main" id="{0FD0C17A-6731-4424-A7A0-89840342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8194" y="4539174"/>
            <a:ext cx="800953" cy="292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80" name="text-584 Join">
            <a:extLst xmlns:a="http://schemas.openxmlformats.org/drawingml/2006/main">
              <a:ext uri="{FF2B5EF4-FFF2-40B4-BE49-F238E27FC236}">
                <a16:creationId xmlns:a16="http://schemas.microsoft.com/office/drawing/2014/main" id="{3F51F3E5-60DD-4217-903C-C2E2C586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2360" y="4781311"/>
            <a:ext cx="453461" cy="292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Join</a:t>
            </a:r>
          </a:p>
        </p:txBody>
      </p:sp>
      <p:sp>
        <p:nvSpPr>
          <p:cNvPr id="581" name="text-585 Multi">
            <a:extLst xmlns:a="http://schemas.openxmlformats.org/drawingml/2006/main">
              <a:ext uri="{FF2B5EF4-FFF2-40B4-BE49-F238E27FC236}">
                <a16:creationId xmlns:a16="http://schemas.microsoft.com/office/drawing/2014/main" id="{6EA3572B-1988-43F6-8A2E-977BB7A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18972" y="8560626"/>
            <a:ext cx="545560" cy="293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82" name="text-586 -">
            <a:extLst xmlns:a="http://schemas.openxmlformats.org/drawingml/2006/main">
              <a:ext uri="{FF2B5EF4-FFF2-40B4-BE49-F238E27FC236}">
                <a16:creationId xmlns:a16="http://schemas.microsoft.com/office/drawing/2014/main" id="{89F7F385-62ED-49E6-A641-E4444599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28679" y="8565926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83" name="text-587 Anchor ">
            <a:extLst xmlns:a="http://schemas.openxmlformats.org/drawingml/2006/main">
              <a:ext uri="{FF2B5EF4-FFF2-40B4-BE49-F238E27FC236}">
                <a16:creationId xmlns:a16="http://schemas.microsoft.com/office/drawing/2014/main" id="{6F012EC3-A334-4ADC-AAB0-AB69EBDA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6284" y="8560758"/>
            <a:ext cx="800953" cy="292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84" name="text-588 Comparison">
            <a:extLst xmlns:a="http://schemas.openxmlformats.org/drawingml/2006/main">
              <a:ext uri="{FF2B5EF4-FFF2-40B4-BE49-F238E27FC236}">
                <a16:creationId xmlns:a16="http://schemas.microsoft.com/office/drawing/2014/main" id="{3D274E2D-EA83-472C-A29D-A99064FF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1176" y="8802861"/>
            <a:ext cx="1132051" cy="292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585" name="text-589 Multi">
            <a:extLst xmlns:a="http://schemas.openxmlformats.org/drawingml/2006/main">
              <a:ext uri="{FF2B5EF4-FFF2-40B4-BE49-F238E27FC236}">
                <a16:creationId xmlns:a16="http://schemas.microsoft.com/office/drawing/2014/main" id="{F5708FFA-C557-43CD-AA57-E0E4E82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61" y="8563685"/>
            <a:ext cx="545561" cy="293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86" name="text-590 -">
            <a:extLst xmlns:a="http://schemas.openxmlformats.org/drawingml/2006/main">
              <a:ext uri="{FF2B5EF4-FFF2-40B4-BE49-F238E27FC236}">
                <a16:creationId xmlns:a16="http://schemas.microsoft.com/office/drawing/2014/main" id="{21DA03E2-C2EE-436B-AE5F-9E481707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668" y="8568987"/>
            <a:ext cx="121639" cy="285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87" name="text-591 Anchor ">
            <a:extLst xmlns:a="http://schemas.openxmlformats.org/drawingml/2006/main">
              <a:ext uri="{FF2B5EF4-FFF2-40B4-BE49-F238E27FC236}">
                <a16:creationId xmlns:a16="http://schemas.microsoft.com/office/drawing/2014/main" id="{4960BF19-782E-43F9-A85D-7A501031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274" y="8563818"/>
            <a:ext cx="800952" cy="292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88" name="text-592 Arithmetic">
            <a:extLst xmlns:a="http://schemas.openxmlformats.org/drawingml/2006/main">
              <a:ext uri="{FF2B5EF4-FFF2-40B4-BE49-F238E27FC236}">
                <a16:creationId xmlns:a16="http://schemas.microsoft.com/office/drawing/2014/main" id="{0DD3B5BD-1697-4E1D-B4DD-54F41B07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16" y="8805643"/>
            <a:ext cx="1108947" cy="29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Arithmetic</a:t>
            </a:r>
          </a:p>
        </p:txBody>
      </p:sp>
      <p:sp>
        <p:nvSpPr>
          <p:cNvPr id="589" name="text-593 Knowledge">
            <a:extLst xmlns:a="http://schemas.openxmlformats.org/drawingml/2006/main">
              <a:ext uri="{FF2B5EF4-FFF2-40B4-BE49-F238E27FC236}">
                <a16:creationId xmlns:a16="http://schemas.microsoft.com/office/drawing/2014/main" id="{06E7A08A-5426-4CFE-BA5F-3C5FB948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980" y="4448836"/>
            <a:ext cx="1086247" cy="30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Knowledge</a:t>
            </a:r>
          </a:p>
        </p:txBody>
      </p:sp>
      <p:sp>
        <p:nvSpPr>
          <p:cNvPr id="590" name="text-594 -">
            <a:extLst xmlns:a="http://schemas.openxmlformats.org/drawingml/2006/main">
              <a:ext uri="{FF2B5EF4-FFF2-40B4-BE49-F238E27FC236}">
                <a16:creationId xmlns:a16="http://schemas.microsoft.com/office/drawing/2014/main" id="{530A82D5-9EDA-4510-A2A0-B4205F8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063" y="4448966"/>
            <a:ext cx="129228" cy="303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91" name="text-595 conditioned">
            <a:extLst xmlns:a="http://schemas.openxmlformats.org/drawingml/2006/main">
              <a:ext uri="{FF2B5EF4-FFF2-40B4-BE49-F238E27FC236}">
                <a16:creationId xmlns:a16="http://schemas.microsoft.com/office/drawing/2014/main" id="{798E3DC3-F15B-4520-929D-4527927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37" y="4717719"/>
            <a:ext cx="1203518" cy="303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conditioned</a:t>
            </a:r>
          </a:p>
        </p:txBody>
      </p:sp>
      <p:sp>
        <p:nvSpPr>
          <p:cNvPr id="592" name="text-596 Counting">
            <a:extLst xmlns:a="http://schemas.openxmlformats.org/drawingml/2006/main">
              <a:ext uri="{FF2B5EF4-FFF2-40B4-BE49-F238E27FC236}">
                <a16:creationId xmlns:a16="http://schemas.microsoft.com/office/drawing/2014/main" id="{877E0D7E-5611-4D59-A40A-1DA829E3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556" y="4971827"/>
            <a:ext cx="900986" cy="30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Counting</a:t>
            </a:r>
          </a:p>
        </p:txBody>
      </p:sp>
      <p:pic>
        <p:nvPic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09546EA9-C3D2-4E09-8450-90DB12492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1d1ef6b724670"/>
          <a:stretch xmlns:a="http://schemas.openxmlformats.org/drawingml/2006/main"/>
        </p:blipFill>
        <p:spPr>
          <a:xfrm xmlns:a="http://schemas.openxmlformats.org/drawingml/2006/main">
            <a:off x="17287875" y="369094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5A471940-BC22-490B-A2B9-AD7ACA85B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99925b827474c"/>
          <a:stretch xmlns:a="http://schemas.openxmlformats.org/drawingml/2006/main"/>
        </p:blipFill>
        <p:spPr>
          <a:xfrm xmlns:a="http://schemas.openxmlformats.org/drawingml/2006/main">
            <a:off x="742950" y="397669"/>
            <a:ext cx="533400" cy="523875"/>
          </a:xfrm>
          <a:prstGeom xmlns:a="http://schemas.openxmlformats.org/drawingml/2006/main" prst="rect">
            <a:avLst/>
          </a:prstGeom>
        </p:spPr>
      </p:pic>
      <p:sp>
        <p:nvSpPr>
          <p:cNvPr id="595" name="path-599">
            <a:extLst xmlns:a="http://schemas.openxmlformats.org/drawingml/2006/main">
              <a:ext uri="{FF2B5EF4-FFF2-40B4-BE49-F238E27FC236}">
                <a16:creationId xmlns:a16="http://schemas.microsoft.com/office/drawing/2014/main" id="{B558C744-D7C2-4F2C-980C-DD64E6E8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46" y="3666777"/>
            <a:ext cx="812722" cy="812721"/>
          </a:xfrm>
          <a:custGeom xmlns:a="http://schemas.openxmlformats.org/drawingml/2006/main">
            <a:pathLst>
              <a:path w="812722" h="812721">
                <a:moveTo>
                  <a:pt x="0" y="406360"/>
                </a:moveTo>
                <a:cubicBezTo>
                  <a:pt x="0" y="181934"/>
                  <a:pt x="181934" y="0"/>
                  <a:pt x="406361" y="0"/>
                </a:cubicBezTo>
                <a:cubicBezTo>
                  <a:pt x="630787" y="0"/>
                  <a:pt x="812722" y="181934"/>
                  <a:pt x="812722" y="406360"/>
                </a:cubicBezTo>
                <a:cubicBezTo>
                  <a:pt x="812722" y="630788"/>
                  <a:pt x="630787" y="812721"/>
                  <a:pt x="406361" y="812721"/>
                </a:cubicBezTo>
                <a:cubicBezTo>
                  <a:pt x="181934" y="812721"/>
                  <a:pt x="0" y="630788"/>
                  <a:pt x="0" y="406360"/>
                </a:cubicBezTo>
              </a:path>
            </a:pathLst>
          </a:custGeom>
          <a:solidFill xmlns:a="http://schemas.openxmlformats.org/drawingml/2006/main">
            <a:srgbClr val="5779D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B24E5605-2640-44B9-8B54-409820A8A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32bff9c9a47ec"/>
          <a:stretch xmlns:a="http://schemas.openxmlformats.org/drawingml/2006/main"/>
        </p:blipFill>
        <p:spPr>
          <a:xfrm xmlns:a="http://schemas.openxmlformats.org/drawingml/2006/main">
            <a:off x="752475" y="3769519"/>
            <a:ext cx="561975" cy="552450"/>
          </a:xfrm>
          <a:prstGeom xmlns:a="http://schemas.openxmlformats.org/drawingml/2006/main" prst="rect">
            <a:avLst/>
          </a:prstGeom>
        </p:spPr>
      </p:pic>
      <p:sp>
        <p:nvSpPr>
          <p:cNvPr id="597" name="path-601">
            <a:extLst xmlns:a="http://schemas.openxmlformats.org/drawingml/2006/main">
              <a:ext uri="{FF2B5EF4-FFF2-40B4-BE49-F238E27FC236}">
                <a16:creationId xmlns:a16="http://schemas.microsoft.com/office/drawing/2014/main" id="{C2563168-3B82-45A1-9DBB-A8B66297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46" y="7673070"/>
            <a:ext cx="812722" cy="812721"/>
          </a:xfrm>
          <a:custGeom xmlns:a="http://schemas.openxmlformats.org/drawingml/2006/main">
            <a:pathLst>
              <a:path w="812722" h="812721">
                <a:moveTo>
                  <a:pt x="0" y="406361"/>
                </a:moveTo>
                <a:cubicBezTo>
                  <a:pt x="0" y="181934"/>
                  <a:pt x="181934" y="0"/>
                  <a:pt x="406361" y="0"/>
                </a:cubicBezTo>
                <a:cubicBezTo>
                  <a:pt x="630787" y="0"/>
                  <a:pt x="812722" y="181934"/>
                  <a:pt x="812722" y="406361"/>
                </a:cubicBezTo>
                <a:cubicBezTo>
                  <a:pt x="812722" y="630787"/>
                  <a:pt x="630787" y="812721"/>
                  <a:pt x="406361" y="812721"/>
                </a:cubicBezTo>
                <a:cubicBezTo>
                  <a:pt x="181934" y="812721"/>
                  <a:pt x="0" y="630787"/>
                  <a:pt x="0" y="406361"/>
                </a:cubicBezTo>
              </a:path>
            </a:pathLst>
          </a:custGeom>
          <a:solidFill xmlns:a="http://schemas.openxmlformats.org/drawingml/2006/main">
            <a:srgbClr val="5779D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B5CC1E34-B8EE-49B9-B94B-45D36FFD2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565d620974db4"/>
          <a:stretch xmlns:a="http://schemas.openxmlformats.org/drawingml/2006/main"/>
        </p:blipFill>
        <p:spPr>
          <a:xfrm xmlns:a="http://schemas.openxmlformats.org/drawingml/2006/main">
            <a:off x="752475" y="7817644"/>
            <a:ext cx="561975" cy="571500"/>
          </a:xfrm>
          <a:prstGeom xmlns:a="http://schemas.openxmlformats.org/drawingml/2006/main" prst="rect">
            <a:avLst/>
          </a:prstGeom>
        </p:spPr>
      </p:pic>
      <p:sp>
        <p:nvSpPr>
          <p:cNvPr id="599" name="path-603">
            <a:extLst xmlns:a="http://schemas.openxmlformats.org/drawingml/2006/main">
              <a:ext uri="{FF2B5EF4-FFF2-40B4-BE49-F238E27FC236}">
                <a16:creationId xmlns:a16="http://schemas.microsoft.com/office/drawing/2014/main" id="{21B853E5-2621-4134-8AD0-1B1BF06A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6378" y="3708832"/>
            <a:ext cx="811440" cy="814351"/>
          </a:xfrm>
          <a:custGeom xmlns:a="http://schemas.openxmlformats.org/drawingml/2006/main">
            <a:pathLst>
              <a:path w="811440" h="814351">
                <a:moveTo>
                  <a:pt x="0" y="407175"/>
                </a:moveTo>
                <a:cubicBezTo>
                  <a:pt x="0" y="182298"/>
                  <a:pt x="181648" y="0"/>
                  <a:pt x="405713" y="0"/>
                </a:cubicBezTo>
                <a:cubicBezTo>
                  <a:pt x="629794" y="0"/>
                  <a:pt x="811440" y="182298"/>
                  <a:pt x="811440" y="407175"/>
                </a:cubicBezTo>
                <a:cubicBezTo>
                  <a:pt x="811440" y="632053"/>
                  <a:pt x="629794" y="814351"/>
                  <a:pt x="405713" y="814351"/>
                </a:cubicBezTo>
                <a:cubicBezTo>
                  <a:pt x="181648" y="814351"/>
                  <a:pt x="0" y="632053"/>
                  <a:pt x="0" y="407175"/>
                </a:cubicBezTo>
              </a:path>
            </a:pathLst>
          </a:custGeom>
          <a:solidFill xmlns:a="http://schemas.openxmlformats.org/drawingml/2006/main">
            <a:srgbClr val="8964D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1D95D456-8AB8-444B-B705-45149C109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605d74b4e4fd4"/>
          <a:stretch xmlns:a="http://schemas.openxmlformats.org/drawingml/2006/main"/>
        </p:blipFill>
        <p:spPr>
          <a:xfrm xmlns:a="http://schemas.openxmlformats.org/drawingml/2006/main">
            <a:off x="17278350" y="3845719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601" name="path-605">
            <a:extLst xmlns:a="http://schemas.openxmlformats.org/drawingml/2006/main">
              <a:ext uri="{FF2B5EF4-FFF2-40B4-BE49-F238E27FC236}">
                <a16:creationId xmlns:a16="http://schemas.microsoft.com/office/drawing/2014/main" id="{6CFFEE71-05CE-44D8-8BDC-B79B49F6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6378" y="7716895"/>
            <a:ext cx="811440" cy="814351"/>
          </a:xfrm>
          <a:custGeom xmlns:a="http://schemas.openxmlformats.org/drawingml/2006/main">
            <a:pathLst>
              <a:path w="811440" h="814351">
                <a:moveTo>
                  <a:pt x="0" y="407175"/>
                </a:moveTo>
                <a:cubicBezTo>
                  <a:pt x="0" y="182298"/>
                  <a:pt x="181648" y="0"/>
                  <a:pt x="405713" y="0"/>
                </a:cubicBezTo>
                <a:cubicBezTo>
                  <a:pt x="629794" y="0"/>
                  <a:pt x="811440" y="182298"/>
                  <a:pt x="811440" y="407175"/>
                </a:cubicBezTo>
                <a:cubicBezTo>
                  <a:pt x="811440" y="632053"/>
                  <a:pt x="629794" y="814351"/>
                  <a:pt x="405713" y="814351"/>
                </a:cubicBezTo>
                <a:cubicBezTo>
                  <a:pt x="181648" y="814351"/>
                  <a:pt x="0" y="632053"/>
                  <a:pt x="0" y="407175"/>
                </a:cubicBezTo>
              </a:path>
            </a:pathLst>
          </a:custGeom>
          <a:solidFill xmlns:a="http://schemas.openxmlformats.org/drawingml/2006/main">
            <a:srgbClr val="8964D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81A112A5-3350-4284-A425-5E8AA9A65A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9b77a73ed4947"/>
          <a:stretch xmlns:a="http://schemas.openxmlformats.org/drawingml/2006/main"/>
        </p:blipFill>
        <p:spPr>
          <a:xfrm xmlns:a="http://schemas.openxmlformats.org/drawingml/2006/main">
            <a:off x="17230725" y="7808119"/>
            <a:ext cx="638175" cy="647700"/>
          </a:xfrm>
          <a:prstGeom xmlns:a="http://schemas.openxmlformats.org/drawingml/2006/main" prst="rect">
            <a:avLst/>
          </a:prstGeom>
        </p:spPr>
      </p:pic>
      <p:sp>
        <p:nvSpPr>
          <p:cNvPr id="603" name="Editable benchmark sector: Knowledge-conditioned count">
            <a:extLst xmlns:a="http://schemas.openxmlformats.org/drawingml/2006/main">
              <a:ext uri="{FF2B5EF4-FFF2-40B4-BE49-F238E27FC236}">
                <a16:creationId xmlns:a16="http://schemas.microsoft.com/office/drawing/2014/main" id="{646ABB29-0A0D-4E5A-A00A-29291195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498" y="2277428"/>
            <a:ext cx="5379720" cy="5379720"/>
          </a:xfrm>
          <a:custGeom xmlns:a="http://schemas.openxmlformats.org/drawingml/2006/main">
            <a:pathLst>
              <a:path w="5379720" h="5379720">
                <a:moveTo>
                  <a:pt x="2689860" y="0"/>
                </a:moveTo>
                <a:cubicBezTo>
                  <a:pt x="3240818" y="0"/>
                  <a:pt x="3778488" y="169187"/>
                  <a:pt x="4230169" y="484686"/>
                </a:cubicBezTo>
                <a:cubicBezTo>
                  <a:pt x="4681850" y="800184"/>
                  <a:pt x="5025755" y="1246774"/>
                  <a:pt x="5215382" y="1764071"/>
                </a:cubicBezTo>
                <a:lnTo>
                  <a:pt x="3746036" y="2302694"/>
                </a:lnTo>
                <a:cubicBezTo>
                  <a:pt x="3666734" y="2086360"/>
                  <a:pt x="3522913" y="1899595"/>
                  <a:pt x="3334019" y="1767654"/>
                </a:cubicBezTo>
                <a:cubicBezTo>
                  <a:pt x="3145126" y="1635712"/>
                  <a:pt x="2920271" y="1564957"/>
                  <a:pt x="2689860" y="1564957"/>
                </a:cubicBezTo>
                <a:close/>
              </a:path>
            </a:pathLst>
          </a:custGeom>
          <a:solidFill xmlns:a="http://schemas.openxmlformats.org/drawingml/2006/main">
            <a:srgbClr val="56AADD"/>
          </a:solidFill>
          <a:ln xmlns:a="http://schemas.openxmlformats.org/drawingml/2006/main" w="29528">
            <a:solidFill>
              <a:srgbClr val="FFFFFF"/>
            </a:solidFill>
            <a:prstDash val="solid"/>
          </a:ln>
        </p:spPr>
      </p:sp>
      <p:sp>
        <p:nvSpPr>
          <p:cNvPr id="604" name="Editable benchmark sector: Multi-anchor join">
            <a:extLst xmlns:a="http://schemas.openxmlformats.org/drawingml/2006/main">
              <a:ext uri="{FF2B5EF4-FFF2-40B4-BE49-F238E27FC236}">
                <a16:creationId xmlns:a16="http://schemas.microsoft.com/office/drawing/2014/main" id="{FD3EA81B-9A45-4E67-ABD6-6A86B9A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498" y="2277428"/>
            <a:ext cx="5379720" cy="5379720"/>
          </a:xfrm>
          <a:custGeom xmlns:a="http://schemas.openxmlformats.org/drawingml/2006/main">
            <a:pathLst>
              <a:path w="5379720" h="5379720">
                <a:moveTo>
                  <a:pt x="5215382" y="1764071"/>
                </a:moveTo>
                <a:cubicBezTo>
                  <a:pt x="5391972" y="2245804"/>
                  <a:pt x="5427102" y="2767992"/>
                  <a:pt x="5316626" y="3269036"/>
                </a:cubicBezTo>
                <a:cubicBezTo>
                  <a:pt x="5206151" y="3770081"/>
                  <a:pt x="4954680" y="4229077"/>
                  <a:pt x="4591878" y="4591878"/>
                </a:cubicBezTo>
                <a:lnTo>
                  <a:pt x="3485286" y="3485286"/>
                </a:lnTo>
                <a:cubicBezTo>
                  <a:pt x="3637010" y="3333562"/>
                  <a:pt x="3742176" y="3141609"/>
                  <a:pt x="3788377" y="2932072"/>
                </a:cubicBezTo>
                <a:cubicBezTo>
                  <a:pt x="3834578" y="2722535"/>
                  <a:pt x="3819886" y="2504155"/>
                  <a:pt x="3746036" y="2302694"/>
                </a:cubicBezTo>
                <a:close/>
              </a:path>
            </a:pathLst>
          </a:custGeom>
          <a:solidFill xmlns:a="http://schemas.openxmlformats.org/drawingml/2006/main">
            <a:srgbClr val="7655D8"/>
          </a:solidFill>
          <a:ln xmlns:a="http://schemas.openxmlformats.org/drawingml/2006/main" w="29528">
            <a:solidFill>
              <a:srgbClr val="FFFFFF"/>
            </a:solidFill>
            <a:prstDash val="solid"/>
          </a:ln>
        </p:spPr>
      </p:sp>
      <p:sp>
        <p:nvSpPr>
          <p:cNvPr id="605" name="Editable benchmark sector: Multi-anchor arithmetic">
            <a:extLst xmlns:a="http://schemas.openxmlformats.org/drawingml/2006/main">
              <a:ext uri="{FF2B5EF4-FFF2-40B4-BE49-F238E27FC236}">
                <a16:creationId xmlns:a16="http://schemas.microsoft.com/office/drawing/2014/main" id="{E7F53AFC-DD14-4AFB-8AB5-CC215976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498" y="2277428"/>
            <a:ext cx="5379720" cy="5379720"/>
          </a:xfrm>
          <a:custGeom xmlns:a="http://schemas.openxmlformats.org/drawingml/2006/main">
            <a:pathLst>
              <a:path w="5379720" h="5379720">
                <a:moveTo>
                  <a:pt x="4591878" y="4591878"/>
                </a:moveTo>
                <a:cubicBezTo>
                  <a:pt x="4242439" y="4941318"/>
                  <a:pt x="3803488" y="5187738"/>
                  <a:pt x="3323200" y="5304096"/>
                </a:cubicBezTo>
                <a:cubicBezTo>
                  <a:pt x="2842912" y="5420453"/>
                  <a:pt x="2339851" y="5402249"/>
                  <a:pt x="1869229" y="5251483"/>
                </a:cubicBezTo>
                <a:lnTo>
                  <a:pt x="2346671" y="3761134"/>
                </a:lnTo>
                <a:cubicBezTo>
                  <a:pt x="2543486" y="3824184"/>
                  <a:pt x="2753866" y="3831797"/>
                  <a:pt x="2954723" y="3783136"/>
                </a:cubicBezTo>
                <a:cubicBezTo>
                  <a:pt x="3155580" y="3734475"/>
                  <a:pt x="3339150" y="3631422"/>
                  <a:pt x="3485286" y="3485286"/>
                </a:cubicBezTo>
                <a:close/>
              </a:path>
            </a:pathLst>
          </a:custGeom>
          <a:solidFill xmlns:a="http://schemas.openxmlformats.org/drawingml/2006/main">
            <a:srgbClr val="9B73D5"/>
          </a:solidFill>
          <a:ln xmlns:a="http://schemas.openxmlformats.org/drawingml/2006/main" w="29528">
            <a:solidFill>
              <a:srgbClr val="FFFFFF"/>
            </a:solidFill>
            <a:prstDash val="solid"/>
          </a:ln>
        </p:spPr>
      </p:sp>
      <p:sp>
        <p:nvSpPr>
          <p:cNvPr id="606" name="Editable benchmark sector: Multi-anchor comparison">
            <a:extLst xmlns:a="http://schemas.openxmlformats.org/drawingml/2006/main">
              <a:ext uri="{FF2B5EF4-FFF2-40B4-BE49-F238E27FC236}">
                <a16:creationId xmlns:a16="http://schemas.microsoft.com/office/drawing/2014/main" id="{B9F1EA8B-F8F8-448D-8D38-1F7E408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498" y="2277428"/>
            <a:ext cx="5379720" cy="5379720"/>
          </a:xfrm>
          <a:custGeom xmlns:a="http://schemas.openxmlformats.org/drawingml/2006/main">
            <a:pathLst>
              <a:path w="5379720" h="5379720">
                <a:moveTo>
                  <a:pt x="1869229" y="5251483"/>
                </a:moveTo>
                <a:cubicBezTo>
                  <a:pt x="1308350" y="5071802"/>
                  <a:pt x="821944" y="4713003"/>
                  <a:pt x="484686" y="4230169"/>
                </a:cubicBezTo>
                <a:cubicBezTo>
                  <a:pt x="147427" y="3747336"/>
                  <a:pt x="-22041" y="3167156"/>
                  <a:pt x="2298" y="2578702"/>
                </a:cubicBezTo>
                <a:lnTo>
                  <a:pt x="1565918" y="2643373"/>
                </a:lnTo>
                <a:cubicBezTo>
                  <a:pt x="1555740" y="2889466"/>
                  <a:pt x="1626612" y="3132098"/>
                  <a:pt x="1767654" y="3334019"/>
                </a:cubicBezTo>
                <a:cubicBezTo>
                  <a:pt x="1908695" y="3535941"/>
                  <a:pt x="2112111" y="3685991"/>
                  <a:pt x="2346671" y="3761134"/>
                </a:cubicBezTo>
                <a:close/>
              </a:path>
            </a:pathLst>
          </a:custGeom>
          <a:solidFill xmlns:a="http://schemas.openxmlformats.org/drawingml/2006/main">
            <a:srgbClr val="7895DC"/>
          </a:solidFill>
          <a:ln xmlns:a="http://schemas.openxmlformats.org/drawingml/2006/main" w="29528">
            <a:solidFill>
              <a:srgbClr val="FFFFFF"/>
            </a:solidFill>
            <a:prstDash val="solid"/>
          </a:ln>
        </p:spPr>
      </p:sp>
      <p:sp>
        <p:nvSpPr>
          <p:cNvPr id="607" name="Editable benchmark sector: Single-anchor lookup">
            <a:extLst xmlns:a="http://schemas.openxmlformats.org/drawingml/2006/main">
              <a:ext uri="{FF2B5EF4-FFF2-40B4-BE49-F238E27FC236}">
                <a16:creationId xmlns:a16="http://schemas.microsoft.com/office/drawing/2014/main" id="{95AF14A5-DF4C-4A28-BF34-23A9CFB4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498" y="2277428"/>
            <a:ext cx="5379720" cy="5379720"/>
          </a:xfrm>
          <a:custGeom xmlns:a="http://schemas.openxmlformats.org/drawingml/2006/main">
            <a:pathLst>
              <a:path w="5379720" h="5379720">
                <a:moveTo>
                  <a:pt x="2298" y="2578702"/>
                </a:moveTo>
                <a:cubicBezTo>
                  <a:pt x="22720" y="2084942"/>
                  <a:pt x="178770" y="1606351"/>
                  <a:pt x="453323" y="1195454"/>
                </a:cubicBezTo>
                <a:lnTo>
                  <a:pt x="1754538" y="2064898"/>
                </a:lnTo>
                <a:cubicBezTo>
                  <a:pt x="1639720" y="2236735"/>
                  <a:pt x="1574459" y="2436883"/>
                  <a:pt x="1565918" y="2643373"/>
                </a:cubicBezTo>
                <a:close/>
              </a:path>
            </a:pathLst>
          </a:custGeom>
          <a:solidFill xmlns:a="http://schemas.openxmlformats.org/drawingml/2006/main">
            <a:srgbClr val="3B7FE4"/>
          </a:solidFill>
          <a:ln xmlns:a="http://schemas.openxmlformats.org/drawingml/2006/main" w="29528">
            <a:solidFill>
              <a:srgbClr val="FFFFFF"/>
            </a:solidFill>
            <a:prstDash val="solid"/>
          </a:ln>
        </p:spPr>
      </p:sp>
      <p:sp>
        <p:nvSpPr>
          <p:cNvPr id="608" name="Editable benchmark sector: Multi-hop retrieval">
            <a:extLst xmlns:a="http://schemas.openxmlformats.org/drawingml/2006/main">
              <a:ext uri="{FF2B5EF4-FFF2-40B4-BE49-F238E27FC236}">
                <a16:creationId xmlns:a16="http://schemas.microsoft.com/office/drawing/2014/main" id="{E60605B5-74FC-414D-92D0-ED101FB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498" y="2277428"/>
            <a:ext cx="5379720" cy="5379720"/>
          </a:xfrm>
          <a:custGeom xmlns:a="http://schemas.openxmlformats.org/drawingml/2006/main">
            <a:pathLst>
              <a:path w="5379720" h="5379720">
                <a:moveTo>
                  <a:pt x="453323" y="1195454"/>
                </a:moveTo>
                <a:cubicBezTo>
                  <a:pt x="699080" y="827653"/>
                  <a:pt x="1031751" y="526138"/>
                  <a:pt x="1421869" y="317615"/>
                </a:cubicBezTo>
                <a:cubicBezTo>
                  <a:pt x="1811987" y="109093"/>
                  <a:pt x="2247510" y="0"/>
                  <a:pt x="2689860" y="0"/>
                </a:cubicBezTo>
                <a:lnTo>
                  <a:pt x="2689860" y="1564957"/>
                </a:lnTo>
                <a:cubicBezTo>
                  <a:pt x="2504869" y="1564957"/>
                  <a:pt x="2322732" y="1610580"/>
                  <a:pt x="2159585" y="1697785"/>
                </a:cubicBezTo>
                <a:cubicBezTo>
                  <a:pt x="1996437" y="1784989"/>
                  <a:pt x="1857313" y="1911083"/>
                  <a:pt x="1754538" y="2064898"/>
                </a:cubicBezTo>
                <a:close/>
              </a:path>
            </a:pathLst>
          </a:custGeom>
          <a:solidFill xmlns:a="http://schemas.openxmlformats.org/drawingml/2006/main">
            <a:srgbClr val="2C67D3"/>
          </a:solidFill>
          <a:ln xmlns:a="http://schemas.openxmlformats.org/drawingml/2006/main" w="29528">
            <a:solidFill>
              <a:srgbClr val="FFFFFF"/>
            </a:solidFill>
            <a:prstDash val="solid"/>
          </a:ln>
        </p:spPr>
      </p:sp>
      <p:pic>
        <p:nvPic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8C02DC0F-2833-4A5A-BBC6-D34EE1285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07747f4904d82"/>
          <a:stretch xmlns:a="http://schemas.openxmlformats.org/drawingml/2006/main"/>
        </p:blipFill>
        <p:spPr>
          <a:xfrm xmlns:a="http://schemas.openxmlformats.org/drawingml/2006/main">
            <a:off x="12696825" y="2645569"/>
            <a:ext cx="657225" cy="657225"/>
          </a:xfrm>
          <a:prstGeom xmlns:a="http://schemas.openxmlformats.org/drawingml/2006/main" prst="rect">
            <a:avLst/>
          </a:prstGeom>
        </p:spPr>
      </p:pic>
      <p:sp>
        <p:nvSpPr>
          <p:cNvPr id="610" name="text-614 Multi">
            <a:extLst xmlns:a="http://schemas.openxmlformats.org/drawingml/2006/main">
              <a:ext uri="{FF2B5EF4-FFF2-40B4-BE49-F238E27FC236}">
                <a16:creationId xmlns:a16="http://schemas.microsoft.com/office/drawing/2014/main" id="{8336F118-838F-4E2F-9412-C73C9FC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4738" y="3407494"/>
            <a:ext cx="545560" cy="293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11" name="text-615 -">
            <a:extLst xmlns:a="http://schemas.openxmlformats.org/drawingml/2006/main">
              <a:ext uri="{FF2B5EF4-FFF2-40B4-BE49-F238E27FC236}">
                <a16:creationId xmlns:a16="http://schemas.microsoft.com/office/drawing/2014/main" id="{8D9F37FB-F15F-4912-9A61-A47D04B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4448" y="3412794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12" name="text-616 hop ">
            <a:extLst xmlns:a="http://schemas.openxmlformats.org/drawingml/2006/main">
              <a:ext uri="{FF2B5EF4-FFF2-40B4-BE49-F238E27FC236}">
                <a16:creationId xmlns:a16="http://schemas.microsoft.com/office/drawing/2014/main" id="{25A61B46-A4EF-406B-8F08-C046EE6B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2054" y="3408418"/>
            <a:ext cx="440836" cy="291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4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hop </a:t>
            </a:r>
          </a:p>
        </p:txBody>
      </p:sp>
      <p:sp>
        <p:nvSpPr>
          <p:cNvPr id="613" name="text-617 15.6%">
            <a:extLst xmlns:a="http://schemas.openxmlformats.org/drawingml/2006/main">
              <a:ext uri="{FF2B5EF4-FFF2-40B4-BE49-F238E27FC236}">
                <a16:creationId xmlns:a16="http://schemas.microsoft.com/office/drawing/2014/main" id="{92E81B71-B06E-4F49-B3A3-D7E5CE5A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9009" y="3650771"/>
            <a:ext cx="605985" cy="29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15.6%</a:t>
            </a:r>
          </a:p>
        </p:txBody>
      </p:sp>
      <p:pic>
        <p:nvPic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2A9479BA-011E-4CE0-A6F2-8ED01483B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7be0ac0f84a88"/>
          <a:stretch xmlns:a="http://schemas.openxmlformats.org/drawingml/2006/main"/>
        </p:blipFill>
        <p:spPr>
          <a:xfrm xmlns:a="http://schemas.openxmlformats.org/drawingml/2006/main">
            <a:off x="11534775" y="3779044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615" name="text-619 Lookup ">
            <a:extLst xmlns:a="http://schemas.openxmlformats.org/drawingml/2006/main">
              <a:ext uri="{FF2B5EF4-FFF2-40B4-BE49-F238E27FC236}">
                <a16:creationId xmlns:a16="http://schemas.microsoft.com/office/drawing/2014/main" id="{6CE772A1-543D-4481-B8C8-04C853AD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7963" y="4266733"/>
            <a:ext cx="769357" cy="293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4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Lookup </a:t>
            </a:r>
          </a:p>
        </p:txBody>
      </p:sp>
      <p:sp>
        <p:nvSpPr>
          <p:cNvPr id="616" name="text-620 8.7%">
            <a:extLst xmlns:a="http://schemas.openxmlformats.org/drawingml/2006/main">
              <a:ext uri="{FF2B5EF4-FFF2-40B4-BE49-F238E27FC236}">
                <a16:creationId xmlns:a16="http://schemas.microsoft.com/office/drawing/2014/main" id="{7B539DA6-359A-4A28-932D-73A625B6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4625" y="4510355"/>
            <a:ext cx="512038" cy="29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8.7%</a:t>
            </a:r>
          </a:p>
        </p:txBody>
      </p:sp>
      <p:pic>
        <p:nvPic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1C3895C4-50C8-4E5E-B9F7-A706C974F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8acd0fe6b493d"/>
          <a:stretch xmlns:a="http://schemas.openxmlformats.org/drawingml/2006/main"/>
        </p:blipFill>
        <p:spPr>
          <a:xfrm xmlns:a="http://schemas.openxmlformats.org/drawingml/2006/main">
            <a:off x="14582775" y="2731294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A31E2F70-17D2-4B38-B85E-E18214330F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54230447e4f4d"/>
          <a:stretch xmlns:a="http://schemas.openxmlformats.org/drawingml/2006/main"/>
        </p:blipFill>
        <p:spPr>
          <a:xfrm xmlns:a="http://schemas.openxmlformats.org/drawingml/2006/main">
            <a:off x="15430500" y="4693444"/>
            <a:ext cx="714375" cy="733425"/>
          </a:xfrm>
          <a:prstGeom xmlns:a="http://schemas.openxmlformats.org/drawingml/2006/main" prst="rect">
            <a:avLst/>
          </a:prstGeom>
        </p:spPr>
      </p:pic>
      <p:pic>
        <p:nvPic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DF32A83B-CB93-43D9-9EE5-92665AB88C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beccfc94d4a2e"/>
          <a:stretch xmlns:a="http://schemas.openxmlformats.org/drawingml/2006/main"/>
        </p:blipFill>
        <p:spPr>
          <a:xfrm xmlns:a="http://schemas.openxmlformats.org/drawingml/2006/main">
            <a:off x="14068425" y="6169819"/>
            <a:ext cx="647700" cy="647700"/>
          </a:xfrm>
          <a:prstGeom xmlns:a="http://schemas.openxmlformats.org/drawingml/2006/main" prst="rect">
            <a:avLst/>
          </a:prstGeom>
        </p:spPr>
      </p:pic>
      <p:pic>
        <p:nvPic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CBE668A8-8CC8-4AA3-BB61-8DA6E1B28A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02df31a264d91"/>
          <a:stretch xmlns:a="http://schemas.openxmlformats.org/drawingml/2006/main"/>
        </p:blipFill>
        <p:spPr>
          <a:xfrm xmlns:a="http://schemas.openxmlformats.org/drawingml/2006/main">
            <a:off x="12001500" y="5331619"/>
            <a:ext cx="695325" cy="685800"/>
          </a:xfrm>
          <a:prstGeom xmlns:a="http://schemas.openxmlformats.org/drawingml/2006/main" prst="rect">
            <a:avLst/>
          </a:prstGeom>
        </p:spPr>
      </p:pic>
      <p:sp>
        <p:nvSpPr>
          <p:cNvPr id="621" name="text-625 MA">
            <a:extLst xmlns:a="http://schemas.openxmlformats.org/drawingml/2006/main">
              <a:ext uri="{FF2B5EF4-FFF2-40B4-BE49-F238E27FC236}">
                <a16:creationId xmlns:a16="http://schemas.microsoft.com/office/drawing/2014/main" id="{331DFC33-1B88-4EB4-82C5-AD5A6FB4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0374" y="6058257"/>
            <a:ext cx="371143" cy="289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MA</a:t>
            </a:r>
          </a:p>
        </p:txBody>
      </p:sp>
      <p:sp>
        <p:nvSpPr>
          <p:cNvPr id="622" name="text-626 -">
            <a:extLst xmlns:a="http://schemas.openxmlformats.org/drawingml/2006/main">
              <a:ext uri="{FF2B5EF4-FFF2-40B4-BE49-F238E27FC236}">
                <a16:creationId xmlns:a16="http://schemas.microsoft.com/office/drawing/2014/main" id="{142CAEEA-A410-41C6-9B10-FFA68AC5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8053" y="6061228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23" name="text-627 Comp.">
            <a:extLst xmlns:a="http://schemas.openxmlformats.org/drawingml/2006/main">
              <a:ext uri="{FF2B5EF4-FFF2-40B4-BE49-F238E27FC236}">
                <a16:creationId xmlns:a16="http://schemas.microsoft.com/office/drawing/2014/main" id="{DA083AC3-EA7D-45C6-9D14-6A55AC2D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659" y="6056601"/>
            <a:ext cx="598194" cy="29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Comp.</a:t>
            </a:r>
          </a:p>
        </p:txBody>
      </p:sp>
      <p:sp>
        <p:nvSpPr>
          <p:cNvPr id="624" name="text-628 20.">
            <a:extLst xmlns:a="http://schemas.openxmlformats.org/drawingml/2006/main">
              <a:ext uri="{FF2B5EF4-FFF2-40B4-BE49-F238E27FC236}">
                <a16:creationId xmlns:a16="http://schemas.microsoft.com/office/drawing/2014/main" id="{4C98B529-A7FB-44A5-B543-8983690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0749" y="6298759"/>
            <a:ext cx="343078" cy="291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20.</a:t>
            </a:r>
          </a:p>
        </p:txBody>
      </p:sp>
      <p:sp>
        <p:nvSpPr>
          <p:cNvPr id="625" name="text-629 7">
            <a:extLst xmlns:a="http://schemas.openxmlformats.org/drawingml/2006/main">
              <a:ext uri="{FF2B5EF4-FFF2-40B4-BE49-F238E27FC236}">
                <a16:creationId xmlns:a16="http://schemas.microsoft.com/office/drawing/2014/main" id="{CD245C47-45B4-477D-B890-91A23750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8167" y="6302881"/>
            <a:ext cx="161152" cy="285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7</a:t>
            </a:r>
          </a:p>
        </p:txBody>
      </p:sp>
      <p:sp>
        <p:nvSpPr>
          <p:cNvPr id="626" name="text-630 %">
            <a:extLst xmlns:a="http://schemas.openxmlformats.org/drawingml/2006/main">
              <a:ext uri="{FF2B5EF4-FFF2-40B4-BE49-F238E27FC236}">
                <a16:creationId xmlns:a16="http://schemas.microsoft.com/office/drawing/2014/main" id="{707DE23D-0DC1-4A90-B950-F7780D21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5594" y="6302849"/>
            <a:ext cx="203966" cy="28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%</a:t>
            </a:r>
          </a:p>
        </p:txBody>
      </p:sp>
      <p:sp>
        <p:nvSpPr>
          <p:cNvPr id="627" name="text-631 MA">
            <a:extLst xmlns:a="http://schemas.openxmlformats.org/drawingml/2006/main">
              <a:ext uri="{FF2B5EF4-FFF2-40B4-BE49-F238E27FC236}">
                <a16:creationId xmlns:a16="http://schemas.microsoft.com/office/drawing/2014/main" id="{CBB15D1F-66D1-45CF-850E-449B79E2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0423" y="6853401"/>
            <a:ext cx="371143" cy="289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MA</a:t>
            </a:r>
          </a:p>
        </p:txBody>
      </p:sp>
      <p:sp>
        <p:nvSpPr>
          <p:cNvPr id="628" name="text-632 -">
            <a:extLst xmlns:a="http://schemas.openxmlformats.org/drawingml/2006/main">
              <a:ext uri="{FF2B5EF4-FFF2-40B4-BE49-F238E27FC236}">
                <a16:creationId xmlns:a16="http://schemas.microsoft.com/office/drawing/2014/main" id="{BF3A57DD-D066-4679-A305-FA5D5508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104" y="6856372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29" name="text-633 Arith">
            <a:extLst xmlns:a="http://schemas.openxmlformats.org/drawingml/2006/main">
              <a:ext uri="{FF2B5EF4-FFF2-40B4-BE49-F238E27FC236}">
                <a16:creationId xmlns:a16="http://schemas.microsoft.com/office/drawing/2014/main" id="{D7F33A3E-11B3-4755-A518-E6E4A1E2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5710" y="6852197"/>
            <a:ext cx="566067" cy="291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Arith</a:t>
            </a:r>
          </a:p>
        </p:txBody>
      </p:sp>
      <p:sp>
        <p:nvSpPr>
          <p:cNvPr id="630" name="text-634 .">
            <a:extLst xmlns:a="http://schemas.openxmlformats.org/drawingml/2006/main">
              <a:ext uri="{FF2B5EF4-FFF2-40B4-BE49-F238E27FC236}">
                <a16:creationId xmlns:a16="http://schemas.microsoft.com/office/drawing/2014/main" id="{8C1844E4-D929-4023-B3A5-A1178C0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97716" y="6856483"/>
            <a:ext cx="87472" cy="28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31" name="text-635 17.4%">
            <a:extLst xmlns:a="http://schemas.openxmlformats.org/drawingml/2006/main">
              <a:ext uri="{FF2B5EF4-FFF2-40B4-BE49-F238E27FC236}">
                <a16:creationId xmlns:a16="http://schemas.microsoft.com/office/drawing/2014/main" id="{78E5CAF6-7A9E-44A1-A5A1-70661565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8642" y="7097407"/>
            <a:ext cx="605985" cy="29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17.4%</a:t>
            </a:r>
          </a:p>
        </p:txBody>
      </p:sp>
      <p:sp>
        <p:nvSpPr>
          <p:cNvPr id="632" name="text-636 MA">
            <a:extLst xmlns:a="http://schemas.openxmlformats.org/drawingml/2006/main">
              <a:ext uri="{FF2B5EF4-FFF2-40B4-BE49-F238E27FC236}">
                <a16:creationId xmlns:a16="http://schemas.microsoft.com/office/drawing/2014/main" id="{76B4A895-F66D-4349-A0A2-17BE2FF6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1650" y="5461902"/>
            <a:ext cx="371143" cy="289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MA</a:t>
            </a:r>
          </a:p>
        </p:txBody>
      </p:sp>
      <p:sp>
        <p:nvSpPr>
          <p:cNvPr id="633" name="text-637 -">
            <a:extLst xmlns:a="http://schemas.openxmlformats.org/drawingml/2006/main">
              <a:ext uri="{FF2B5EF4-FFF2-40B4-BE49-F238E27FC236}">
                <a16:creationId xmlns:a16="http://schemas.microsoft.com/office/drawing/2014/main" id="{1B454528-ECE3-4289-A1CB-D3FBE725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9331" y="5464873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4" name="text-638 Join">
            <a:extLst xmlns:a="http://schemas.openxmlformats.org/drawingml/2006/main">
              <a:ext uri="{FF2B5EF4-FFF2-40B4-BE49-F238E27FC236}">
                <a16:creationId xmlns:a16="http://schemas.microsoft.com/office/drawing/2014/main" id="{EE200266-0DCD-423E-A3D1-4121D805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26936" y="5460242"/>
            <a:ext cx="453461" cy="292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4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Join</a:t>
            </a:r>
          </a:p>
        </p:txBody>
      </p:sp>
      <p:sp>
        <p:nvSpPr>
          <p:cNvPr id="635" name="text-640 18.1%">
            <a:extLst xmlns:a="http://schemas.openxmlformats.org/drawingml/2006/main">
              <a:ext uri="{FF2B5EF4-FFF2-40B4-BE49-F238E27FC236}">
                <a16:creationId xmlns:a16="http://schemas.microsoft.com/office/drawing/2014/main" id="{8C2FBDE0-A2C0-4E3C-96C9-952BA794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4827" y="5702915"/>
            <a:ext cx="572536" cy="2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18.1%</a:t>
            </a:r>
          </a:p>
        </p:txBody>
      </p:sp>
      <p:sp>
        <p:nvSpPr>
          <p:cNvPr id="636" name="text-641 Know.">
            <a:extLst xmlns:a="http://schemas.openxmlformats.org/drawingml/2006/main">
              <a:ext uri="{FF2B5EF4-FFF2-40B4-BE49-F238E27FC236}">
                <a16:creationId xmlns:a16="http://schemas.microsoft.com/office/drawing/2014/main" id="{FC627D25-D00A-4CD4-85A1-C6E95515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6875" y="3407914"/>
            <a:ext cx="578912" cy="29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Know.</a:t>
            </a:r>
          </a:p>
        </p:txBody>
      </p:sp>
      <p:sp>
        <p:nvSpPr>
          <p:cNvPr id="637" name="text-642 -">
            <a:extLst xmlns:a="http://schemas.openxmlformats.org/drawingml/2006/main">
              <a:ext uri="{FF2B5EF4-FFF2-40B4-BE49-F238E27FC236}">
                <a16:creationId xmlns:a16="http://schemas.microsoft.com/office/drawing/2014/main" id="{D9E8D4ED-906C-412D-A986-5D5BE9D8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0032" y="3412794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8" name="text-643 Count">
            <a:extLst xmlns:a="http://schemas.openxmlformats.org/drawingml/2006/main">
              <a:ext uri="{FF2B5EF4-FFF2-40B4-BE49-F238E27FC236}">
                <a16:creationId xmlns:a16="http://schemas.microsoft.com/office/drawing/2014/main" id="{EA583208-B6B8-442D-A165-68C09073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7638" y="3407933"/>
            <a:ext cx="589301" cy="292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4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Count</a:t>
            </a:r>
          </a:p>
        </p:txBody>
      </p:sp>
      <p:sp>
        <p:nvSpPr>
          <p:cNvPr id="639" name="text-645 19.4%">
            <a:extLst xmlns:a="http://schemas.openxmlformats.org/drawingml/2006/main">
              <a:ext uri="{FF2B5EF4-FFF2-40B4-BE49-F238E27FC236}">
                <a16:creationId xmlns:a16="http://schemas.microsoft.com/office/drawing/2014/main" id="{0BD9E302-2121-4E03-8F69-F233A36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3729" y="3650771"/>
            <a:ext cx="605985" cy="290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3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19.4%</a:t>
            </a:r>
          </a:p>
        </p:txBody>
      </p:sp>
      <p:pic>
        <p:nvPic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B102796F-E33C-4AD7-A70B-DFC6D73074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b0c7a783447eb"/>
          <a:stretch xmlns:a="http://schemas.openxmlformats.org/drawingml/2006/main"/>
        </p:blipFill>
        <p:spPr>
          <a:xfrm xmlns:a="http://schemas.openxmlformats.org/drawingml/2006/main">
            <a:off x="12306300" y="7884319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641" name="text-647 301 Samples">
            <a:extLst xmlns:a="http://schemas.openxmlformats.org/drawingml/2006/main">
              <a:ext uri="{FF2B5EF4-FFF2-40B4-BE49-F238E27FC236}">
                <a16:creationId xmlns:a16="http://schemas.microsoft.com/office/drawing/2014/main" id="{F6920612-413C-4EBD-9385-64797BC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7961" y="9061468"/>
            <a:ext cx="1525551" cy="35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301 Samples</a:t>
            </a:r>
          </a:p>
        </p:txBody>
      </p:sp>
      <p:sp>
        <p:nvSpPr>
          <p:cNvPr id="642" name="text-648 Multi">
            <a:extLst xmlns:a="http://schemas.openxmlformats.org/drawingml/2006/main">
              <a:ext uri="{FF2B5EF4-FFF2-40B4-BE49-F238E27FC236}">
                <a16:creationId xmlns:a16="http://schemas.microsoft.com/office/drawing/2014/main" id="{E330363D-5827-475A-95B0-3A6C0A4A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0044" y="9370121"/>
            <a:ext cx="532069" cy="285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60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43" name="text-649 -">
            <a:extLst xmlns:a="http://schemas.openxmlformats.org/drawingml/2006/main">
              <a:ext uri="{FF2B5EF4-FFF2-40B4-BE49-F238E27FC236}">
                <a16:creationId xmlns:a16="http://schemas.microsoft.com/office/drawing/2014/main" id="{E8B9BD6F-2614-4890-B9EF-D03C0236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5414" y="9370245"/>
            <a:ext cx="121639" cy="28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606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44" name="text-650 Image">
            <a:extLst xmlns:a="http://schemas.openxmlformats.org/drawingml/2006/main">
              <a:ext uri="{FF2B5EF4-FFF2-40B4-BE49-F238E27FC236}">
                <a16:creationId xmlns:a16="http://schemas.microsoft.com/office/drawing/2014/main" id="{DF6D223F-0DDD-4A1D-A390-486BA39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9835" y="9369598"/>
            <a:ext cx="632675" cy="286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6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pic>
        <p:nvPic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F64BB01B-20D0-452A-AD71-2CA3CCE17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8a1a5080c4b4f"/>
          <a:stretch xmlns:a="http://schemas.openxmlformats.org/drawingml/2006/main"/>
        </p:blipFill>
        <p:spPr>
          <a:xfrm xmlns:a="http://schemas.openxmlformats.org/drawingml/2006/main">
            <a:off x="14182725" y="7789069"/>
            <a:ext cx="1276350" cy="1276350"/>
          </a:xfrm>
          <a:prstGeom xmlns:a="http://schemas.openxmlformats.org/drawingml/2006/main" prst="rect">
            <a:avLst/>
          </a:prstGeom>
        </p:spPr>
      </p:pic>
      <p:sp>
        <p:nvSpPr>
          <p:cNvPr id="646" name="text-652 307 Samples">
            <a:extLst xmlns:a="http://schemas.openxmlformats.org/drawingml/2006/main">
              <a:ext uri="{FF2B5EF4-FFF2-40B4-BE49-F238E27FC236}">
                <a16:creationId xmlns:a16="http://schemas.microsoft.com/office/drawing/2014/main" id="{BF4F7340-6383-42BF-BDEB-85089739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649" y="9089012"/>
            <a:ext cx="1566375" cy="357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2011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307 Samples</a:t>
            </a:r>
          </a:p>
        </p:txBody>
      </p:sp>
      <p:sp>
        <p:nvSpPr>
          <p:cNvPr id="647" name="text-653 Video">
            <a:extLst xmlns:a="http://schemas.openxmlformats.org/drawingml/2006/main">
              <a:ext uri="{FF2B5EF4-FFF2-40B4-BE49-F238E27FC236}">
                <a16:creationId xmlns:a16="http://schemas.microsoft.com/office/drawing/2014/main" id="{3AD04A82-366D-42AE-9C55-3E4CD1A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4649" y="9402192"/>
            <a:ext cx="578166" cy="292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64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648" name="text-654 OneSearch">
            <a:extLst xmlns:a="http://schemas.openxmlformats.org/drawingml/2006/main">
              <a:ext uri="{FF2B5EF4-FFF2-40B4-BE49-F238E27FC236}">
                <a16:creationId xmlns:a16="http://schemas.microsoft.com/office/drawing/2014/main" id="{8150D119-6B8D-444B-B999-87584AED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8053" y="5010382"/>
            <a:ext cx="1642832" cy="42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pPr>
            <a:r>
              <a:rPr sz="2408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rPr>
              <a:t>OneSearch</a:t>
            </a:r>
          </a:p>
        </p:txBody>
      </p:sp>
      <p:sp>
        <p:nvSpPr>
          <p:cNvPr id="649" name="text-655 Bench">
            <a:extLst xmlns:a="http://schemas.openxmlformats.org/drawingml/2006/main">
              <a:ext uri="{FF2B5EF4-FFF2-40B4-BE49-F238E27FC236}">
                <a16:creationId xmlns:a16="http://schemas.microsoft.com/office/drawing/2014/main" id="{0CEBE6D6-F571-4815-A2A8-5AE01B1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4404" y="5376847"/>
            <a:ext cx="910355" cy="42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pPr>
            <a:r>
              <a:rPr sz="2412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rPr>
              <a:t>Bench</a:t>
            </a:r>
          </a:p>
        </p:txBody>
      </p:sp>
      <p:pic>
        <p:nvPic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9412FEBC-D13A-4E66-B15F-FE3910C34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a0cadb43e4590"/>
          <a:stretch xmlns:a="http://schemas.openxmlformats.org/drawingml/2006/main"/>
        </p:blipFill>
        <p:spPr>
          <a:xfrm xmlns:a="http://schemas.openxmlformats.org/drawingml/2006/main">
            <a:off x="13344525" y="3969544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11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2026-10-21T08:57:37.1040000Z</dcterms:created>
  <dcterms:modified xsi:type="dcterms:W3CDTF">2026-10-21T08:57:37.1040000Z</dcterms:modified>
</coreProperties>
</file>