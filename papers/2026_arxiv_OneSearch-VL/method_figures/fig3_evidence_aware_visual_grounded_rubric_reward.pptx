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1153c6ab50456b" /><Relationship Type="http://schemas.openxmlformats.org/officeDocument/2006/relationships/extended-properties" Target="/docProps/app.xml" Id="R4dc4dc87a0c444cc" /><Relationship Type="http://schemas.openxmlformats.org/officeDocument/2006/relationships/officeDocument" Target="/ppt/presentation.xml" Id="R8a8f19bc669542e6" /></Relationships>
</file>

<file path=ppt/presentation.xml><?xml version="1.0" encoding="utf-8"?>
<p:presentation xmlns:p="http://schemas.openxmlformats.org/presentationml/2006/main">
  <p:sldMasterIdLst>
    <p:sldMasterId xmlns:r="http://schemas.openxmlformats.org/officeDocument/2006/relationships" id="2147483648" r:id="R8cd46b6fff1d4b8b"/>
  </p:sldMasterIdLst>
  <p:notesMasterIdLst>
    <p:notesMasterId xmlns:r="http://schemas.openxmlformats.org/officeDocument/2006/relationships" r:id="R492c8e79a9ef42fb"/>
  </p:notesMasterIdLst>
  <p:sldIdLst>
    <p:sldId xmlns:r="http://schemas.openxmlformats.org/officeDocument/2006/relationships" id="256" r:id="R5f1596fe66d34f81"/>
  </p:sldIdLst>
  <p:sldSz cx="17526000" cy="5638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25f83adb22479c" /><Relationship Type="http://schemas.openxmlformats.org/officeDocument/2006/relationships/slideMaster" Target="/ppt/slideMasters/slideMaster1.xml" Id="R8cd46b6fff1d4b8b" /><Relationship Type="http://schemas.openxmlformats.org/officeDocument/2006/relationships/notesMaster" Target="/ppt/notesMasters/notesMaster1.xml" Id="R492c8e79a9ef42fb" /><Relationship Type="http://schemas.openxmlformats.org/officeDocument/2006/relationships/presProps" Target="/ppt/presProps.xml" Id="R5febc0cf7ba74a2f" /><Relationship Type="http://schemas.openxmlformats.org/officeDocument/2006/relationships/tableStyles" Target="/ppt/tableStyles.xml" Id="R5e770838204447a6" /><Relationship Type="http://schemas.openxmlformats.org/officeDocument/2006/relationships/slide" Target="/ppt/slides/slide1.xml" Id="R5f1596fe66d34f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c9d40cf7424f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ebf2c86f1f4bdc" /><Relationship Type="http://schemas.openxmlformats.org/officeDocument/2006/relationships/notesMaster" Target="/ppt/notesMasters/notesMaster1.xml" Id="Rf756b007caf648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reconstructed diagram, not author-provided PowerPoint.</a:t>
            </a:r>
          </a:p>
          <a:p xmlns:a="http://schemas.openxmlformats.org/drawingml/2006/main">
            <a:r>
              <a:t>Evidence-aware Visual-Grounded Rubric reward</a:t>
            </a:r>
          </a:p>
          <a:p xmlns:a="http://schemas.openxmlformats.org/drawingml/2006/main">
            <a:r>
              <a:t>Source: https://arxiv.org/abs/2610.12419v1</a:t>
            </a:r>
          </a:p>
          <a:p xmlns:a="http://schemas.openxmlformats.org/drawingml/2006/main">
            <a:r>
              <a:t>Original artwork: fig3_evidence_aware_visual_grounded_rubric_reward.png; SHA-256: ba463d2d1e07643307c1e9d53c33dcf2645ac363a444cc576e11d480f09ee4ed</a:t>
            </a:r>
          </a:p>
          <a:p xmlns:a="http://schemas.openxmlformats.org/drawingml/2006/main">
            <a:r>
              <a:t>Readable diagram labels and vector geometry are native editable PowerPoint objects. Mathematical glyphs preserve the original PDF outlines as editable vector paths, not typeable equation text. Arrows are unbound freeform geometry. Landscape/sailboat imagery, tool icons and judge illustrations remain independent raster objects with non-editable internal pixels.</a:t>
            </a:r>
          </a:p>
          <a:p xmlns:a="http://schemas.openxmlformats.org/drawingml/2006/main">
            <a:r>
              <a:t>Text uses installed Comic Sans MS with source-matched placement and metric fitting. Antialiasing, dash spacing and text metrics may differ from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c874c4b26b4b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9a12fefa8b49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6a000827bb4a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6887bbfa604d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a46eea1e354b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a83d3b2e5a44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0774CC-0A76-4847-AA08-F554453B2A2E}"/>
              </a:ext>
            </a:extLst>
          </p:cNvPr>
          <p:cNvSpPr>
            <a:spLocks xmlns:a="http://schemas.openxmlformats.org/drawingml/2006/main" noGrp="1"/>
          </p:cNvSpPr>
          <p:nvPr>
            <p:ph type="title" idx="0"/>
          </p:nvPr>
        </p:nvSpPr>
        <p:spPr>
          <a:xfrm xmlns:a="http://schemas.openxmlformats.org/drawingml/2006/main">
            <a:off x="1752600" y="2130213"/>
            <a:ext cx="14020800" cy="8144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47" b="1">
                <a:solidFill>
                  <a:schemeClr val="tx1"/>
                </a:solidFill>
                <a:latin typeface="+mj-lt"/>
                <a:ea typeface="+mj-lt"/>
                <a:cs typeface="+mj-lt"/>
              </a:defRPr>
            </a:defPPr>
            <a:lvl1pPr marL="0" indent="0" algn="ctr">
              <a:lnSpc>
                <a:spcPct val="110000"/>
              </a:lnSpc>
              <a:spcBef>
                <a:spcPts val="0"/>
              </a:spcBef>
              <a:spcAft>
                <a:spcPts val="0"/>
              </a:spcAft>
              <a:buNone/>
              <a:defRPr sz="3947" b="1">
                <a:solidFill>
                  <a:schemeClr val="tx1"/>
                </a:solidFill>
                <a:latin typeface="+mj-lt"/>
                <a:ea typeface="+mj-lt"/>
                <a:cs typeface="+mj-lt"/>
              </a:defRPr>
            </a:lvl1pPr>
            <a:lvl2pPr marL="0" indent="0" algn="ctr">
              <a:lnSpc>
                <a:spcPct val="110000"/>
              </a:lnSpc>
              <a:spcBef>
                <a:spcPts val="0"/>
              </a:spcBef>
              <a:spcAft>
                <a:spcPts val="0"/>
              </a:spcAft>
              <a:buNone/>
              <a:defRPr sz="3947" b="1">
                <a:solidFill>
                  <a:schemeClr val="tx1"/>
                </a:solidFill>
                <a:latin typeface="+mj-lt"/>
                <a:ea typeface="+mj-lt"/>
                <a:cs typeface="+mj-lt"/>
              </a:defRPr>
            </a:lvl2pPr>
            <a:lvl3pPr marL="0" indent="0" algn="ctr">
              <a:lnSpc>
                <a:spcPct val="110000"/>
              </a:lnSpc>
              <a:spcBef>
                <a:spcPts val="0"/>
              </a:spcBef>
              <a:spcAft>
                <a:spcPts val="0"/>
              </a:spcAft>
              <a:buNone/>
              <a:defRPr sz="3947" b="1">
                <a:solidFill>
                  <a:schemeClr val="tx1"/>
                </a:solidFill>
                <a:latin typeface="+mj-lt"/>
                <a:ea typeface="+mj-lt"/>
                <a:cs typeface="+mj-lt"/>
              </a:defRPr>
            </a:lvl3pPr>
            <a:lvl4pPr marL="0" indent="0" algn="ctr">
              <a:lnSpc>
                <a:spcPct val="110000"/>
              </a:lnSpc>
              <a:spcBef>
                <a:spcPts val="0"/>
              </a:spcBef>
              <a:spcAft>
                <a:spcPts val="0"/>
              </a:spcAft>
              <a:buNone/>
              <a:defRPr sz="3947" b="1">
                <a:solidFill>
                  <a:schemeClr val="tx1"/>
                </a:solidFill>
                <a:latin typeface="+mj-lt"/>
                <a:ea typeface="+mj-lt"/>
                <a:cs typeface="+mj-lt"/>
              </a:defRPr>
            </a:lvl4pPr>
            <a:lvl5pPr marL="0" indent="0" algn="ctr">
              <a:lnSpc>
                <a:spcPct val="110000"/>
              </a:lnSpc>
              <a:spcBef>
                <a:spcPts val="0"/>
              </a:spcBef>
              <a:spcAft>
                <a:spcPts val="0"/>
              </a:spcAft>
              <a:buNone/>
              <a:defRPr sz="3947" b="1">
                <a:solidFill>
                  <a:schemeClr val="tx1"/>
                </a:solidFill>
                <a:latin typeface="+mj-lt"/>
                <a:ea typeface="+mj-lt"/>
                <a:cs typeface="+mj-lt"/>
              </a:defRPr>
            </a:lvl5pPr>
            <a:lvl6pPr marL="0" indent="0" algn="ctr">
              <a:lnSpc>
                <a:spcPct val="110000"/>
              </a:lnSpc>
              <a:spcBef>
                <a:spcPts val="0"/>
              </a:spcBef>
              <a:spcAft>
                <a:spcPts val="0"/>
              </a:spcAft>
              <a:buNone/>
              <a:defRPr sz="3947" b="1">
                <a:solidFill>
                  <a:schemeClr val="tx1"/>
                </a:solidFill>
                <a:latin typeface="+mj-lt"/>
                <a:ea typeface="+mj-lt"/>
                <a:cs typeface="+mj-lt"/>
              </a:defRPr>
            </a:lvl6pPr>
            <a:lvl7pPr marL="0" indent="0" algn="ctr">
              <a:lnSpc>
                <a:spcPct val="110000"/>
              </a:lnSpc>
              <a:spcBef>
                <a:spcPts val="0"/>
              </a:spcBef>
              <a:spcAft>
                <a:spcPts val="0"/>
              </a:spcAft>
              <a:buNone/>
              <a:defRPr sz="3947" b="1">
                <a:solidFill>
                  <a:schemeClr val="tx1"/>
                </a:solidFill>
                <a:latin typeface="+mj-lt"/>
                <a:ea typeface="+mj-lt"/>
                <a:cs typeface="+mj-lt"/>
              </a:defRPr>
            </a:lvl7pPr>
            <a:lvl8pPr marL="0" indent="0" algn="ctr">
              <a:lnSpc>
                <a:spcPct val="110000"/>
              </a:lnSpc>
              <a:spcBef>
                <a:spcPts val="0"/>
              </a:spcBef>
              <a:spcAft>
                <a:spcPts val="0"/>
              </a:spcAft>
              <a:buNone/>
              <a:defRPr sz="3947" b="1">
                <a:solidFill>
                  <a:schemeClr val="tx1"/>
                </a:solidFill>
                <a:latin typeface="+mj-lt"/>
                <a:ea typeface="+mj-lt"/>
                <a:cs typeface="+mj-lt"/>
              </a:defRPr>
            </a:lvl8pPr>
            <a:lvl9pPr marL="0" indent="0" algn="ctr">
              <a:lnSpc>
                <a:spcPct val="110000"/>
              </a:lnSpc>
              <a:spcBef>
                <a:spcPts val="0"/>
              </a:spcBef>
              <a:spcAft>
                <a:spcPts val="0"/>
              </a:spcAft>
              <a:buNone/>
              <a:defRPr sz="3947"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6AC6AC-4A2A-440E-A61A-1DBA9839D80B}"/>
              </a:ext>
            </a:extLst>
          </p:cNvPr>
          <p:cNvSpPr>
            <a:spLocks xmlns:a="http://schemas.openxmlformats.org/drawingml/2006/main" noGrp="1"/>
          </p:cNvSpPr>
          <p:nvPr>
            <p:ph type="subTitle" idx="1"/>
          </p:nvPr>
        </p:nvSpPr>
        <p:spPr>
          <a:xfrm xmlns:a="http://schemas.openxmlformats.org/drawingml/2006/main">
            <a:off x="2628900" y="3101340"/>
            <a:ext cx="12268200" cy="6265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27" b="0">
                <a:solidFill>
                  <a:schemeClr val="tx1"/>
                </a:solidFill>
                <a:latin typeface="+mn-lt"/>
                <a:ea typeface="+mn-lt"/>
                <a:cs typeface="+mn-lt"/>
              </a:defRPr>
            </a:defPPr>
            <a:lvl1pPr marL="0" indent="0" algn="ctr">
              <a:lnSpc>
                <a:spcPct val="110000"/>
              </a:lnSpc>
              <a:spcBef>
                <a:spcPts val="0"/>
              </a:spcBef>
              <a:spcAft>
                <a:spcPts val="0"/>
              </a:spcAft>
              <a:buNone/>
              <a:defRPr sz="1727" b="0">
                <a:solidFill>
                  <a:schemeClr val="tx1"/>
                </a:solidFill>
                <a:latin typeface="+mn-lt"/>
                <a:ea typeface="+mn-lt"/>
                <a:cs typeface="+mn-lt"/>
              </a:defRPr>
            </a:lvl1pPr>
            <a:lvl2pPr marL="0" indent="0" algn="ctr">
              <a:lnSpc>
                <a:spcPct val="110000"/>
              </a:lnSpc>
              <a:spcBef>
                <a:spcPts val="0"/>
              </a:spcBef>
              <a:spcAft>
                <a:spcPts val="0"/>
              </a:spcAft>
              <a:buNone/>
              <a:defRPr sz="1727" b="0">
                <a:solidFill>
                  <a:schemeClr val="tx1"/>
                </a:solidFill>
                <a:latin typeface="+mn-lt"/>
                <a:ea typeface="+mn-lt"/>
                <a:cs typeface="+mn-lt"/>
              </a:defRPr>
            </a:lvl2pPr>
            <a:lvl3pPr marL="0" indent="0" algn="ctr">
              <a:lnSpc>
                <a:spcPct val="110000"/>
              </a:lnSpc>
              <a:spcBef>
                <a:spcPts val="0"/>
              </a:spcBef>
              <a:spcAft>
                <a:spcPts val="0"/>
              </a:spcAft>
              <a:buNone/>
              <a:defRPr sz="1727" b="0">
                <a:solidFill>
                  <a:schemeClr val="tx1"/>
                </a:solidFill>
                <a:latin typeface="+mn-lt"/>
                <a:ea typeface="+mn-lt"/>
                <a:cs typeface="+mn-lt"/>
              </a:defRPr>
            </a:lvl3pPr>
            <a:lvl4pPr marL="0" indent="0" algn="ctr">
              <a:lnSpc>
                <a:spcPct val="110000"/>
              </a:lnSpc>
              <a:spcBef>
                <a:spcPts val="0"/>
              </a:spcBef>
              <a:spcAft>
                <a:spcPts val="0"/>
              </a:spcAft>
              <a:buNone/>
              <a:defRPr sz="1727" b="0">
                <a:solidFill>
                  <a:schemeClr val="tx1"/>
                </a:solidFill>
                <a:latin typeface="+mn-lt"/>
                <a:ea typeface="+mn-lt"/>
                <a:cs typeface="+mn-lt"/>
              </a:defRPr>
            </a:lvl4pPr>
            <a:lvl5pPr marL="0" indent="0" algn="ctr">
              <a:lnSpc>
                <a:spcPct val="110000"/>
              </a:lnSpc>
              <a:spcBef>
                <a:spcPts val="0"/>
              </a:spcBef>
              <a:spcAft>
                <a:spcPts val="0"/>
              </a:spcAft>
              <a:buNone/>
              <a:defRPr sz="1727" b="0">
                <a:solidFill>
                  <a:schemeClr val="tx1"/>
                </a:solidFill>
                <a:latin typeface="+mn-lt"/>
                <a:ea typeface="+mn-lt"/>
                <a:cs typeface="+mn-lt"/>
              </a:defRPr>
            </a:lvl5pPr>
            <a:lvl6pPr marL="0" indent="0" algn="ctr">
              <a:lnSpc>
                <a:spcPct val="110000"/>
              </a:lnSpc>
              <a:spcBef>
                <a:spcPts val="0"/>
              </a:spcBef>
              <a:spcAft>
                <a:spcPts val="0"/>
              </a:spcAft>
              <a:buNone/>
              <a:defRPr sz="1727" b="0">
                <a:solidFill>
                  <a:schemeClr val="tx1"/>
                </a:solidFill>
                <a:latin typeface="+mn-lt"/>
                <a:ea typeface="+mn-lt"/>
                <a:cs typeface="+mn-lt"/>
              </a:defRPr>
            </a:lvl6pPr>
            <a:lvl7pPr marL="0" indent="0" algn="ctr">
              <a:lnSpc>
                <a:spcPct val="110000"/>
              </a:lnSpc>
              <a:spcBef>
                <a:spcPts val="0"/>
              </a:spcBef>
              <a:spcAft>
                <a:spcPts val="0"/>
              </a:spcAft>
              <a:buNone/>
              <a:defRPr sz="1727" b="0">
                <a:solidFill>
                  <a:schemeClr val="tx1"/>
                </a:solidFill>
                <a:latin typeface="+mn-lt"/>
                <a:ea typeface="+mn-lt"/>
                <a:cs typeface="+mn-lt"/>
              </a:defRPr>
            </a:lvl7pPr>
            <a:lvl8pPr marL="0" indent="0" algn="ctr">
              <a:lnSpc>
                <a:spcPct val="110000"/>
              </a:lnSpc>
              <a:spcBef>
                <a:spcPts val="0"/>
              </a:spcBef>
              <a:spcAft>
                <a:spcPts val="0"/>
              </a:spcAft>
              <a:buNone/>
              <a:defRPr sz="1727" b="0">
                <a:solidFill>
                  <a:schemeClr val="tx1"/>
                </a:solidFill>
                <a:latin typeface="+mn-lt"/>
                <a:ea typeface="+mn-lt"/>
                <a:cs typeface="+mn-lt"/>
              </a:defRPr>
            </a:lvl8pPr>
            <a:lvl9pPr marL="0" indent="0" algn="ctr">
              <a:lnSpc>
                <a:spcPct val="110000"/>
              </a:lnSpc>
              <a:spcBef>
                <a:spcPts val="0"/>
              </a:spcBef>
              <a:spcAft>
                <a:spcPts val="0"/>
              </a:spcAft>
              <a:buNone/>
              <a:defRPr sz="1727"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559892-F5F8-4C15-B704-F69125269F4B}"/>
              </a:ext>
            </a:extLst>
          </p:cNvPr>
          <p:cNvSpPr>
            <a:spLocks xmlns:a="http://schemas.openxmlformats.org/drawingml/2006/main" noGrp="1"/>
          </p:cNvSpPr>
          <p:nvPr>
            <p:ph type="title" idx="0"/>
          </p:nvPr>
        </p:nvSpPr>
        <p:spPr>
          <a:xfrm xmlns:a="http://schemas.openxmlformats.org/drawingml/2006/main">
            <a:off x="1752600" y="2349500"/>
            <a:ext cx="14020800" cy="939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453" b="1">
                <a:solidFill>
                  <a:schemeClr val="tx1"/>
                </a:solidFill>
                <a:latin typeface="+mj-lt"/>
                <a:ea typeface="+mj-lt"/>
                <a:cs typeface="+mj-lt"/>
              </a:defRPr>
            </a:defPPr>
            <a:lvl1pPr marL="0" indent="0" algn="ctr">
              <a:lnSpc>
                <a:spcPct val="110000"/>
              </a:lnSpc>
              <a:spcBef>
                <a:spcPts val="0"/>
              </a:spcBef>
              <a:spcAft>
                <a:spcPts val="0"/>
              </a:spcAft>
              <a:buNone/>
              <a:defRPr sz="3453" b="1">
                <a:solidFill>
                  <a:schemeClr val="tx1"/>
                </a:solidFill>
                <a:latin typeface="+mj-lt"/>
                <a:ea typeface="+mj-lt"/>
                <a:cs typeface="+mj-lt"/>
              </a:defRPr>
            </a:lvl1pPr>
            <a:lvl2pPr marL="0" indent="0" algn="ctr">
              <a:lnSpc>
                <a:spcPct val="110000"/>
              </a:lnSpc>
              <a:spcBef>
                <a:spcPts val="0"/>
              </a:spcBef>
              <a:spcAft>
                <a:spcPts val="0"/>
              </a:spcAft>
              <a:buNone/>
              <a:defRPr sz="3453" b="1">
                <a:solidFill>
                  <a:schemeClr val="tx1"/>
                </a:solidFill>
                <a:latin typeface="+mj-lt"/>
                <a:ea typeface="+mj-lt"/>
                <a:cs typeface="+mj-lt"/>
              </a:defRPr>
            </a:lvl2pPr>
            <a:lvl3pPr marL="0" indent="0" algn="ctr">
              <a:lnSpc>
                <a:spcPct val="110000"/>
              </a:lnSpc>
              <a:spcBef>
                <a:spcPts val="0"/>
              </a:spcBef>
              <a:spcAft>
                <a:spcPts val="0"/>
              </a:spcAft>
              <a:buNone/>
              <a:defRPr sz="3453" b="1">
                <a:solidFill>
                  <a:schemeClr val="tx1"/>
                </a:solidFill>
                <a:latin typeface="+mj-lt"/>
                <a:ea typeface="+mj-lt"/>
                <a:cs typeface="+mj-lt"/>
              </a:defRPr>
            </a:lvl3pPr>
            <a:lvl4pPr marL="0" indent="0" algn="ctr">
              <a:lnSpc>
                <a:spcPct val="110000"/>
              </a:lnSpc>
              <a:spcBef>
                <a:spcPts val="0"/>
              </a:spcBef>
              <a:spcAft>
                <a:spcPts val="0"/>
              </a:spcAft>
              <a:buNone/>
              <a:defRPr sz="3453" b="1">
                <a:solidFill>
                  <a:schemeClr val="tx1"/>
                </a:solidFill>
                <a:latin typeface="+mj-lt"/>
                <a:ea typeface="+mj-lt"/>
                <a:cs typeface="+mj-lt"/>
              </a:defRPr>
            </a:lvl4pPr>
            <a:lvl5pPr marL="0" indent="0" algn="ctr">
              <a:lnSpc>
                <a:spcPct val="110000"/>
              </a:lnSpc>
              <a:spcBef>
                <a:spcPts val="0"/>
              </a:spcBef>
              <a:spcAft>
                <a:spcPts val="0"/>
              </a:spcAft>
              <a:buNone/>
              <a:defRPr sz="3453" b="1">
                <a:solidFill>
                  <a:schemeClr val="tx1"/>
                </a:solidFill>
                <a:latin typeface="+mj-lt"/>
                <a:ea typeface="+mj-lt"/>
                <a:cs typeface="+mj-lt"/>
              </a:defRPr>
            </a:lvl5pPr>
            <a:lvl6pPr marL="0" indent="0" algn="ctr">
              <a:lnSpc>
                <a:spcPct val="110000"/>
              </a:lnSpc>
              <a:spcBef>
                <a:spcPts val="0"/>
              </a:spcBef>
              <a:spcAft>
                <a:spcPts val="0"/>
              </a:spcAft>
              <a:buNone/>
              <a:defRPr sz="3453" b="1">
                <a:solidFill>
                  <a:schemeClr val="tx1"/>
                </a:solidFill>
                <a:latin typeface="+mj-lt"/>
                <a:ea typeface="+mj-lt"/>
                <a:cs typeface="+mj-lt"/>
              </a:defRPr>
            </a:lvl6pPr>
            <a:lvl7pPr marL="0" indent="0" algn="ctr">
              <a:lnSpc>
                <a:spcPct val="110000"/>
              </a:lnSpc>
              <a:spcBef>
                <a:spcPts val="0"/>
              </a:spcBef>
              <a:spcAft>
                <a:spcPts val="0"/>
              </a:spcAft>
              <a:buNone/>
              <a:defRPr sz="3453" b="1">
                <a:solidFill>
                  <a:schemeClr val="tx1"/>
                </a:solidFill>
                <a:latin typeface="+mj-lt"/>
                <a:ea typeface="+mj-lt"/>
                <a:cs typeface="+mj-lt"/>
              </a:defRPr>
            </a:lvl7pPr>
            <a:lvl8pPr marL="0" indent="0" algn="ctr">
              <a:lnSpc>
                <a:spcPct val="110000"/>
              </a:lnSpc>
              <a:spcBef>
                <a:spcPts val="0"/>
              </a:spcBef>
              <a:spcAft>
                <a:spcPts val="0"/>
              </a:spcAft>
              <a:buNone/>
              <a:defRPr sz="3453" b="1">
                <a:solidFill>
                  <a:schemeClr val="tx1"/>
                </a:solidFill>
                <a:latin typeface="+mj-lt"/>
                <a:ea typeface="+mj-lt"/>
                <a:cs typeface="+mj-lt"/>
              </a:defRPr>
            </a:lvl8pPr>
            <a:lvl9pPr marL="0" indent="0" algn="ctr">
              <a:lnSpc>
                <a:spcPct val="110000"/>
              </a:lnSpc>
              <a:spcBef>
                <a:spcPts val="0"/>
              </a:spcBef>
              <a:spcAft>
                <a:spcPts val="0"/>
              </a:spcAft>
              <a:buNone/>
              <a:defRPr sz="3453"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91FFE6-C430-46B3-8B57-C0F02CD6282B}"/>
              </a:ext>
            </a:extLst>
          </p:cNvPr>
          <p:cNvSpPr>
            <a:spLocks xmlns:a="http://schemas.openxmlformats.org/drawingml/2006/main" noGrp="1"/>
          </p:cNvSpPr>
          <p:nvPr>
            <p:ph type="title" idx="0"/>
          </p:nvPr>
        </p:nvSpPr>
        <p:spPr>
          <a:xfrm xmlns:a="http://schemas.openxmlformats.org/drawingml/2006/main">
            <a:off x="985838" y="438573"/>
            <a:ext cx="15554325" cy="6891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13" b="1">
                <a:solidFill>
                  <a:schemeClr val="tx1"/>
                </a:solidFill>
                <a:latin typeface="+mj-lt"/>
                <a:ea typeface="+mj-lt"/>
                <a:cs typeface="+mj-lt"/>
              </a:defRPr>
            </a:defPPr>
            <a:lvl1pPr marL="0" indent="0" algn="l">
              <a:lnSpc>
                <a:spcPct val="110000"/>
              </a:lnSpc>
              <a:spcBef>
                <a:spcPts val="0"/>
              </a:spcBef>
              <a:spcAft>
                <a:spcPts val="0"/>
              </a:spcAft>
              <a:buNone/>
              <a:defRPr sz="2713" b="1">
                <a:solidFill>
                  <a:schemeClr val="tx1"/>
                </a:solidFill>
                <a:latin typeface="+mj-lt"/>
                <a:ea typeface="+mj-lt"/>
                <a:cs typeface="+mj-lt"/>
              </a:defRPr>
            </a:lvl1pPr>
            <a:lvl2pPr marL="0" indent="0" algn="l">
              <a:lnSpc>
                <a:spcPct val="110000"/>
              </a:lnSpc>
              <a:spcBef>
                <a:spcPts val="0"/>
              </a:spcBef>
              <a:spcAft>
                <a:spcPts val="0"/>
              </a:spcAft>
              <a:buNone/>
              <a:defRPr sz="2713" b="1">
                <a:solidFill>
                  <a:schemeClr val="tx1"/>
                </a:solidFill>
                <a:latin typeface="+mj-lt"/>
                <a:ea typeface="+mj-lt"/>
                <a:cs typeface="+mj-lt"/>
              </a:defRPr>
            </a:lvl2pPr>
            <a:lvl3pPr marL="0" indent="0" algn="l">
              <a:lnSpc>
                <a:spcPct val="110000"/>
              </a:lnSpc>
              <a:spcBef>
                <a:spcPts val="0"/>
              </a:spcBef>
              <a:spcAft>
                <a:spcPts val="0"/>
              </a:spcAft>
              <a:buNone/>
              <a:defRPr sz="2713" b="1">
                <a:solidFill>
                  <a:schemeClr val="tx1"/>
                </a:solidFill>
                <a:latin typeface="+mj-lt"/>
                <a:ea typeface="+mj-lt"/>
                <a:cs typeface="+mj-lt"/>
              </a:defRPr>
            </a:lvl3pPr>
            <a:lvl4pPr marL="0" indent="0" algn="l">
              <a:lnSpc>
                <a:spcPct val="110000"/>
              </a:lnSpc>
              <a:spcBef>
                <a:spcPts val="0"/>
              </a:spcBef>
              <a:spcAft>
                <a:spcPts val="0"/>
              </a:spcAft>
              <a:buNone/>
              <a:defRPr sz="2713" b="1">
                <a:solidFill>
                  <a:schemeClr val="tx1"/>
                </a:solidFill>
                <a:latin typeface="+mj-lt"/>
                <a:ea typeface="+mj-lt"/>
                <a:cs typeface="+mj-lt"/>
              </a:defRPr>
            </a:lvl4pPr>
            <a:lvl5pPr marL="0" indent="0" algn="l">
              <a:lnSpc>
                <a:spcPct val="110000"/>
              </a:lnSpc>
              <a:spcBef>
                <a:spcPts val="0"/>
              </a:spcBef>
              <a:spcAft>
                <a:spcPts val="0"/>
              </a:spcAft>
              <a:buNone/>
              <a:defRPr sz="2713" b="1">
                <a:solidFill>
                  <a:schemeClr val="tx1"/>
                </a:solidFill>
                <a:latin typeface="+mj-lt"/>
                <a:ea typeface="+mj-lt"/>
                <a:cs typeface="+mj-lt"/>
              </a:defRPr>
            </a:lvl5pPr>
            <a:lvl6pPr marL="0" indent="0" algn="l">
              <a:lnSpc>
                <a:spcPct val="110000"/>
              </a:lnSpc>
              <a:spcBef>
                <a:spcPts val="0"/>
              </a:spcBef>
              <a:spcAft>
                <a:spcPts val="0"/>
              </a:spcAft>
              <a:buNone/>
              <a:defRPr sz="2713" b="1">
                <a:solidFill>
                  <a:schemeClr val="tx1"/>
                </a:solidFill>
                <a:latin typeface="+mj-lt"/>
                <a:ea typeface="+mj-lt"/>
                <a:cs typeface="+mj-lt"/>
              </a:defRPr>
            </a:lvl6pPr>
            <a:lvl7pPr marL="0" indent="0" algn="l">
              <a:lnSpc>
                <a:spcPct val="110000"/>
              </a:lnSpc>
              <a:spcBef>
                <a:spcPts val="0"/>
              </a:spcBef>
              <a:spcAft>
                <a:spcPts val="0"/>
              </a:spcAft>
              <a:buNone/>
              <a:defRPr sz="2713" b="1">
                <a:solidFill>
                  <a:schemeClr val="tx1"/>
                </a:solidFill>
                <a:latin typeface="+mj-lt"/>
                <a:ea typeface="+mj-lt"/>
                <a:cs typeface="+mj-lt"/>
              </a:defRPr>
            </a:lvl7pPr>
            <a:lvl8pPr marL="0" indent="0" algn="l">
              <a:lnSpc>
                <a:spcPct val="110000"/>
              </a:lnSpc>
              <a:spcBef>
                <a:spcPts val="0"/>
              </a:spcBef>
              <a:spcAft>
                <a:spcPts val="0"/>
              </a:spcAft>
              <a:buNone/>
              <a:defRPr sz="2713" b="1">
                <a:solidFill>
                  <a:schemeClr val="tx1"/>
                </a:solidFill>
                <a:latin typeface="+mj-lt"/>
                <a:ea typeface="+mj-lt"/>
                <a:cs typeface="+mj-lt"/>
              </a:defRPr>
            </a:lvl8pPr>
            <a:lvl9pPr marL="0" indent="0" algn="l">
              <a:lnSpc>
                <a:spcPct val="110000"/>
              </a:lnSpc>
              <a:spcBef>
                <a:spcPts val="0"/>
              </a:spcBef>
              <a:spcAft>
                <a:spcPts val="0"/>
              </a:spcAft>
              <a:buNone/>
              <a:defRPr sz="271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067FE8-C886-4137-8D09-7E3716FC659D}"/>
              </a:ext>
            </a:extLst>
          </p:cNvPr>
          <p:cNvSpPr>
            <a:spLocks xmlns:a="http://schemas.openxmlformats.org/drawingml/2006/main" noGrp="1"/>
          </p:cNvSpPr>
          <p:nvPr>
            <p:ph type="body" idx="1"/>
          </p:nvPr>
        </p:nvSpPr>
        <p:spPr>
          <a:xfrm xmlns:a="http://schemas.openxmlformats.org/drawingml/2006/main">
            <a:off x="985838" y="1566333"/>
            <a:ext cx="15554325" cy="35085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0" b="0">
                <a:solidFill>
                  <a:schemeClr val="tx1"/>
                </a:solidFill>
                <a:latin typeface="+mn-lt"/>
                <a:ea typeface="+mn-lt"/>
                <a:cs typeface="+mn-lt"/>
              </a:defRPr>
            </a:defPPr>
            <a:lvl1pPr marL="187960" indent="-187960" algn="l">
              <a:lnSpc>
                <a:spcPct val="110000"/>
              </a:lnSpc>
              <a:spcBef>
                <a:spcPts val="0"/>
              </a:spcBef>
              <a:spcAft>
                <a:spcPts val="987"/>
              </a:spcAft>
              <a:buChar char="•"/>
              <a:defRPr sz="1850" b="0">
                <a:solidFill>
                  <a:schemeClr val="tx1"/>
                </a:solidFill>
                <a:latin typeface="+mn-lt"/>
                <a:ea typeface="+mn-lt"/>
                <a:cs typeface="+mn-lt"/>
              </a:defRPr>
            </a:lvl1pPr>
            <a:lvl2pPr marL="438573" indent="-187960" algn="l">
              <a:lnSpc>
                <a:spcPct val="110000"/>
              </a:lnSpc>
              <a:spcBef>
                <a:spcPts val="0"/>
              </a:spcBef>
              <a:spcAft>
                <a:spcPts val="987"/>
              </a:spcAft>
              <a:buChar char="•"/>
              <a:defRPr sz="1850" b="0">
                <a:solidFill>
                  <a:schemeClr val="tx1"/>
                </a:solidFill>
                <a:latin typeface="+mn-lt"/>
                <a:ea typeface="+mn-lt"/>
                <a:cs typeface="+mn-lt"/>
              </a:defRPr>
            </a:lvl2pPr>
            <a:lvl3pPr marL="689187" indent="-187960" algn="l">
              <a:lnSpc>
                <a:spcPct val="110000"/>
              </a:lnSpc>
              <a:spcBef>
                <a:spcPts val="0"/>
              </a:spcBef>
              <a:spcAft>
                <a:spcPts val="987"/>
              </a:spcAft>
              <a:buChar char="•"/>
              <a:defRPr sz="1850" b="0">
                <a:solidFill>
                  <a:schemeClr val="tx1"/>
                </a:solidFill>
                <a:latin typeface="+mn-lt"/>
                <a:ea typeface="+mn-lt"/>
                <a:cs typeface="+mn-lt"/>
              </a:defRPr>
            </a:lvl3pPr>
            <a:lvl4pPr marL="939800" indent="-187960" algn="l">
              <a:lnSpc>
                <a:spcPct val="110000"/>
              </a:lnSpc>
              <a:spcBef>
                <a:spcPts val="0"/>
              </a:spcBef>
              <a:spcAft>
                <a:spcPts val="987"/>
              </a:spcAft>
              <a:buChar char="•"/>
              <a:defRPr sz="1850" b="0">
                <a:solidFill>
                  <a:schemeClr val="tx1"/>
                </a:solidFill>
                <a:latin typeface="+mn-lt"/>
                <a:ea typeface="+mn-lt"/>
                <a:cs typeface="+mn-lt"/>
              </a:defRPr>
            </a:lvl4pPr>
            <a:lvl5pPr marL="1190413" indent="-187960" algn="l">
              <a:lnSpc>
                <a:spcPct val="110000"/>
              </a:lnSpc>
              <a:spcBef>
                <a:spcPts val="0"/>
              </a:spcBef>
              <a:spcAft>
                <a:spcPts val="987"/>
              </a:spcAft>
              <a:buChar char="•"/>
              <a:defRPr sz="1850" b="0">
                <a:solidFill>
                  <a:schemeClr val="tx1"/>
                </a:solidFill>
                <a:latin typeface="+mn-lt"/>
                <a:ea typeface="+mn-lt"/>
                <a:cs typeface="+mn-lt"/>
              </a:defRPr>
            </a:lvl5pPr>
            <a:lvl6pPr marL="1441027" indent="-187960" algn="l">
              <a:lnSpc>
                <a:spcPct val="110000"/>
              </a:lnSpc>
              <a:spcBef>
                <a:spcPts val="0"/>
              </a:spcBef>
              <a:spcAft>
                <a:spcPts val="987"/>
              </a:spcAft>
              <a:buChar char="•"/>
              <a:defRPr sz="1850" b="0">
                <a:solidFill>
                  <a:schemeClr val="tx1"/>
                </a:solidFill>
                <a:latin typeface="+mn-lt"/>
                <a:ea typeface="+mn-lt"/>
                <a:cs typeface="+mn-lt"/>
              </a:defRPr>
            </a:lvl6pPr>
            <a:lvl7pPr marL="1691640" indent="-187960" algn="l">
              <a:lnSpc>
                <a:spcPct val="110000"/>
              </a:lnSpc>
              <a:spcBef>
                <a:spcPts val="0"/>
              </a:spcBef>
              <a:spcAft>
                <a:spcPts val="987"/>
              </a:spcAft>
              <a:buChar char="•"/>
              <a:defRPr sz="1850" b="0">
                <a:solidFill>
                  <a:schemeClr val="tx1"/>
                </a:solidFill>
                <a:latin typeface="+mn-lt"/>
                <a:ea typeface="+mn-lt"/>
                <a:cs typeface="+mn-lt"/>
              </a:defRPr>
            </a:lvl7pPr>
            <a:lvl8pPr marL="1942253" indent="-187960" algn="l">
              <a:lnSpc>
                <a:spcPct val="110000"/>
              </a:lnSpc>
              <a:spcBef>
                <a:spcPts val="0"/>
              </a:spcBef>
              <a:spcAft>
                <a:spcPts val="987"/>
              </a:spcAft>
              <a:buChar char="•"/>
              <a:defRPr sz="1850" b="0">
                <a:solidFill>
                  <a:schemeClr val="tx1"/>
                </a:solidFill>
                <a:latin typeface="+mn-lt"/>
                <a:ea typeface="+mn-lt"/>
                <a:cs typeface="+mn-lt"/>
              </a:defRPr>
            </a:lvl8pPr>
            <a:lvl9pPr marL="2192867" indent="-187960" algn="l">
              <a:lnSpc>
                <a:spcPct val="110000"/>
              </a:lnSpc>
              <a:spcBef>
                <a:spcPts val="0"/>
              </a:spcBef>
              <a:spcAft>
                <a:spcPts val="987"/>
              </a:spcAft>
              <a:buChar char="•"/>
              <a:defRPr sz="18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03C808-53B0-4ED9-93E6-AD4F8CEA430F}"/>
              </a:ext>
            </a:extLst>
          </p:cNvPr>
          <p:cNvSpPr>
            <a:spLocks xmlns:a="http://schemas.openxmlformats.org/drawingml/2006/main" noGrp="1"/>
          </p:cNvSpPr>
          <p:nvPr>
            <p:ph type="title" idx="0"/>
          </p:nvPr>
        </p:nvSpPr>
        <p:spPr>
          <a:xfrm xmlns:a="http://schemas.openxmlformats.org/drawingml/2006/main">
            <a:off x="985838" y="438573"/>
            <a:ext cx="15554325" cy="6891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13" b="1">
                <a:solidFill>
                  <a:schemeClr val="tx1"/>
                </a:solidFill>
                <a:latin typeface="+mj-lt"/>
                <a:ea typeface="+mj-lt"/>
                <a:cs typeface="+mj-lt"/>
              </a:defRPr>
            </a:defPPr>
            <a:lvl1pPr marL="0" indent="0" algn="l">
              <a:lnSpc>
                <a:spcPct val="110000"/>
              </a:lnSpc>
              <a:spcBef>
                <a:spcPts val="0"/>
              </a:spcBef>
              <a:spcAft>
                <a:spcPts val="0"/>
              </a:spcAft>
              <a:buNone/>
              <a:defRPr sz="2713" b="1">
                <a:solidFill>
                  <a:schemeClr val="tx1"/>
                </a:solidFill>
                <a:latin typeface="+mj-lt"/>
                <a:ea typeface="+mj-lt"/>
                <a:cs typeface="+mj-lt"/>
              </a:defRPr>
            </a:lvl1pPr>
            <a:lvl2pPr marL="0" indent="0" algn="l">
              <a:lnSpc>
                <a:spcPct val="110000"/>
              </a:lnSpc>
              <a:spcBef>
                <a:spcPts val="0"/>
              </a:spcBef>
              <a:spcAft>
                <a:spcPts val="0"/>
              </a:spcAft>
              <a:buNone/>
              <a:defRPr sz="2713" b="1">
                <a:solidFill>
                  <a:schemeClr val="tx1"/>
                </a:solidFill>
                <a:latin typeface="+mj-lt"/>
                <a:ea typeface="+mj-lt"/>
                <a:cs typeface="+mj-lt"/>
              </a:defRPr>
            </a:lvl2pPr>
            <a:lvl3pPr marL="0" indent="0" algn="l">
              <a:lnSpc>
                <a:spcPct val="110000"/>
              </a:lnSpc>
              <a:spcBef>
                <a:spcPts val="0"/>
              </a:spcBef>
              <a:spcAft>
                <a:spcPts val="0"/>
              </a:spcAft>
              <a:buNone/>
              <a:defRPr sz="2713" b="1">
                <a:solidFill>
                  <a:schemeClr val="tx1"/>
                </a:solidFill>
                <a:latin typeface="+mj-lt"/>
                <a:ea typeface="+mj-lt"/>
                <a:cs typeface="+mj-lt"/>
              </a:defRPr>
            </a:lvl3pPr>
            <a:lvl4pPr marL="0" indent="0" algn="l">
              <a:lnSpc>
                <a:spcPct val="110000"/>
              </a:lnSpc>
              <a:spcBef>
                <a:spcPts val="0"/>
              </a:spcBef>
              <a:spcAft>
                <a:spcPts val="0"/>
              </a:spcAft>
              <a:buNone/>
              <a:defRPr sz="2713" b="1">
                <a:solidFill>
                  <a:schemeClr val="tx1"/>
                </a:solidFill>
                <a:latin typeface="+mj-lt"/>
                <a:ea typeface="+mj-lt"/>
                <a:cs typeface="+mj-lt"/>
              </a:defRPr>
            </a:lvl4pPr>
            <a:lvl5pPr marL="0" indent="0" algn="l">
              <a:lnSpc>
                <a:spcPct val="110000"/>
              </a:lnSpc>
              <a:spcBef>
                <a:spcPts val="0"/>
              </a:spcBef>
              <a:spcAft>
                <a:spcPts val="0"/>
              </a:spcAft>
              <a:buNone/>
              <a:defRPr sz="2713" b="1">
                <a:solidFill>
                  <a:schemeClr val="tx1"/>
                </a:solidFill>
                <a:latin typeface="+mj-lt"/>
                <a:ea typeface="+mj-lt"/>
                <a:cs typeface="+mj-lt"/>
              </a:defRPr>
            </a:lvl5pPr>
            <a:lvl6pPr marL="0" indent="0" algn="l">
              <a:lnSpc>
                <a:spcPct val="110000"/>
              </a:lnSpc>
              <a:spcBef>
                <a:spcPts val="0"/>
              </a:spcBef>
              <a:spcAft>
                <a:spcPts val="0"/>
              </a:spcAft>
              <a:buNone/>
              <a:defRPr sz="2713" b="1">
                <a:solidFill>
                  <a:schemeClr val="tx1"/>
                </a:solidFill>
                <a:latin typeface="+mj-lt"/>
                <a:ea typeface="+mj-lt"/>
                <a:cs typeface="+mj-lt"/>
              </a:defRPr>
            </a:lvl6pPr>
            <a:lvl7pPr marL="0" indent="0" algn="l">
              <a:lnSpc>
                <a:spcPct val="110000"/>
              </a:lnSpc>
              <a:spcBef>
                <a:spcPts val="0"/>
              </a:spcBef>
              <a:spcAft>
                <a:spcPts val="0"/>
              </a:spcAft>
              <a:buNone/>
              <a:defRPr sz="2713" b="1">
                <a:solidFill>
                  <a:schemeClr val="tx1"/>
                </a:solidFill>
                <a:latin typeface="+mj-lt"/>
                <a:ea typeface="+mj-lt"/>
                <a:cs typeface="+mj-lt"/>
              </a:defRPr>
            </a:lvl7pPr>
            <a:lvl8pPr marL="0" indent="0" algn="l">
              <a:lnSpc>
                <a:spcPct val="110000"/>
              </a:lnSpc>
              <a:spcBef>
                <a:spcPts val="0"/>
              </a:spcBef>
              <a:spcAft>
                <a:spcPts val="0"/>
              </a:spcAft>
              <a:buNone/>
              <a:defRPr sz="2713" b="1">
                <a:solidFill>
                  <a:schemeClr val="tx1"/>
                </a:solidFill>
                <a:latin typeface="+mj-lt"/>
                <a:ea typeface="+mj-lt"/>
                <a:cs typeface="+mj-lt"/>
              </a:defRPr>
            </a:lvl8pPr>
            <a:lvl9pPr marL="0" indent="0" algn="l">
              <a:lnSpc>
                <a:spcPct val="110000"/>
              </a:lnSpc>
              <a:spcBef>
                <a:spcPts val="0"/>
              </a:spcBef>
              <a:spcAft>
                <a:spcPts val="0"/>
              </a:spcAft>
              <a:buNone/>
              <a:defRPr sz="2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4C841D-EAD9-4306-95FD-CCCD229AB0D0}"/>
              </a:ext>
            </a:extLst>
          </p:cNvPr>
          <p:cNvSpPr>
            <a:spLocks xmlns:a="http://schemas.openxmlformats.org/drawingml/2006/main" noGrp="1"/>
          </p:cNvSpPr>
          <p:nvPr>
            <p:ph type="body" idx="1"/>
          </p:nvPr>
        </p:nvSpPr>
        <p:spPr>
          <a:xfrm xmlns:a="http://schemas.openxmlformats.org/drawingml/2006/main">
            <a:off x="985838" y="1566333"/>
            <a:ext cx="7229475" cy="35085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27" b="0">
                <a:solidFill>
                  <a:schemeClr val="tx1"/>
                </a:solidFill>
                <a:latin typeface="+mn-lt"/>
                <a:ea typeface="+mn-lt"/>
                <a:cs typeface="+mn-lt"/>
              </a:defRPr>
            </a:defPPr>
            <a:lvl1pPr marL="187960" indent="-187960" algn="l">
              <a:lnSpc>
                <a:spcPct val="110000"/>
              </a:lnSpc>
              <a:spcBef>
                <a:spcPts val="0"/>
              </a:spcBef>
              <a:spcAft>
                <a:spcPts val="987"/>
              </a:spcAft>
              <a:buChar char="•"/>
              <a:defRPr sz="1727" b="0">
                <a:solidFill>
                  <a:schemeClr val="tx1"/>
                </a:solidFill>
                <a:latin typeface="+mn-lt"/>
                <a:ea typeface="+mn-lt"/>
                <a:cs typeface="+mn-lt"/>
              </a:defRPr>
            </a:lvl1pPr>
            <a:lvl2pPr marL="438573" indent="-187960" algn="l">
              <a:lnSpc>
                <a:spcPct val="110000"/>
              </a:lnSpc>
              <a:spcBef>
                <a:spcPts val="0"/>
              </a:spcBef>
              <a:spcAft>
                <a:spcPts val="987"/>
              </a:spcAft>
              <a:buChar char="•"/>
              <a:defRPr sz="1727" b="0">
                <a:solidFill>
                  <a:schemeClr val="tx1"/>
                </a:solidFill>
                <a:latin typeface="+mn-lt"/>
                <a:ea typeface="+mn-lt"/>
                <a:cs typeface="+mn-lt"/>
              </a:defRPr>
            </a:lvl2pPr>
            <a:lvl3pPr marL="689187" indent="-187960" algn="l">
              <a:lnSpc>
                <a:spcPct val="110000"/>
              </a:lnSpc>
              <a:spcBef>
                <a:spcPts val="0"/>
              </a:spcBef>
              <a:spcAft>
                <a:spcPts val="987"/>
              </a:spcAft>
              <a:buChar char="•"/>
              <a:defRPr sz="1727" b="0">
                <a:solidFill>
                  <a:schemeClr val="tx1"/>
                </a:solidFill>
                <a:latin typeface="+mn-lt"/>
                <a:ea typeface="+mn-lt"/>
                <a:cs typeface="+mn-lt"/>
              </a:defRPr>
            </a:lvl3pPr>
            <a:lvl4pPr marL="939800" indent="-187960" algn="l">
              <a:lnSpc>
                <a:spcPct val="110000"/>
              </a:lnSpc>
              <a:spcBef>
                <a:spcPts val="0"/>
              </a:spcBef>
              <a:spcAft>
                <a:spcPts val="987"/>
              </a:spcAft>
              <a:buChar char="•"/>
              <a:defRPr sz="1727" b="0">
                <a:solidFill>
                  <a:schemeClr val="tx1"/>
                </a:solidFill>
                <a:latin typeface="+mn-lt"/>
                <a:ea typeface="+mn-lt"/>
                <a:cs typeface="+mn-lt"/>
              </a:defRPr>
            </a:lvl4pPr>
            <a:lvl5pPr marL="1190413" indent="-187960" algn="l">
              <a:lnSpc>
                <a:spcPct val="110000"/>
              </a:lnSpc>
              <a:spcBef>
                <a:spcPts val="0"/>
              </a:spcBef>
              <a:spcAft>
                <a:spcPts val="987"/>
              </a:spcAft>
              <a:buChar char="•"/>
              <a:defRPr sz="1727" b="0">
                <a:solidFill>
                  <a:schemeClr val="tx1"/>
                </a:solidFill>
                <a:latin typeface="+mn-lt"/>
                <a:ea typeface="+mn-lt"/>
                <a:cs typeface="+mn-lt"/>
              </a:defRPr>
            </a:lvl5pPr>
            <a:lvl6pPr marL="1441027" indent="-187960" algn="l">
              <a:lnSpc>
                <a:spcPct val="110000"/>
              </a:lnSpc>
              <a:spcBef>
                <a:spcPts val="0"/>
              </a:spcBef>
              <a:spcAft>
                <a:spcPts val="987"/>
              </a:spcAft>
              <a:buChar char="•"/>
              <a:defRPr sz="1727" b="0">
                <a:solidFill>
                  <a:schemeClr val="tx1"/>
                </a:solidFill>
                <a:latin typeface="+mn-lt"/>
                <a:ea typeface="+mn-lt"/>
                <a:cs typeface="+mn-lt"/>
              </a:defRPr>
            </a:lvl6pPr>
            <a:lvl7pPr marL="1691640" indent="-187960" algn="l">
              <a:lnSpc>
                <a:spcPct val="110000"/>
              </a:lnSpc>
              <a:spcBef>
                <a:spcPts val="0"/>
              </a:spcBef>
              <a:spcAft>
                <a:spcPts val="987"/>
              </a:spcAft>
              <a:buChar char="•"/>
              <a:defRPr sz="1727" b="0">
                <a:solidFill>
                  <a:schemeClr val="tx1"/>
                </a:solidFill>
                <a:latin typeface="+mn-lt"/>
                <a:ea typeface="+mn-lt"/>
                <a:cs typeface="+mn-lt"/>
              </a:defRPr>
            </a:lvl7pPr>
            <a:lvl8pPr marL="1942253" indent="-187960" algn="l">
              <a:lnSpc>
                <a:spcPct val="110000"/>
              </a:lnSpc>
              <a:spcBef>
                <a:spcPts val="0"/>
              </a:spcBef>
              <a:spcAft>
                <a:spcPts val="987"/>
              </a:spcAft>
              <a:buChar char="•"/>
              <a:defRPr sz="1727" b="0">
                <a:solidFill>
                  <a:schemeClr val="tx1"/>
                </a:solidFill>
                <a:latin typeface="+mn-lt"/>
                <a:ea typeface="+mn-lt"/>
                <a:cs typeface="+mn-lt"/>
              </a:defRPr>
            </a:lvl8pPr>
            <a:lvl9pPr marL="2192867" indent="-187960" algn="l">
              <a:lnSpc>
                <a:spcPct val="110000"/>
              </a:lnSpc>
              <a:spcBef>
                <a:spcPts val="0"/>
              </a:spcBef>
              <a:spcAft>
                <a:spcPts val="987"/>
              </a:spcAft>
              <a:buChar char="•"/>
              <a:defRPr sz="1727"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A463EE-44BD-47E2-8925-8F19FE9B8AFB}"/>
              </a:ext>
            </a:extLst>
          </p:cNvPr>
          <p:cNvSpPr>
            <a:spLocks xmlns:a="http://schemas.openxmlformats.org/drawingml/2006/main" noGrp="1"/>
          </p:cNvSpPr>
          <p:nvPr>
            <p:ph type="body" idx="2"/>
          </p:nvPr>
        </p:nvSpPr>
        <p:spPr>
          <a:xfrm xmlns:a="http://schemas.openxmlformats.org/drawingml/2006/main">
            <a:off x="9310688" y="1566333"/>
            <a:ext cx="7229475" cy="35085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27" b="0">
                <a:solidFill>
                  <a:schemeClr val="tx1"/>
                </a:solidFill>
                <a:latin typeface="+mn-lt"/>
                <a:ea typeface="+mn-lt"/>
                <a:cs typeface="+mn-lt"/>
              </a:defRPr>
            </a:defPPr>
            <a:lvl1pPr marL="187960" indent="-187960" algn="l">
              <a:lnSpc>
                <a:spcPct val="110000"/>
              </a:lnSpc>
              <a:spcBef>
                <a:spcPts val="0"/>
              </a:spcBef>
              <a:spcAft>
                <a:spcPts val="987"/>
              </a:spcAft>
              <a:buChar char="•"/>
              <a:defRPr sz="1727" b="0">
                <a:solidFill>
                  <a:schemeClr val="tx1"/>
                </a:solidFill>
                <a:latin typeface="+mn-lt"/>
                <a:ea typeface="+mn-lt"/>
                <a:cs typeface="+mn-lt"/>
              </a:defRPr>
            </a:lvl1pPr>
            <a:lvl2pPr marL="438573" indent="-187960" algn="l">
              <a:lnSpc>
                <a:spcPct val="110000"/>
              </a:lnSpc>
              <a:spcBef>
                <a:spcPts val="0"/>
              </a:spcBef>
              <a:spcAft>
                <a:spcPts val="987"/>
              </a:spcAft>
              <a:buChar char="•"/>
              <a:defRPr sz="1727" b="0">
                <a:solidFill>
                  <a:schemeClr val="tx1"/>
                </a:solidFill>
                <a:latin typeface="+mn-lt"/>
                <a:ea typeface="+mn-lt"/>
                <a:cs typeface="+mn-lt"/>
              </a:defRPr>
            </a:lvl2pPr>
            <a:lvl3pPr marL="689187" indent="-187960" algn="l">
              <a:lnSpc>
                <a:spcPct val="110000"/>
              </a:lnSpc>
              <a:spcBef>
                <a:spcPts val="0"/>
              </a:spcBef>
              <a:spcAft>
                <a:spcPts val="987"/>
              </a:spcAft>
              <a:buChar char="•"/>
              <a:defRPr sz="1727" b="0">
                <a:solidFill>
                  <a:schemeClr val="tx1"/>
                </a:solidFill>
                <a:latin typeface="+mn-lt"/>
                <a:ea typeface="+mn-lt"/>
                <a:cs typeface="+mn-lt"/>
              </a:defRPr>
            </a:lvl3pPr>
            <a:lvl4pPr marL="939800" indent="-187960" algn="l">
              <a:lnSpc>
                <a:spcPct val="110000"/>
              </a:lnSpc>
              <a:spcBef>
                <a:spcPts val="0"/>
              </a:spcBef>
              <a:spcAft>
                <a:spcPts val="987"/>
              </a:spcAft>
              <a:buChar char="•"/>
              <a:defRPr sz="1727" b="0">
                <a:solidFill>
                  <a:schemeClr val="tx1"/>
                </a:solidFill>
                <a:latin typeface="+mn-lt"/>
                <a:ea typeface="+mn-lt"/>
                <a:cs typeface="+mn-lt"/>
              </a:defRPr>
            </a:lvl4pPr>
            <a:lvl5pPr marL="1190413" indent="-187960" algn="l">
              <a:lnSpc>
                <a:spcPct val="110000"/>
              </a:lnSpc>
              <a:spcBef>
                <a:spcPts val="0"/>
              </a:spcBef>
              <a:spcAft>
                <a:spcPts val="987"/>
              </a:spcAft>
              <a:buChar char="•"/>
              <a:defRPr sz="1727" b="0">
                <a:solidFill>
                  <a:schemeClr val="tx1"/>
                </a:solidFill>
                <a:latin typeface="+mn-lt"/>
                <a:ea typeface="+mn-lt"/>
                <a:cs typeface="+mn-lt"/>
              </a:defRPr>
            </a:lvl5pPr>
            <a:lvl6pPr marL="1441027" indent="-187960" algn="l">
              <a:lnSpc>
                <a:spcPct val="110000"/>
              </a:lnSpc>
              <a:spcBef>
                <a:spcPts val="0"/>
              </a:spcBef>
              <a:spcAft>
                <a:spcPts val="987"/>
              </a:spcAft>
              <a:buChar char="•"/>
              <a:defRPr sz="1727" b="0">
                <a:solidFill>
                  <a:schemeClr val="tx1"/>
                </a:solidFill>
                <a:latin typeface="+mn-lt"/>
                <a:ea typeface="+mn-lt"/>
                <a:cs typeface="+mn-lt"/>
              </a:defRPr>
            </a:lvl6pPr>
            <a:lvl7pPr marL="1691640" indent="-187960" algn="l">
              <a:lnSpc>
                <a:spcPct val="110000"/>
              </a:lnSpc>
              <a:spcBef>
                <a:spcPts val="0"/>
              </a:spcBef>
              <a:spcAft>
                <a:spcPts val="987"/>
              </a:spcAft>
              <a:buChar char="•"/>
              <a:defRPr sz="1727" b="0">
                <a:solidFill>
                  <a:schemeClr val="tx1"/>
                </a:solidFill>
                <a:latin typeface="+mn-lt"/>
                <a:ea typeface="+mn-lt"/>
                <a:cs typeface="+mn-lt"/>
              </a:defRPr>
            </a:lvl7pPr>
            <a:lvl8pPr marL="1942253" indent="-187960" algn="l">
              <a:lnSpc>
                <a:spcPct val="110000"/>
              </a:lnSpc>
              <a:spcBef>
                <a:spcPts val="0"/>
              </a:spcBef>
              <a:spcAft>
                <a:spcPts val="987"/>
              </a:spcAft>
              <a:buChar char="•"/>
              <a:defRPr sz="1727" b="0">
                <a:solidFill>
                  <a:schemeClr val="tx1"/>
                </a:solidFill>
                <a:latin typeface="+mn-lt"/>
                <a:ea typeface="+mn-lt"/>
                <a:cs typeface="+mn-lt"/>
              </a:defRPr>
            </a:lvl8pPr>
            <a:lvl9pPr marL="2192867" indent="-187960" algn="l">
              <a:lnSpc>
                <a:spcPct val="110000"/>
              </a:lnSpc>
              <a:spcBef>
                <a:spcPts val="0"/>
              </a:spcBef>
              <a:spcAft>
                <a:spcPts val="987"/>
              </a:spcAft>
              <a:buChar char="•"/>
              <a:defRPr sz="1727"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7497F5-B1E4-4AD1-AA08-60E352620B00}"/>
              </a:ext>
            </a:extLst>
          </p:cNvPr>
          <p:cNvSpPr>
            <a:spLocks xmlns:a="http://schemas.openxmlformats.org/drawingml/2006/main" noGrp="1"/>
          </p:cNvSpPr>
          <p:nvPr>
            <p:ph type="title" idx="0"/>
          </p:nvPr>
        </p:nvSpPr>
        <p:spPr>
          <a:xfrm xmlns:a="http://schemas.openxmlformats.org/drawingml/2006/main">
            <a:off x="985838" y="438573"/>
            <a:ext cx="15554325" cy="6891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13" b="1">
                <a:solidFill>
                  <a:schemeClr val="tx1"/>
                </a:solidFill>
                <a:latin typeface="+mj-lt"/>
                <a:ea typeface="+mj-lt"/>
                <a:cs typeface="+mj-lt"/>
              </a:defRPr>
            </a:defPPr>
            <a:lvl1pPr marL="0" indent="0" algn="l">
              <a:lnSpc>
                <a:spcPct val="110000"/>
              </a:lnSpc>
              <a:spcBef>
                <a:spcPts val="0"/>
              </a:spcBef>
              <a:spcAft>
                <a:spcPts val="0"/>
              </a:spcAft>
              <a:buNone/>
              <a:defRPr sz="2713" b="1">
                <a:solidFill>
                  <a:schemeClr val="tx1"/>
                </a:solidFill>
                <a:latin typeface="+mj-lt"/>
                <a:ea typeface="+mj-lt"/>
                <a:cs typeface="+mj-lt"/>
              </a:defRPr>
            </a:lvl1pPr>
            <a:lvl2pPr marL="0" indent="0" algn="l">
              <a:lnSpc>
                <a:spcPct val="110000"/>
              </a:lnSpc>
              <a:spcBef>
                <a:spcPts val="0"/>
              </a:spcBef>
              <a:spcAft>
                <a:spcPts val="0"/>
              </a:spcAft>
              <a:buNone/>
              <a:defRPr sz="2713" b="1">
                <a:solidFill>
                  <a:schemeClr val="tx1"/>
                </a:solidFill>
                <a:latin typeface="+mj-lt"/>
                <a:ea typeface="+mj-lt"/>
                <a:cs typeface="+mj-lt"/>
              </a:defRPr>
            </a:lvl2pPr>
            <a:lvl3pPr marL="0" indent="0" algn="l">
              <a:lnSpc>
                <a:spcPct val="110000"/>
              </a:lnSpc>
              <a:spcBef>
                <a:spcPts val="0"/>
              </a:spcBef>
              <a:spcAft>
                <a:spcPts val="0"/>
              </a:spcAft>
              <a:buNone/>
              <a:defRPr sz="2713" b="1">
                <a:solidFill>
                  <a:schemeClr val="tx1"/>
                </a:solidFill>
                <a:latin typeface="+mj-lt"/>
                <a:ea typeface="+mj-lt"/>
                <a:cs typeface="+mj-lt"/>
              </a:defRPr>
            </a:lvl3pPr>
            <a:lvl4pPr marL="0" indent="0" algn="l">
              <a:lnSpc>
                <a:spcPct val="110000"/>
              </a:lnSpc>
              <a:spcBef>
                <a:spcPts val="0"/>
              </a:spcBef>
              <a:spcAft>
                <a:spcPts val="0"/>
              </a:spcAft>
              <a:buNone/>
              <a:defRPr sz="2713" b="1">
                <a:solidFill>
                  <a:schemeClr val="tx1"/>
                </a:solidFill>
                <a:latin typeface="+mj-lt"/>
                <a:ea typeface="+mj-lt"/>
                <a:cs typeface="+mj-lt"/>
              </a:defRPr>
            </a:lvl4pPr>
            <a:lvl5pPr marL="0" indent="0" algn="l">
              <a:lnSpc>
                <a:spcPct val="110000"/>
              </a:lnSpc>
              <a:spcBef>
                <a:spcPts val="0"/>
              </a:spcBef>
              <a:spcAft>
                <a:spcPts val="0"/>
              </a:spcAft>
              <a:buNone/>
              <a:defRPr sz="2713" b="1">
                <a:solidFill>
                  <a:schemeClr val="tx1"/>
                </a:solidFill>
                <a:latin typeface="+mj-lt"/>
                <a:ea typeface="+mj-lt"/>
                <a:cs typeface="+mj-lt"/>
              </a:defRPr>
            </a:lvl5pPr>
            <a:lvl6pPr marL="0" indent="0" algn="l">
              <a:lnSpc>
                <a:spcPct val="110000"/>
              </a:lnSpc>
              <a:spcBef>
                <a:spcPts val="0"/>
              </a:spcBef>
              <a:spcAft>
                <a:spcPts val="0"/>
              </a:spcAft>
              <a:buNone/>
              <a:defRPr sz="2713" b="1">
                <a:solidFill>
                  <a:schemeClr val="tx1"/>
                </a:solidFill>
                <a:latin typeface="+mj-lt"/>
                <a:ea typeface="+mj-lt"/>
                <a:cs typeface="+mj-lt"/>
              </a:defRPr>
            </a:lvl6pPr>
            <a:lvl7pPr marL="0" indent="0" algn="l">
              <a:lnSpc>
                <a:spcPct val="110000"/>
              </a:lnSpc>
              <a:spcBef>
                <a:spcPts val="0"/>
              </a:spcBef>
              <a:spcAft>
                <a:spcPts val="0"/>
              </a:spcAft>
              <a:buNone/>
              <a:defRPr sz="2713" b="1">
                <a:solidFill>
                  <a:schemeClr val="tx1"/>
                </a:solidFill>
                <a:latin typeface="+mj-lt"/>
                <a:ea typeface="+mj-lt"/>
                <a:cs typeface="+mj-lt"/>
              </a:defRPr>
            </a:lvl7pPr>
            <a:lvl8pPr marL="0" indent="0" algn="l">
              <a:lnSpc>
                <a:spcPct val="110000"/>
              </a:lnSpc>
              <a:spcBef>
                <a:spcPts val="0"/>
              </a:spcBef>
              <a:spcAft>
                <a:spcPts val="0"/>
              </a:spcAft>
              <a:buNone/>
              <a:defRPr sz="2713" b="1">
                <a:solidFill>
                  <a:schemeClr val="tx1"/>
                </a:solidFill>
                <a:latin typeface="+mj-lt"/>
                <a:ea typeface="+mj-lt"/>
                <a:cs typeface="+mj-lt"/>
              </a:defRPr>
            </a:lvl8pPr>
            <a:lvl9pPr marL="0" indent="0" algn="l">
              <a:lnSpc>
                <a:spcPct val="110000"/>
              </a:lnSpc>
              <a:spcBef>
                <a:spcPts val="0"/>
              </a:spcBef>
              <a:spcAft>
                <a:spcPts val="0"/>
              </a:spcAft>
              <a:buNone/>
              <a:defRPr sz="2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4933DF-CB79-4FED-AA59-9200C042B79B}"/>
              </a:ext>
            </a:extLst>
          </p:cNvPr>
          <p:cNvSpPr>
            <a:spLocks xmlns:a="http://schemas.openxmlformats.org/drawingml/2006/main" noGrp="1"/>
          </p:cNvSpPr>
          <p:nvPr>
            <p:ph type="body" idx="1"/>
          </p:nvPr>
        </p:nvSpPr>
        <p:spPr>
          <a:xfrm xmlns:a="http://schemas.openxmlformats.org/drawingml/2006/main">
            <a:off x="985838" y="1566333"/>
            <a:ext cx="7229475" cy="35085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0" b="0">
                <a:solidFill>
                  <a:schemeClr val="tx1"/>
                </a:solidFill>
                <a:latin typeface="+mn-lt"/>
                <a:ea typeface="+mn-lt"/>
                <a:cs typeface="+mn-lt"/>
              </a:defRPr>
            </a:defPPr>
            <a:lvl1pPr marL="187960" indent="-187960" algn="l">
              <a:lnSpc>
                <a:spcPct val="110000"/>
              </a:lnSpc>
              <a:spcBef>
                <a:spcPts val="0"/>
              </a:spcBef>
              <a:spcAft>
                <a:spcPts val="987"/>
              </a:spcAft>
              <a:buChar char="•"/>
              <a:defRPr sz="1850" b="0">
                <a:solidFill>
                  <a:schemeClr val="tx1"/>
                </a:solidFill>
                <a:latin typeface="+mn-lt"/>
                <a:ea typeface="+mn-lt"/>
                <a:cs typeface="+mn-lt"/>
              </a:defRPr>
            </a:lvl1pPr>
            <a:lvl2pPr marL="438573" indent="-187960" algn="l">
              <a:lnSpc>
                <a:spcPct val="110000"/>
              </a:lnSpc>
              <a:spcBef>
                <a:spcPts val="0"/>
              </a:spcBef>
              <a:spcAft>
                <a:spcPts val="987"/>
              </a:spcAft>
              <a:buChar char="•"/>
              <a:defRPr sz="1850" b="0">
                <a:solidFill>
                  <a:schemeClr val="tx1"/>
                </a:solidFill>
                <a:latin typeface="+mn-lt"/>
                <a:ea typeface="+mn-lt"/>
                <a:cs typeface="+mn-lt"/>
              </a:defRPr>
            </a:lvl2pPr>
            <a:lvl3pPr marL="689187" indent="-187960" algn="l">
              <a:lnSpc>
                <a:spcPct val="110000"/>
              </a:lnSpc>
              <a:spcBef>
                <a:spcPts val="0"/>
              </a:spcBef>
              <a:spcAft>
                <a:spcPts val="987"/>
              </a:spcAft>
              <a:buChar char="•"/>
              <a:defRPr sz="1850" b="0">
                <a:solidFill>
                  <a:schemeClr val="tx1"/>
                </a:solidFill>
                <a:latin typeface="+mn-lt"/>
                <a:ea typeface="+mn-lt"/>
                <a:cs typeface="+mn-lt"/>
              </a:defRPr>
            </a:lvl3pPr>
            <a:lvl4pPr marL="939800" indent="-187960" algn="l">
              <a:lnSpc>
                <a:spcPct val="110000"/>
              </a:lnSpc>
              <a:spcBef>
                <a:spcPts val="0"/>
              </a:spcBef>
              <a:spcAft>
                <a:spcPts val="987"/>
              </a:spcAft>
              <a:buChar char="•"/>
              <a:defRPr sz="1850" b="0">
                <a:solidFill>
                  <a:schemeClr val="tx1"/>
                </a:solidFill>
                <a:latin typeface="+mn-lt"/>
                <a:ea typeface="+mn-lt"/>
                <a:cs typeface="+mn-lt"/>
              </a:defRPr>
            </a:lvl4pPr>
            <a:lvl5pPr marL="1190413" indent="-187960" algn="l">
              <a:lnSpc>
                <a:spcPct val="110000"/>
              </a:lnSpc>
              <a:spcBef>
                <a:spcPts val="0"/>
              </a:spcBef>
              <a:spcAft>
                <a:spcPts val="987"/>
              </a:spcAft>
              <a:buChar char="•"/>
              <a:defRPr sz="1850" b="0">
                <a:solidFill>
                  <a:schemeClr val="tx1"/>
                </a:solidFill>
                <a:latin typeface="+mn-lt"/>
                <a:ea typeface="+mn-lt"/>
                <a:cs typeface="+mn-lt"/>
              </a:defRPr>
            </a:lvl5pPr>
            <a:lvl6pPr marL="1441027" indent="-187960" algn="l">
              <a:lnSpc>
                <a:spcPct val="110000"/>
              </a:lnSpc>
              <a:spcBef>
                <a:spcPts val="0"/>
              </a:spcBef>
              <a:spcAft>
                <a:spcPts val="987"/>
              </a:spcAft>
              <a:buChar char="•"/>
              <a:defRPr sz="1850" b="0">
                <a:solidFill>
                  <a:schemeClr val="tx1"/>
                </a:solidFill>
                <a:latin typeface="+mn-lt"/>
                <a:ea typeface="+mn-lt"/>
                <a:cs typeface="+mn-lt"/>
              </a:defRPr>
            </a:lvl6pPr>
            <a:lvl7pPr marL="1691640" indent="-187960" algn="l">
              <a:lnSpc>
                <a:spcPct val="110000"/>
              </a:lnSpc>
              <a:spcBef>
                <a:spcPts val="0"/>
              </a:spcBef>
              <a:spcAft>
                <a:spcPts val="987"/>
              </a:spcAft>
              <a:buChar char="•"/>
              <a:defRPr sz="1850" b="0">
                <a:solidFill>
                  <a:schemeClr val="tx1"/>
                </a:solidFill>
                <a:latin typeface="+mn-lt"/>
                <a:ea typeface="+mn-lt"/>
                <a:cs typeface="+mn-lt"/>
              </a:defRPr>
            </a:lvl7pPr>
            <a:lvl8pPr marL="1942253" indent="-187960" algn="l">
              <a:lnSpc>
                <a:spcPct val="110000"/>
              </a:lnSpc>
              <a:spcBef>
                <a:spcPts val="0"/>
              </a:spcBef>
              <a:spcAft>
                <a:spcPts val="987"/>
              </a:spcAft>
              <a:buChar char="•"/>
              <a:defRPr sz="1850" b="0">
                <a:solidFill>
                  <a:schemeClr val="tx1"/>
                </a:solidFill>
                <a:latin typeface="+mn-lt"/>
                <a:ea typeface="+mn-lt"/>
                <a:cs typeface="+mn-lt"/>
              </a:defRPr>
            </a:lvl8pPr>
            <a:lvl9pPr marL="2192867" indent="-187960" algn="l">
              <a:lnSpc>
                <a:spcPct val="110000"/>
              </a:lnSpc>
              <a:spcBef>
                <a:spcPts val="0"/>
              </a:spcBef>
              <a:spcAft>
                <a:spcPts val="987"/>
              </a:spcAft>
              <a:buChar char="•"/>
              <a:defRPr sz="18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3459fafd3d455e" /><Relationship Type="http://schemas.openxmlformats.org/officeDocument/2006/relationships/slideLayout" Target="/ppt/slideLayouts/slideLayout1.xml" Id="Rcab2af11af754c1b" /><Relationship Type="http://schemas.openxmlformats.org/officeDocument/2006/relationships/slideLayout" Target="/ppt/slideLayouts/slideLayout2.xml" Id="Raac9107c90a64993" /><Relationship Type="http://schemas.openxmlformats.org/officeDocument/2006/relationships/slideLayout" Target="/ppt/slideLayouts/slideLayout3.xml" Id="R1d57bf8473a646f4" /><Relationship Type="http://schemas.openxmlformats.org/officeDocument/2006/relationships/slideLayout" Target="/ppt/slideLayouts/slideLayout4.xml" Id="R00d862f52f334590" /><Relationship Type="http://schemas.openxmlformats.org/officeDocument/2006/relationships/slideLayout" Target="/ppt/slideLayouts/slideLayout5.xml" Id="Rb9e2b054c72d49ff" /><Relationship Type="http://schemas.openxmlformats.org/officeDocument/2006/relationships/slideLayout" Target="/ppt/slideLayouts/slideLayout6.xml" Id="Rf211983c371a4f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b2af11af754c1b"/>
    <p:sldLayoutId xmlns:r="http://schemas.openxmlformats.org/officeDocument/2006/relationships" id="2147483650" r:id="Raac9107c90a64993"/>
    <p:sldLayoutId xmlns:r="http://schemas.openxmlformats.org/officeDocument/2006/relationships" id="2147483651" r:id="R1d57bf8473a646f4"/>
    <p:sldLayoutId xmlns:r="http://schemas.openxmlformats.org/officeDocument/2006/relationships" id="2147483652" r:id="R00d862f52f334590"/>
    <p:sldLayoutId xmlns:r="http://schemas.openxmlformats.org/officeDocument/2006/relationships" id="2147483653" r:id="Rb9e2b054c72d49ff"/>
    <p:sldLayoutId xmlns:r="http://schemas.openxmlformats.org/officeDocument/2006/relationships" id="2147483654" r:id="Rf211983c371a4f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0eb3085e6243cb" /><Relationship Type="http://schemas.openxmlformats.org/officeDocument/2006/relationships/image" Target="/ppt/media/image.png" Id="Ra48f3478a21a4838" /><Relationship Type="http://schemas.openxmlformats.org/officeDocument/2006/relationships/image" Target="/ppt/media/image2.png" Id="R98d42d5f29214720" /><Relationship Type="http://schemas.openxmlformats.org/officeDocument/2006/relationships/image" Target="/ppt/media/image3.png" Id="R3782cddc803d4811" /><Relationship Type="http://schemas.openxmlformats.org/officeDocument/2006/relationships/image" Target="/ppt/media/image4.png" Id="Rc5dbb8480ae54559" /><Relationship Type="http://schemas.openxmlformats.org/officeDocument/2006/relationships/image" Target="/ppt/media/image5.png" Id="R72fd07edc2d64044" /><Relationship Type="http://schemas.openxmlformats.org/officeDocument/2006/relationships/image" Target="/ppt/media/image6.png" Id="R8069a0c856694296" /><Relationship Type="http://schemas.openxmlformats.org/officeDocument/2006/relationships/image" Target="/ppt/media/image7.png" Id="Re27474c1c5804ce7" /><Relationship Type="http://schemas.openxmlformats.org/officeDocument/2006/relationships/image" Target="/ppt/media/image8.png" Id="Rb2057c18a16347b1" /><Relationship Type="http://schemas.openxmlformats.org/officeDocument/2006/relationships/image" Target="/ppt/media/image9.png" Id="Re717b2da113349c1" /><Relationship Type="http://schemas.openxmlformats.org/officeDocument/2006/relationships/image" Target="/ppt/media/image10.png" Id="R6a2d26ee7b7746d3" /><Relationship Type="http://schemas.openxmlformats.org/officeDocument/2006/relationships/image" Target="/ppt/media/image11.png" Id="R0484c9516cd84650" /><Relationship Type="http://schemas.openxmlformats.org/officeDocument/2006/relationships/image" Target="/ppt/media/image12.png" Id="R73954189921a4abc" /><Relationship Type="http://schemas.openxmlformats.org/officeDocument/2006/relationships/image" Target="/ppt/media/image13.png" Id="R8de88ff4c78b4b61" /><Relationship Type="http://schemas.openxmlformats.org/officeDocument/2006/relationships/image" Target="/ppt/media/image14.png" Id="Rf2f936f6ad984573" /><Relationship Type="http://schemas.openxmlformats.org/officeDocument/2006/relationships/image" Target="/ppt/media/image15.png" Id="R6fe4152f2baa4ad2" /><Relationship Type="http://schemas.openxmlformats.org/officeDocument/2006/relationships/image" Target="/ppt/media/image16.png" Id="Rde4e181aa54c4aa9" /><Relationship Type="http://schemas.openxmlformats.org/officeDocument/2006/relationships/image" Target="/ppt/media/image17.png" Id="Rc825b5f5fb474925" /><Relationship Type="http://schemas.openxmlformats.org/officeDocument/2006/relationships/image" Target="/ppt/media/image18.png" Id="R997670622fed431e" /><Relationship Type="http://schemas.openxmlformats.org/officeDocument/2006/relationships/image" Target="/ppt/media/image19.png" Id="Rd1614b652d4c42f2" /><Relationship Type="http://schemas.openxmlformats.org/officeDocument/2006/relationships/image" Target="/ppt/media/image20.png" Id="Rc433709e186c48b3" /><Relationship Type="http://schemas.openxmlformats.org/officeDocument/2006/relationships/image" Target="/ppt/media/image21.png" Id="R174b306be5ef43cd" /><Relationship Type="http://schemas.openxmlformats.org/officeDocument/2006/relationships/image" Target="/ppt/media/image22.png" Id="R9a4291a7b9de4a9c" /><Relationship Type="http://schemas.openxmlformats.org/officeDocument/2006/relationships/image" Target="/ppt/media/image23.png" Id="R03075bda87c1479f" /><Relationship Type="http://schemas.openxmlformats.org/officeDocument/2006/relationships/image" Target="/ppt/media/image24.png" Id="R8aa921dab96049ef" /><Relationship Type="http://schemas.openxmlformats.org/officeDocument/2006/relationships/image" Target="/ppt/media/image25.png" Id="Rdcf89c21dcf34b3b" /><Relationship Type="http://schemas.openxmlformats.org/officeDocument/2006/relationships/image" Target="/ppt/media/image26.png" Id="Rc79df3ff2d7f409b" /><Relationship Type="http://schemas.openxmlformats.org/officeDocument/2006/relationships/image" Target="/ppt/media/image27.png" Id="R29e33b8355784277" /><Relationship Type="http://schemas.openxmlformats.org/officeDocument/2006/relationships/image" Target="/ppt/media/image28.png" Id="Rf25cdac408d34ca7" /><Relationship Type="http://schemas.openxmlformats.org/officeDocument/2006/relationships/image" Target="/ppt/media/image29.png" Id="R44b441a5dc9543cb" /><Relationship Type="http://schemas.openxmlformats.org/officeDocument/2006/relationships/image" Target="/ppt/media/image30.png" Id="R7d99d830c1e44c5d" /><Relationship Type="http://schemas.openxmlformats.org/officeDocument/2006/relationships/image" Target="/ppt/media/image31.png" Id="Rd4a83a037f9f4aa3" /><Relationship Type="http://schemas.openxmlformats.org/officeDocument/2006/relationships/image" Target="/ppt/media/image32.png" Id="R007d7707ea8e417d" /><Relationship Type="http://schemas.openxmlformats.org/officeDocument/2006/relationships/image" Target="/ppt/media/image33.png" Id="R7b70f00a36d442e5" /><Relationship Type="http://schemas.openxmlformats.org/officeDocument/2006/relationships/image" Target="/ppt/media/image34.png" Id="Rde867d03ccce4ef4" /><Relationship Type="http://schemas.openxmlformats.org/officeDocument/2006/relationships/image" Target="/ppt/media/image35.png" Id="Rfbbd3759474f42b5" /><Relationship Type="http://schemas.openxmlformats.org/officeDocument/2006/relationships/image" Target="/ppt/media/image36.png" Id="R490e39ccc3894ad8" /><Relationship Type="http://schemas.openxmlformats.org/officeDocument/2006/relationships/image" Target="/ppt/media/image37.png" Id="R021c0f801f9f4277" /><Relationship Type="http://schemas.openxmlformats.org/officeDocument/2006/relationships/image" Target="/ppt/media/image38.png" Id="R262184cff3cf4ed9" /><Relationship Type="http://schemas.openxmlformats.org/officeDocument/2006/relationships/image" Target="/ppt/media/image39.png" Id="Rf9a0411054e44349" /><Relationship Type="http://schemas.openxmlformats.org/officeDocument/2006/relationships/notesSlide" Target="/ppt/notesSlides/notesSlide1.xml" Id="Ra5555afef1c64f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8" name="path-1">
            <a:extLst xmlns:a="http://schemas.openxmlformats.org/drawingml/2006/main">
              <a:ext uri="{FF2B5EF4-FFF2-40B4-BE49-F238E27FC236}">
                <a16:creationId xmlns:a16="http://schemas.microsoft.com/office/drawing/2014/main" id="{105FC56B-18EF-4ADE-9B91-597545630C96}"/>
              </a:ext>
            </a:extLst>
          </p:cNvPr>
          <p:cNvSpPr>
            <a:spLocks xmlns:a="http://schemas.openxmlformats.org/drawingml/2006/main" noGrp="1"/>
          </p:cNvSpPr>
          <p:nvPr/>
        </p:nvSpPr>
        <p:spPr>
          <a:xfrm xmlns:a="http://schemas.openxmlformats.org/drawingml/2006/main">
            <a:off x="0" y="36284"/>
            <a:ext cx="17526000" cy="5567108"/>
          </a:xfrm>
          <a:custGeom xmlns:a="http://schemas.openxmlformats.org/drawingml/2006/main">
            <a:pathLst>
              <a:path w="17526000" h="5567108">
                <a:moveTo>
                  <a:pt x="17526000" y="5567108"/>
                </a:moveTo>
                <a:lnTo>
                  <a:pt x="17526000" y="0"/>
                </a:lnTo>
                <a:lnTo>
                  <a:pt x="0" y="0"/>
                </a:lnTo>
                <a:lnTo>
                  <a:pt x="0" y="5567108"/>
                </a:lnTo>
                <a:lnTo>
                  <a:pt x="17526000" y="5567108"/>
                </a:lnTo>
                <a:close/>
              </a:path>
            </a:pathLst>
          </a:custGeom>
          <a:solidFill xmlns:a="http://schemas.openxmlformats.org/drawingml/2006/main">
            <a:srgbClr val="FFFFFF"/>
          </a:solidFill>
          <a:ln xmlns:a="http://schemas.openxmlformats.org/drawingml/2006/main" w="0">
            <a:noFill/>
            <a:prstDash val="solid"/>
          </a:ln>
        </p:spPr>
      </p:sp>
      <p:sp>
        <p:nvSpPr>
          <p:cNvPr id="2" name="path-2">
            <a:extLst xmlns:a="http://schemas.openxmlformats.org/drawingml/2006/main">
              <a:ext uri="{FF2B5EF4-FFF2-40B4-BE49-F238E27FC236}">
                <a16:creationId xmlns:a16="http://schemas.microsoft.com/office/drawing/2014/main" id="{3CD58DF5-ACBB-4367-9F28-4F899FDA3A3B}"/>
              </a:ext>
            </a:extLst>
          </p:cNvPr>
          <p:cNvSpPr>
            <a:spLocks xmlns:a="http://schemas.openxmlformats.org/drawingml/2006/main" noGrp="1"/>
          </p:cNvSpPr>
          <p:nvPr/>
        </p:nvSpPr>
        <p:spPr>
          <a:xfrm xmlns:a="http://schemas.openxmlformats.org/drawingml/2006/main">
            <a:off x="0" y="36284"/>
            <a:ext cx="17526000" cy="5562938"/>
          </a:xfrm>
          <a:custGeom xmlns:a="http://schemas.openxmlformats.org/drawingml/2006/main">
            <a:pathLst>
              <a:path w="17526000" h="5562938">
                <a:moveTo>
                  <a:pt x="17526000" y="5562938"/>
                </a:moveTo>
                <a:lnTo>
                  <a:pt x="17526000" y="0"/>
                </a:lnTo>
                <a:lnTo>
                  <a:pt x="0" y="0"/>
                </a:lnTo>
                <a:lnTo>
                  <a:pt x="0" y="5562938"/>
                </a:lnTo>
                <a:lnTo>
                  <a:pt x="17526000" y="5562938"/>
                </a:lnTo>
                <a:close/>
              </a:path>
            </a:pathLst>
          </a:custGeom>
          <a:solidFill xmlns:a="http://schemas.openxmlformats.org/drawingml/2006/main">
            <a:srgbClr val="FFFFFF"/>
          </a:solidFill>
          <a:ln xmlns:a="http://schemas.openxmlformats.org/drawingml/2006/main" w="0">
            <a:noFill/>
            <a:prstDash val="solid"/>
          </a:ln>
        </p:spPr>
      </p:sp>
      <p:sp>
        <p:nvSpPr>
          <p:cNvPr id="3" name="path-3">
            <a:extLst xmlns:a="http://schemas.openxmlformats.org/drawingml/2006/main">
              <a:ext uri="{FF2B5EF4-FFF2-40B4-BE49-F238E27FC236}">
                <a16:creationId xmlns:a16="http://schemas.microsoft.com/office/drawing/2014/main" id="{FDF160BB-8216-43E5-8C7C-83C002C1F578}"/>
              </a:ext>
            </a:extLst>
          </p:cNvPr>
          <p:cNvSpPr>
            <a:spLocks xmlns:a="http://schemas.openxmlformats.org/drawingml/2006/main" noGrp="1"/>
          </p:cNvSpPr>
          <p:nvPr/>
        </p:nvSpPr>
        <p:spPr>
          <a:xfrm xmlns:a="http://schemas.openxmlformats.org/drawingml/2006/main">
            <a:off x="111216" y="99390"/>
            <a:ext cx="5607298" cy="5429613"/>
          </a:xfrm>
          <a:custGeom xmlns:a="http://schemas.openxmlformats.org/drawingml/2006/main">
            <a:pathLst>
              <a:path w="5607298" h="5429613">
                <a:moveTo>
                  <a:pt x="0" y="304330"/>
                </a:moveTo>
                <a:cubicBezTo>
                  <a:pt x="0" y="136253"/>
                  <a:pt x="136253" y="0"/>
                  <a:pt x="304330" y="0"/>
                </a:cubicBezTo>
                <a:lnTo>
                  <a:pt x="5302968" y="0"/>
                </a:lnTo>
                <a:cubicBezTo>
                  <a:pt x="5471045" y="0"/>
                  <a:pt x="5607298" y="136253"/>
                  <a:pt x="5607298" y="304330"/>
                </a:cubicBezTo>
                <a:lnTo>
                  <a:pt x="5607298" y="5125283"/>
                </a:lnTo>
                <a:cubicBezTo>
                  <a:pt x="5607298" y="5293360"/>
                  <a:pt x="5471045" y="5429613"/>
                  <a:pt x="5302968" y="5429613"/>
                </a:cubicBezTo>
                <a:lnTo>
                  <a:pt x="304330" y="5429613"/>
                </a:lnTo>
                <a:cubicBezTo>
                  <a:pt x="136253" y="5429613"/>
                  <a:pt x="0" y="5293360"/>
                  <a:pt x="0" y="5125283"/>
                </a:cubicBezTo>
                <a:lnTo>
                  <a:pt x="0" y="304330"/>
                </a:lnTo>
              </a:path>
            </a:pathLst>
          </a:custGeom>
          <a:noFill xmlns:a="http://schemas.openxmlformats.org/drawingml/2006/main"/>
          <a:ln xmlns:a="http://schemas.openxmlformats.org/drawingml/2006/main" w="18400">
            <a:solidFill>
              <a:srgbClr val="215F9A"/>
            </a:solidFill>
            <a:prstDash val="solid"/>
          </a:ln>
        </p:spPr>
      </p:sp>
      <p:sp>
        <p:nvSpPr>
          <p:cNvPr id="4" name="text-4 Multimodal">
            <a:extLst xmlns:a="http://schemas.openxmlformats.org/drawingml/2006/main">
              <a:ext uri="{FF2B5EF4-FFF2-40B4-BE49-F238E27FC236}">
                <a16:creationId xmlns:a16="http://schemas.microsoft.com/office/drawing/2014/main" id="{070D0654-274B-4BF3-A8DF-CBD2FAAA548C}"/>
              </a:ext>
            </a:extLst>
          </p:cNvPr>
          <p:cNvSpPr>
            <a:spLocks xmlns:a="http://schemas.openxmlformats.org/drawingml/2006/main" noGrp="1"/>
          </p:cNvSpPr>
          <p:nvPr/>
        </p:nvSpPr>
        <p:spPr>
          <a:xfrm xmlns:a="http://schemas.openxmlformats.org/drawingml/2006/main" rot="0">
            <a:off x="1350859" y="250365"/>
            <a:ext cx="1295242" cy="343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1" b="0" i="0">
                <a:solidFill>
                  <a:srgbClr val="000000"/>
                </a:solidFill>
                <a:latin typeface="Comic Sans MS"/>
                <a:ea typeface="Comic Sans MS"/>
                <a:cs typeface="Comic Sans MS"/>
              </a:defRPr>
            </a:defPPr>
            <a:lvl1pPr algn="l">
              <a:defRPr sz="1931" b="0" i="0">
                <a:solidFill>
                  <a:srgbClr val="000000"/>
                </a:solidFill>
                <a:latin typeface="Comic Sans MS"/>
                <a:ea typeface="Comic Sans MS"/>
                <a:cs typeface="Comic Sans MS"/>
              </a:defRPr>
            </a:lvl1pPr>
            <a:lvl2pPr algn="l">
              <a:defRPr sz="1931" b="0" i="0">
                <a:solidFill>
                  <a:srgbClr val="000000"/>
                </a:solidFill>
                <a:latin typeface="Comic Sans MS"/>
                <a:ea typeface="Comic Sans MS"/>
                <a:cs typeface="Comic Sans MS"/>
              </a:defRPr>
            </a:lvl2pPr>
            <a:lvl3pPr algn="l">
              <a:defRPr sz="1931" b="0" i="0">
                <a:solidFill>
                  <a:srgbClr val="000000"/>
                </a:solidFill>
                <a:latin typeface="Comic Sans MS"/>
                <a:ea typeface="Comic Sans MS"/>
                <a:cs typeface="Comic Sans MS"/>
              </a:defRPr>
            </a:lvl3pPr>
            <a:lvl4pPr algn="l">
              <a:defRPr sz="1931" b="0" i="0">
                <a:solidFill>
                  <a:srgbClr val="000000"/>
                </a:solidFill>
                <a:latin typeface="Comic Sans MS"/>
                <a:ea typeface="Comic Sans MS"/>
                <a:cs typeface="Comic Sans MS"/>
              </a:defRPr>
            </a:lvl4pPr>
            <a:lvl5pPr algn="l">
              <a:defRPr sz="1931" b="0" i="0">
                <a:solidFill>
                  <a:srgbClr val="000000"/>
                </a:solidFill>
                <a:latin typeface="Comic Sans MS"/>
                <a:ea typeface="Comic Sans MS"/>
                <a:cs typeface="Comic Sans MS"/>
              </a:defRPr>
            </a:lvl5pPr>
            <a:lvl6pPr algn="l">
              <a:defRPr sz="1931" b="0" i="0">
                <a:solidFill>
                  <a:srgbClr val="000000"/>
                </a:solidFill>
                <a:latin typeface="Comic Sans MS"/>
                <a:ea typeface="Comic Sans MS"/>
                <a:cs typeface="Comic Sans MS"/>
              </a:defRPr>
            </a:lvl6pPr>
            <a:lvl7pPr algn="l">
              <a:defRPr sz="1931" b="0" i="0">
                <a:solidFill>
                  <a:srgbClr val="000000"/>
                </a:solidFill>
                <a:latin typeface="Comic Sans MS"/>
                <a:ea typeface="Comic Sans MS"/>
                <a:cs typeface="Comic Sans MS"/>
              </a:defRPr>
            </a:lvl7pPr>
            <a:lvl8pPr algn="l">
              <a:defRPr sz="1931" b="0" i="0">
                <a:solidFill>
                  <a:srgbClr val="000000"/>
                </a:solidFill>
                <a:latin typeface="Comic Sans MS"/>
                <a:ea typeface="Comic Sans MS"/>
                <a:cs typeface="Comic Sans MS"/>
              </a:defRPr>
            </a:lvl8pPr>
            <a:lvl9pPr algn="l">
              <a:defRPr sz="1931" b="0" i="0">
                <a:solidFill>
                  <a:srgbClr val="000000"/>
                </a:solidFill>
                <a:latin typeface="Comic Sans MS"/>
                <a:ea typeface="Comic Sans MS"/>
                <a:cs typeface="Comic Sans MS"/>
              </a:defRPr>
            </a:lvl9pPr>
          </a:lstStyle>
          <a:p xmlns:a="http://schemas.openxmlformats.org/drawingml/2006/main">
            <a:pPr algn="l">
              <a:lnSpc>
                <a:spcPct val="100000"/>
              </a:lnSpc>
              <a:buNone/>
              <a:defRPr sz="1931" b="0" i="0">
                <a:solidFill>
                  <a:srgbClr val="000000"/>
                </a:solidFill>
                <a:latin typeface="Comic Sans MS"/>
                <a:ea typeface="Comic Sans MS"/>
                <a:cs typeface="Comic Sans MS"/>
              </a:defRPr>
            </a:pPr>
            <a:r>
              <a:rPr sz="1931" b="0" i="0">
                <a:solidFill>
                  <a:srgbClr val="000000"/>
                </a:solidFill>
                <a:latin typeface="Comic Sans MS"/>
                <a:ea typeface="Comic Sans MS"/>
                <a:cs typeface="Comic Sans MS"/>
              </a:rPr>
              <a:t>Multimodal</a:t>
            </a:r>
          </a:p>
        </p:txBody>
      </p:sp>
      <p:sp>
        <p:nvSpPr>
          <p:cNvPr id="5" name="text-5 Rollout">
            <a:extLst xmlns:a="http://schemas.openxmlformats.org/drawingml/2006/main">
              <a:ext uri="{FF2B5EF4-FFF2-40B4-BE49-F238E27FC236}">
                <a16:creationId xmlns:a16="http://schemas.microsoft.com/office/drawing/2014/main" id="{BF5C8545-5C83-41A1-A983-D8377FAD8ED2}"/>
              </a:ext>
            </a:extLst>
          </p:cNvPr>
          <p:cNvSpPr>
            <a:spLocks xmlns:a="http://schemas.openxmlformats.org/drawingml/2006/main" noGrp="1"/>
          </p:cNvSpPr>
          <p:nvPr/>
        </p:nvSpPr>
        <p:spPr>
          <a:xfrm xmlns:a="http://schemas.openxmlformats.org/drawingml/2006/main" rot="0">
            <a:off x="2675661" y="249955"/>
            <a:ext cx="834669" cy="3438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4" b="0" i="0">
                <a:solidFill>
                  <a:srgbClr val="000000"/>
                </a:solidFill>
                <a:latin typeface="Comic Sans MS"/>
                <a:ea typeface="Comic Sans MS"/>
                <a:cs typeface="Comic Sans MS"/>
              </a:defRPr>
            </a:defPPr>
            <a:lvl1pPr algn="l">
              <a:defRPr sz="1934" b="0" i="0">
                <a:solidFill>
                  <a:srgbClr val="000000"/>
                </a:solidFill>
                <a:latin typeface="Comic Sans MS"/>
                <a:ea typeface="Comic Sans MS"/>
                <a:cs typeface="Comic Sans MS"/>
              </a:defRPr>
            </a:lvl1pPr>
            <a:lvl2pPr algn="l">
              <a:defRPr sz="1934" b="0" i="0">
                <a:solidFill>
                  <a:srgbClr val="000000"/>
                </a:solidFill>
                <a:latin typeface="Comic Sans MS"/>
                <a:ea typeface="Comic Sans MS"/>
                <a:cs typeface="Comic Sans MS"/>
              </a:defRPr>
            </a:lvl2pPr>
            <a:lvl3pPr algn="l">
              <a:defRPr sz="1934" b="0" i="0">
                <a:solidFill>
                  <a:srgbClr val="000000"/>
                </a:solidFill>
                <a:latin typeface="Comic Sans MS"/>
                <a:ea typeface="Comic Sans MS"/>
                <a:cs typeface="Comic Sans MS"/>
              </a:defRPr>
            </a:lvl3pPr>
            <a:lvl4pPr algn="l">
              <a:defRPr sz="1934" b="0" i="0">
                <a:solidFill>
                  <a:srgbClr val="000000"/>
                </a:solidFill>
                <a:latin typeface="Comic Sans MS"/>
                <a:ea typeface="Comic Sans MS"/>
                <a:cs typeface="Comic Sans MS"/>
              </a:defRPr>
            </a:lvl4pPr>
            <a:lvl5pPr algn="l">
              <a:defRPr sz="1934" b="0" i="0">
                <a:solidFill>
                  <a:srgbClr val="000000"/>
                </a:solidFill>
                <a:latin typeface="Comic Sans MS"/>
                <a:ea typeface="Comic Sans MS"/>
                <a:cs typeface="Comic Sans MS"/>
              </a:defRPr>
            </a:lvl5pPr>
            <a:lvl6pPr algn="l">
              <a:defRPr sz="1934" b="0" i="0">
                <a:solidFill>
                  <a:srgbClr val="000000"/>
                </a:solidFill>
                <a:latin typeface="Comic Sans MS"/>
                <a:ea typeface="Comic Sans MS"/>
                <a:cs typeface="Comic Sans MS"/>
              </a:defRPr>
            </a:lvl6pPr>
            <a:lvl7pPr algn="l">
              <a:defRPr sz="1934" b="0" i="0">
                <a:solidFill>
                  <a:srgbClr val="000000"/>
                </a:solidFill>
                <a:latin typeface="Comic Sans MS"/>
                <a:ea typeface="Comic Sans MS"/>
                <a:cs typeface="Comic Sans MS"/>
              </a:defRPr>
            </a:lvl7pPr>
            <a:lvl8pPr algn="l">
              <a:defRPr sz="1934" b="0" i="0">
                <a:solidFill>
                  <a:srgbClr val="000000"/>
                </a:solidFill>
                <a:latin typeface="Comic Sans MS"/>
                <a:ea typeface="Comic Sans MS"/>
                <a:cs typeface="Comic Sans MS"/>
              </a:defRPr>
            </a:lvl8pPr>
            <a:lvl9pPr algn="l">
              <a:defRPr sz="1934" b="0" i="0">
                <a:solidFill>
                  <a:srgbClr val="000000"/>
                </a:solidFill>
                <a:latin typeface="Comic Sans MS"/>
                <a:ea typeface="Comic Sans MS"/>
                <a:cs typeface="Comic Sans MS"/>
              </a:defRPr>
            </a:lvl9pPr>
          </a:lstStyle>
          <a:p xmlns:a="http://schemas.openxmlformats.org/drawingml/2006/main">
            <a:pPr algn="l">
              <a:lnSpc>
                <a:spcPct val="100000"/>
              </a:lnSpc>
              <a:buNone/>
              <a:defRPr sz="1934" b="0" i="0">
                <a:solidFill>
                  <a:srgbClr val="000000"/>
                </a:solidFill>
                <a:latin typeface="Comic Sans MS"/>
                <a:ea typeface="Comic Sans MS"/>
                <a:cs typeface="Comic Sans MS"/>
              </a:defRPr>
            </a:pPr>
            <a:r>
              <a:rPr sz="1934" b="0" i="0">
                <a:solidFill>
                  <a:srgbClr val="000000"/>
                </a:solidFill>
                <a:latin typeface="Comic Sans MS"/>
                <a:ea typeface="Comic Sans MS"/>
                <a:cs typeface="Comic Sans MS"/>
              </a:rPr>
              <a:t>Rollout</a:t>
            </a:r>
          </a:p>
        </p:txBody>
      </p:sp>
      <p:sp>
        <p:nvSpPr>
          <p:cNvPr id="6" name="text-6 Samples">
            <a:extLst xmlns:a="http://schemas.openxmlformats.org/drawingml/2006/main">
              <a:ext uri="{FF2B5EF4-FFF2-40B4-BE49-F238E27FC236}">
                <a16:creationId xmlns:a16="http://schemas.microsoft.com/office/drawing/2014/main" id="{BD4516DC-3F53-4CF5-8E86-89AD29D31176}"/>
              </a:ext>
            </a:extLst>
          </p:cNvPr>
          <p:cNvSpPr>
            <a:spLocks xmlns:a="http://schemas.openxmlformats.org/drawingml/2006/main" noGrp="1"/>
          </p:cNvSpPr>
          <p:nvPr/>
        </p:nvSpPr>
        <p:spPr>
          <a:xfrm xmlns:a="http://schemas.openxmlformats.org/drawingml/2006/main" rot="0">
            <a:off x="3538927" y="249845"/>
            <a:ext cx="983858" cy="3439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5" b="0" i="0">
                <a:solidFill>
                  <a:srgbClr val="000000"/>
                </a:solidFill>
                <a:latin typeface="Comic Sans MS"/>
                <a:ea typeface="Comic Sans MS"/>
                <a:cs typeface="Comic Sans MS"/>
              </a:defRPr>
            </a:defPPr>
            <a:lvl1pPr algn="l">
              <a:defRPr sz="1935" b="0" i="0">
                <a:solidFill>
                  <a:srgbClr val="000000"/>
                </a:solidFill>
                <a:latin typeface="Comic Sans MS"/>
                <a:ea typeface="Comic Sans MS"/>
                <a:cs typeface="Comic Sans MS"/>
              </a:defRPr>
            </a:lvl1pPr>
            <a:lvl2pPr algn="l">
              <a:defRPr sz="1935" b="0" i="0">
                <a:solidFill>
                  <a:srgbClr val="000000"/>
                </a:solidFill>
                <a:latin typeface="Comic Sans MS"/>
                <a:ea typeface="Comic Sans MS"/>
                <a:cs typeface="Comic Sans MS"/>
              </a:defRPr>
            </a:lvl2pPr>
            <a:lvl3pPr algn="l">
              <a:defRPr sz="1935" b="0" i="0">
                <a:solidFill>
                  <a:srgbClr val="000000"/>
                </a:solidFill>
                <a:latin typeface="Comic Sans MS"/>
                <a:ea typeface="Comic Sans MS"/>
                <a:cs typeface="Comic Sans MS"/>
              </a:defRPr>
            </a:lvl3pPr>
            <a:lvl4pPr algn="l">
              <a:defRPr sz="1935" b="0" i="0">
                <a:solidFill>
                  <a:srgbClr val="000000"/>
                </a:solidFill>
                <a:latin typeface="Comic Sans MS"/>
                <a:ea typeface="Comic Sans MS"/>
                <a:cs typeface="Comic Sans MS"/>
              </a:defRPr>
            </a:lvl4pPr>
            <a:lvl5pPr algn="l">
              <a:defRPr sz="1935" b="0" i="0">
                <a:solidFill>
                  <a:srgbClr val="000000"/>
                </a:solidFill>
                <a:latin typeface="Comic Sans MS"/>
                <a:ea typeface="Comic Sans MS"/>
                <a:cs typeface="Comic Sans MS"/>
              </a:defRPr>
            </a:lvl5pPr>
            <a:lvl6pPr algn="l">
              <a:defRPr sz="1935" b="0" i="0">
                <a:solidFill>
                  <a:srgbClr val="000000"/>
                </a:solidFill>
                <a:latin typeface="Comic Sans MS"/>
                <a:ea typeface="Comic Sans MS"/>
                <a:cs typeface="Comic Sans MS"/>
              </a:defRPr>
            </a:lvl6pPr>
            <a:lvl7pPr algn="l">
              <a:defRPr sz="1935" b="0" i="0">
                <a:solidFill>
                  <a:srgbClr val="000000"/>
                </a:solidFill>
                <a:latin typeface="Comic Sans MS"/>
                <a:ea typeface="Comic Sans MS"/>
                <a:cs typeface="Comic Sans MS"/>
              </a:defRPr>
            </a:lvl7pPr>
            <a:lvl8pPr algn="l">
              <a:defRPr sz="1935" b="0" i="0">
                <a:solidFill>
                  <a:srgbClr val="000000"/>
                </a:solidFill>
                <a:latin typeface="Comic Sans MS"/>
                <a:ea typeface="Comic Sans MS"/>
                <a:cs typeface="Comic Sans MS"/>
              </a:defRPr>
            </a:lvl8pPr>
            <a:lvl9pPr algn="l">
              <a:defRPr sz="1935" b="0" i="0">
                <a:solidFill>
                  <a:srgbClr val="000000"/>
                </a:solidFill>
                <a:latin typeface="Comic Sans MS"/>
                <a:ea typeface="Comic Sans MS"/>
                <a:cs typeface="Comic Sans MS"/>
              </a:defRPr>
            </a:lvl9pPr>
          </a:lstStyle>
          <a:p xmlns:a="http://schemas.openxmlformats.org/drawingml/2006/main">
            <a:pPr algn="l">
              <a:lnSpc>
                <a:spcPct val="100000"/>
              </a:lnSpc>
              <a:buNone/>
              <a:defRPr sz="1935" b="0" i="0">
                <a:solidFill>
                  <a:srgbClr val="000000"/>
                </a:solidFill>
                <a:latin typeface="Comic Sans MS"/>
                <a:ea typeface="Comic Sans MS"/>
                <a:cs typeface="Comic Sans MS"/>
              </a:defRPr>
            </a:pPr>
            <a:r>
              <a:rPr sz="1935" b="0" i="0">
                <a:solidFill>
                  <a:srgbClr val="000000"/>
                </a:solidFill>
                <a:latin typeface="Comic Sans MS"/>
                <a:ea typeface="Comic Sans MS"/>
                <a:cs typeface="Comic Sans MS"/>
              </a:rPr>
              <a:t>Samples</a:t>
            </a:r>
          </a:p>
        </p:txBody>
      </p:sp>
      <p:sp>
        <p:nvSpPr>
          <p:cNvPr id="7" name="path-7">
            <a:extLst xmlns:a="http://schemas.openxmlformats.org/drawingml/2006/main">
              <a:ext uri="{FF2B5EF4-FFF2-40B4-BE49-F238E27FC236}">
                <a16:creationId xmlns:a16="http://schemas.microsoft.com/office/drawing/2014/main" id="{7C4B2494-4121-4FF2-A6F7-0D2FF5A8F6F7}"/>
              </a:ext>
            </a:extLst>
          </p:cNvPr>
          <p:cNvSpPr>
            <a:spLocks xmlns:a="http://schemas.openxmlformats.org/drawingml/2006/main" noGrp="1"/>
          </p:cNvSpPr>
          <p:nvPr/>
        </p:nvSpPr>
        <p:spPr>
          <a:xfrm xmlns:a="http://schemas.openxmlformats.org/drawingml/2006/main">
            <a:off x="243444" y="723667"/>
            <a:ext cx="1639044" cy="1164420"/>
          </a:xfrm>
          <a:custGeom xmlns:a="http://schemas.openxmlformats.org/drawingml/2006/main">
            <a:pathLst>
              <a:path w="1639044" h="1164420">
                <a:moveTo>
                  <a:pt x="0" y="65266"/>
                </a:moveTo>
                <a:cubicBezTo>
                  <a:pt x="0" y="29221"/>
                  <a:pt x="29221" y="0"/>
                  <a:pt x="65266" y="0"/>
                </a:cubicBezTo>
                <a:lnTo>
                  <a:pt x="1573778" y="0"/>
                </a:lnTo>
                <a:cubicBezTo>
                  <a:pt x="1609824" y="0"/>
                  <a:pt x="1639044" y="29221"/>
                  <a:pt x="1639044" y="65266"/>
                </a:cubicBezTo>
                <a:lnTo>
                  <a:pt x="1639044" y="1099153"/>
                </a:lnTo>
                <a:cubicBezTo>
                  <a:pt x="1639044" y="1135199"/>
                  <a:pt x="1609824" y="1164420"/>
                  <a:pt x="1573778" y="1164420"/>
                </a:cubicBezTo>
                <a:lnTo>
                  <a:pt x="65266" y="1164420"/>
                </a:lnTo>
                <a:cubicBezTo>
                  <a:pt x="29221" y="1164420"/>
                  <a:pt x="0" y="1135199"/>
                  <a:pt x="0" y="1099153"/>
                </a:cubicBezTo>
                <a:lnTo>
                  <a:pt x="0" y="65266"/>
                </a:lnTo>
              </a:path>
            </a:pathLst>
          </a:custGeom>
          <a:noFill xmlns:a="http://schemas.openxmlformats.org/drawingml/2006/main"/>
          <a:ln xmlns:a="http://schemas.openxmlformats.org/drawingml/2006/main" w="18400">
            <a:solidFill>
              <a:srgbClr val="215F9A"/>
            </a:solidFill>
            <a:prstDash val="solid"/>
          </a:ln>
        </p:spPr>
      </p:sp>
      <p:sp>
        <p:nvSpPr>
          <p:cNvPr id="8" name="text-8 Image">
            <a:extLst xmlns:a="http://schemas.openxmlformats.org/drawingml/2006/main">
              <a:ext uri="{FF2B5EF4-FFF2-40B4-BE49-F238E27FC236}">
                <a16:creationId xmlns:a16="http://schemas.microsoft.com/office/drawing/2014/main" id="{ABC5B588-1D29-4AA9-A922-98EEA80C36CD}"/>
              </a:ext>
            </a:extLst>
          </p:cNvPr>
          <p:cNvSpPr>
            <a:spLocks xmlns:a="http://schemas.openxmlformats.org/drawingml/2006/main" noGrp="1"/>
          </p:cNvSpPr>
          <p:nvPr/>
        </p:nvSpPr>
        <p:spPr>
          <a:xfrm xmlns:a="http://schemas.openxmlformats.org/drawingml/2006/main" rot="0">
            <a:off x="718590" y="804644"/>
            <a:ext cx="455390" cy="2061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9" b="0" i="0">
                <a:solidFill>
                  <a:srgbClr val="000000"/>
                </a:solidFill>
                <a:latin typeface="Comic Sans MS"/>
                <a:ea typeface="Comic Sans MS"/>
                <a:cs typeface="Comic Sans MS"/>
              </a:defRPr>
            </a:defPPr>
            <a:lvl1pPr algn="l">
              <a:defRPr sz="1159" b="0" i="0">
                <a:solidFill>
                  <a:srgbClr val="000000"/>
                </a:solidFill>
                <a:latin typeface="Comic Sans MS"/>
                <a:ea typeface="Comic Sans MS"/>
                <a:cs typeface="Comic Sans MS"/>
              </a:defRPr>
            </a:lvl1pPr>
            <a:lvl2pPr algn="l">
              <a:defRPr sz="1159" b="0" i="0">
                <a:solidFill>
                  <a:srgbClr val="000000"/>
                </a:solidFill>
                <a:latin typeface="Comic Sans MS"/>
                <a:ea typeface="Comic Sans MS"/>
                <a:cs typeface="Comic Sans MS"/>
              </a:defRPr>
            </a:lvl2pPr>
            <a:lvl3pPr algn="l">
              <a:defRPr sz="1159" b="0" i="0">
                <a:solidFill>
                  <a:srgbClr val="000000"/>
                </a:solidFill>
                <a:latin typeface="Comic Sans MS"/>
                <a:ea typeface="Comic Sans MS"/>
                <a:cs typeface="Comic Sans MS"/>
              </a:defRPr>
            </a:lvl3pPr>
            <a:lvl4pPr algn="l">
              <a:defRPr sz="1159" b="0" i="0">
                <a:solidFill>
                  <a:srgbClr val="000000"/>
                </a:solidFill>
                <a:latin typeface="Comic Sans MS"/>
                <a:ea typeface="Comic Sans MS"/>
                <a:cs typeface="Comic Sans MS"/>
              </a:defRPr>
            </a:lvl4pPr>
            <a:lvl5pPr algn="l">
              <a:defRPr sz="1159" b="0" i="0">
                <a:solidFill>
                  <a:srgbClr val="000000"/>
                </a:solidFill>
                <a:latin typeface="Comic Sans MS"/>
                <a:ea typeface="Comic Sans MS"/>
                <a:cs typeface="Comic Sans MS"/>
              </a:defRPr>
            </a:lvl5pPr>
            <a:lvl6pPr algn="l">
              <a:defRPr sz="1159" b="0" i="0">
                <a:solidFill>
                  <a:srgbClr val="000000"/>
                </a:solidFill>
                <a:latin typeface="Comic Sans MS"/>
                <a:ea typeface="Comic Sans MS"/>
                <a:cs typeface="Comic Sans MS"/>
              </a:defRPr>
            </a:lvl6pPr>
            <a:lvl7pPr algn="l">
              <a:defRPr sz="1159" b="0" i="0">
                <a:solidFill>
                  <a:srgbClr val="000000"/>
                </a:solidFill>
                <a:latin typeface="Comic Sans MS"/>
                <a:ea typeface="Comic Sans MS"/>
                <a:cs typeface="Comic Sans MS"/>
              </a:defRPr>
            </a:lvl7pPr>
            <a:lvl8pPr algn="l">
              <a:defRPr sz="1159" b="0" i="0">
                <a:solidFill>
                  <a:srgbClr val="000000"/>
                </a:solidFill>
                <a:latin typeface="Comic Sans MS"/>
                <a:ea typeface="Comic Sans MS"/>
                <a:cs typeface="Comic Sans MS"/>
              </a:defRPr>
            </a:lvl8pPr>
            <a:lvl9pPr algn="l">
              <a:defRPr sz="1159" b="0" i="0">
                <a:solidFill>
                  <a:srgbClr val="000000"/>
                </a:solidFill>
                <a:latin typeface="Comic Sans MS"/>
                <a:ea typeface="Comic Sans MS"/>
                <a:cs typeface="Comic Sans MS"/>
              </a:defRPr>
            </a:lvl9pPr>
          </a:lstStyle>
          <a:p xmlns:a="http://schemas.openxmlformats.org/drawingml/2006/main">
            <a:pPr algn="l">
              <a:lnSpc>
                <a:spcPct val="100000"/>
              </a:lnSpc>
              <a:buNone/>
              <a:defRPr sz="1159" b="0" i="0">
                <a:solidFill>
                  <a:srgbClr val="000000"/>
                </a:solidFill>
                <a:latin typeface="Comic Sans MS"/>
                <a:ea typeface="Comic Sans MS"/>
                <a:cs typeface="Comic Sans MS"/>
              </a:defRPr>
            </a:pPr>
            <a:r>
              <a:rPr sz="1159" b="0" i="0">
                <a:solidFill>
                  <a:srgbClr val="000000"/>
                </a:solidFill>
                <a:latin typeface="Comic Sans MS"/>
                <a:ea typeface="Comic Sans MS"/>
                <a:cs typeface="Comic Sans MS"/>
              </a:rPr>
              <a:t>Image</a:t>
            </a:r>
          </a:p>
        </p:txBody>
      </p:sp>
      <p:sp>
        <p:nvSpPr>
          <p:cNvPr id="9" name="path-10">
            <a:extLst xmlns:a="http://schemas.openxmlformats.org/drawingml/2006/main">
              <a:ext uri="{FF2B5EF4-FFF2-40B4-BE49-F238E27FC236}">
                <a16:creationId xmlns:a16="http://schemas.microsoft.com/office/drawing/2014/main" id="{BDFA64A4-9016-4D0D-B352-EBA0EAD2D79B}"/>
              </a:ext>
            </a:extLst>
          </p:cNvPr>
          <p:cNvSpPr>
            <a:spLocks xmlns:a="http://schemas.openxmlformats.org/drawingml/2006/main" noGrp="1"/>
          </p:cNvSpPr>
          <p:nvPr/>
        </p:nvSpPr>
        <p:spPr>
          <a:xfrm xmlns:a="http://schemas.openxmlformats.org/drawingml/2006/main">
            <a:off x="1211654" y="821057"/>
            <a:ext cx="63442" cy="130813"/>
          </a:xfrm>
          <a:custGeom xmlns:a="http://schemas.openxmlformats.org/drawingml/2006/main">
            <a:pathLst>
              <a:path w="63442" h="130813">
                <a:moveTo>
                  <a:pt x="32008" y="102925"/>
                </a:moveTo>
                <a:cubicBezTo>
                  <a:pt x="31178" y="106695"/>
                  <a:pt x="30635" y="109681"/>
                  <a:pt x="30379" y="111885"/>
                </a:cubicBezTo>
                <a:cubicBezTo>
                  <a:pt x="30124" y="114090"/>
                  <a:pt x="29996" y="116086"/>
                  <a:pt x="29996" y="117875"/>
                </a:cubicBezTo>
                <a:cubicBezTo>
                  <a:pt x="29996" y="120750"/>
                  <a:pt x="30715" y="122779"/>
                  <a:pt x="32152" y="123960"/>
                </a:cubicBezTo>
                <a:cubicBezTo>
                  <a:pt x="33590" y="125142"/>
                  <a:pt x="36001" y="125861"/>
                  <a:pt x="39388" y="126117"/>
                </a:cubicBezTo>
                <a:lnTo>
                  <a:pt x="38333" y="130813"/>
                </a:lnTo>
                <a:lnTo>
                  <a:pt x="0" y="130813"/>
                </a:lnTo>
                <a:lnTo>
                  <a:pt x="1054" y="126117"/>
                </a:lnTo>
                <a:cubicBezTo>
                  <a:pt x="3482" y="125733"/>
                  <a:pt x="5303" y="125110"/>
                  <a:pt x="6517" y="124248"/>
                </a:cubicBezTo>
                <a:cubicBezTo>
                  <a:pt x="7731" y="123385"/>
                  <a:pt x="8753" y="122188"/>
                  <a:pt x="9583" y="120654"/>
                </a:cubicBezTo>
                <a:cubicBezTo>
                  <a:pt x="10414" y="119121"/>
                  <a:pt x="11181" y="117252"/>
                  <a:pt x="11883" y="115048"/>
                </a:cubicBezTo>
                <a:cubicBezTo>
                  <a:pt x="12586" y="112844"/>
                  <a:pt x="13640" y="108579"/>
                  <a:pt x="15046" y="102254"/>
                </a:cubicBezTo>
                <a:lnTo>
                  <a:pt x="31338" y="28463"/>
                </a:lnTo>
                <a:cubicBezTo>
                  <a:pt x="32743" y="22074"/>
                  <a:pt x="33446" y="16931"/>
                  <a:pt x="33446" y="13033"/>
                </a:cubicBezTo>
                <a:cubicBezTo>
                  <a:pt x="33446" y="10031"/>
                  <a:pt x="32695" y="7938"/>
                  <a:pt x="31194" y="6756"/>
                </a:cubicBezTo>
                <a:cubicBezTo>
                  <a:pt x="29692" y="5574"/>
                  <a:pt x="27313" y="4887"/>
                  <a:pt x="24054" y="4696"/>
                </a:cubicBezTo>
                <a:lnTo>
                  <a:pt x="25108" y="0"/>
                </a:lnTo>
                <a:lnTo>
                  <a:pt x="63442" y="0"/>
                </a:lnTo>
                <a:lnTo>
                  <a:pt x="62388" y="4696"/>
                </a:lnTo>
                <a:cubicBezTo>
                  <a:pt x="59960" y="5207"/>
                  <a:pt x="58219" y="5782"/>
                  <a:pt x="57165" y="6421"/>
                </a:cubicBezTo>
                <a:cubicBezTo>
                  <a:pt x="56110" y="7060"/>
                  <a:pt x="55168" y="8018"/>
                  <a:pt x="54338" y="9296"/>
                </a:cubicBezTo>
                <a:cubicBezTo>
                  <a:pt x="53507" y="10574"/>
                  <a:pt x="52644" y="12570"/>
                  <a:pt x="51750" y="15285"/>
                </a:cubicBezTo>
                <a:cubicBezTo>
                  <a:pt x="50856" y="18001"/>
                  <a:pt x="49738" y="22425"/>
                  <a:pt x="48396" y="28558"/>
                </a:cubicBezTo>
                <a:lnTo>
                  <a:pt x="32008" y="102925"/>
                </a:lnTo>
                <a:close/>
              </a:path>
            </a:pathLst>
          </a:custGeom>
          <a:solidFill xmlns:a="http://schemas.openxmlformats.org/drawingml/2006/main">
            <a:srgbClr val="000000"/>
          </a:solidFill>
          <a:ln xmlns:a="http://schemas.openxmlformats.org/drawingml/2006/main" w="0">
            <a:noFill/>
            <a:prstDash val="solid"/>
          </a:ln>
        </p:spPr>
      </p:sp>
      <p:sp>
        <p:nvSpPr>
          <p:cNvPr id="10" name="path-11">
            <a:extLst xmlns:a="http://schemas.openxmlformats.org/drawingml/2006/main">
              <a:ext uri="{FF2B5EF4-FFF2-40B4-BE49-F238E27FC236}">
                <a16:creationId xmlns:a16="http://schemas.microsoft.com/office/drawing/2014/main" id="{28CE0827-DD27-4F14-AD70-A7B1D28FE3BC}"/>
              </a:ext>
            </a:extLst>
          </p:cNvPr>
          <p:cNvSpPr>
            <a:spLocks xmlns:a="http://schemas.openxmlformats.org/drawingml/2006/main" noGrp="1"/>
          </p:cNvSpPr>
          <p:nvPr/>
        </p:nvSpPr>
        <p:spPr>
          <a:xfrm xmlns:a="http://schemas.openxmlformats.org/drawingml/2006/main">
            <a:off x="1280205" y="900008"/>
            <a:ext cx="64544" cy="94588"/>
          </a:xfrm>
          <a:custGeom xmlns:a="http://schemas.openxmlformats.org/drawingml/2006/main">
            <a:pathLst>
              <a:path w="64544" h="94588">
                <a:moveTo>
                  <a:pt x="31481" y="94588"/>
                </a:moveTo>
                <a:cubicBezTo>
                  <a:pt x="20844" y="94588"/>
                  <a:pt x="12938" y="90730"/>
                  <a:pt x="7763" y="83016"/>
                </a:cubicBezTo>
                <a:cubicBezTo>
                  <a:pt x="2588" y="75301"/>
                  <a:pt x="0" y="63609"/>
                  <a:pt x="0" y="47941"/>
                </a:cubicBezTo>
                <a:cubicBezTo>
                  <a:pt x="0" y="39747"/>
                  <a:pt x="803" y="32655"/>
                  <a:pt x="2408" y="26666"/>
                </a:cubicBezTo>
                <a:cubicBezTo>
                  <a:pt x="4013" y="20676"/>
                  <a:pt x="6265" y="15705"/>
                  <a:pt x="9164" y="11752"/>
                </a:cubicBezTo>
                <a:cubicBezTo>
                  <a:pt x="12063" y="7798"/>
                  <a:pt x="15501" y="4852"/>
                  <a:pt x="19478" y="2911"/>
                </a:cubicBezTo>
                <a:cubicBezTo>
                  <a:pt x="23455" y="970"/>
                  <a:pt x="27816" y="0"/>
                  <a:pt x="32559" y="0"/>
                </a:cubicBezTo>
                <a:cubicBezTo>
                  <a:pt x="38261" y="0"/>
                  <a:pt x="43137" y="1066"/>
                  <a:pt x="47186" y="3198"/>
                </a:cubicBezTo>
                <a:cubicBezTo>
                  <a:pt x="51235" y="5331"/>
                  <a:pt x="54541" y="8373"/>
                  <a:pt x="57105" y="12327"/>
                </a:cubicBezTo>
                <a:cubicBezTo>
                  <a:pt x="59668" y="16280"/>
                  <a:pt x="61549" y="21107"/>
                  <a:pt x="62747" y="26809"/>
                </a:cubicBezTo>
                <a:cubicBezTo>
                  <a:pt x="63945" y="32511"/>
                  <a:pt x="64544" y="38956"/>
                  <a:pt x="64544" y="46144"/>
                </a:cubicBezTo>
                <a:cubicBezTo>
                  <a:pt x="64544" y="62100"/>
                  <a:pt x="61717" y="74163"/>
                  <a:pt x="56063" y="82333"/>
                </a:cubicBezTo>
                <a:cubicBezTo>
                  <a:pt x="50408" y="90503"/>
                  <a:pt x="42215" y="94588"/>
                  <a:pt x="31481" y="94588"/>
                </a:cubicBezTo>
                <a:moveTo>
                  <a:pt x="14878" y="46216"/>
                </a:moveTo>
                <a:cubicBezTo>
                  <a:pt x="14878" y="53355"/>
                  <a:pt x="15226" y="59525"/>
                  <a:pt x="15920" y="64723"/>
                </a:cubicBezTo>
                <a:cubicBezTo>
                  <a:pt x="16615" y="69922"/>
                  <a:pt x="17693" y="74199"/>
                  <a:pt x="19155" y="77553"/>
                </a:cubicBezTo>
                <a:cubicBezTo>
                  <a:pt x="20616" y="80907"/>
                  <a:pt x="22449" y="83375"/>
                  <a:pt x="24653" y="84956"/>
                </a:cubicBezTo>
                <a:cubicBezTo>
                  <a:pt x="26857" y="86538"/>
                  <a:pt x="29493" y="87328"/>
                  <a:pt x="32559" y="87328"/>
                </a:cubicBezTo>
                <a:cubicBezTo>
                  <a:pt x="35434" y="87328"/>
                  <a:pt x="37950" y="86585"/>
                  <a:pt x="40106" y="85100"/>
                </a:cubicBezTo>
                <a:cubicBezTo>
                  <a:pt x="42263" y="83615"/>
                  <a:pt x="44047" y="81303"/>
                  <a:pt x="45461" y="78164"/>
                </a:cubicBezTo>
                <a:cubicBezTo>
                  <a:pt x="46875" y="75026"/>
                  <a:pt x="47941" y="71048"/>
                  <a:pt x="48659" y="66233"/>
                </a:cubicBezTo>
                <a:cubicBezTo>
                  <a:pt x="49378" y="61417"/>
                  <a:pt x="49738" y="55727"/>
                  <a:pt x="49738" y="49163"/>
                </a:cubicBezTo>
                <a:cubicBezTo>
                  <a:pt x="49738" y="41783"/>
                  <a:pt x="49342" y="35434"/>
                  <a:pt x="48552" y="30116"/>
                </a:cubicBezTo>
                <a:cubicBezTo>
                  <a:pt x="47761" y="24797"/>
                  <a:pt x="46647" y="20424"/>
                  <a:pt x="45209" y="16998"/>
                </a:cubicBezTo>
                <a:cubicBezTo>
                  <a:pt x="43772" y="13572"/>
                  <a:pt x="41963" y="11045"/>
                  <a:pt x="39783" y="9416"/>
                </a:cubicBezTo>
                <a:cubicBezTo>
                  <a:pt x="37603" y="7786"/>
                  <a:pt x="35099" y="6972"/>
                  <a:pt x="32272" y="6972"/>
                </a:cubicBezTo>
                <a:cubicBezTo>
                  <a:pt x="28918" y="6972"/>
                  <a:pt x="26115" y="7846"/>
                  <a:pt x="23863" y="9595"/>
                </a:cubicBezTo>
                <a:cubicBezTo>
                  <a:pt x="21610" y="11344"/>
                  <a:pt x="19826" y="13908"/>
                  <a:pt x="18508" y="17286"/>
                </a:cubicBezTo>
                <a:cubicBezTo>
                  <a:pt x="17190" y="20664"/>
                  <a:pt x="16256" y="24785"/>
                  <a:pt x="15705" y="29648"/>
                </a:cubicBezTo>
                <a:cubicBezTo>
                  <a:pt x="15154" y="34512"/>
                  <a:pt x="14878" y="40034"/>
                  <a:pt x="14878" y="46216"/>
                </a:cubicBezTo>
                <a:close/>
              </a:path>
            </a:pathLst>
          </a:custGeom>
          <a:solidFill xmlns:a="http://schemas.openxmlformats.org/drawingml/2006/main">
            <a:srgbClr val="000000"/>
          </a:solidFill>
          <a:ln xmlns:a="http://schemas.openxmlformats.org/drawingml/2006/main" w="0">
            <a:noFill/>
            <a:prstDash val="solid"/>
          </a:ln>
        </p:spPr>
      </p:sp>
      <p:pic>
        <p:nvPicPr>
          <p:cNvPr id="11" name="">
            <a:extLst xmlns:a="http://schemas.openxmlformats.org/drawingml/2006/main">
              <a:ext uri="{FF2B5EF4-FFF2-40B4-BE49-F238E27FC236}">
                <a16:creationId xmlns:a16="http://schemas.microsoft.com/office/drawing/2014/main" id="{33FCDCF6-07AA-43D7-8CEA-8C7B5ED89AD5}"/>
              </a:ext>
            </a:extLst>
          </p:cNvPr>
          <p:cNvPicPr>
            <a:picLocks xmlns:a="http://schemas.openxmlformats.org/drawingml/2006/main" noChangeAspect="1"/>
          </p:cNvPicPr>
          <p:nvPr/>
        </p:nvPicPr>
        <p:blipFill>
          <a:blip xmlns:r="http://schemas.openxmlformats.org/officeDocument/2006/relationships" xmlns:a="http://schemas.openxmlformats.org/drawingml/2006/main" r:embed="Ra48f3478a21a4838"/>
          <a:stretch xmlns:a="http://schemas.openxmlformats.org/drawingml/2006/main"/>
        </p:blipFill>
        <p:spPr>
          <a:xfrm xmlns:a="http://schemas.openxmlformats.org/drawingml/2006/main">
            <a:off x="390525" y="1066800"/>
            <a:ext cx="1304925" cy="8001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270710EB-F425-4982-A5DE-D1AE1954CA73}"/>
              </a:ext>
            </a:extLst>
          </p:cNvPr>
          <p:cNvPicPr>
            <a:picLocks xmlns:a="http://schemas.openxmlformats.org/drawingml/2006/main" noChangeAspect="1"/>
          </p:cNvPicPr>
          <p:nvPr/>
        </p:nvPicPr>
        <p:blipFill>
          <a:blip xmlns:r="http://schemas.openxmlformats.org/officeDocument/2006/relationships" xmlns:a="http://schemas.openxmlformats.org/drawingml/2006/main" r:embed="R98d42d5f29214720"/>
          <a:stretch xmlns:a="http://schemas.openxmlformats.org/drawingml/2006/main"/>
        </p:blipFill>
        <p:spPr>
          <a:xfrm xmlns:a="http://schemas.openxmlformats.org/drawingml/2006/main">
            <a:off x="4524375" y="1123950"/>
            <a:ext cx="742950" cy="647700"/>
          </a:xfrm>
          <a:prstGeom xmlns:a="http://schemas.openxmlformats.org/drawingml/2006/main" prst="rect">
            <a:avLst/>
          </a:prstGeom>
        </p:spPr>
      </p:pic>
      <p:sp>
        <p:nvSpPr>
          <p:cNvPr id="13" name="path-14">
            <a:extLst xmlns:a="http://schemas.openxmlformats.org/drawingml/2006/main">
              <a:ext uri="{FF2B5EF4-FFF2-40B4-BE49-F238E27FC236}">
                <a16:creationId xmlns:a16="http://schemas.microsoft.com/office/drawing/2014/main" id="{FD40C489-B96D-42AD-843D-473894AF298D}"/>
              </a:ext>
            </a:extLst>
          </p:cNvPr>
          <p:cNvSpPr>
            <a:spLocks xmlns:a="http://schemas.openxmlformats.org/drawingml/2006/main" noGrp="1"/>
          </p:cNvSpPr>
          <p:nvPr/>
        </p:nvSpPr>
        <p:spPr>
          <a:xfrm xmlns:a="http://schemas.openxmlformats.org/drawingml/2006/main">
            <a:off x="1994558" y="723667"/>
            <a:ext cx="2037034" cy="1164420"/>
          </a:xfrm>
          <a:custGeom xmlns:a="http://schemas.openxmlformats.org/drawingml/2006/main">
            <a:pathLst>
              <a:path w="2037034" h="1164420">
                <a:moveTo>
                  <a:pt x="0" y="65266"/>
                </a:moveTo>
                <a:cubicBezTo>
                  <a:pt x="0" y="29221"/>
                  <a:pt x="29220" y="0"/>
                  <a:pt x="65266" y="0"/>
                </a:cubicBezTo>
                <a:lnTo>
                  <a:pt x="1971769" y="0"/>
                </a:lnTo>
                <a:cubicBezTo>
                  <a:pt x="2007813" y="0"/>
                  <a:pt x="2037034" y="29221"/>
                  <a:pt x="2037034" y="65266"/>
                </a:cubicBezTo>
                <a:lnTo>
                  <a:pt x="2037034" y="1099154"/>
                </a:lnTo>
                <a:cubicBezTo>
                  <a:pt x="2037034" y="1135199"/>
                  <a:pt x="2007813" y="1164420"/>
                  <a:pt x="1971769" y="1164420"/>
                </a:cubicBezTo>
                <a:lnTo>
                  <a:pt x="65266" y="1164420"/>
                </a:lnTo>
                <a:cubicBezTo>
                  <a:pt x="29220" y="1164420"/>
                  <a:pt x="0" y="1135199"/>
                  <a:pt x="0" y="1099154"/>
                </a:cubicBezTo>
                <a:lnTo>
                  <a:pt x="0" y="65266"/>
                </a:lnTo>
              </a:path>
            </a:pathLst>
          </a:custGeom>
          <a:noFill xmlns:a="http://schemas.openxmlformats.org/drawingml/2006/main"/>
          <a:ln xmlns:a="http://schemas.openxmlformats.org/drawingml/2006/main" w="18400">
            <a:solidFill>
              <a:srgbClr val="215F9A"/>
            </a:solidFill>
            <a:prstDash val="solid"/>
          </a:ln>
        </p:spPr>
      </p:sp>
      <p:sp>
        <p:nvSpPr>
          <p:cNvPr id="14" name="text-15 Video">
            <a:extLst xmlns:a="http://schemas.openxmlformats.org/drawingml/2006/main">
              <a:ext uri="{FF2B5EF4-FFF2-40B4-BE49-F238E27FC236}">
                <a16:creationId xmlns:a16="http://schemas.microsoft.com/office/drawing/2014/main" id="{1F103002-DE9B-4089-935B-40BC34661E0C}"/>
              </a:ext>
            </a:extLst>
          </p:cNvPr>
          <p:cNvSpPr>
            <a:spLocks xmlns:a="http://schemas.openxmlformats.org/drawingml/2006/main" noGrp="1"/>
          </p:cNvSpPr>
          <p:nvPr/>
        </p:nvSpPr>
        <p:spPr>
          <a:xfrm xmlns:a="http://schemas.openxmlformats.org/drawingml/2006/main" rot="0">
            <a:off x="2686905" y="801829"/>
            <a:ext cx="407590" cy="205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8" b="0" i="0">
                <a:solidFill>
                  <a:srgbClr val="000000"/>
                </a:solidFill>
                <a:latin typeface="Comic Sans MS"/>
                <a:ea typeface="Comic Sans MS"/>
                <a:cs typeface="Comic Sans MS"/>
              </a:defRPr>
            </a:defPPr>
            <a:lvl1pPr algn="l">
              <a:defRPr sz="1158" b="0" i="0">
                <a:solidFill>
                  <a:srgbClr val="000000"/>
                </a:solidFill>
                <a:latin typeface="Comic Sans MS"/>
                <a:ea typeface="Comic Sans MS"/>
                <a:cs typeface="Comic Sans MS"/>
              </a:defRPr>
            </a:lvl1pPr>
            <a:lvl2pPr algn="l">
              <a:defRPr sz="1158" b="0" i="0">
                <a:solidFill>
                  <a:srgbClr val="000000"/>
                </a:solidFill>
                <a:latin typeface="Comic Sans MS"/>
                <a:ea typeface="Comic Sans MS"/>
                <a:cs typeface="Comic Sans MS"/>
              </a:defRPr>
            </a:lvl2pPr>
            <a:lvl3pPr algn="l">
              <a:defRPr sz="1158" b="0" i="0">
                <a:solidFill>
                  <a:srgbClr val="000000"/>
                </a:solidFill>
                <a:latin typeface="Comic Sans MS"/>
                <a:ea typeface="Comic Sans MS"/>
                <a:cs typeface="Comic Sans MS"/>
              </a:defRPr>
            </a:lvl3pPr>
            <a:lvl4pPr algn="l">
              <a:defRPr sz="1158" b="0" i="0">
                <a:solidFill>
                  <a:srgbClr val="000000"/>
                </a:solidFill>
                <a:latin typeface="Comic Sans MS"/>
                <a:ea typeface="Comic Sans MS"/>
                <a:cs typeface="Comic Sans MS"/>
              </a:defRPr>
            </a:lvl4pPr>
            <a:lvl5pPr algn="l">
              <a:defRPr sz="1158" b="0" i="0">
                <a:solidFill>
                  <a:srgbClr val="000000"/>
                </a:solidFill>
                <a:latin typeface="Comic Sans MS"/>
                <a:ea typeface="Comic Sans MS"/>
                <a:cs typeface="Comic Sans MS"/>
              </a:defRPr>
            </a:lvl5pPr>
            <a:lvl6pPr algn="l">
              <a:defRPr sz="1158" b="0" i="0">
                <a:solidFill>
                  <a:srgbClr val="000000"/>
                </a:solidFill>
                <a:latin typeface="Comic Sans MS"/>
                <a:ea typeface="Comic Sans MS"/>
                <a:cs typeface="Comic Sans MS"/>
              </a:defRPr>
            </a:lvl6pPr>
            <a:lvl7pPr algn="l">
              <a:defRPr sz="1158" b="0" i="0">
                <a:solidFill>
                  <a:srgbClr val="000000"/>
                </a:solidFill>
                <a:latin typeface="Comic Sans MS"/>
                <a:ea typeface="Comic Sans MS"/>
                <a:cs typeface="Comic Sans MS"/>
              </a:defRPr>
            </a:lvl7pPr>
            <a:lvl8pPr algn="l">
              <a:defRPr sz="1158" b="0" i="0">
                <a:solidFill>
                  <a:srgbClr val="000000"/>
                </a:solidFill>
                <a:latin typeface="Comic Sans MS"/>
                <a:ea typeface="Comic Sans MS"/>
                <a:cs typeface="Comic Sans MS"/>
              </a:defRPr>
            </a:lvl8pPr>
            <a:lvl9pPr algn="l">
              <a:defRPr sz="1158" b="0" i="0">
                <a:solidFill>
                  <a:srgbClr val="000000"/>
                </a:solidFill>
                <a:latin typeface="Comic Sans MS"/>
                <a:ea typeface="Comic Sans MS"/>
                <a:cs typeface="Comic Sans MS"/>
              </a:defRPr>
            </a:lvl9pPr>
          </a:lstStyle>
          <a:p xmlns:a="http://schemas.openxmlformats.org/drawingml/2006/main">
            <a:pPr algn="l">
              <a:lnSpc>
                <a:spcPct val="100000"/>
              </a:lnSpc>
              <a:buNone/>
              <a:defRPr sz="1158" b="0" i="0">
                <a:solidFill>
                  <a:srgbClr val="000000"/>
                </a:solidFill>
                <a:latin typeface="Comic Sans MS"/>
                <a:ea typeface="Comic Sans MS"/>
                <a:cs typeface="Comic Sans MS"/>
              </a:defRPr>
            </a:pPr>
            <a:r>
              <a:rPr sz="1158" b="0" i="0">
                <a:solidFill>
                  <a:srgbClr val="000000"/>
                </a:solidFill>
                <a:latin typeface="Comic Sans MS"/>
                <a:ea typeface="Comic Sans MS"/>
                <a:cs typeface="Comic Sans MS"/>
              </a:rPr>
              <a:t>Video</a:t>
            </a:r>
          </a:p>
        </p:txBody>
      </p:sp>
      <p:sp>
        <p:nvSpPr>
          <p:cNvPr id="15" name="path-17">
            <a:extLst xmlns:a="http://schemas.openxmlformats.org/drawingml/2006/main">
              <a:ext uri="{FF2B5EF4-FFF2-40B4-BE49-F238E27FC236}">
                <a16:creationId xmlns:a16="http://schemas.microsoft.com/office/drawing/2014/main" id="{11B543CB-A0CF-4DD2-85ED-87A2DFF6BB8F}"/>
              </a:ext>
            </a:extLst>
          </p:cNvPr>
          <p:cNvSpPr>
            <a:spLocks xmlns:a="http://schemas.openxmlformats.org/drawingml/2006/main" noGrp="1"/>
          </p:cNvSpPr>
          <p:nvPr/>
        </p:nvSpPr>
        <p:spPr>
          <a:xfrm xmlns:a="http://schemas.openxmlformats.org/drawingml/2006/main">
            <a:off x="3134543" y="818113"/>
            <a:ext cx="112221" cy="132346"/>
          </a:xfrm>
          <a:custGeom xmlns:a="http://schemas.openxmlformats.org/drawingml/2006/main">
            <a:pathLst>
              <a:path w="112221" h="132346">
                <a:moveTo>
                  <a:pt x="40729" y="0"/>
                </a:moveTo>
                <a:lnTo>
                  <a:pt x="39675" y="4696"/>
                </a:lnTo>
                <a:cubicBezTo>
                  <a:pt x="36864" y="5015"/>
                  <a:pt x="34676" y="5846"/>
                  <a:pt x="33110" y="7188"/>
                </a:cubicBezTo>
                <a:cubicBezTo>
                  <a:pt x="31545" y="8529"/>
                  <a:pt x="30443" y="10398"/>
                  <a:pt x="29804" y="12794"/>
                </a:cubicBezTo>
                <a:cubicBezTo>
                  <a:pt x="29165" y="15190"/>
                  <a:pt x="28846" y="18400"/>
                  <a:pt x="28846" y="22425"/>
                </a:cubicBezTo>
                <a:cubicBezTo>
                  <a:pt x="28846" y="23383"/>
                  <a:pt x="28942" y="26258"/>
                  <a:pt x="29133" y="31050"/>
                </a:cubicBezTo>
                <a:lnTo>
                  <a:pt x="31817" y="101200"/>
                </a:lnTo>
                <a:lnTo>
                  <a:pt x="31817" y="108867"/>
                </a:lnTo>
                <a:lnTo>
                  <a:pt x="32775" y="108867"/>
                </a:lnTo>
                <a:lnTo>
                  <a:pt x="74271" y="34021"/>
                </a:lnTo>
                <a:cubicBezTo>
                  <a:pt x="76699" y="29613"/>
                  <a:pt x="78519" y="25827"/>
                  <a:pt x="79733" y="22665"/>
                </a:cubicBezTo>
                <a:cubicBezTo>
                  <a:pt x="80947" y="19502"/>
                  <a:pt x="81554" y="16707"/>
                  <a:pt x="81554" y="14279"/>
                </a:cubicBezTo>
                <a:cubicBezTo>
                  <a:pt x="81554" y="8912"/>
                  <a:pt x="78360" y="5718"/>
                  <a:pt x="71971" y="4696"/>
                </a:cubicBezTo>
                <a:lnTo>
                  <a:pt x="73025" y="0"/>
                </a:lnTo>
                <a:lnTo>
                  <a:pt x="112221" y="0"/>
                </a:lnTo>
                <a:lnTo>
                  <a:pt x="111167" y="4696"/>
                </a:lnTo>
                <a:cubicBezTo>
                  <a:pt x="109442" y="4951"/>
                  <a:pt x="107797" y="5606"/>
                  <a:pt x="106231" y="6660"/>
                </a:cubicBezTo>
                <a:cubicBezTo>
                  <a:pt x="104666" y="7715"/>
                  <a:pt x="102909" y="9472"/>
                  <a:pt x="100960" y="11931"/>
                </a:cubicBezTo>
                <a:cubicBezTo>
                  <a:pt x="99012" y="14391"/>
                  <a:pt x="95993" y="19135"/>
                  <a:pt x="91904" y="26163"/>
                </a:cubicBezTo>
                <a:lnTo>
                  <a:pt x="30571" y="132346"/>
                </a:lnTo>
                <a:lnTo>
                  <a:pt x="17825" y="132346"/>
                </a:lnTo>
                <a:lnTo>
                  <a:pt x="11404" y="25492"/>
                </a:lnTo>
                <a:cubicBezTo>
                  <a:pt x="11149" y="21339"/>
                  <a:pt x="10685" y="17777"/>
                  <a:pt x="10015" y="14806"/>
                </a:cubicBezTo>
                <a:cubicBezTo>
                  <a:pt x="9344" y="11835"/>
                  <a:pt x="8290" y="9519"/>
                  <a:pt x="6852" y="7858"/>
                </a:cubicBezTo>
                <a:cubicBezTo>
                  <a:pt x="5415" y="6197"/>
                  <a:pt x="3131" y="5143"/>
                  <a:pt x="0" y="4696"/>
                </a:cubicBezTo>
                <a:lnTo>
                  <a:pt x="1054" y="0"/>
                </a:lnTo>
                <a:lnTo>
                  <a:pt x="40729" y="0"/>
                </a:lnTo>
                <a:close/>
              </a:path>
            </a:pathLst>
          </a:custGeom>
          <a:solidFill xmlns:a="http://schemas.openxmlformats.org/drawingml/2006/main">
            <a:srgbClr val="000000"/>
          </a:solidFill>
          <a:ln xmlns:a="http://schemas.openxmlformats.org/drawingml/2006/main" w="0">
            <a:noFill/>
            <a:prstDash val="solid"/>
          </a:ln>
        </p:spPr>
      </p:sp>
      <p:sp>
        <p:nvSpPr>
          <p:cNvPr id="16" name="path-18">
            <a:extLst xmlns:a="http://schemas.openxmlformats.org/drawingml/2006/main">
              <a:ext uri="{FF2B5EF4-FFF2-40B4-BE49-F238E27FC236}">
                <a16:creationId xmlns:a16="http://schemas.microsoft.com/office/drawing/2014/main" id="{17F86C0A-23F3-457E-B1A9-50EDB7AED4DD}"/>
              </a:ext>
            </a:extLst>
          </p:cNvPr>
          <p:cNvSpPr>
            <a:spLocks xmlns:a="http://schemas.openxmlformats.org/drawingml/2006/main" noGrp="1"/>
          </p:cNvSpPr>
          <p:nvPr/>
        </p:nvSpPr>
        <p:spPr>
          <a:xfrm xmlns:a="http://schemas.openxmlformats.org/drawingml/2006/main">
            <a:off x="3232389" y="894120"/>
            <a:ext cx="64544" cy="94588"/>
          </a:xfrm>
          <a:custGeom xmlns:a="http://schemas.openxmlformats.org/drawingml/2006/main">
            <a:pathLst>
              <a:path w="64544" h="94588">
                <a:moveTo>
                  <a:pt x="31481" y="94588"/>
                </a:moveTo>
                <a:cubicBezTo>
                  <a:pt x="20844" y="94588"/>
                  <a:pt x="12938" y="90730"/>
                  <a:pt x="7763" y="83016"/>
                </a:cubicBezTo>
                <a:cubicBezTo>
                  <a:pt x="2588" y="75301"/>
                  <a:pt x="0" y="63609"/>
                  <a:pt x="0" y="47941"/>
                </a:cubicBezTo>
                <a:cubicBezTo>
                  <a:pt x="0" y="39747"/>
                  <a:pt x="803" y="32655"/>
                  <a:pt x="2408" y="26666"/>
                </a:cubicBezTo>
                <a:cubicBezTo>
                  <a:pt x="4013" y="20676"/>
                  <a:pt x="6265" y="15705"/>
                  <a:pt x="9164" y="11752"/>
                </a:cubicBezTo>
                <a:cubicBezTo>
                  <a:pt x="12063" y="7798"/>
                  <a:pt x="15501" y="4852"/>
                  <a:pt x="19478" y="2911"/>
                </a:cubicBezTo>
                <a:cubicBezTo>
                  <a:pt x="23455" y="970"/>
                  <a:pt x="27816" y="0"/>
                  <a:pt x="32559" y="0"/>
                </a:cubicBezTo>
                <a:cubicBezTo>
                  <a:pt x="38261" y="0"/>
                  <a:pt x="43137" y="1066"/>
                  <a:pt x="47186" y="3198"/>
                </a:cubicBezTo>
                <a:cubicBezTo>
                  <a:pt x="51235" y="5331"/>
                  <a:pt x="54541" y="8373"/>
                  <a:pt x="57105" y="12327"/>
                </a:cubicBezTo>
                <a:cubicBezTo>
                  <a:pt x="59668" y="16280"/>
                  <a:pt x="61549" y="21107"/>
                  <a:pt x="62747" y="26809"/>
                </a:cubicBezTo>
                <a:cubicBezTo>
                  <a:pt x="63945" y="32511"/>
                  <a:pt x="64544" y="38956"/>
                  <a:pt x="64544" y="46144"/>
                </a:cubicBezTo>
                <a:cubicBezTo>
                  <a:pt x="64544" y="62100"/>
                  <a:pt x="61717" y="74163"/>
                  <a:pt x="56063" y="82333"/>
                </a:cubicBezTo>
                <a:cubicBezTo>
                  <a:pt x="50408" y="90503"/>
                  <a:pt x="42215" y="94588"/>
                  <a:pt x="31481" y="94588"/>
                </a:cubicBezTo>
                <a:moveTo>
                  <a:pt x="14878" y="46216"/>
                </a:moveTo>
                <a:cubicBezTo>
                  <a:pt x="14878" y="53355"/>
                  <a:pt x="15226" y="59525"/>
                  <a:pt x="15920" y="64723"/>
                </a:cubicBezTo>
                <a:cubicBezTo>
                  <a:pt x="16615" y="69922"/>
                  <a:pt x="17693" y="74199"/>
                  <a:pt x="19155" y="77553"/>
                </a:cubicBezTo>
                <a:cubicBezTo>
                  <a:pt x="20616" y="80907"/>
                  <a:pt x="22449" y="83375"/>
                  <a:pt x="24653" y="84956"/>
                </a:cubicBezTo>
                <a:cubicBezTo>
                  <a:pt x="26857" y="86538"/>
                  <a:pt x="29493" y="87328"/>
                  <a:pt x="32559" y="87328"/>
                </a:cubicBezTo>
                <a:cubicBezTo>
                  <a:pt x="35434" y="87328"/>
                  <a:pt x="37950" y="86585"/>
                  <a:pt x="40106" y="85100"/>
                </a:cubicBezTo>
                <a:cubicBezTo>
                  <a:pt x="42263" y="83615"/>
                  <a:pt x="44047" y="81303"/>
                  <a:pt x="45461" y="78164"/>
                </a:cubicBezTo>
                <a:cubicBezTo>
                  <a:pt x="46875" y="75026"/>
                  <a:pt x="47941" y="71048"/>
                  <a:pt x="48659" y="66233"/>
                </a:cubicBezTo>
                <a:cubicBezTo>
                  <a:pt x="49378" y="61417"/>
                  <a:pt x="49738" y="55727"/>
                  <a:pt x="49738" y="49163"/>
                </a:cubicBezTo>
                <a:cubicBezTo>
                  <a:pt x="49738" y="41783"/>
                  <a:pt x="49342" y="35434"/>
                  <a:pt x="48552" y="30116"/>
                </a:cubicBezTo>
                <a:cubicBezTo>
                  <a:pt x="47761" y="24797"/>
                  <a:pt x="46647" y="20424"/>
                  <a:pt x="45209" y="16998"/>
                </a:cubicBezTo>
                <a:cubicBezTo>
                  <a:pt x="43772" y="13572"/>
                  <a:pt x="41963" y="11045"/>
                  <a:pt x="39783" y="9416"/>
                </a:cubicBezTo>
                <a:cubicBezTo>
                  <a:pt x="37603" y="7786"/>
                  <a:pt x="35099" y="6972"/>
                  <a:pt x="32272" y="6972"/>
                </a:cubicBezTo>
                <a:cubicBezTo>
                  <a:pt x="28918" y="6972"/>
                  <a:pt x="26115" y="7846"/>
                  <a:pt x="23863" y="9595"/>
                </a:cubicBezTo>
                <a:cubicBezTo>
                  <a:pt x="21610" y="11344"/>
                  <a:pt x="19826" y="13908"/>
                  <a:pt x="18508" y="17286"/>
                </a:cubicBezTo>
                <a:cubicBezTo>
                  <a:pt x="17190" y="20664"/>
                  <a:pt x="16256" y="24785"/>
                  <a:pt x="15705" y="29648"/>
                </a:cubicBezTo>
                <a:cubicBezTo>
                  <a:pt x="15154" y="34512"/>
                  <a:pt x="14878" y="40034"/>
                  <a:pt x="14878" y="46216"/>
                </a:cubicBezTo>
                <a:close/>
              </a:path>
            </a:pathLst>
          </a:custGeom>
          <a:solidFill xmlns:a="http://schemas.openxmlformats.org/drawingml/2006/main">
            <a:srgbClr val="000000"/>
          </a:solidFill>
          <a:ln xmlns:a="http://schemas.openxmlformats.org/drawingml/2006/main" w="0">
            <a:noFill/>
            <a:prstDash val="solid"/>
          </a:ln>
        </p:spPr>
      </p:sp>
      <p:pic>
        <p:nvPicPr>
          <p:cNvPr id="17" name="">
            <a:extLst xmlns:a="http://schemas.openxmlformats.org/drawingml/2006/main">
              <a:ext uri="{FF2B5EF4-FFF2-40B4-BE49-F238E27FC236}">
                <a16:creationId xmlns:a16="http://schemas.microsoft.com/office/drawing/2014/main" id="{601C3639-D95C-403B-8625-7790BE3201B1}"/>
              </a:ext>
            </a:extLst>
          </p:cNvPr>
          <p:cNvPicPr>
            <a:picLocks xmlns:a="http://schemas.openxmlformats.org/drawingml/2006/main" noChangeAspect="1"/>
          </p:cNvPicPr>
          <p:nvPr/>
        </p:nvPicPr>
        <p:blipFill>
          <a:blip xmlns:r="http://schemas.openxmlformats.org/officeDocument/2006/relationships" xmlns:a="http://schemas.openxmlformats.org/drawingml/2006/main" r:embed="R3782cddc803d4811"/>
          <a:stretch xmlns:a="http://schemas.openxmlformats.org/drawingml/2006/main"/>
        </p:blipFill>
        <p:spPr>
          <a:xfrm xmlns:a="http://schemas.openxmlformats.org/drawingml/2006/main">
            <a:off x="2028825" y="1066800"/>
            <a:ext cx="1943100" cy="676275"/>
          </a:xfrm>
          <a:prstGeom xmlns:a="http://schemas.openxmlformats.org/drawingml/2006/main" prst="rect">
            <a:avLst/>
          </a:prstGeom>
        </p:spPr>
      </p:pic>
      <p:sp>
        <p:nvSpPr>
          <p:cNvPr id="18" name="path-20">
            <a:extLst xmlns:a="http://schemas.openxmlformats.org/drawingml/2006/main">
              <a:ext uri="{FF2B5EF4-FFF2-40B4-BE49-F238E27FC236}">
                <a16:creationId xmlns:a16="http://schemas.microsoft.com/office/drawing/2014/main" id="{BFB7E910-63F3-48A6-AF84-ADBD779107F0}"/>
              </a:ext>
            </a:extLst>
          </p:cNvPr>
          <p:cNvSpPr>
            <a:spLocks xmlns:a="http://schemas.openxmlformats.org/drawingml/2006/main" noGrp="1"/>
          </p:cNvSpPr>
          <p:nvPr/>
        </p:nvSpPr>
        <p:spPr>
          <a:xfrm xmlns:a="http://schemas.openxmlformats.org/drawingml/2006/main">
            <a:off x="4195281" y="727549"/>
            <a:ext cx="1343513" cy="1164420"/>
          </a:xfrm>
          <a:custGeom xmlns:a="http://schemas.openxmlformats.org/drawingml/2006/main">
            <a:pathLst>
              <a:path w="1343513" h="1164420">
                <a:moveTo>
                  <a:pt x="0" y="65265"/>
                </a:moveTo>
                <a:cubicBezTo>
                  <a:pt x="0" y="29220"/>
                  <a:pt x="29220" y="0"/>
                  <a:pt x="65266" y="0"/>
                </a:cubicBezTo>
                <a:lnTo>
                  <a:pt x="1278248" y="0"/>
                </a:lnTo>
                <a:cubicBezTo>
                  <a:pt x="1314292" y="0"/>
                  <a:pt x="1343513" y="29220"/>
                  <a:pt x="1343513" y="65265"/>
                </a:cubicBezTo>
                <a:lnTo>
                  <a:pt x="1343513" y="1099154"/>
                </a:lnTo>
                <a:cubicBezTo>
                  <a:pt x="1343513" y="1135199"/>
                  <a:pt x="1314292" y="1164420"/>
                  <a:pt x="1278248" y="1164420"/>
                </a:cubicBezTo>
                <a:lnTo>
                  <a:pt x="65266" y="1164420"/>
                </a:lnTo>
                <a:cubicBezTo>
                  <a:pt x="29220" y="1164420"/>
                  <a:pt x="0" y="1135199"/>
                  <a:pt x="0" y="1099154"/>
                </a:cubicBezTo>
                <a:lnTo>
                  <a:pt x="0" y="65265"/>
                </a:lnTo>
              </a:path>
            </a:pathLst>
          </a:custGeom>
          <a:noFill xmlns:a="http://schemas.openxmlformats.org/drawingml/2006/main"/>
          <a:ln xmlns:a="http://schemas.openxmlformats.org/drawingml/2006/main" w="18400">
            <a:solidFill>
              <a:srgbClr val="215F9A"/>
            </a:solidFill>
            <a:prstDash val="solid"/>
          </a:ln>
        </p:spPr>
      </p:sp>
      <p:sp>
        <p:nvSpPr>
          <p:cNvPr id="19" name="text-21 Question">
            <a:extLst xmlns:a="http://schemas.openxmlformats.org/drawingml/2006/main">
              <a:ext uri="{FF2B5EF4-FFF2-40B4-BE49-F238E27FC236}">
                <a16:creationId xmlns:a16="http://schemas.microsoft.com/office/drawing/2014/main" id="{AE918EE4-589B-40FE-BF92-4298A719DAE2}"/>
              </a:ext>
            </a:extLst>
          </p:cNvPr>
          <p:cNvSpPr>
            <a:spLocks xmlns:a="http://schemas.openxmlformats.org/drawingml/2006/main" noGrp="1"/>
          </p:cNvSpPr>
          <p:nvPr/>
        </p:nvSpPr>
        <p:spPr>
          <a:xfrm xmlns:a="http://schemas.openxmlformats.org/drawingml/2006/main" rot="0">
            <a:off x="4426780" y="801707"/>
            <a:ext cx="649515" cy="2061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9" b="0" i="0">
                <a:solidFill>
                  <a:srgbClr val="000000"/>
                </a:solidFill>
                <a:latin typeface="Comic Sans MS"/>
                <a:ea typeface="Comic Sans MS"/>
                <a:cs typeface="Comic Sans MS"/>
              </a:defRPr>
            </a:defPPr>
            <a:lvl1pPr algn="l">
              <a:defRPr sz="1159" b="0" i="0">
                <a:solidFill>
                  <a:srgbClr val="000000"/>
                </a:solidFill>
                <a:latin typeface="Comic Sans MS"/>
                <a:ea typeface="Comic Sans MS"/>
                <a:cs typeface="Comic Sans MS"/>
              </a:defRPr>
            </a:lvl1pPr>
            <a:lvl2pPr algn="l">
              <a:defRPr sz="1159" b="0" i="0">
                <a:solidFill>
                  <a:srgbClr val="000000"/>
                </a:solidFill>
                <a:latin typeface="Comic Sans MS"/>
                <a:ea typeface="Comic Sans MS"/>
                <a:cs typeface="Comic Sans MS"/>
              </a:defRPr>
            </a:lvl2pPr>
            <a:lvl3pPr algn="l">
              <a:defRPr sz="1159" b="0" i="0">
                <a:solidFill>
                  <a:srgbClr val="000000"/>
                </a:solidFill>
                <a:latin typeface="Comic Sans MS"/>
                <a:ea typeface="Comic Sans MS"/>
                <a:cs typeface="Comic Sans MS"/>
              </a:defRPr>
            </a:lvl3pPr>
            <a:lvl4pPr algn="l">
              <a:defRPr sz="1159" b="0" i="0">
                <a:solidFill>
                  <a:srgbClr val="000000"/>
                </a:solidFill>
                <a:latin typeface="Comic Sans MS"/>
                <a:ea typeface="Comic Sans MS"/>
                <a:cs typeface="Comic Sans MS"/>
              </a:defRPr>
            </a:lvl4pPr>
            <a:lvl5pPr algn="l">
              <a:defRPr sz="1159" b="0" i="0">
                <a:solidFill>
                  <a:srgbClr val="000000"/>
                </a:solidFill>
                <a:latin typeface="Comic Sans MS"/>
                <a:ea typeface="Comic Sans MS"/>
                <a:cs typeface="Comic Sans MS"/>
              </a:defRPr>
            </a:lvl5pPr>
            <a:lvl6pPr algn="l">
              <a:defRPr sz="1159" b="0" i="0">
                <a:solidFill>
                  <a:srgbClr val="000000"/>
                </a:solidFill>
                <a:latin typeface="Comic Sans MS"/>
                <a:ea typeface="Comic Sans MS"/>
                <a:cs typeface="Comic Sans MS"/>
              </a:defRPr>
            </a:lvl6pPr>
            <a:lvl7pPr algn="l">
              <a:defRPr sz="1159" b="0" i="0">
                <a:solidFill>
                  <a:srgbClr val="000000"/>
                </a:solidFill>
                <a:latin typeface="Comic Sans MS"/>
                <a:ea typeface="Comic Sans MS"/>
                <a:cs typeface="Comic Sans MS"/>
              </a:defRPr>
            </a:lvl7pPr>
            <a:lvl8pPr algn="l">
              <a:defRPr sz="1159" b="0" i="0">
                <a:solidFill>
                  <a:srgbClr val="000000"/>
                </a:solidFill>
                <a:latin typeface="Comic Sans MS"/>
                <a:ea typeface="Comic Sans MS"/>
                <a:cs typeface="Comic Sans MS"/>
              </a:defRPr>
            </a:lvl8pPr>
            <a:lvl9pPr algn="l">
              <a:defRPr sz="1159" b="0" i="0">
                <a:solidFill>
                  <a:srgbClr val="000000"/>
                </a:solidFill>
                <a:latin typeface="Comic Sans MS"/>
                <a:ea typeface="Comic Sans MS"/>
                <a:cs typeface="Comic Sans MS"/>
              </a:defRPr>
            </a:lvl9pPr>
          </a:lstStyle>
          <a:p xmlns:a="http://schemas.openxmlformats.org/drawingml/2006/main">
            <a:pPr algn="l">
              <a:lnSpc>
                <a:spcPct val="100000"/>
              </a:lnSpc>
              <a:buNone/>
              <a:defRPr sz="1159" b="0" i="0">
                <a:solidFill>
                  <a:srgbClr val="000000"/>
                </a:solidFill>
                <a:latin typeface="Comic Sans MS"/>
                <a:ea typeface="Comic Sans MS"/>
                <a:cs typeface="Comic Sans MS"/>
              </a:defRPr>
            </a:pPr>
            <a:r>
              <a:rPr sz="1159" b="0" i="0">
                <a:solidFill>
                  <a:srgbClr val="000000"/>
                </a:solidFill>
                <a:latin typeface="Comic Sans MS"/>
                <a:ea typeface="Comic Sans MS"/>
                <a:cs typeface="Comic Sans MS"/>
              </a:rPr>
              <a:t>Question</a:t>
            </a:r>
          </a:p>
        </p:txBody>
      </p:sp>
      <p:sp>
        <p:nvSpPr>
          <p:cNvPr id="20" name="path-23">
            <a:extLst xmlns:a="http://schemas.openxmlformats.org/drawingml/2006/main">
              <a:ext uri="{FF2B5EF4-FFF2-40B4-BE49-F238E27FC236}">
                <a16:creationId xmlns:a16="http://schemas.microsoft.com/office/drawing/2014/main" id="{916122F2-1835-4A5B-9533-7096282782CF}"/>
              </a:ext>
            </a:extLst>
          </p:cNvPr>
          <p:cNvSpPr>
            <a:spLocks xmlns:a="http://schemas.openxmlformats.org/drawingml/2006/main" noGrp="1"/>
          </p:cNvSpPr>
          <p:nvPr/>
        </p:nvSpPr>
        <p:spPr>
          <a:xfrm xmlns:a="http://schemas.openxmlformats.org/drawingml/2006/main">
            <a:off x="5120518" y="816580"/>
            <a:ext cx="106854" cy="168954"/>
          </a:xfrm>
          <a:custGeom xmlns:a="http://schemas.openxmlformats.org/drawingml/2006/main">
            <a:pathLst>
              <a:path w="106854" h="168954">
                <a:moveTo>
                  <a:pt x="52804" y="132250"/>
                </a:moveTo>
                <a:cubicBezTo>
                  <a:pt x="54274" y="136914"/>
                  <a:pt x="55647" y="140763"/>
                  <a:pt x="56925" y="143798"/>
                </a:cubicBezTo>
                <a:cubicBezTo>
                  <a:pt x="58203" y="146833"/>
                  <a:pt x="59433" y="149292"/>
                  <a:pt x="60615" y="151177"/>
                </a:cubicBezTo>
                <a:cubicBezTo>
                  <a:pt x="61797" y="153062"/>
                  <a:pt x="62963" y="154467"/>
                  <a:pt x="64113" y="155394"/>
                </a:cubicBezTo>
                <a:cubicBezTo>
                  <a:pt x="65263" y="156320"/>
                  <a:pt x="66413" y="156943"/>
                  <a:pt x="67563" y="157263"/>
                </a:cubicBezTo>
                <a:cubicBezTo>
                  <a:pt x="68713" y="157582"/>
                  <a:pt x="70054" y="157742"/>
                  <a:pt x="71588" y="157742"/>
                </a:cubicBezTo>
                <a:cubicBezTo>
                  <a:pt x="74015" y="157742"/>
                  <a:pt x="76475" y="157039"/>
                  <a:pt x="78967" y="155633"/>
                </a:cubicBezTo>
                <a:cubicBezTo>
                  <a:pt x="81458" y="154228"/>
                  <a:pt x="84238" y="151800"/>
                  <a:pt x="87304" y="148350"/>
                </a:cubicBezTo>
                <a:lnTo>
                  <a:pt x="92288" y="153717"/>
                </a:lnTo>
                <a:cubicBezTo>
                  <a:pt x="87176" y="159275"/>
                  <a:pt x="82417" y="163204"/>
                  <a:pt x="78008" y="165504"/>
                </a:cubicBezTo>
                <a:cubicBezTo>
                  <a:pt x="73600" y="167804"/>
                  <a:pt x="69064" y="168954"/>
                  <a:pt x="64400" y="168954"/>
                </a:cubicBezTo>
                <a:cubicBezTo>
                  <a:pt x="59097" y="168954"/>
                  <a:pt x="54769" y="167772"/>
                  <a:pt x="51415" y="165408"/>
                </a:cubicBezTo>
                <a:cubicBezTo>
                  <a:pt x="48060" y="163045"/>
                  <a:pt x="45154" y="159275"/>
                  <a:pt x="42694" y="154100"/>
                </a:cubicBezTo>
                <a:cubicBezTo>
                  <a:pt x="40234" y="148925"/>
                  <a:pt x="37854" y="142153"/>
                  <a:pt x="35554" y="133783"/>
                </a:cubicBezTo>
                <a:cubicBezTo>
                  <a:pt x="23990" y="133145"/>
                  <a:pt x="15174" y="129311"/>
                  <a:pt x="9104" y="122283"/>
                </a:cubicBezTo>
                <a:cubicBezTo>
                  <a:pt x="3035" y="115256"/>
                  <a:pt x="0" y="105353"/>
                  <a:pt x="0" y="92575"/>
                </a:cubicBezTo>
                <a:cubicBezTo>
                  <a:pt x="0" y="82992"/>
                  <a:pt x="1613" y="72163"/>
                  <a:pt x="4840" y="60088"/>
                </a:cubicBezTo>
                <a:cubicBezTo>
                  <a:pt x="8066" y="48013"/>
                  <a:pt x="12730" y="37359"/>
                  <a:pt x="18831" y="28127"/>
                </a:cubicBezTo>
                <a:cubicBezTo>
                  <a:pt x="24933" y="18895"/>
                  <a:pt x="32216" y="11899"/>
                  <a:pt x="40681" y="7140"/>
                </a:cubicBezTo>
                <a:cubicBezTo>
                  <a:pt x="49147" y="2380"/>
                  <a:pt x="58363" y="0"/>
                  <a:pt x="68329" y="0"/>
                </a:cubicBezTo>
                <a:cubicBezTo>
                  <a:pt x="80660" y="0"/>
                  <a:pt x="90163" y="3578"/>
                  <a:pt x="96840" y="10733"/>
                </a:cubicBezTo>
                <a:cubicBezTo>
                  <a:pt x="103516" y="17889"/>
                  <a:pt x="106854" y="28239"/>
                  <a:pt x="106854" y="41783"/>
                </a:cubicBezTo>
                <a:cubicBezTo>
                  <a:pt x="106854" y="50728"/>
                  <a:pt x="105449" y="60726"/>
                  <a:pt x="102638" y="71779"/>
                </a:cubicBezTo>
                <a:cubicBezTo>
                  <a:pt x="99826" y="82832"/>
                  <a:pt x="95961" y="92591"/>
                  <a:pt x="91042" y="101056"/>
                </a:cubicBezTo>
                <a:cubicBezTo>
                  <a:pt x="86122" y="109522"/>
                  <a:pt x="80420" y="116342"/>
                  <a:pt x="73935" y="121517"/>
                </a:cubicBezTo>
                <a:cubicBezTo>
                  <a:pt x="67451" y="126692"/>
                  <a:pt x="60407" y="130270"/>
                  <a:pt x="52804" y="132250"/>
                </a:cubicBezTo>
                <a:moveTo>
                  <a:pt x="88742" y="37758"/>
                </a:moveTo>
                <a:cubicBezTo>
                  <a:pt x="88742" y="28239"/>
                  <a:pt x="86985" y="20972"/>
                  <a:pt x="83471" y="15956"/>
                </a:cubicBezTo>
                <a:cubicBezTo>
                  <a:pt x="79957" y="10941"/>
                  <a:pt x="74558" y="8433"/>
                  <a:pt x="67275" y="8433"/>
                </a:cubicBezTo>
                <a:cubicBezTo>
                  <a:pt x="60375" y="8433"/>
                  <a:pt x="53938" y="10893"/>
                  <a:pt x="47965" y="15813"/>
                </a:cubicBezTo>
                <a:cubicBezTo>
                  <a:pt x="41991" y="20732"/>
                  <a:pt x="36752" y="27760"/>
                  <a:pt x="32248" y="36896"/>
                </a:cubicBezTo>
                <a:cubicBezTo>
                  <a:pt x="27744" y="46032"/>
                  <a:pt x="24246" y="56063"/>
                  <a:pt x="21754" y="66988"/>
                </a:cubicBezTo>
                <a:cubicBezTo>
                  <a:pt x="19263" y="77913"/>
                  <a:pt x="18017" y="87560"/>
                  <a:pt x="18017" y="95929"/>
                </a:cubicBezTo>
                <a:cubicBezTo>
                  <a:pt x="18017" y="115671"/>
                  <a:pt x="25204" y="125542"/>
                  <a:pt x="39579" y="125542"/>
                </a:cubicBezTo>
                <a:cubicBezTo>
                  <a:pt x="48460" y="125542"/>
                  <a:pt x="56606" y="121405"/>
                  <a:pt x="64017" y="113131"/>
                </a:cubicBezTo>
                <a:cubicBezTo>
                  <a:pt x="71428" y="104858"/>
                  <a:pt x="77401" y="93406"/>
                  <a:pt x="81938" y="78775"/>
                </a:cubicBezTo>
                <a:cubicBezTo>
                  <a:pt x="86474" y="64144"/>
                  <a:pt x="88742" y="50472"/>
                  <a:pt x="88742" y="37758"/>
                </a:cubicBezTo>
                <a:close/>
              </a:path>
            </a:pathLst>
          </a:custGeom>
          <a:solidFill xmlns:a="http://schemas.openxmlformats.org/drawingml/2006/main">
            <a:srgbClr val="000000"/>
          </a:solidFill>
          <a:ln xmlns:a="http://schemas.openxmlformats.org/drawingml/2006/main" w="0">
            <a:noFill/>
            <a:prstDash val="solid"/>
          </a:ln>
        </p:spPr>
      </p:sp>
      <p:sp>
        <p:nvSpPr>
          <p:cNvPr id="21" name="path-24">
            <a:extLst xmlns:a="http://schemas.openxmlformats.org/drawingml/2006/main">
              <a:ext uri="{FF2B5EF4-FFF2-40B4-BE49-F238E27FC236}">
                <a16:creationId xmlns:a16="http://schemas.microsoft.com/office/drawing/2014/main" id="{20731DE0-D11A-46DB-9085-FBBAEE2C654A}"/>
              </a:ext>
            </a:extLst>
          </p:cNvPr>
          <p:cNvSpPr>
            <a:spLocks xmlns:a="http://schemas.openxmlformats.org/drawingml/2006/main" noGrp="1"/>
          </p:cNvSpPr>
          <p:nvPr/>
        </p:nvSpPr>
        <p:spPr>
          <a:xfrm xmlns:a="http://schemas.openxmlformats.org/drawingml/2006/main">
            <a:off x="253778" y="2148349"/>
            <a:ext cx="5285015" cy="1909407"/>
          </a:xfrm>
          <a:custGeom xmlns:a="http://schemas.openxmlformats.org/drawingml/2006/main">
            <a:pathLst>
              <a:path w="5285015" h="1909407">
                <a:moveTo>
                  <a:pt x="0" y="250588"/>
                </a:moveTo>
                <a:cubicBezTo>
                  <a:pt x="0" y="112192"/>
                  <a:pt x="112192" y="0"/>
                  <a:pt x="250587" y="0"/>
                </a:cubicBezTo>
                <a:lnTo>
                  <a:pt x="5034428" y="0"/>
                </a:lnTo>
                <a:cubicBezTo>
                  <a:pt x="5172823" y="0"/>
                  <a:pt x="5285015" y="112192"/>
                  <a:pt x="5285015" y="250588"/>
                </a:cubicBezTo>
                <a:lnTo>
                  <a:pt x="5285015" y="1658819"/>
                </a:lnTo>
                <a:cubicBezTo>
                  <a:pt x="5285015" y="1797215"/>
                  <a:pt x="5172823" y="1909407"/>
                  <a:pt x="5034428" y="1909407"/>
                </a:cubicBezTo>
                <a:lnTo>
                  <a:pt x="250587" y="1909407"/>
                </a:lnTo>
                <a:cubicBezTo>
                  <a:pt x="112192" y="1909407"/>
                  <a:pt x="0" y="1797215"/>
                  <a:pt x="0" y="1658819"/>
                </a:cubicBezTo>
                <a:lnTo>
                  <a:pt x="0" y="250588"/>
                </a:lnTo>
              </a:path>
            </a:pathLst>
          </a:custGeom>
          <a:noFill xmlns:a="http://schemas.openxmlformats.org/drawingml/2006/main"/>
          <a:ln xmlns:a="http://schemas.openxmlformats.org/drawingml/2006/main" w="13800">
            <a:solidFill>
              <a:srgbClr val="1F5FBF"/>
            </a:solidFill>
            <a:prstDash val="dash"/>
          </a:ln>
        </p:spPr>
      </p:sp>
      <p:pic>
        <p:nvPicPr>
          <p:cNvPr id="22" name="">
            <a:extLst xmlns:a="http://schemas.openxmlformats.org/drawingml/2006/main">
              <a:ext uri="{FF2B5EF4-FFF2-40B4-BE49-F238E27FC236}">
                <a16:creationId xmlns:a16="http://schemas.microsoft.com/office/drawing/2014/main" id="{66713798-E7C4-4E22-BF7A-0D6F48DCC9A4}"/>
              </a:ext>
            </a:extLst>
          </p:cNvPr>
          <p:cNvPicPr>
            <a:picLocks xmlns:a="http://schemas.openxmlformats.org/drawingml/2006/main" noChangeAspect="1"/>
          </p:cNvPicPr>
          <p:nvPr/>
        </p:nvPicPr>
        <p:blipFill>
          <a:blip xmlns:r="http://schemas.openxmlformats.org/officeDocument/2006/relationships" xmlns:a="http://schemas.openxmlformats.org/drawingml/2006/main" r:embed="Rc5dbb8480ae54559"/>
          <a:stretch xmlns:a="http://schemas.openxmlformats.org/drawingml/2006/main"/>
        </p:blipFill>
        <p:spPr>
          <a:xfrm xmlns:a="http://schemas.openxmlformats.org/drawingml/2006/main">
            <a:off x="590550" y="2524125"/>
            <a:ext cx="504825" cy="457200"/>
          </a:xfrm>
          <a:prstGeom xmlns:a="http://schemas.openxmlformats.org/drawingml/2006/main" prst="rect">
            <a:avLst/>
          </a:prstGeom>
        </p:spPr>
      </p:pic>
      <p:pic>
        <p:nvPicPr>
          <p:cNvPr id="23" name="">
            <a:extLst xmlns:a="http://schemas.openxmlformats.org/drawingml/2006/main">
              <a:ext uri="{FF2B5EF4-FFF2-40B4-BE49-F238E27FC236}">
                <a16:creationId xmlns:a16="http://schemas.microsoft.com/office/drawing/2014/main" id="{928C62C6-512D-44CF-AEF4-7EB3A9433726}"/>
              </a:ext>
            </a:extLst>
          </p:cNvPr>
          <p:cNvPicPr>
            <a:picLocks xmlns:a="http://schemas.openxmlformats.org/drawingml/2006/main" noChangeAspect="1"/>
          </p:cNvPicPr>
          <p:nvPr/>
        </p:nvPicPr>
        <p:blipFill>
          <a:blip xmlns:r="http://schemas.openxmlformats.org/officeDocument/2006/relationships" xmlns:a="http://schemas.openxmlformats.org/drawingml/2006/main" r:embed="R72fd07edc2d64044"/>
          <a:stretch xmlns:a="http://schemas.openxmlformats.org/drawingml/2006/main"/>
        </p:blipFill>
        <p:spPr>
          <a:xfrm xmlns:a="http://schemas.openxmlformats.org/drawingml/2006/main">
            <a:off x="1685925" y="2562225"/>
            <a:ext cx="390525" cy="390525"/>
          </a:xfrm>
          <a:prstGeom xmlns:a="http://schemas.openxmlformats.org/drawingml/2006/main" prst="rect">
            <a:avLst/>
          </a:prstGeom>
        </p:spPr>
      </p:pic>
      <p:pic>
        <p:nvPicPr>
          <p:cNvPr id="24" name="">
            <a:extLst xmlns:a="http://schemas.openxmlformats.org/drawingml/2006/main">
              <a:ext uri="{FF2B5EF4-FFF2-40B4-BE49-F238E27FC236}">
                <a16:creationId xmlns:a16="http://schemas.microsoft.com/office/drawing/2014/main" id="{4CDEA99E-1641-4D51-A436-33200CD75CA5}"/>
              </a:ext>
            </a:extLst>
          </p:cNvPr>
          <p:cNvPicPr>
            <a:picLocks xmlns:a="http://schemas.openxmlformats.org/drawingml/2006/main" noChangeAspect="1"/>
          </p:cNvPicPr>
          <p:nvPr/>
        </p:nvPicPr>
        <p:blipFill>
          <a:blip xmlns:r="http://schemas.openxmlformats.org/officeDocument/2006/relationships" xmlns:a="http://schemas.openxmlformats.org/drawingml/2006/main" r:embed="R8069a0c856694296"/>
          <a:stretch xmlns:a="http://schemas.openxmlformats.org/drawingml/2006/main"/>
        </p:blipFill>
        <p:spPr>
          <a:xfrm xmlns:a="http://schemas.openxmlformats.org/drawingml/2006/main">
            <a:off x="2676525" y="2571750"/>
            <a:ext cx="447675" cy="371475"/>
          </a:xfrm>
          <a:prstGeom xmlns:a="http://schemas.openxmlformats.org/drawingml/2006/main" prst="rect">
            <a:avLst/>
          </a:prstGeom>
        </p:spPr>
      </p:pic>
      <p:pic>
        <p:nvPicPr>
          <p:cNvPr id="25" name="">
            <a:extLst xmlns:a="http://schemas.openxmlformats.org/drawingml/2006/main">
              <a:ext uri="{FF2B5EF4-FFF2-40B4-BE49-F238E27FC236}">
                <a16:creationId xmlns:a16="http://schemas.microsoft.com/office/drawing/2014/main" id="{11719EE6-1DC8-4959-94A2-0976E7B0EF5F}"/>
              </a:ext>
            </a:extLst>
          </p:cNvPr>
          <p:cNvPicPr>
            <a:picLocks xmlns:a="http://schemas.openxmlformats.org/drawingml/2006/main" noChangeAspect="1"/>
          </p:cNvPicPr>
          <p:nvPr/>
        </p:nvPicPr>
        <p:blipFill>
          <a:blip xmlns:r="http://schemas.openxmlformats.org/officeDocument/2006/relationships" xmlns:a="http://schemas.openxmlformats.org/drawingml/2006/main" r:embed="Re27474c1c5804ce7"/>
          <a:stretch xmlns:a="http://schemas.openxmlformats.org/drawingml/2006/main"/>
        </p:blipFill>
        <p:spPr>
          <a:xfrm xmlns:a="http://schemas.openxmlformats.org/drawingml/2006/main">
            <a:off x="3724275" y="2543175"/>
            <a:ext cx="419100" cy="428625"/>
          </a:xfrm>
          <a:prstGeom xmlns:a="http://schemas.openxmlformats.org/drawingml/2006/main" prst="rect">
            <a:avLst/>
          </a:prstGeom>
        </p:spPr>
      </p:pic>
      <p:pic>
        <p:nvPicPr>
          <p:cNvPr id="26" name="">
            <a:extLst xmlns:a="http://schemas.openxmlformats.org/drawingml/2006/main">
              <a:ext uri="{FF2B5EF4-FFF2-40B4-BE49-F238E27FC236}">
                <a16:creationId xmlns:a16="http://schemas.microsoft.com/office/drawing/2014/main" id="{7E6B8FB7-A1EB-4DDD-B3C8-3659AB757572}"/>
              </a:ext>
            </a:extLst>
          </p:cNvPr>
          <p:cNvPicPr>
            <a:picLocks xmlns:a="http://schemas.openxmlformats.org/drawingml/2006/main" noChangeAspect="1"/>
          </p:cNvPicPr>
          <p:nvPr/>
        </p:nvPicPr>
        <p:blipFill>
          <a:blip xmlns:r="http://schemas.openxmlformats.org/officeDocument/2006/relationships" xmlns:a="http://schemas.openxmlformats.org/drawingml/2006/main" r:embed="Rb2057c18a16347b1"/>
          <a:stretch xmlns:a="http://schemas.openxmlformats.org/drawingml/2006/main"/>
        </p:blipFill>
        <p:spPr>
          <a:xfrm xmlns:a="http://schemas.openxmlformats.org/drawingml/2006/main">
            <a:off x="4733925" y="2543175"/>
            <a:ext cx="419100" cy="419100"/>
          </a:xfrm>
          <a:prstGeom xmlns:a="http://schemas.openxmlformats.org/drawingml/2006/main" prst="rect">
            <a:avLst/>
          </a:prstGeom>
        </p:spPr>
      </p:pic>
      <p:pic>
        <p:nvPicPr>
          <p:cNvPr id="27" name="">
            <a:extLst xmlns:a="http://schemas.openxmlformats.org/drawingml/2006/main">
              <a:ext uri="{FF2B5EF4-FFF2-40B4-BE49-F238E27FC236}">
                <a16:creationId xmlns:a16="http://schemas.microsoft.com/office/drawing/2014/main" id="{868A2C74-385E-45FD-A575-5D7CF62E2D16}"/>
              </a:ext>
            </a:extLst>
          </p:cNvPr>
          <p:cNvPicPr>
            <a:picLocks xmlns:a="http://schemas.openxmlformats.org/drawingml/2006/main" noChangeAspect="1"/>
          </p:cNvPicPr>
          <p:nvPr/>
        </p:nvPicPr>
        <p:blipFill>
          <a:blip xmlns:r="http://schemas.openxmlformats.org/officeDocument/2006/relationships" xmlns:a="http://schemas.openxmlformats.org/drawingml/2006/main" r:embed="Re717b2da113349c1"/>
          <a:stretch xmlns:a="http://schemas.openxmlformats.org/drawingml/2006/main"/>
        </p:blipFill>
        <p:spPr>
          <a:xfrm xmlns:a="http://schemas.openxmlformats.org/drawingml/2006/main">
            <a:off x="1447800" y="3333750"/>
            <a:ext cx="419100" cy="419100"/>
          </a:xfrm>
          <a:prstGeom xmlns:a="http://schemas.openxmlformats.org/drawingml/2006/main" prst="rect">
            <a:avLst/>
          </a:prstGeom>
        </p:spPr>
      </p:pic>
      <p:pic>
        <p:nvPicPr>
          <p:cNvPr id="28" name="">
            <a:extLst xmlns:a="http://schemas.openxmlformats.org/drawingml/2006/main">
              <a:ext uri="{FF2B5EF4-FFF2-40B4-BE49-F238E27FC236}">
                <a16:creationId xmlns:a16="http://schemas.microsoft.com/office/drawing/2014/main" id="{B42A1759-0084-4EFD-91EF-9AEB90EBFA75}"/>
              </a:ext>
            </a:extLst>
          </p:cNvPr>
          <p:cNvPicPr>
            <a:picLocks xmlns:a="http://schemas.openxmlformats.org/drawingml/2006/main" noChangeAspect="1"/>
          </p:cNvPicPr>
          <p:nvPr/>
        </p:nvPicPr>
        <p:blipFill>
          <a:blip xmlns:r="http://schemas.openxmlformats.org/officeDocument/2006/relationships" xmlns:a="http://schemas.openxmlformats.org/drawingml/2006/main" r:embed="R6a2d26ee7b7746d3"/>
          <a:stretch xmlns:a="http://schemas.openxmlformats.org/drawingml/2006/main"/>
        </p:blipFill>
        <p:spPr>
          <a:xfrm xmlns:a="http://schemas.openxmlformats.org/drawingml/2006/main">
            <a:off x="638175" y="3333750"/>
            <a:ext cx="381000" cy="419100"/>
          </a:xfrm>
          <a:prstGeom xmlns:a="http://schemas.openxmlformats.org/drawingml/2006/main" prst="rect">
            <a:avLst/>
          </a:prstGeom>
        </p:spPr>
      </p:pic>
      <p:sp>
        <p:nvSpPr>
          <p:cNvPr id="29" name="text-32 Image">
            <a:extLst xmlns:a="http://schemas.openxmlformats.org/drawingml/2006/main">
              <a:ext uri="{FF2B5EF4-FFF2-40B4-BE49-F238E27FC236}">
                <a16:creationId xmlns:a16="http://schemas.microsoft.com/office/drawing/2014/main" id="{5D30EFB6-0F68-4D5E-8D4C-273C7DBF62A7}"/>
              </a:ext>
            </a:extLst>
          </p:cNvPr>
          <p:cNvSpPr>
            <a:spLocks xmlns:a="http://schemas.openxmlformats.org/drawingml/2006/main" noGrp="1"/>
          </p:cNvSpPr>
          <p:nvPr/>
        </p:nvSpPr>
        <p:spPr>
          <a:xfrm xmlns:a="http://schemas.openxmlformats.org/drawingml/2006/main" rot="0">
            <a:off x="423858" y="3006122"/>
            <a:ext cx="402551" cy="1822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5" b="0" i="0">
                <a:solidFill>
                  <a:srgbClr val="000000"/>
                </a:solidFill>
                <a:latin typeface="Comic Sans MS"/>
                <a:ea typeface="Comic Sans MS"/>
                <a:cs typeface="Comic Sans MS"/>
              </a:defRPr>
            </a:defPPr>
            <a:lvl1pPr algn="l">
              <a:defRPr sz="1025" b="0" i="0">
                <a:solidFill>
                  <a:srgbClr val="000000"/>
                </a:solidFill>
                <a:latin typeface="Comic Sans MS"/>
                <a:ea typeface="Comic Sans MS"/>
                <a:cs typeface="Comic Sans MS"/>
              </a:defRPr>
            </a:lvl1pPr>
            <a:lvl2pPr algn="l">
              <a:defRPr sz="1025" b="0" i="0">
                <a:solidFill>
                  <a:srgbClr val="000000"/>
                </a:solidFill>
                <a:latin typeface="Comic Sans MS"/>
                <a:ea typeface="Comic Sans MS"/>
                <a:cs typeface="Comic Sans MS"/>
              </a:defRPr>
            </a:lvl2pPr>
            <a:lvl3pPr algn="l">
              <a:defRPr sz="1025" b="0" i="0">
                <a:solidFill>
                  <a:srgbClr val="000000"/>
                </a:solidFill>
                <a:latin typeface="Comic Sans MS"/>
                <a:ea typeface="Comic Sans MS"/>
                <a:cs typeface="Comic Sans MS"/>
              </a:defRPr>
            </a:lvl3pPr>
            <a:lvl4pPr algn="l">
              <a:defRPr sz="1025" b="0" i="0">
                <a:solidFill>
                  <a:srgbClr val="000000"/>
                </a:solidFill>
                <a:latin typeface="Comic Sans MS"/>
                <a:ea typeface="Comic Sans MS"/>
                <a:cs typeface="Comic Sans MS"/>
              </a:defRPr>
            </a:lvl4pPr>
            <a:lvl5pPr algn="l">
              <a:defRPr sz="1025" b="0" i="0">
                <a:solidFill>
                  <a:srgbClr val="000000"/>
                </a:solidFill>
                <a:latin typeface="Comic Sans MS"/>
                <a:ea typeface="Comic Sans MS"/>
                <a:cs typeface="Comic Sans MS"/>
              </a:defRPr>
            </a:lvl5pPr>
            <a:lvl6pPr algn="l">
              <a:defRPr sz="1025" b="0" i="0">
                <a:solidFill>
                  <a:srgbClr val="000000"/>
                </a:solidFill>
                <a:latin typeface="Comic Sans MS"/>
                <a:ea typeface="Comic Sans MS"/>
                <a:cs typeface="Comic Sans MS"/>
              </a:defRPr>
            </a:lvl6pPr>
            <a:lvl7pPr algn="l">
              <a:defRPr sz="1025" b="0" i="0">
                <a:solidFill>
                  <a:srgbClr val="000000"/>
                </a:solidFill>
                <a:latin typeface="Comic Sans MS"/>
                <a:ea typeface="Comic Sans MS"/>
                <a:cs typeface="Comic Sans MS"/>
              </a:defRPr>
            </a:lvl7pPr>
            <a:lvl8pPr algn="l">
              <a:defRPr sz="1025" b="0" i="0">
                <a:solidFill>
                  <a:srgbClr val="000000"/>
                </a:solidFill>
                <a:latin typeface="Comic Sans MS"/>
                <a:ea typeface="Comic Sans MS"/>
                <a:cs typeface="Comic Sans MS"/>
              </a:defRPr>
            </a:lvl8pPr>
            <a:lvl9pPr algn="l">
              <a:defRPr sz="1025" b="0" i="0">
                <a:solidFill>
                  <a:srgbClr val="000000"/>
                </a:solidFill>
                <a:latin typeface="Comic Sans MS"/>
                <a:ea typeface="Comic Sans MS"/>
                <a:cs typeface="Comic Sans MS"/>
              </a:defRPr>
            </a:lvl9pPr>
          </a:lstStyle>
          <a:p xmlns:a="http://schemas.openxmlformats.org/drawingml/2006/main">
            <a:pPr algn="l">
              <a:lnSpc>
                <a:spcPct val="100000"/>
              </a:lnSpc>
              <a:buNone/>
              <a:defRPr sz="1025" b="0" i="0">
                <a:solidFill>
                  <a:srgbClr val="000000"/>
                </a:solidFill>
                <a:latin typeface="Comic Sans MS"/>
                <a:ea typeface="Comic Sans MS"/>
                <a:cs typeface="Comic Sans MS"/>
              </a:defRPr>
            </a:pPr>
            <a:r>
              <a:rPr sz="1025" b="0" i="0">
                <a:solidFill>
                  <a:srgbClr val="000000"/>
                </a:solidFill>
                <a:latin typeface="Comic Sans MS"/>
                <a:ea typeface="Comic Sans MS"/>
                <a:cs typeface="Comic Sans MS"/>
              </a:rPr>
              <a:t>Image</a:t>
            </a:r>
          </a:p>
        </p:txBody>
      </p:sp>
      <p:sp>
        <p:nvSpPr>
          <p:cNvPr id="30" name="text-32 Search">
            <a:extLst xmlns:a="http://schemas.openxmlformats.org/drawingml/2006/main">
              <a:ext uri="{FF2B5EF4-FFF2-40B4-BE49-F238E27FC236}">
                <a16:creationId xmlns:a16="http://schemas.microsoft.com/office/drawing/2014/main" id="{DD7A1569-99E6-493A-9ED2-FD0F5C658651}"/>
              </a:ext>
            </a:extLst>
          </p:cNvPr>
          <p:cNvSpPr>
            <a:spLocks xmlns:a="http://schemas.openxmlformats.org/drawingml/2006/main" noGrp="1"/>
          </p:cNvSpPr>
          <p:nvPr/>
        </p:nvSpPr>
        <p:spPr>
          <a:xfrm xmlns:a="http://schemas.openxmlformats.org/drawingml/2006/main" rot="0">
            <a:off x="837861" y="3006728"/>
            <a:ext cx="453918" cy="181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0" b="0" i="0">
                <a:solidFill>
                  <a:srgbClr val="000000"/>
                </a:solidFill>
                <a:latin typeface="Comic Sans MS"/>
                <a:ea typeface="Comic Sans MS"/>
                <a:cs typeface="Comic Sans MS"/>
              </a:defRPr>
            </a:defPPr>
            <a:lvl1pPr algn="l">
              <a:defRPr sz="1020" b="0" i="0">
                <a:solidFill>
                  <a:srgbClr val="000000"/>
                </a:solidFill>
                <a:latin typeface="Comic Sans MS"/>
                <a:ea typeface="Comic Sans MS"/>
                <a:cs typeface="Comic Sans MS"/>
              </a:defRPr>
            </a:lvl1pPr>
            <a:lvl2pPr algn="l">
              <a:defRPr sz="1020" b="0" i="0">
                <a:solidFill>
                  <a:srgbClr val="000000"/>
                </a:solidFill>
                <a:latin typeface="Comic Sans MS"/>
                <a:ea typeface="Comic Sans MS"/>
                <a:cs typeface="Comic Sans MS"/>
              </a:defRPr>
            </a:lvl2pPr>
            <a:lvl3pPr algn="l">
              <a:defRPr sz="1020" b="0" i="0">
                <a:solidFill>
                  <a:srgbClr val="000000"/>
                </a:solidFill>
                <a:latin typeface="Comic Sans MS"/>
                <a:ea typeface="Comic Sans MS"/>
                <a:cs typeface="Comic Sans MS"/>
              </a:defRPr>
            </a:lvl3pPr>
            <a:lvl4pPr algn="l">
              <a:defRPr sz="1020" b="0" i="0">
                <a:solidFill>
                  <a:srgbClr val="000000"/>
                </a:solidFill>
                <a:latin typeface="Comic Sans MS"/>
                <a:ea typeface="Comic Sans MS"/>
                <a:cs typeface="Comic Sans MS"/>
              </a:defRPr>
            </a:lvl4pPr>
            <a:lvl5pPr algn="l">
              <a:defRPr sz="1020" b="0" i="0">
                <a:solidFill>
                  <a:srgbClr val="000000"/>
                </a:solidFill>
                <a:latin typeface="Comic Sans MS"/>
                <a:ea typeface="Comic Sans MS"/>
                <a:cs typeface="Comic Sans MS"/>
              </a:defRPr>
            </a:lvl5pPr>
            <a:lvl6pPr algn="l">
              <a:defRPr sz="1020" b="0" i="0">
                <a:solidFill>
                  <a:srgbClr val="000000"/>
                </a:solidFill>
                <a:latin typeface="Comic Sans MS"/>
                <a:ea typeface="Comic Sans MS"/>
                <a:cs typeface="Comic Sans MS"/>
              </a:defRPr>
            </a:lvl6pPr>
            <a:lvl7pPr algn="l">
              <a:defRPr sz="1020" b="0" i="0">
                <a:solidFill>
                  <a:srgbClr val="000000"/>
                </a:solidFill>
                <a:latin typeface="Comic Sans MS"/>
                <a:ea typeface="Comic Sans MS"/>
                <a:cs typeface="Comic Sans MS"/>
              </a:defRPr>
            </a:lvl7pPr>
            <a:lvl8pPr algn="l">
              <a:defRPr sz="1020" b="0" i="0">
                <a:solidFill>
                  <a:srgbClr val="000000"/>
                </a:solidFill>
                <a:latin typeface="Comic Sans MS"/>
                <a:ea typeface="Comic Sans MS"/>
                <a:cs typeface="Comic Sans MS"/>
              </a:defRPr>
            </a:lvl8pPr>
            <a:lvl9pPr algn="l">
              <a:defRPr sz="1020" b="0" i="0">
                <a:solidFill>
                  <a:srgbClr val="000000"/>
                </a:solidFill>
                <a:latin typeface="Comic Sans MS"/>
                <a:ea typeface="Comic Sans MS"/>
                <a:cs typeface="Comic Sans MS"/>
              </a:defRPr>
            </a:lvl9pPr>
          </a:lstStyle>
          <a:p xmlns:a="http://schemas.openxmlformats.org/drawingml/2006/main">
            <a:pPr algn="l">
              <a:lnSpc>
                <a:spcPct val="100000"/>
              </a:lnSpc>
              <a:buNone/>
              <a:defRPr sz="1020" b="0" i="0">
                <a:solidFill>
                  <a:srgbClr val="000000"/>
                </a:solidFill>
                <a:latin typeface="Comic Sans MS"/>
                <a:ea typeface="Comic Sans MS"/>
                <a:cs typeface="Comic Sans MS"/>
              </a:defRPr>
            </a:pPr>
            <a:r>
              <a:rPr sz="1020" b="0" i="0">
                <a:solidFill>
                  <a:srgbClr val="000000"/>
                </a:solidFill>
                <a:latin typeface="Comic Sans MS"/>
                <a:ea typeface="Comic Sans MS"/>
                <a:cs typeface="Comic Sans MS"/>
              </a:rPr>
              <a:t>Search</a:t>
            </a:r>
          </a:p>
        </p:txBody>
      </p:sp>
      <p:sp>
        <p:nvSpPr>
          <p:cNvPr id="31" name="text-33 Text">
            <a:extLst xmlns:a="http://schemas.openxmlformats.org/drawingml/2006/main">
              <a:ext uri="{FF2B5EF4-FFF2-40B4-BE49-F238E27FC236}">
                <a16:creationId xmlns:a16="http://schemas.microsoft.com/office/drawing/2014/main" id="{3E9E27DE-4E95-4658-97B0-FF285FA8A04E}"/>
              </a:ext>
            </a:extLst>
          </p:cNvPr>
          <p:cNvSpPr>
            <a:spLocks xmlns:a="http://schemas.openxmlformats.org/drawingml/2006/main" noGrp="1"/>
          </p:cNvSpPr>
          <p:nvPr/>
        </p:nvSpPr>
        <p:spPr>
          <a:xfrm xmlns:a="http://schemas.openxmlformats.org/drawingml/2006/main" rot="0">
            <a:off x="1541720" y="3005978"/>
            <a:ext cx="321569" cy="1824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6" b="0" i="0">
                <a:solidFill>
                  <a:srgbClr val="000000"/>
                </a:solidFill>
                <a:latin typeface="Comic Sans MS"/>
                <a:ea typeface="Comic Sans MS"/>
                <a:cs typeface="Comic Sans MS"/>
              </a:defRPr>
            </a:defPPr>
            <a:lvl1pPr algn="l">
              <a:defRPr sz="1026" b="0" i="0">
                <a:solidFill>
                  <a:srgbClr val="000000"/>
                </a:solidFill>
                <a:latin typeface="Comic Sans MS"/>
                <a:ea typeface="Comic Sans MS"/>
                <a:cs typeface="Comic Sans MS"/>
              </a:defRPr>
            </a:lvl1pPr>
            <a:lvl2pPr algn="l">
              <a:defRPr sz="1026" b="0" i="0">
                <a:solidFill>
                  <a:srgbClr val="000000"/>
                </a:solidFill>
                <a:latin typeface="Comic Sans MS"/>
                <a:ea typeface="Comic Sans MS"/>
                <a:cs typeface="Comic Sans MS"/>
              </a:defRPr>
            </a:lvl2pPr>
            <a:lvl3pPr algn="l">
              <a:defRPr sz="1026" b="0" i="0">
                <a:solidFill>
                  <a:srgbClr val="000000"/>
                </a:solidFill>
                <a:latin typeface="Comic Sans MS"/>
                <a:ea typeface="Comic Sans MS"/>
                <a:cs typeface="Comic Sans MS"/>
              </a:defRPr>
            </a:lvl3pPr>
            <a:lvl4pPr algn="l">
              <a:defRPr sz="1026" b="0" i="0">
                <a:solidFill>
                  <a:srgbClr val="000000"/>
                </a:solidFill>
                <a:latin typeface="Comic Sans MS"/>
                <a:ea typeface="Comic Sans MS"/>
                <a:cs typeface="Comic Sans MS"/>
              </a:defRPr>
            </a:lvl4pPr>
            <a:lvl5pPr algn="l">
              <a:defRPr sz="1026" b="0" i="0">
                <a:solidFill>
                  <a:srgbClr val="000000"/>
                </a:solidFill>
                <a:latin typeface="Comic Sans MS"/>
                <a:ea typeface="Comic Sans MS"/>
                <a:cs typeface="Comic Sans MS"/>
              </a:defRPr>
            </a:lvl5pPr>
            <a:lvl6pPr algn="l">
              <a:defRPr sz="1026" b="0" i="0">
                <a:solidFill>
                  <a:srgbClr val="000000"/>
                </a:solidFill>
                <a:latin typeface="Comic Sans MS"/>
                <a:ea typeface="Comic Sans MS"/>
                <a:cs typeface="Comic Sans MS"/>
              </a:defRPr>
            </a:lvl6pPr>
            <a:lvl7pPr algn="l">
              <a:defRPr sz="1026" b="0" i="0">
                <a:solidFill>
                  <a:srgbClr val="000000"/>
                </a:solidFill>
                <a:latin typeface="Comic Sans MS"/>
                <a:ea typeface="Comic Sans MS"/>
                <a:cs typeface="Comic Sans MS"/>
              </a:defRPr>
            </a:lvl7pPr>
            <a:lvl8pPr algn="l">
              <a:defRPr sz="1026" b="0" i="0">
                <a:solidFill>
                  <a:srgbClr val="000000"/>
                </a:solidFill>
                <a:latin typeface="Comic Sans MS"/>
                <a:ea typeface="Comic Sans MS"/>
                <a:cs typeface="Comic Sans MS"/>
              </a:defRPr>
            </a:lvl8pPr>
            <a:lvl9pPr algn="l">
              <a:defRPr sz="1026" b="0" i="0">
                <a:solidFill>
                  <a:srgbClr val="000000"/>
                </a:solidFill>
                <a:latin typeface="Comic Sans MS"/>
                <a:ea typeface="Comic Sans MS"/>
                <a:cs typeface="Comic Sans MS"/>
              </a:defRPr>
            </a:lvl9pPr>
          </a:lstStyle>
          <a:p xmlns:a="http://schemas.openxmlformats.org/drawingml/2006/main">
            <a:pPr algn="l">
              <a:lnSpc>
                <a:spcPct val="100000"/>
              </a:lnSpc>
              <a:buNone/>
              <a:defRPr sz="1026" b="0" i="0">
                <a:solidFill>
                  <a:srgbClr val="000000"/>
                </a:solidFill>
                <a:latin typeface="Comic Sans MS"/>
                <a:ea typeface="Comic Sans MS"/>
                <a:cs typeface="Comic Sans MS"/>
              </a:defRPr>
            </a:pPr>
            <a:r>
              <a:rPr sz="1026" b="0" i="0">
                <a:solidFill>
                  <a:srgbClr val="000000"/>
                </a:solidFill>
                <a:latin typeface="Comic Sans MS"/>
                <a:ea typeface="Comic Sans MS"/>
                <a:cs typeface="Comic Sans MS"/>
              </a:rPr>
              <a:t>Text</a:t>
            </a:r>
          </a:p>
        </p:txBody>
      </p:sp>
      <p:sp>
        <p:nvSpPr>
          <p:cNvPr id="32" name="text-33 Search">
            <a:extLst xmlns:a="http://schemas.openxmlformats.org/drawingml/2006/main">
              <a:ext uri="{FF2B5EF4-FFF2-40B4-BE49-F238E27FC236}">
                <a16:creationId xmlns:a16="http://schemas.microsoft.com/office/drawing/2014/main" id="{595C38D5-C3CB-405C-8DF2-A2AA6C2E10B5}"/>
              </a:ext>
            </a:extLst>
          </p:cNvPr>
          <p:cNvSpPr>
            <a:spLocks xmlns:a="http://schemas.openxmlformats.org/drawingml/2006/main" noGrp="1"/>
          </p:cNvSpPr>
          <p:nvPr/>
        </p:nvSpPr>
        <p:spPr>
          <a:xfrm xmlns:a="http://schemas.openxmlformats.org/drawingml/2006/main" rot="0">
            <a:off x="1875883" y="3006728"/>
            <a:ext cx="453918" cy="181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0" b="0" i="0">
                <a:solidFill>
                  <a:srgbClr val="000000"/>
                </a:solidFill>
                <a:latin typeface="Comic Sans MS"/>
                <a:ea typeface="Comic Sans MS"/>
                <a:cs typeface="Comic Sans MS"/>
              </a:defRPr>
            </a:defPPr>
            <a:lvl1pPr algn="l">
              <a:defRPr sz="1020" b="0" i="0">
                <a:solidFill>
                  <a:srgbClr val="000000"/>
                </a:solidFill>
                <a:latin typeface="Comic Sans MS"/>
                <a:ea typeface="Comic Sans MS"/>
                <a:cs typeface="Comic Sans MS"/>
              </a:defRPr>
            </a:lvl1pPr>
            <a:lvl2pPr algn="l">
              <a:defRPr sz="1020" b="0" i="0">
                <a:solidFill>
                  <a:srgbClr val="000000"/>
                </a:solidFill>
                <a:latin typeface="Comic Sans MS"/>
                <a:ea typeface="Comic Sans MS"/>
                <a:cs typeface="Comic Sans MS"/>
              </a:defRPr>
            </a:lvl2pPr>
            <a:lvl3pPr algn="l">
              <a:defRPr sz="1020" b="0" i="0">
                <a:solidFill>
                  <a:srgbClr val="000000"/>
                </a:solidFill>
                <a:latin typeface="Comic Sans MS"/>
                <a:ea typeface="Comic Sans MS"/>
                <a:cs typeface="Comic Sans MS"/>
              </a:defRPr>
            </a:lvl3pPr>
            <a:lvl4pPr algn="l">
              <a:defRPr sz="1020" b="0" i="0">
                <a:solidFill>
                  <a:srgbClr val="000000"/>
                </a:solidFill>
                <a:latin typeface="Comic Sans MS"/>
                <a:ea typeface="Comic Sans MS"/>
                <a:cs typeface="Comic Sans MS"/>
              </a:defRPr>
            </a:lvl4pPr>
            <a:lvl5pPr algn="l">
              <a:defRPr sz="1020" b="0" i="0">
                <a:solidFill>
                  <a:srgbClr val="000000"/>
                </a:solidFill>
                <a:latin typeface="Comic Sans MS"/>
                <a:ea typeface="Comic Sans MS"/>
                <a:cs typeface="Comic Sans MS"/>
              </a:defRPr>
            </a:lvl5pPr>
            <a:lvl6pPr algn="l">
              <a:defRPr sz="1020" b="0" i="0">
                <a:solidFill>
                  <a:srgbClr val="000000"/>
                </a:solidFill>
                <a:latin typeface="Comic Sans MS"/>
                <a:ea typeface="Comic Sans MS"/>
                <a:cs typeface="Comic Sans MS"/>
              </a:defRPr>
            </a:lvl6pPr>
            <a:lvl7pPr algn="l">
              <a:defRPr sz="1020" b="0" i="0">
                <a:solidFill>
                  <a:srgbClr val="000000"/>
                </a:solidFill>
                <a:latin typeface="Comic Sans MS"/>
                <a:ea typeface="Comic Sans MS"/>
                <a:cs typeface="Comic Sans MS"/>
              </a:defRPr>
            </a:lvl7pPr>
            <a:lvl8pPr algn="l">
              <a:defRPr sz="1020" b="0" i="0">
                <a:solidFill>
                  <a:srgbClr val="000000"/>
                </a:solidFill>
                <a:latin typeface="Comic Sans MS"/>
                <a:ea typeface="Comic Sans MS"/>
                <a:cs typeface="Comic Sans MS"/>
              </a:defRPr>
            </a:lvl8pPr>
            <a:lvl9pPr algn="l">
              <a:defRPr sz="1020" b="0" i="0">
                <a:solidFill>
                  <a:srgbClr val="000000"/>
                </a:solidFill>
                <a:latin typeface="Comic Sans MS"/>
                <a:ea typeface="Comic Sans MS"/>
                <a:cs typeface="Comic Sans MS"/>
              </a:defRPr>
            </a:lvl9pPr>
          </a:lstStyle>
          <a:p xmlns:a="http://schemas.openxmlformats.org/drawingml/2006/main">
            <a:pPr algn="l">
              <a:lnSpc>
                <a:spcPct val="100000"/>
              </a:lnSpc>
              <a:buNone/>
              <a:defRPr sz="1020" b="0" i="0">
                <a:solidFill>
                  <a:srgbClr val="000000"/>
                </a:solidFill>
                <a:latin typeface="Comic Sans MS"/>
                <a:ea typeface="Comic Sans MS"/>
                <a:cs typeface="Comic Sans MS"/>
              </a:defRPr>
            </a:pPr>
            <a:r>
              <a:rPr sz="1020" b="0" i="0">
                <a:solidFill>
                  <a:srgbClr val="000000"/>
                </a:solidFill>
                <a:latin typeface="Comic Sans MS"/>
                <a:ea typeface="Comic Sans MS"/>
                <a:cs typeface="Comic Sans MS"/>
              </a:rPr>
              <a:t>Search</a:t>
            </a:r>
          </a:p>
        </p:txBody>
      </p:sp>
      <p:sp>
        <p:nvSpPr>
          <p:cNvPr id="33" name="text-34 Page">
            <a:extLst xmlns:a="http://schemas.openxmlformats.org/drawingml/2006/main">
              <a:ext uri="{FF2B5EF4-FFF2-40B4-BE49-F238E27FC236}">
                <a16:creationId xmlns:a16="http://schemas.microsoft.com/office/drawing/2014/main" id="{48DA4CD7-AF0A-4781-B6B0-F56E3F679EF9}"/>
              </a:ext>
            </a:extLst>
          </p:cNvPr>
          <p:cNvSpPr>
            <a:spLocks xmlns:a="http://schemas.openxmlformats.org/drawingml/2006/main" noGrp="1"/>
          </p:cNvSpPr>
          <p:nvPr/>
        </p:nvSpPr>
        <p:spPr>
          <a:xfrm xmlns:a="http://schemas.openxmlformats.org/drawingml/2006/main" rot="0">
            <a:off x="2638792" y="3005313"/>
            <a:ext cx="299904" cy="183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2" b="0" i="0">
                <a:solidFill>
                  <a:srgbClr val="000000"/>
                </a:solidFill>
                <a:latin typeface="Comic Sans MS"/>
                <a:ea typeface="Comic Sans MS"/>
                <a:cs typeface="Comic Sans MS"/>
              </a:defRPr>
            </a:defPPr>
            <a:lvl1pPr algn="l">
              <a:defRPr sz="1032" b="0" i="0">
                <a:solidFill>
                  <a:srgbClr val="000000"/>
                </a:solidFill>
                <a:latin typeface="Comic Sans MS"/>
                <a:ea typeface="Comic Sans MS"/>
                <a:cs typeface="Comic Sans MS"/>
              </a:defRPr>
            </a:lvl1pPr>
            <a:lvl2pPr algn="l">
              <a:defRPr sz="1032" b="0" i="0">
                <a:solidFill>
                  <a:srgbClr val="000000"/>
                </a:solidFill>
                <a:latin typeface="Comic Sans MS"/>
                <a:ea typeface="Comic Sans MS"/>
                <a:cs typeface="Comic Sans MS"/>
              </a:defRPr>
            </a:lvl2pPr>
            <a:lvl3pPr algn="l">
              <a:defRPr sz="1032" b="0" i="0">
                <a:solidFill>
                  <a:srgbClr val="000000"/>
                </a:solidFill>
                <a:latin typeface="Comic Sans MS"/>
                <a:ea typeface="Comic Sans MS"/>
                <a:cs typeface="Comic Sans MS"/>
              </a:defRPr>
            </a:lvl3pPr>
            <a:lvl4pPr algn="l">
              <a:defRPr sz="1032" b="0" i="0">
                <a:solidFill>
                  <a:srgbClr val="000000"/>
                </a:solidFill>
                <a:latin typeface="Comic Sans MS"/>
                <a:ea typeface="Comic Sans MS"/>
                <a:cs typeface="Comic Sans MS"/>
              </a:defRPr>
            </a:lvl4pPr>
            <a:lvl5pPr algn="l">
              <a:defRPr sz="1032" b="0" i="0">
                <a:solidFill>
                  <a:srgbClr val="000000"/>
                </a:solidFill>
                <a:latin typeface="Comic Sans MS"/>
                <a:ea typeface="Comic Sans MS"/>
                <a:cs typeface="Comic Sans MS"/>
              </a:defRPr>
            </a:lvl5pPr>
            <a:lvl6pPr algn="l">
              <a:defRPr sz="1032" b="0" i="0">
                <a:solidFill>
                  <a:srgbClr val="000000"/>
                </a:solidFill>
                <a:latin typeface="Comic Sans MS"/>
                <a:ea typeface="Comic Sans MS"/>
                <a:cs typeface="Comic Sans MS"/>
              </a:defRPr>
            </a:lvl6pPr>
            <a:lvl7pPr algn="l">
              <a:defRPr sz="1032" b="0" i="0">
                <a:solidFill>
                  <a:srgbClr val="000000"/>
                </a:solidFill>
                <a:latin typeface="Comic Sans MS"/>
                <a:ea typeface="Comic Sans MS"/>
                <a:cs typeface="Comic Sans MS"/>
              </a:defRPr>
            </a:lvl7pPr>
            <a:lvl8pPr algn="l">
              <a:defRPr sz="1032" b="0" i="0">
                <a:solidFill>
                  <a:srgbClr val="000000"/>
                </a:solidFill>
                <a:latin typeface="Comic Sans MS"/>
                <a:ea typeface="Comic Sans MS"/>
                <a:cs typeface="Comic Sans MS"/>
              </a:defRPr>
            </a:lvl8pPr>
            <a:lvl9pPr algn="l">
              <a:defRPr sz="1032" b="0" i="0">
                <a:solidFill>
                  <a:srgbClr val="000000"/>
                </a:solidFill>
                <a:latin typeface="Comic Sans MS"/>
                <a:ea typeface="Comic Sans MS"/>
                <a:cs typeface="Comic Sans MS"/>
              </a:defRPr>
            </a:lvl9pPr>
          </a:lstStyle>
          <a:p xmlns:a="http://schemas.openxmlformats.org/drawingml/2006/main">
            <a:pPr algn="l">
              <a:lnSpc>
                <a:spcPct val="100000"/>
              </a:lnSpc>
              <a:buNone/>
              <a:defRPr sz="1032" b="0" i="0">
                <a:solidFill>
                  <a:srgbClr val="000000"/>
                </a:solidFill>
                <a:latin typeface="Comic Sans MS"/>
                <a:ea typeface="Comic Sans MS"/>
                <a:cs typeface="Comic Sans MS"/>
              </a:defRPr>
            </a:pPr>
            <a:r>
              <a:rPr sz="1032" b="0" i="0">
                <a:solidFill>
                  <a:srgbClr val="000000"/>
                </a:solidFill>
                <a:latin typeface="Comic Sans MS"/>
                <a:ea typeface="Comic Sans MS"/>
                <a:cs typeface="Comic Sans MS"/>
              </a:rPr>
              <a:t>Page</a:t>
            </a:r>
          </a:p>
        </p:txBody>
      </p:sp>
      <p:sp>
        <p:nvSpPr>
          <p:cNvPr id="34" name="text-34 Visit">
            <a:extLst xmlns:a="http://schemas.openxmlformats.org/drawingml/2006/main">
              <a:ext uri="{FF2B5EF4-FFF2-40B4-BE49-F238E27FC236}">
                <a16:creationId xmlns:a16="http://schemas.microsoft.com/office/drawing/2014/main" id="{2A27E997-E880-41DF-9388-C0A2A9E83114}"/>
              </a:ext>
            </a:extLst>
          </p:cNvPr>
          <p:cNvSpPr>
            <a:spLocks xmlns:a="http://schemas.openxmlformats.org/drawingml/2006/main" noGrp="1"/>
          </p:cNvSpPr>
          <p:nvPr/>
        </p:nvSpPr>
        <p:spPr>
          <a:xfrm xmlns:a="http://schemas.openxmlformats.org/drawingml/2006/main" rot="0">
            <a:off x="2950084" y="3005055"/>
            <a:ext cx="308093" cy="1837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4" b="0" i="0">
                <a:solidFill>
                  <a:srgbClr val="000000"/>
                </a:solidFill>
                <a:latin typeface="Comic Sans MS"/>
                <a:ea typeface="Comic Sans MS"/>
                <a:cs typeface="Comic Sans MS"/>
              </a:defRPr>
            </a:defPPr>
            <a:lvl1pPr algn="l">
              <a:defRPr sz="1034" b="0" i="0">
                <a:solidFill>
                  <a:srgbClr val="000000"/>
                </a:solidFill>
                <a:latin typeface="Comic Sans MS"/>
                <a:ea typeface="Comic Sans MS"/>
                <a:cs typeface="Comic Sans MS"/>
              </a:defRPr>
            </a:lvl1pPr>
            <a:lvl2pPr algn="l">
              <a:defRPr sz="1034" b="0" i="0">
                <a:solidFill>
                  <a:srgbClr val="000000"/>
                </a:solidFill>
                <a:latin typeface="Comic Sans MS"/>
                <a:ea typeface="Comic Sans MS"/>
                <a:cs typeface="Comic Sans MS"/>
              </a:defRPr>
            </a:lvl2pPr>
            <a:lvl3pPr algn="l">
              <a:defRPr sz="1034" b="0" i="0">
                <a:solidFill>
                  <a:srgbClr val="000000"/>
                </a:solidFill>
                <a:latin typeface="Comic Sans MS"/>
                <a:ea typeface="Comic Sans MS"/>
                <a:cs typeface="Comic Sans MS"/>
              </a:defRPr>
            </a:lvl3pPr>
            <a:lvl4pPr algn="l">
              <a:defRPr sz="1034" b="0" i="0">
                <a:solidFill>
                  <a:srgbClr val="000000"/>
                </a:solidFill>
                <a:latin typeface="Comic Sans MS"/>
                <a:ea typeface="Comic Sans MS"/>
                <a:cs typeface="Comic Sans MS"/>
              </a:defRPr>
            </a:lvl4pPr>
            <a:lvl5pPr algn="l">
              <a:defRPr sz="1034" b="0" i="0">
                <a:solidFill>
                  <a:srgbClr val="000000"/>
                </a:solidFill>
                <a:latin typeface="Comic Sans MS"/>
                <a:ea typeface="Comic Sans MS"/>
                <a:cs typeface="Comic Sans MS"/>
              </a:defRPr>
            </a:lvl5pPr>
            <a:lvl6pPr algn="l">
              <a:defRPr sz="1034" b="0" i="0">
                <a:solidFill>
                  <a:srgbClr val="000000"/>
                </a:solidFill>
                <a:latin typeface="Comic Sans MS"/>
                <a:ea typeface="Comic Sans MS"/>
                <a:cs typeface="Comic Sans MS"/>
              </a:defRPr>
            </a:lvl6pPr>
            <a:lvl7pPr algn="l">
              <a:defRPr sz="1034" b="0" i="0">
                <a:solidFill>
                  <a:srgbClr val="000000"/>
                </a:solidFill>
                <a:latin typeface="Comic Sans MS"/>
                <a:ea typeface="Comic Sans MS"/>
                <a:cs typeface="Comic Sans MS"/>
              </a:defRPr>
            </a:lvl7pPr>
            <a:lvl8pPr algn="l">
              <a:defRPr sz="1034" b="0" i="0">
                <a:solidFill>
                  <a:srgbClr val="000000"/>
                </a:solidFill>
                <a:latin typeface="Comic Sans MS"/>
                <a:ea typeface="Comic Sans MS"/>
                <a:cs typeface="Comic Sans MS"/>
              </a:defRPr>
            </a:lvl8pPr>
            <a:lvl9pPr algn="l">
              <a:defRPr sz="1034" b="0" i="0">
                <a:solidFill>
                  <a:srgbClr val="000000"/>
                </a:solidFill>
                <a:latin typeface="Comic Sans MS"/>
                <a:ea typeface="Comic Sans MS"/>
                <a:cs typeface="Comic Sans MS"/>
              </a:defRPr>
            </a:lvl9pPr>
          </a:lstStyle>
          <a:p xmlns:a="http://schemas.openxmlformats.org/drawingml/2006/main">
            <a:pPr algn="l">
              <a:lnSpc>
                <a:spcPct val="100000"/>
              </a:lnSpc>
              <a:buNone/>
              <a:defRPr sz="1034" b="0" i="0">
                <a:solidFill>
                  <a:srgbClr val="000000"/>
                </a:solidFill>
                <a:latin typeface="Comic Sans MS"/>
                <a:ea typeface="Comic Sans MS"/>
                <a:cs typeface="Comic Sans MS"/>
              </a:defRPr>
            </a:pPr>
            <a:r>
              <a:rPr sz="1034" b="0" i="0">
                <a:solidFill>
                  <a:srgbClr val="000000"/>
                </a:solidFill>
                <a:latin typeface="Comic Sans MS"/>
                <a:ea typeface="Comic Sans MS"/>
                <a:cs typeface="Comic Sans MS"/>
              </a:rPr>
              <a:t>Visit</a:t>
            </a:r>
          </a:p>
        </p:txBody>
      </p:sp>
      <p:sp>
        <p:nvSpPr>
          <p:cNvPr id="35" name="text-35 Python">
            <a:extLst xmlns:a="http://schemas.openxmlformats.org/drawingml/2006/main">
              <a:ext uri="{FF2B5EF4-FFF2-40B4-BE49-F238E27FC236}">
                <a16:creationId xmlns:a16="http://schemas.microsoft.com/office/drawing/2014/main" id="{B34740C2-A761-4D0C-9F79-7AD57695FE5C}"/>
              </a:ext>
            </a:extLst>
          </p:cNvPr>
          <p:cNvSpPr>
            <a:spLocks xmlns:a="http://schemas.openxmlformats.org/drawingml/2006/main" noGrp="1"/>
          </p:cNvSpPr>
          <p:nvPr/>
        </p:nvSpPr>
        <p:spPr>
          <a:xfrm xmlns:a="http://schemas.openxmlformats.org/drawingml/2006/main" rot="0">
            <a:off x="3739553" y="3005756"/>
            <a:ext cx="433083" cy="1827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000000"/>
                </a:solidFill>
                <a:latin typeface="Comic Sans MS"/>
                <a:ea typeface="Comic Sans MS"/>
                <a:cs typeface="Comic Sans MS"/>
              </a:defRPr>
            </a:defPPr>
            <a:lvl1pPr algn="l">
              <a:defRPr sz="1028" b="0" i="0">
                <a:solidFill>
                  <a:srgbClr val="000000"/>
                </a:solidFill>
                <a:latin typeface="Comic Sans MS"/>
                <a:ea typeface="Comic Sans MS"/>
                <a:cs typeface="Comic Sans MS"/>
              </a:defRPr>
            </a:lvl1pPr>
            <a:lvl2pPr algn="l">
              <a:defRPr sz="1028" b="0" i="0">
                <a:solidFill>
                  <a:srgbClr val="000000"/>
                </a:solidFill>
                <a:latin typeface="Comic Sans MS"/>
                <a:ea typeface="Comic Sans MS"/>
                <a:cs typeface="Comic Sans MS"/>
              </a:defRPr>
            </a:lvl2pPr>
            <a:lvl3pPr algn="l">
              <a:defRPr sz="1028" b="0" i="0">
                <a:solidFill>
                  <a:srgbClr val="000000"/>
                </a:solidFill>
                <a:latin typeface="Comic Sans MS"/>
                <a:ea typeface="Comic Sans MS"/>
                <a:cs typeface="Comic Sans MS"/>
              </a:defRPr>
            </a:lvl3pPr>
            <a:lvl4pPr algn="l">
              <a:defRPr sz="1028" b="0" i="0">
                <a:solidFill>
                  <a:srgbClr val="000000"/>
                </a:solidFill>
                <a:latin typeface="Comic Sans MS"/>
                <a:ea typeface="Comic Sans MS"/>
                <a:cs typeface="Comic Sans MS"/>
              </a:defRPr>
            </a:lvl4pPr>
            <a:lvl5pPr algn="l">
              <a:defRPr sz="1028" b="0" i="0">
                <a:solidFill>
                  <a:srgbClr val="000000"/>
                </a:solidFill>
                <a:latin typeface="Comic Sans MS"/>
                <a:ea typeface="Comic Sans MS"/>
                <a:cs typeface="Comic Sans MS"/>
              </a:defRPr>
            </a:lvl5pPr>
            <a:lvl6pPr algn="l">
              <a:defRPr sz="1028" b="0" i="0">
                <a:solidFill>
                  <a:srgbClr val="000000"/>
                </a:solidFill>
                <a:latin typeface="Comic Sans MS"/>
                <a:ea typeface="Comic Sans MS"/>
                <a:cs typeface="Comic Sans MS"/>
              </a:defRPr>
            </a:lvl6pPr>
            <a:lvl7pPr algn="l">
              <a:defRPr sz="1028" b="0" i="0">
                <a:solidFill>
                  <a:srgbClr val="000000"/>
                </a:solidFill>
                <a:latin typeface="Comic Sans MS"/>
                <a:ea typeface="Comic Sans MS"/>
                <a:cs typeface="Comic Sans MS"/>
              </a:defRPr>
            </a:lvl7pPr>
            <a:lvl8pPr algn="l">
              <a:defRPr sz="1028" b="0" i="0">
                <a:solidFill>
                  <a:srgbClr val="000000"/>
                </a:solidFill>
                <a:latin typeface="Comic Sans MS"/>
                <a:ea typeface="Comic Sans MS"/>
                <a:cs typeface="Comic Sans MS"/>
              </a:defRPr>
            </a:lvl8pPr>
            <a:lvl9pPr algn="l">
              <a:defRPr sz="1028" b="0" i="0">
                <a:solidFill>
                  <a:srgbClr val="000000"/>
                </a:solidFill>
                <a:latin typeface="Comic Sans MS"/>
                <a:ea typeface="Comic Sans MS"/>
                <a:cs typeface="Comic Sans MS"/>
              </a:defRPr>
            </a:lvl9pPr>
          </a:lstStyle>
          <a:p xmlns:a="http://schemas.openxmlformats.org/drawingml/2006/main">
            <a:pPr algn="l">
              <a:lnSpc>
                <a:spcPct val="100000"/>
              </a:lnSpc>
              <a:buNone/>
              <a:defRPr sz="1028" b="0" i="0">
                <a:solidFill>
                  <a:srgbClr val="000000"/>
                </a:solidFill>
                <a:latin typeface="Comic Sans MS"/>
                <a:ea typeface="Comic Sans MS"/>
                <a:cs typeface="Comic Sans MS"/>
              </a:defRPr>
            </a:pPr>
            <a:r>
              <a:rPr sz="1028" b="0" i="0">
                <a:solidFill>
                  <a:srgbClr val="000000"/>
                </a:solidFill>
                <a:latin typeface="Comic Sans MS"/>
                <a:ea typeface="Comic Sans MS"/>
                <a:cs typeface="Comic Sans MS"/>
              </a:rPr>
              <a:t>Python</a:t>
            </a:r>
          </a:p>
        </p:txBody>
      </p:sp>
      <p:sp>
        <p:nvSpPr>
          <p:cNvPr id="36" name="text-36 Image">
            <a:extLst xmlns:a="http://schemas.openxmlformats.org/drawingml/2006/main">
              <a:ext uri="{FF2B5EF4-FFF2-40B4-BE49-F238E27FC236}">
                <a16:creationId xmlns:a16="http://schemas.microsoft.com/office/drawing/2014/main" id="{5E39D794-26FE-408E-8515-723D3973A723}"/>
              </a:ext>
            </a:extLst>
          </p:cNvPr>
          <p:cNvSpPr>
            <a:spLocks xmlns:a="http://schemas.openxmlformats.org/drawingml/2006/main" noGrp="1"/>
          </p:cNvSpPr>
          <p:nvPr/>
        </p:nvSpPr>
        <p:spPr>
          <a:xfrm xmlns:a="http://schemas.openxmlformats.org/drawingml/2006/main" rot="0">
            <a:off x="4619424" y="3006122"/>
            <a:ext cx="402551" cy="1822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5" b="0" i="0">
                <a:solidFill>
                  <a:srgbClr val="000000"/>
                </a:solidFill>
                <a:latin typeface="Comic Sans MS"/>
                <a:ea typeface="Comic Sans MS"/>
                <a:cs typeface="Comic Sans MS"/>
              </a:defRPr>
            </a:defPPr>
            <a:lvl1pPr algn="l">
              <a:defRPr sz="1025" b="0" i="0">
                <a:solidFill>
                  <a:srgbClr val="000000"/>
                </a:solidFill>
                <a:latin typeface="Comic Sans MS"/>
                <a:ea typeface="Comic Sans MS"/>
                <a:cs typeface="Comic Sans MS"/>
              </a:defRPr>
            </a:lvl1pPr>
            <a:lvl2pPr algn="l">
              <a:defRPr sz="1025" b="0" i="0">
                <a:solidFill>
                  <a:srgbClr val="000000"/>
                </a:solidFill>
                <a:latin typeface="Comic Sans MS"/>
                <a:ea typeface="Comic Sans MS"/>
                <a:cs typeface="Comic Sans MS"/>
              </a:defRPr>
            </a:lvl2pPr>
            <a:lvl3pPr algn="l">
              <a:defRPr sz="1025" b="0" i="0">
                <a:solidFill>
                  <a:srgbClr val="000000"/>
                </a:solidFill>
                <a:latin typeface="Comic Sans MS"/>
                <a:ea typeface="Comic Sans MS"/>
                <a:cs typeface="Comic Sans MS"/>
              </a:defRPr>
            </a:lvl3pPr>
            <a:lvl4pPr algn="l">
              <a:defRPr sz="1025" b="0" i="0">
                <a:solidFill>
                  <a:srgbClr val="000000"/>
                </a:solidFill>
                <a:latin typeface="Comic Sans MS"/>
                <a:ea typeface="Comic Sans MS"/>
                <a:cs typeface="Comic Sans MS"/>
              </a:defRPr>
            </a:lvl4pPr>
            <a:lvl5pPr algn="l">
              <a:defRPr sz="1025" b="0" i="0">
                <a:solidFill>
                  <a:srgbClr val="000000"/>
                </a:solidFill>
                <a:latin typeface="Comic Sans MS"/>
                <a:ea typeface="Comic Sans MS"/>
                <a:cs typeface="Comic Sans MS"/>
              </a:defRPr>
            </a:lvl5pPr>
            <a:lvl6pPr algn="l">
              <a:defRPr sz="1025" b="0" i="0">
                <a:solidFill>
                  <a:srgbClr val="000000"/>
                </a:solidFill>
                <a:latin typeface="Comic Sans MS"/>
                <a:ea typeface="Comic Sans MS"/>
                <a:cs typeface="Comic Sans MS"/>
              </a:defRPr>
            </a:lvl6pPr>
            <a:lvl7pPr algn="l">
              <a:defRPr sz="1025" b="0" i="0">
                <a:solidFill>
                  <a:srgbClr val="000000"/>
                </a:solidFill>
                <a:latin typeface="Comic Sans MS"/>
                <a:ea typeface="Comic Sans MS"/>
                <a:cs typeface="Comic Sans MS"/>
              </a:defRPr>
            </a:lvl7pPr>
            <a:lvl8pPr algn="l">
              <a:defRPr sz="1025" b="0" i="0">
                <a:solidFill>
                  <a:srgbClr val="000000"/>
                </a:solidFill>
                <a:latin typeface="Comic Sans MS"/>
                <a:ea typeface="Comic Sans MS"/>
                <a:cs typeface="Comic Sans MS"/>
              </a:defRPr>
            </a:lvl8pPr>
            <a:lvl9pPr algn="l">
              <a:defRPr sz="1025" b="0" i="0">
                <a:solidFill>
                  <a:srgbClr val="000000"/>
                </a:solidFill>
                <a:latin typeface="Comic Sans MS"/>
                <a:ea typeface="Comic Sans MS"/>
                <a:cs typeface="Comic Sans MS"/>
              </a:defRPr>
            </a:lvl9pPr>
          </a:lstStyle>
          <a:p xmlns:a="http://schemas.openxmlformats.org/drawingml/2006/main">
            <a:pPr algn="l">
              <a:lnSpc>
                <a:spcPct val="100000"/>
              </a:lnSpc>
              <a:buNone/>
              <a:defRPr sz="1025" b="0" i="0">
                <a:solidFill>
                  <a:srgbClr val="000000"/>
                </a:solidFill>
                <a:latin typeface="Comic Sans MS"/>
                <a:ea typeface="Comic Sans MS"/>
                <a:cs typeface="Comic Sans MS"/>
              </a:defRPr>
            </a:pPr>
            <a:r>
              <a:rPr sz="1025" b="0" i="0">
                <a:solidFill>
                  <a:srgbClr val="000000"/>
                </a:solidFill>
                <a:latin typeface="Comic Sans MS"/>
                <a:ea typeface="Comic Sans MS"/>
                <a:cs typeface="Comic Sans MS"/>
              </a:rPr>
              <a:t>Image</a:t>
            </a:r>
          </a:p>
        </p:txBody>
      </p:sp>
      <p:sp>
        <p:nvSpPr>
          <p:cNvPr id="37" name="text-36 Crop">
            <a:extLst xmlns:a="http://schemas.openxmlformats.org/drawingml/2006/main">
              <a:ext uri="{FF2B5EF4-FFF2-40B4-BE49-F238E27FC236}">
                <a16:creationId xmlns:a16="http://schemas.microsoft.com/office/drawing/2014/main" id="{5E130FF0-16F9-49CE-B301-80DF0013EE47}"/>
              </a:ext>
            </a:extLst>
          </p:cNvPr>
          <p:cNvSpPr>
            <a:spLocks xmlns:a="http://schemas.openxmlformats.org/drawingml/2006/main" noGrp="1"/>
          </p:cNvSpPr>
          <p:nvPr/>
        </p:nvSpPr>
        <p:spPr>
          <a:xfrm xmlns:a="http://schemas.openxmlformats.org/drawingml/2006/main" rot="0">
            <a:off x="5033427" y="3005981"/>
            <a:ext cx="302607" cy="182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6" b="0" i="0">
                <a:solidFill>
                  <a:srgbClr val="000000"/>
                </a:solidFill>
                <a:latin typeface="Comic Sans MS"/>
                <a:ea typeface="Comic Sans MS"/>
                <a:cs typeface="Comic Sans MS"/>
              </a:defRPr>
            </a:defPPr>
            <a:lvl1pPr algn="l">
              <a:defRPr sz="1026" b="0" i="0">
                <a:solidFill>
                  <a:srgbClr val="000000"/>
                </a:solidFill>
                <a:latin typeface="Comic Sans MS"/>
                <a:ea typeface="Comic Sans MS"/>
                <a:cs typeface="Comic Sans MS"/>
              </a:defRPr>
            </a:lvl1pPr>
            <a:lvl2pPr algn="l">
              <a:defRPr sz="1026" b="0" i="0">
                <a:solidFill>
                  <a:srgbClr val="000000"/>
                </a:solidFill>
                <a:latin typeface="Comic Sans MS"/>
                <a:ea typeface="Comic Sans MS"/>
                <a:cs typeface="Comic Sans MS"/>
              </a:defRPr>
            </a:lvl2pPr>
            <a:lvl3pPr algn="l">
              <a:defRPr sz="1026" b="0" i="0">
                <a:solidFill>
                  <a:srgbClr val="000000"/>
                </a:solidFill>
                <a:latin typeface="Comic Sans MS"/>
                <a:ea typeface="Comic Sans MS"/>
                <a:cs typeface="Comic Sans MS"/>
              </a:defRPr>
            </a:lvl3pPr>
            <a:lvl4pPr algn="l">
              <a:defRPr sz="1026" b="0" i="0">
                <a:solidFill>
                  <a:srgbClr val="000000"/>
                </a:solidFill>
                <a:latin typeface="Comic Sans MS"/>
                <a:ea typeface="Comic Sans MS"/>
                <a:cs typeface="Comic Sans MS"/>
              </a:defRPr>
            </a:lvl4pPr>
            <a:lvl5pPr algn="l">
              <a:defRPr sz="1026" b="0" i="0">
                <a:solidFill>
                  <a:srgbClr val="000000"/>
                </a:solidFill>
                <a:latin typeface="Comic Sans MS"/>
                <a:ea typeface="Comic Sans MS"/>
                <a:cs typeface="Comic Sans MS"/>
              </a:defRPr>
            </a:lvl5pPr>
            <a:lvl6pPr algn="l">
              <a:defRPr sz="1026" b="0" i="0">
                <a:solidFill>
                  <a:srgbClr val="000000"/>
                </a:solidFill>
                <a:latin typeface="Comic Sans MS"/>
                <a:ea typeface="Comic Sans MS"/>
                <a:cs typeface="Comic Sans MS"/>
              </a:defRPr>
            </a:lvl6pPr>
            <a:lvl7pPr algn="l">
              <a:defRPr sz="1026" b="0" i="0">
                <a:solidFill>
                  <a:srgbClr val="000000"/>
                </a:solidFill>
                <a:latin typeface="Comic Sans MS"/>
                <a:ea typeface="Comic Sans MS"/>
                <a:cs typeface="Comic Sans MS"/>
              </a:defRPr>
            </a:lvl7pPr>
            <a:lvl8pPr algn="l">
              <a:defRPr sz="1026" b="0" i="0">
                <a:solidFill>
                  <a:srgbClr val="000000"/>
                </a:solidFill>
                <a:latin typeface="Comic Sans MS"/>
                <a:ea typeface="Comic Sans MS"/>
                <a:cs typeface="Comic Sans MS"/>
              </a:defRPr>
            </a:lvl8pPr>
            <a:lvl9pPr algn="l">
              <a:defRPr sz="1026" b="0" i="0">
                <a:solidFill>
                  <a:srgbClr val="000000"/>
                </a:solidFill>
                <a:latin typeface="Comic Sans MS"/>
                <a:ea typeface="Comic Sans MS"/>
                <a:cs typeface="Comic Sans MS"/>
              </a:defRPr>
            </a:lvl9pPr>
          </a:lstStyle>
          <a:p xmlns:a="http://schemas.openxmlformats.org/drawingml/2006/main">
            <a:pPr algn="l">
              <a:lnSpc>
                <a:spcPct val="100000"/>
              </a:lnSpc>
              <a:buNone/>
              <a:defRPr sz="1026" b="0" i="0">
                <a:solidFill>
                  <a:srgbClr val="000000"/>
                </a:solidFill>
                <a:latin typeface="Comic Sans MS"/>
                <a:ea typeface="Comic Sans MS"/>
                <a:cs typeface="Comic Sans MS"/>
              </a:defRPr>
            </a:pPr>
            <a:r>
              <a:rPr sz="1026" b="0" i="0">
                <a:solidFill>
                  <a:srgbClr val="000000"/>
                </a:solidFill>
                <a:latin typeface="Comic Sans MS"/>
                <a:ea typeface="Comic Sans MS"/>
                <a:cs typeface="Comic Sans MS"/>
              </a:rPr>
              <a:t>Crop</a:t>
            </a:r>
          </a:p>
        </p:txBody>
      </p:sp>
      <p:sp>
        <p:nvSpPr>
          <p:cNvPr id="38" name="text-37 OCR">
            <a:extLst xmlns:a="http://schemas.openxmlformats.org/drawingml/2006/main">
              <a:ext uri="{FF2B5EF4-FFF2-40B4-BE49-F238E27FC236}">
                <a16:creationId xmlns:a16="http://schemas.microsoft.com/office/drawing/2014/main" id="{609DF6FF-EC5A-4364-A851-9141AEEA9C0F}"/>
              </a:ext>
            </a:extLst>
          </p:cNvPr>
          <p:cNvSpPr>
            <a:spLocks xmlns:a="http://schemas.openxmlformats.org/drawingml/2006/main" noGrp="1"/>
          </p:cNvSpPr>
          <p:nvPr/>
        </p:nvSpPr>
        <p:spPr>
          <a:xfrm xmlns:a="http://schemas.openxmlformats.org/drawingml/2006/main" rot="0">
            <a:off x="677733" y="3823733"/>
            <a:ext cx="289296" cy="183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2" b="0" i="0">
                <a:solidFill>
                  <a:srgbClr val="000000"/>
                </a:solidFill>
                <a:latin typeface="Comic Sans MS"/>
                <a:ea typeface="Comic Sans MS"/>
                <a:cs typeface="Comic Sans MS"/>
              </a:defRPr>
            </a:defPPr>
            <a:lvl1pPr algn="l">
              <a:defRPr sz="1032" b="0" i="0">
                <a:solidFill>
                  <a:srgbClr val="000000"/>
                </a:solidFill>
                <a:latin typeface="Comic Sans MS"/>
                <a:ea typeface="Comic Sans MS"/>
                <a:cs typeface="Comic Sans MS"/>
              </a:defRPr>
            </a:lvl1pPr>
            <a:lvl2pPr algn="l">
              <a:defRPr sz="1032" b="0" i="0">
                <a:solidFill>
                  <a:srgbClr val="000000"/>
                </a:solidFill>
                <a:latin typeface="Comic Sans MS"/>
                <a:ea typeface="Comic Sans MS"/>
                <a:cs typeface="Comic Sans MS"/>
              </a:defRPr>
            </a:lvl2pPr>
            <a:lvl3pPr algn="l">
              <a:defRPr sz="1032" b="0" i="0">
                <a:solidFill>
                  <a:srgbClr val="000000"/>
                </a:solidFill>
                <a:latin typeface="Comic Sans MS"/>
                <a:ea typeface="Comic Sans MS"/>
                <a:cs typeface="Comic Sans MS"/>
              </a:defRPr>
            </a:lvl3pPr>
            <a:lvl4pPr algn="l">
              <a:defRPr sz="1032" b="0" i="0">
                <a:solidFill>
                  <a:srgbClr val="000000"/>
                </a:solidFill>
                <a:latin typeface="Comic Sans MS"/>
                <a:ea typeface="Comic Sans MS"/>
                <a:cs typeface="Comic Sans MS"/>
              </a:defRPr>
            </a:lvl4pPr>
            <a:lvl5pPr algn="l">
              <a:defRPr sz="1032" b="0" i="0">
                <a:solidFill>
                  <a:srgbClr val="000000"/>
                </a:solidFill>
                <a:latin typeface="Comic Sans MS"/>
                <a:ea typeface="Comic Sans MS"/>
                <a:cs typeface="Comic Sans MS"/>
              </a:defRPr>
            </a:lvl5pPr>
            <a:lvl6pPr algn="l">
              <a:defRPr sz="1032" b="0" i="0">
                <a:solidFill>
                  <a:srgbClr val="000000"/>
                </a:solidFill>
                <a:latin typeface="Comic Sans MS"/>
                <a:ea typeface="Comic Sans MS"/>
                <a:cs typeface="Comic Sans MS"/>
              </a:defRPr>
            </a:lvl6pPr>
            <a:lvl7pPr algn="l">
              <a:defRPr sz="1032" b="0" i="0">
                <a:solidFill>
                  <a:srgbClr val="000000"/>
                </a:solidFill>
                <a:latin typeface="Comic Sans MS"/>
                <a:ea typeface="Comic Sans MS"/>
                <a:cs typeface="Comic Sans MS"/>
              </a:defRPr>
            </a:lvl7pPr>
            <a:lvl8pPr algn="l">
              <a:defRPr sz="1032" b="0" i="0">
                <a:solidFill>
                  <a:srgbClr val="000000"/>
                </a:solidFill>
                <a:latin typeface="Comic Sans MS"/>
                <a:ea typeface="Comic Sans MS"/>
                <a:cs typeface="Comic Sans MS"/>
              </a:defRPr>
            </a:lvl8pPr>
            <a:lvl9pPr algn="l">
              <a:defRPr sz="1032" b="0" i="0">
                <a:solidFill>
                  <a:srgbClr val="000000"/>
                </a:solidFill>
                <a:latin typeface="Comic Sans MS"/>
                <a:ea typeface="Comic Sans MS"/>
                <a:cs typeface="Comic Sans MS"/>
              </a:defRPr>
            </a:lvl9pPr>
          </a:lstStyle>
          <a:p xmlns:a="http://schemas.openxmlformats.org/drawingml/2006/main">
            <a:pPr algn="l">
              <a:lnSpc>
                <a:spcPct val="100000"/>
              </a:lnSpc>
              <a:buNone/>
              <a:defRPr sz="1032" b="0" i="0">
                <a:solidFill>
                  <a:srgbClr val="000000"/>
                </a:solidFill>
                <a:latin typeface="Comic Sans MS"/>
                <a:ea typeface="Comic Sans MS"/>
                <a:cs typeface="Comic Sans MS"/>
              </a:defRPr>
            </a:pPr>
            <a:r>
              <a:rPr sz="1032" b="0" i="0">
                <a:solidFill>
                  <a:srgbClr val="000000"/>
                </a:solidFill>
                <a:latin typeface="Comic Sans MS"/>
                <a:ea typeface="Comic Sans MS"/>
                <a:cs typeface="Comic Sans MS"/>
              </a:rPr>
              <a:t>OCR</a:t>
            </a:r>
          </a:p>
        </p:txBody>
      </p:sp>
      <p:sp>
        <p:nvSpPr>
          <p:cNvPr id="39" name="text-38 Sharpen">
            <a:extLst xmlns:a="http://schemas.openxmlformats.org/drawingml/2006/main">
              <a:ext uri="{FF2B5EF4-FFF2-40B4-BE49-F238E27FC236}">
                <a16:creationId xmlns:a16="http://schemas.microsoft.com/office/drawing/2014/main" id="{889A215B-A76C-4C93-88EB-106FDFDE5B36}"/>
              </a:ext>
            </a:extLst>
          </p:cNvPr>
          <p:cNvSpPr>
            <a:spLocks xmlns:a="http://schemas.openxmlformats.org/drawingml/2006/main" noGrp="1"/>
          </p:cNvSpPr>
          <p:nvPr/>
        </p:nvSpPr>
        <p:spPr>
          <a:xfrm xmlns:a="http://schemas.openxmlformats.org/drawingml/2006/main" rot="0">
            <a:off x="1418626" y="3825025"/>
            <a:ext cx="524903" cy="181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1" b="0" i="0">
                <a:solidFill>
                  <a:srgbClr val="000000"/>
                </a:solidFill>
                <a:latin typeface="Comic Sans MS"/>
                <a:ea typeface="Comic Sans MS"/>
                <a:cs typeface="Comic Sans MS"/>
              </a:defRPr>
            </a:defPPr>
            <a:lvl1pPr algn="l">
              <a:defRPr sz="1021" b="0" i="0">
                <a:solidFill>
                  <a:srgbClr val="000000"/>
                </a:solidFill>
                <a:latin typeface="Comic Sans MS"/>
                <a:ea typeface="Comic Sans MS"/>
                <a:cs typeface="Comic Sans MS"/>
              </a:defRPr>
            </a:lvl1pPr>
            <a:lvl2pPr algn="l">
              <a:defRPr sz="1021" b="0" i="0">
                <a:solidFill>
                  <a:srgbClr val="000000"/>
                </a:solidFill>
                <a:latin typeface="Comic Sans MS"/>
                <a:ea typeface="Comic Sans MS"/>
                <a:cs typeface="Comic Sans MS"/>
              </a:defRPr>
            </a:lvl2pPr>
            <a:lvl3pPr algn="l">
              <a:defRPr sz="1021" b="0" i="0">
                <a:solidFill>
                  <a:srgbClr val="000000"/>
                </a:solidFill>
                <a:latin typeface="Comic Sans MS"/>
                <a:ea typeface="Comic Sans MS"/>
                <a:cs typeface="Comic Sans MS"/>
              </a:defRPr>
            </a:lvl3pPr>
            <a:lvl4pPr algn="l">
              <a:defRPr sz="1021" b="0" i="0">
                <a:solidFill>
                  <a:srgbClr val="000000"/>
                </a:solidFill>
                <a:latin typeface="Comic Sans MS"/>
                <a:ea typeface="Comic Sans MS"/>
                <a:cs typeface="Comic Sans MS"/>
              </a:defRPr>
            </a:lvl4pPr>
            <a:lvl5pPr algn="l">
              <a:defRPr sz="1021" b="0" i="0">
                <a:solidFill>
                  <a:srgbClr val="000000"/>
                </a:solidFill>
                <a:latin typeface="Comic Sans MS"/>
                <a:ea typeface="Comic Sans MS"/>
                <a:cs typeface="Comic Sans MS"/>
              </a:defRPr>
            </a:lvl5pPr>
            <a:lvl6pPr algn="l">
              <a:defRPr sz="1021" b="0" i="0">
                <a:solidFill>
                  <a:srgbClr val="000000"/>
                </a:solidFill>
                <a:latin typeface="Comic Sans MS"/>
                <a:ea typeface="Comic Sans MS"/>
                <a:cs typeface="Comic Sans MS"/>
              </a:defRPr>
            </a:lvl6pPr>
            <a:lvl7pPr algn="l">
              <a:defRPr sz="1021" b="0" i="0">
                <a:solidFill>
                  <a:srgbClr val="000000"/>
                </a:solidFill>
                <a:latin typeface="Comic Sans MS"/>
                <a:ea typeface="Comic Sans MS"/>
                <a:cs typeface="Comic Sans MS"/>
              </a:defRPr>
            </a:lvl7pPr>
            <a:lvl8pPr algn="l">
              <a:defRPr sz="1021" b="0" i="0">
                <a:solidFill>
                  <a:srgbClr val="000000"/>
                </a:solidFill>
                <a:latin typeface="Comic Sans MS"/>
                <a:ea typeface="Comic Sans MS"/>
                <a:cs typeface="Comic Sans MS"/>
              </a:defRPr>
            </a:lvl8pPr>
            <a:lvl9pPr algn="l">
              <a:defRPr sz="1021" b="0" i="0">
                <a:solidFill>
                  <a:srgbClr val="000000"/>
                </a:solidFill>
                <a:latin typeface="Comic Sans MS"/>
                <a:ea typeface="Comic Sans MS"/>
                <a:cs typeface="Comic Sans MS"/>
              </a:defRPr>
            </a:lvl9pPr>
          </a:lstStyle>
          <a:p xmlns:a="http://schemas.openxmlformats.org/drawingml/2006/main">
            <a:pPr algn="l">
              <a:lnSpc>
                <a:spcPct val="100000"/>
              </a:lnSpc>
              <a:buNone/>
              <a:defRPr sz="1021" b="0" i="0">
                <a:solidFill>
                  <a:srgbClr val="000000"/>
                </a:solidFill>
                <a:latin typeface="Comic Sans MS"/>
                <a:ea typeface="Comic Sans MS"/>
                <a:cs typeface="Comic Sans MS"/>
              </a:defRPr>
            </a:pPr>
            <a:r>
              <a:rPr sz="1021" b="0" i="0">
                <a:solidFill>
                  <a:srgbClr val="000000"/>
                </a:solidFill>
                <a:latin typeface="Comic Sans MS"/>
                <a:ea typeface="Comic Sans MS"/>
                <a:cs typeface="Comic Sans MS"/>
              </a:rPr>
              <a:t>Sharpen</a:t>
            </a:r>
          </a:p>
        </p:txBody>
      </p:sp>
      <p:pic>
        <p:nvPicPr>
          <p:cNvPr id="40" name="">
            <a:extLst xmlns:a="http://schemas.openxmlformats.org/drawingml/2006/main">
              <a:ext uri="{FF2B5EF4-FFF2-40B4-BE49-F238E27FC236}">
                <a16:creationId xmlns:a16="http://schemas.microsoft.com/office/drawing/2014/main" id="{D19C6A9A-229C-4F14-A412-AB1540A019C6}"/>
              </a:ext>
            </a:extLst>
          </p:cNvPr>
          <p:cNvPicPr>
            <a:picLocks xmlns:a="http://schemas.openxmlformats.org/drawingml/2006/main" noChangeAspect="1"/>
          </p:cNvPicPr>
          <p:nvPr/>
        </p:nvPicPr>
        <p:blipFill>
          <a:blip xmlns:r="http://schemas.openxmlformats.org/officeDocument/2006/relationships" xmlns:a="http://schemas.openxmlformats.org/drawingml/2006/main" r:embed="R0484c9516cd84650"/>
          <a:stretch xmlns:a="http://schemas.openxmlformats.org/drawingml/2006/main"/>
        </p:blipFill>
        <p:spPr>
          <a:xfrm xmlns:a="http://schemas.openxmlformats.org/drawingml/2006/main">
            <a:off x="4010025" y="3324225"/>
            <a:ext cx="314325" cy="438150"/>
          </a:xfrm>
          <a:prstGeom xmlns:a="http://schemas.openxmlformats.org/drawingml/2006/main" prst="rect">
            <a:avLst/>
          </a:prstGeom>
        </p:spPr>
      </p:pic>
      <p:sp>
        <p:nvSpPr>
          <p:cNvPr id="41" name="text-40 Clip">
            <a:extLst xmlns:a="http://schemas.openxmlformats.org/drawingml/2006/main">
              <a:ext uri="{FF2B5EF4-FFF2-40B4-BE49-F238E27FC236}">
                <a16:creationId xmlns:a16="http://schemas.microsoft.com/office/drawing/2014/main" id="{0206142B-3ED0-412F-A9A3-0A6FC0EC1B9B}"/>
              </a:ext>
            </a:extLst>
          </p:cNvPr>
          <p:cNvSpPr>
            <a:spLocks xmlns:a="http://schemas.openxmlformats.org/drawingml/2006/main" noGrp="1"/>
          </p:cNvSpPr>
          <p:nvPr/>
        </p:nvSpPr>
        <p:spPr>
          <a:xfrm xmlns:a="http://schemas.openxmlformats.org/drawingml/2006/main" rot="0">
            <a:off x="3901096" y="3823153"/>
            <a:ext cx="246081" cy="184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6" b="0" i="0">
                <a:solidFill>
                  <a:srgbClr val="000000"/>
                </a:solidFill>
                <a:latin typeface="Comic Sans MS"/>
                <a:ea typeface="Comic Sans MS"/>
                <a:cs typeface="Comic Sans MS"/>
              </a:defRPr>
            </a:defPPr>
            <a:lvl1pPr algn="l">
              <a:defRPr sz="1036" b="0" i="0">
                <a:solidFill>
                  <a:srgbClr val="000000"/>
                </a:solidFill>
                <a:latin typeface="Comic Sans MS"/>
                <a:ea typeface="Comic Sans MS"/>
                <a:cs typeface="Comic Sans MS"/>
              </a:defRPr>
            </a:lvl1pPr>
            <a:lvl2pPr algn="l">
              <a:defRPr sz="1036" b="0" i="0">
                <a:solidFill>
                  <a:srgbClr val="000000"/>
                </a:solidFill>
                <a:latin typeface="Comic Sans MS"/>
                <a:ea typeface="Comic Sans MS"/>
                <a:cs typeface="Comic Sans MS"/>
              </a:defRPr>
            </a:lvl2pPr>
            <a:lvl3pPr algn="l">
              <a:defRPr sz="1036" b="0" i="0">
                <a:solidFill>
                  <a:srgbClr val="000000"/>
                </a:solidFill>
                <a:latin typeface="Comic Sans MS"/>
                <a:ea typeface="Comic Sans MS"/>
                <a:cs typeface="Comic Sans MS"/>
              </a:defRPr>
            </a:lvl3pPr>
            <a:lvl4pPr algn="l">
              <a:defRPr sz="1036" b="0" i="0">
                <a:solidFill>
                  <a:srgbClr val="000000"/>
                </a:solidFill>
                <a:latin typeface="Comic Sans MS"/>
                <a:ea typeface="Comic Sans MS"/>
                <a:cs typeface="Comic Sans MS"/>
              </a:defRPr>
            </a:lvl4pPr>
            <a:lvl5pPr algn="l">
              <a:defRPr sz="1036" b="0" i="0">
                <a:solidFill>
                  <a:srgbClr val="000000"/>
                </a:solidFill>
                <a:latin typeface="Comic Sans MS"/>
                <a:ea typeface="Comic Sans MS"/>
                <a:cs typeface="Comic Sans MS"/>
              </a:defRPr>
            </a:lvl5pPr>
            <a:lvl6pPr algn="l">
              <a:defRPr sz="1036" b="0" i="0">
                <a:solidFill>
                  <a:srgbClr val="000000"/>
                </a:solidFill>
                <a:latin typeface="Comic Sans MS"/>
                <a:ea typeface="Comic Sans MS"/>
                <a:cs typeface="Comic Sans MS"/>
              </a:defRPr>
            </a:lvl6pPr>
            <a:lvl7pPr algn="l">
              <a:defRPr sz="1036" b="0" i="0">
                <a:solidFill>
                  <a:srgbClr val="000000"/>
                </a:solidFill>
                <a:latin typeface="Comic Sans MS"/>
                <a:ea typeface="Comic Sans MS"/>
                <a:cs typeface="Comic Sans MS"/>
              </a:defRPr>
            </a:lvl7pPr>
            <a:lvl8pPr algn="l">
              <a:defRPr sz="1036" b="0" i="0">
                <a:solidFill>
                  <a:srgbClr val="000000"/>
                </a:solidFill>
                <a:latin typeface="Comic Sans MS"/>
                <a:ea typeface="Comic Sans MS"/>
                <a:cs typeface="Comic Sans MS"/>
              </a:defRPr>
            </a:lvl8pPr>
            <a:lvl9pPr algn="l">
              <a:defRPr sz="1036" b="0" i="0">
                <a:solidFill>
                  <a:srgbClr val="000000"/>
                </a:solidFill>
                <a:latin typeface="Comic Sans MS"/>
                <a:ea typeface="Comic Sans MS"/>
                <a:cs typeface="Comic Sans MS"/>
              </a:defRPr>
            </a:lvl9pPr>
          </a:lstStyle>
          <a:p xmlns:a="http://schemas.openxmlformats.org/drawingml/2006/main">
            <a:pPr algn="l">
              <a:lnSpc>
                <a:spcPct val="100000"/>
              </a:lnSpc>
              <a:buNone/>
              <a:defRPr sz="1036" b="0" i="0">
                <a:solidFill>
                  <a:srgbClr val="000000"/>
                </a:solidFill>
                <a:latin typeface="Comic Sans MS"/>
                <a:ea typeface="Comic Sans MS"/>
                <a:cs typeface="Comic Sans MS"/>
              </a:defRPr>
            </a:pPr>
            <a:r>
              <a:rPr sz="1036" b="0" i="0">
                <a:solidFill>
                  <a:srgbClr val="000000"/>
                </a:solidFill>
                <a:latin typeface="Comic Sans MS"/>
                <a:ea typeface="Comic Sans MS"/>
                <a:cs typeface="Comic Sans MS"/>
              </a:rPr>
              <a:t>Clip</a:t>
            </a:r>
          </a:p>
        </p:txBody>
      </p:sp>
      <p:sp>
        <p:nvSpPr>
          <p:cNvPr id="42" name="text-40 Crop">
            <a:extLst xmlns:a="http://schemas.openxmlformats.org/drawingml/2006/main">
              <a:ext uri="{FF2B5EF4-FFF2-40B4-BE49-F238E27FC236}">
                <a16:creationId xmlns:a16="http://schemas.microsoft.com/office/drawing/2014/main" id="{36B713AA-0EE3-4379-AD48-52C96790B206}"/>
              </a:ext>
            </a:extLst>
          </p:cNvPr>
          <p:cNvSpPr>
            <a:spLocks xmlns:a="http://schemas.openxmlformats.org/drawingml/2006/main" noGrp="1"/>
          </p:cNvSpPr>
          <p:nvPr/>
        </p:nvSpPr>
        <p:spPr>
          <a:xfrm xmlns:a="http://schemas.openxmlformats.org/drawingml/2006/main" rot="0">
            <a:off x="4158751" y="3824452"/>
            <a:ext cx="302519" cy="182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6" b="0" i="0">
                <a:solidFill>
                  <a:srgbClr val="000000"/>
                </a:solidFill>
                <a:latin typeface="Comic Sans MS"/>
                <a:ea typeface="Comic Sans MS"/>
                <a:cs typeface="Comic Sans MS"/>
              </a:defRPr>
            </a:defPPr>
            <a:lvl1pPr algn="l">
              <a:defRPr sz="1026" b="0" i="0">
                <a:solidFill>
                  <a:srgbClr val="000000"/>
                </a:solidFill>
                <a:latin typeface="Comic Sans MS"/>
                <a:ea typeface="Comic Sans MS"/>
                <a:cs typeface="Comic Sans MS"/>
              </a:defRPr>
            </a:lvl1pPr>
            <a:lvl2pPr algn="l">
              <a:defRPr sz="1026" b="0" i="0">
                <a:solidFill>
                  <a:srgbClr val="000000"/>
                </a:solidFill>
                <a:latin typeface="Comic Sans MS"/>
                <a:ea typeface="Comic Sans MS"/>
                <a:cs typeface="Comic Sans MS"/>
              </a:defRPr>
            </a:lvl2pPr>
            <a:lvl3pPr algn="l">
              <a:defRPr sz="1026" b="0" i="0">
                <a:solidFill>
                  <a:srgbClr val="000000"/>
                </a:solidFill>
                <a:latin typeface="Comic Sans MS"/>
                <a:ea typeface="Comic Sans MS"/>
                <a:cs typeface="Comic Sans MS"/>
              </a:defRPr>
            </a:lvl3pPr>
            <a:lvl4pPr algn="l">
              <a:defRPr sz="1026" b="0" i="0">
                <a:solidFill>
                  <a:srgbClr val="000000"/>
                </a:solidFill>
                <a:latin typeface="Comic Sans MS"/>
                <a:ea typeface="Comic Sans MS"/>
                <a:cs typeface="Comic Sans MS"/>
              </a:defRPr>
            </a:lvl4pPr>
            <a:lvl5pPr algn="l">
              <a:defRPr sz="1026" b="0" i="0">
                <a:solidFill>
                  <a:srgbClr val="000000"/>
                </a:solidFill>
                <a:latin typeface="Comic Sans MS"/>
                <a:ea typeface="Comic Sans MS"/>
                <a:cs typeface="Comic Sans MS"/>
              </a:defRPr>
            </a:lvl5pPr>
            <a:lvl6pPr algn="l">
              <a:defRPr sz="1026" b="0" i="0">
                <a:solidFill>
                  <a:srgbClr val="000000"/>
                </a:solidFill>
                <a:latin typeface="Comic Sans MS"/>
                <a:ea typeface="Comic Sans MS"/>
                <a:cs typeface="Comic Sans MS"/>
              </a:defRPr>
            </a:lvl6pPr>
            <a:lvl7pPr algn="l">
              <a:defRPr sz="1026" b="0" i="0">
                <a:solidFill>
                  <a:srgbClr val="000000"/>
                </a:solidFill>
                <a:latin typeface="Comic Sans MS"/>
                <a:ea typeface="Comic Sans MS"/>
                <a:cs typeface="Comic Sans MS"/>
              </a:defRPr>
            </a:lvl7pPr>
            <a:lvl8pPr algn="l">
              <a:defRPr sz="1026" b="0" i="0">
                <a:solidFill>
                  <a:srgbClr val="000000"/>
                </a:solidFill>
                <a:latin typeface="Comic Sans MS"/>
                <a:ea typeface="Comic Sans MS"/>
                <a:cs typeface="Comic Sans MS"/>
              </a:defRPr>
            </a:lvl8pPr>
            <a:lvl9pPr algn="l">
              <a:defRPr sz="1026" b="0" i="0">
                <a:solidFill>
                  <a:srgbClr val="000000"/>
                </a:solidFill>
                <a:latin typeface="Comic Sans MS"/>
                <a:ea typeface="Comic Sans MS"/>
                <a:cs typeface="Comic Sans MS"/>
              </a:defRPr>
            </a:lvl9pPr>
          </a:lstStyle>
          <a:p xmlns:a="http://schemas.openxmlformats.org/drawingml/2006/main">
            <a:pPr algn="l">
              <a:lnSpc>
                <a:spcPct val="100000"/>
              </a:lnSpc>
              <a:buNone/>
              <a:defRPr sz="1026" b="0" i="0">
                <a:solidFill>
                  <a:srgbClr val="000000"/>
                </a:solidFill>
                <a:latin typeface="Comic Sans MS"/>
                <a:ea typeface="Comic Sans MS"/>
                <a:cs typeface="Comic Sans MS"/>
              </a:defRPr>
            </a:pPr>
            <a:r>
              <a:rPr sz="1026" b="0" i="0">
                <a:solidFill>
                  <a:srgbClr val="000000"/>
                </a:solidFill>
                <a:latin typeface="Comic Sans MS"/>
                <a:ea typeface="Comic Sans MS"/>
                <a:cs typeface="Comic Sans MS"/>
              </a:rPr>
              <a:t>Crop</a:t>
            </a:r>
          </a:p>
        </p:txBody>
      </p:sp>
      <p:pic>
        <p:nvPicPr>
          <p:cNvPr id="43" name="">
            <a:extLst xmlns:a="http://schemas.openxmlformats.org/drawingml/2006/main">
              <a:ext uri="{FF2B5EF4-FFF2-40B4-BE49-F238E27FC236}">
                <a16:creationId xmlns:a16="http://schemas.microsoft.com/office/drawing/2014/main" id="{D060D7E4-4A54-40F2-B822-1E628D220235}"/>
              </a:ext>
            </a:extLst>
          </p:cNvPr>
          <p:cNvPicPr>
            <a:picLocks xmlns:a="http://schemas.openxmlformats.org/drawingml/2006/main" noChangeAspect="1"/>
          </p:cNvPicPr>
          <p:nvPr/>
        </p:nvPicPr>
        <p:blipFill>
          <a:blip xmlns:r="http://schemas.openxmlformats.org/officeDocument/2006/relationships" xmlns:a="http://schemas.openxmlformats.org/drawingml/2006/main" r:embed="R73954189921a4abc"/>
          <a:stretch xmlns:a="http://schemas.openxmlformats.org/drawingml/2006/main"/>
        </p:blipFill>
        <p:spPr>
          <a:xfrm xmlns:a="http://schemas.openxmlformats.org/drawingml/2006/main">
            <a:off x="4810125" y="3333750"/>
            <a:ext cx="390525" cy="419100"/>
          </a:xfrm>
          <a:prstGeom xmlns:a="http://schemas.openxmlformats.org/drawingml/2006/main" prst="rect">
            <a:avLst/>
          </a:prstGeom>
        </p:spPr>
      </p:pic>
      <p:sp>
        <p:nvSpPr>
          <p:cNvPr id="44" name="text-42 Select">
            <a:extLst xmlns:a="http://schemas.openxmlformats.org/drawingml/2006/main">
              <a:ext uri="{FF2B5EF4-FFF2-40B4-BE49-F238E27FC236}">
                <a16:creationId xmlns:a16="http://schemas.microsoft.com/office/drawing/2014/main" id="{38FB7B5A-A905-4AFB-B8FB-B996BA2DA1E5}"/>
              </a:ext>
            </a:extLst>
          </p:cNvPr>
          <p:cNvSpPr>
            <a:spLocks xmlns:a="http://schemas.openxmlformats.org/drawingml/2006/main" noGrp="1"/>
          </p:cNvSpPr>
          <p:nvPr/>
        </p:nvSpPr>
        <p:spPr>
          <a:xfrm xmlns:a="http://schemas.openxmlformats.org/drawingml/2006/main" rot="0">
            <a:off x="4591192" y="3825102"/>
            <a:ext cx="418245" cy="1815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1" b="0" i="0">
                <a:solidFill>
                  <a:srgbClr val="000000"/>
                </a:solidFill>
                <a:latin typeface="Comic Sans MS"/>
                <a:ea typeface="Comic Sans MS"/>
                <a:cs typeface="Comic Sans MS"/>
              </a:defRPr>
            </a:defPPr>
            <a:lvl1pPr algn="l">
              <a:defRPr sz="1021" b="0" i="0">
                <a:solidFill>
                  <a:srgbClr val="000000"/>
                </a:solidFill>
                <a:latin typeface="Comic Sans MS"/>
                <a:ea typeface="Comic Sans MS"/>
                <a:cs typeface="Comic Sans MS"/>
              </a:defRPr>
            </a:lvl1pPr>
            <a:lvl2pPr algn="l">
              <a:defRPr sz="1021" b="0" i="0">
                <a:solidFill>
                  <a:srgbClr val="000000"/>
                </a:solidFill>
                <a:latin typeface="Comic Sans MS"/>
                <a:ea typeface="Comic Sans MS"/>
                <a:cs typeface="Comic Sans MS"/>
              </a:defRPr>
            </a:lvl2pPr>
            <a:lvl3pPr algn="l">
              <a:defRPr sz="1021" b="0" i="0">
                <a:solidFill>
                  <a:srgbClr val="000000"/>
                </a:solidFill>
                <a:latin typeface="Comic Sans MS"/>
                <a:ea typeface="Comic Sans MS"/>
                <a:cs typeface="Comic Sans MS"/>
              </a:defRPr>
            </a:lvl3pPr>
            <a:lvl4pPr algn="l">
              <a:defRPr sz="1021" b="0" i="0">
                <a:solidFill>
                  <a:srgbClr val="000000"/>
                </a:solidFill>
                <a:latin typeface="Comic Sans MS"/>
                <a:ea typeface="Comic Sans MS"/>
                <a:cs typeface="Comic Sans MS"/>
              </a:defRPr>
            </a:lvl4pPr>
            <a:lvl5pPr algn="l">
              <a:defRPr sz="1021" b="0" i="0">
                <a:solidFill>
                  <a:srgbClr val="000000"/>
                </a:solidFill>
                <a:latin typeface="Comic Sans MS"/>
                <a:ea typeface="Comic Sans MS"/>
                <a:cs typeface="Comic Sans MS"/>
              </a:defRPr>
            </a:lvl5pPr>
            <a:lvl6pPr algn="l">
              <a:defRPr sz="1021" b="0" i="0">
                <a:solidFill>
                  <a:srgbClr val="000000"/>
                </a:solidFill>
                <a:latin typeface="Comic Sans MS"/>
                <a:ea typeface="Comic Sans MS"/>
                <a:cs typeface="Comic Sans MS"/>
              </a:defRPr>
            </a:lvl6pPr>
            <a:lvl7pPr algn="l">
              <a:defRPr sz="1021" b="0" i="0">
                <a:solidFill>
                  <a:srgbClr val="000000"/>
                </a:solidFill>
                <a:latin typeface="Comic Sans MS"/>
                <a:ea typeface="Comic Sans MS"/>
                <a:cs typeface="Comic Sans MS"/>
              </a:defRPr>
            </a:lvl7pPr>
            <a:lvl8pPr algn="l">
              <a:defRPr sz="1021" b="0" i="0">
                <a:solidFill>
                  <a:srgbClr val="000000"/>
                </a:solidFill>
                <a:latin typeface="Comic Sans MS"/>
                <a:ea typeface="Comic Sans MS"/>
                <a:cs typeface="Comic Sans MS"/>
              </a:defRPr>
            </a:lvl8pPr>
            <a:lvl9pPr algn="l">
              <a:defRPr sz="1021" b="0" i="0">
                <a:solidFill>
                  <a:srgbClr val="000000"/>
                </a:solidFill>
                <a:latin typeface="Comic Sans MS"/>
                <a:ea typeface="Comic Sans MS"/>
                <a:cs typeface="Comic Sans MS"/>
              </a:defRPr>
            </a:lvl9pPr>
          </a:lstStyle>
          <a:p xmlns:a="http://schemas.openxmlformats.org/drawingml/2006/main">
            <a:pPr algn="l">
              <a:lnSpc>
                <a:spcPct val="100000"/>
              </a:lnSpc>
              <a:buNone/>
              <a:defRPr sz="1021" b="0" i="0">
                <a:solidFill>
                  <a:srgbClr val="000000"/>
                </a:solidFill>
                <a:latin typeface="Comic Sans MS"/>
                <a:ea typeface="Comic Sans MS"/>
                <a:cs typeface="Comic Sans MS"/>
              </a:defRPr>
            </a:pPr>
            <a:r>
              <a:rPr sz="1021" b="0" i="0">
                <a:solidFill>
                  <a:srgbClr val="000000"/>
                </a:solidFill>
                <a:latin typeface="Comic Sans MS"/>
                <a:ea typeface="Comic Sans MS"/>
                <a:cs typeface="Comic Sans MS"/>
              </a:rPr>
              <a:t>Select</a:t>
            </a:r>
          </a:p>
        </p:txBody>
      </p:sp>
      <p:sp>
        <p:nvSpPr>
          <p:cNvPr id="45" name="text-42 Frame">
            <a:extLst xmlns:a="http://schemas.openxmlformats.org/drawingml/2006/main">
              <a:ext uri="{FF2B5EF4-FFF2-40B4-BE49-F238E27FC236}">
                <a16:creationId xmlns:a16="http://schemas.microsoft.com/office/drawing/2014/main" id="{19FF1F98-2BA6-4ED1-80C0-9C905774F3EA}"/>
              </a:ext>
            </a:extLst>
          </p:cNvPr>
          <p:cNvSpPr>
            <a:spLocks xmlns:a="http://schemas.openxmlformats.org/drawingml/2006/main" noGrp="1"/>
          </p:cNvSpPr>
          <p:nvPr/>
        </p:nvSpPr>
        <p:spPr>
          <a:xfrm xmlns:a="http://schemas.openxmlformats.org/drawingml/2006/main" rot="0">
            <a:off x="5022130" y="3825059"/>
            <a:ext cx="402272" cy="181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1" b="0" i="0">
                <a:solidFill>
                  <a:srgbClr val="000000"/>
                </a:solidFill>
                <a:latin typeface="Comic Sans MS"/>
                <a:ea typeface="Comic Sans MS"/>
                <a:cs typeface="Comic Sans MS"/>
              </a:defRPr>
            </a:defPPr>
            <a:lvl1pPr algn="l">
              <a:defRPr sz="1021" b="0" i="0">
                <a:solidFill>
                  <a:srgbClr val="000000"/>
                </a:solidFill>
                <a:latin typeface="Comic Sans MS"/>
                <a:ea typeface="Comic Sans MS"/>
                <a:cs typeface="Comic Sans MS"/>
              </a:defRPr>
            </a:lvl1pPr>
            <a:lvl2pPr algn="l">
              <a:defRPr sz="1021" b="0" i="0">
                <a:solidFill>
                  <a:srgbClr val="000000"/>
                </a:solidFill>
                <a:latin typeface="Comic Sans MS"/>
                <a:ea typeface="Comic Sans MS"/>
                <a:cs typeface="Comic Sans MS"/>
              </a:defRPr>
            </a:lvl2pPr>
            <a:lvl3pPr algn="l">
              <a:defRPr sz="1021" b="0" i="0">
                <a:solidFill>
                  <a:srgbClr val="000000"/>
                </a:solidFill>
                <a:latin typeface="Comic Sans MS"/>
                <a:ea typeface="Comic Sans MS"/>
                <a:cs typeface="Comic Sans MS"/>
              </a:defRPr>
            </a:lvl3pPr>
            <a:lvl4pPr algn="l">
              <a:defRPr sz="1021" b="0" i="0">
                <a:solidFill>
                  <a:srgbClr val="000000"/>
                </a:solidFill>
                <a:latin typeface="Comic Sans MS"/>
                <a:ea typeface="Comic Sans MS"/>
                <a:cs typeface="Comic Sans MS"/>
              </a:defRPr>
            </a:lvl4pPr>
            <a:lvl5pPr algn="l">
              <a:defRPr sz="1021" b="0" i="0">
                <a:solidFill>
                  <a:srgbClr val="000000"/>
                </a:solidFill>
                <a:latin typeface="Comic Sans MS"/>
                <a:ea typeface="Comic Sans MS"/>
                <a:cs typeface="Comic Sans MS"/>
              </a:defRPr>
            </a:lvl5pPr>
            <a:lvl6pPr algn="l">
              <a:defRPr sz="1021" b="0" i="0">
                <a:solidFill>
                  <a:srgbClr val="000000"/>
                </a:solidFill>
                <a:latin typeface="Comic Sans MS"/>
                <a:ea typeface="Comic Sans MS"/>
                <a:cs typeface="Comic Sans MS"/>
              </a:defRPr>
            </a:lvl6pPr>
            <a:lvl7pPr algn="l">
              <a:defRPr sz="1021" b="0" i="0">
                <a:solidFill>
                  <a:srgbClr val="000000"/>
                </a:solidFill>
                <a:latin typeface="Comic Sans MS"/>
                <a:ea typeface="Comic Sans MS"/>
                <a:cs typeface="Comic Sans MS"/>
              </a:defRPr>
            </a:lvl7pPr>
            <a:lvl8pPr algn="l">
              <a:defRPr sz="1021" b="0" i="0">
                <a:solidFill>
                  <a:srgbClr val="000000"/>
                </a:solidFill>
                <a:latin typeface="Comic Sans MS"/>
                <a:ea typeface="Comic Sans MS"/>
                <a:cs typeface="Comic Sans MS"/>
              </a:defRPr>
            </a:lvl8pPr>
            <a:lvl9pPr algn="l">
              <a:defRPr sz="1021" b="0" i="0">
                <a:solidFill>
                  <a:srgbClr val="000000"/>
                </a:solidFill>
                <a:latin typeface="Comic Sans MS"/>
                <a:ea typeface="Comic Sans MS"/>
                <a:cs typeface="Comic Sans MS"/>
              </a:defRPr>
            </a:lvl9pPr>
          </a:lstStyle>
          <a:p xmlns:a="http://schemas.openxmlformats.org/drawingml/2006/main">
            <a:pPr algn="l">
              <a:lnSpc>
                <a:spcPct val="100000"/>
              </a:lnSpc>
              <a:buNone/>
              <a:defRPr sz="1021" b="0" i="0">
                <a:solidFill>
                  <a:srgbClr val="000000"/>
                </a:solidFill>
                <a:latin typeface="Comic Sans MS"/>
                <a:ea typeface="Comic Sans MS"/>
                <a:cs typeface="Comic Sans MS"/>
              </a:defRPr>
            </a:pPr>
            <a:r>
              <a:rPr sz="1021" b="0" i="0">
                <a:solidFill>
                  <a:srgbClr val="000000"/>
                </a:solidFill>
                <a:latin typeface="Comic Sans MS"/>
                <a:ea typeface="Comic Sans MS"/>
                <a:cs typeface="Comic Sans MS"/>
              </a:rPr>
              <a:t>Frame</a:t>
            </a:r>
          </a:p>
        </p:txBody>
      </p:sp>
      <p:sp>
        <p:nvSpPr>
          <p:cNvPr id="46" name="text-43 Agent">
            <a:extLst xmlns:a="http://schemas.openxmlformats.org/drawingml/2006/main">
              <a:ext uri="{FF2B5EF4-FFF2-40B4-BE49-F238E27FC236}">
                <a16:creationId xmlns:a16="http://schemas.microsoft.com/office/drawing/2014/main" id="{A875F55F-98AE-4435-8C31-2DE38BFDFE7D}"/>
              </a:ext>
            </a:extLst>
          </p:cNvPr>
          <p:cNvSpPr>
            <a:spLocks xmlns:a="http://schemas.openxmlformats.org/drawingml/2006/main" noGrp="1"/>
          </p:cNvSpPr>
          <p:nvPr/>
        </p:nvSpPr>
        <p:spPr>
          <a:xfrm xmlns:a="http://schemas.openxmlformats.org/drawingml/2006/main" rot="0">
            <a:off x="2091146" y="2200852"/>
            <a:ext cx="586254" cy="275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000000"/>
                </a:solidFill>
                <a:latin typeface="Comic Sans MS"/>
                <a:ea typeface="Comic Sans MS"/>
                <a:cs typeface="Comic Sans MS"/>
              </a:defRPr>
            </a:defPPr>
            <a:lvl1pPr algn="l">
              <a:defRPr sz="1547" b="0" i="0">
                <a:solidFill>
                  <a:srgbClr val="000000"/>
                </a:solidFill>
                <a:latin typeface="Comic Sans MS"/>
                <a:ea typeface="Comic Sans MS"/>
                <a:cs typeface="Comic Sans MS"/>
              </a:defRPr>
            </a:lvl1pPr>
            <a:lvl2pPr algn="l">
              <a:defRPr sz="1547" b="0" i="0">
                <a:solidFill>
                  <a:srgbClr val="000000"/>
                </a:solidFill>
                <a:latin typeface="Comic Sans MS"/>
                <a:ea typeface="Comic Sans MS"/>
                <a:cs typeface="Comic Sans MS"/>
              </a:defRPr>
            </a:lvl2pPr>
            <a:lvl3pPr algn="l">
              <a:defRPr sz="1547" b="0" i="0">
                <a:solidFill>
                  <a:srgbClr val="000000"/>
                </a:solidFill>
                <a:latin typeface="Comic Sans MS"/>
                <a:ea typeface="Comic Sans MS"/>
                <a:cs typeface="Comic Sans MS"/>
              </a:defRPr>
            </a:lvl3pPr>
            <a:lvl4pPr algn="l">
              <a:defRPr sz="1547" b="0" i="0">
                <a:solidFill>
                  <a:srgbClr val="000000"/>
                </a:solidFill>
                <a:latin typeface="Comic Sans MS"/>
                <a:ea typeface="Comic Sans MS"/>
                <a:cs typeface="Comic Sans MS"/>
              </a:defRPr>
            </a:lvl4pPr>
            <a:lvl5pPr algn="l">
              <a:defRPr sz="1547" b="0" i="0">
                <a:solidFill>
                  <a:srgbClr val="000000"/>
                </a:solidFill>
                <a:latin typeface="Comic Sans MS"/>
                <a:ea typeface="Comic Sans MS"/>
                <a:cs typeface="Comic Sans MS"/>
              </a:defRPr>
            </a:lvl5pPr>
            <a:lvl6pPr algn="l">
              <a:defRPr sz="1547" b="0" i="0">
                <a:solidFill>
                  <a:srgbClr val="000000"/>
                </a:solidFill>
                <a:latin typeface="Comic Sans MS"/>
                <a:ea typeface="Comic Sans MS"/>
                <a:cs typeface="Comic Sans MS"/>
              </a:defRPr>
            </a:lvl6pPr>
            <a:lvl7pPr algn="l">
              <a:defRPr sz="1547" b="0" i="0">
                <a:solidFill>
                  <a:srgbClr val="000000"/>
                </a:solidFill>
                <a:latin typeface="Comic Sans MS"/>
                <a:ea typeface="Comic Sans MS"/>
                <a:cs typeface="Comic Sans MS"/>
              </a:defRPr>
            </a:lvl7pPr>
            <a:lvl8pPr algn="l">
              <a:defRPr sz="1547" b="0" i="0">
                <a:solidFill>
                  <a:srgbClr val="000000"/>
                </a:solidFill>
                <a:latin typeface="Comic Sans MS"/>
                <a:ea typeface="Comic Sans MS"/>
                <a:cs typeface="Comic Sans MS"/>
              </a:defRPr>
            </a:lvl8pPr>
            <a:lvl9pPr algn="l">
              <a:defRPr sz="1547" b="0" i="0">
                <a:solidFill>
                  <a:srgbClr val="000000"/>
                </a:solidFill>
                <a:latin typeface="Comic Sans MS"/>
                <a:ea typeface="Comic Sans MS"/>
                <a:cs typeface="Comic Sans MS"/>
              </a:defRPr>
            </a:lvl9pPr>
          </a:lstStyle>
          <a:p xmlns:a="http://schemas.openxmlformats.org/drawingml/2006/main">
            <a:pPr algn="l">
              <a:lnSpc>
                <a:spcPct val="100000"/>
              </a:lnSpc>
              <a:buNone/>
              <a:defRPr sz="1547" b="0" i="0">
                <a:solidFill>
                  <a:srgbClr val="000000"/>
                </a:solidFill>
                <a:latin typeface="Comic Sans MS"/>
                <a:ea typeface="Comic Sans MS"/>
                <a:cs typeface="Comic Sans MS"/>
              </a:defRPr>
            </a:pPr>
            <a:r>
              <a:rPr sz="1547" b="0" i="0">
                <a:solidFill>
                  <a:srgbClr val="000000"/>
                </a:solidFill>
                <a:latin typeface="Comic Sans MS"/>
                <a:ea typeface="Comic Sans MS"/>
                <a:cs typeface="Comic Sans MS"/>
              </a:rPr>
              <a:t>Agent</a:t>
            </a:r>
          </a:p>
        </p:txBody>
      </p:sp>
      <p:sp>
        <p:nvSpPr>
          <p:cNvPr id="47" name="text-43 Tool">
            <a:extLst xmlns:a="http://schemas.openxmlformats.org/drawingml/2006/main">
              <a:ext uri="{FF2B5EF4-FFF2-40B4-BE49-F238E27FC236}">
                <a16:creationId xmlns:a16="http://schemas.microsoft.com/office/drawing/2014/main" id="{41EB27A0-B243-4EE9-A325-C395EF2C56CA}"/>
              </a:ext>
            </a:extLst>
          </p:cNvPr>
          <p:cNvSpPr>
            <a:spLocks xmlns:a="http://schemas.openxmlformats.org/drawingml/2006/main" noGrp="1"/>
          </p:cNvSpPr>
          <p:nvPr/>
        </p:nvSpPr>
        <p:spPr>
          <a:xfrm xmlns:a="http://schemas.openxmlformats.org/drawingml/2006/main" rot="0">
            <a:off x="2699651" y="2201519"/>
            <a:ext cx="427812" cy="2741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2" b="0" i="0">
                <a:solidFill>
                  <a:srgbClr val="000000"/>
                </a:solidFill>
                <a:latin typeface="Comic Sans MS"/>
                <a:ea typeface="Comic Sans MS"/>
                <a:cs typeface="Comic Sans MS"/>
              </a:defRPr>
            </a:defPPr>
            <a:lvl1pPr algn="l">
              <a:defRPr sz="1542" b="0" i="0">
                <a:solidFill>
                  <a:srgbClr val="000000"/>
                </a:solidFill>
                <a:latin typeface="Comic Sans MS"/>
                <a:ea typeface="Comic Sans MS"/>
                <a:cs typeface="Comic Sans MS"/>
              </a:defRPr>
            </a:lvl1pPr>
            <a:lvl2pPr algn="l">
              <a:defRPr sz="1542" b="0" i="0">
                <a:solidFill>
                  <a:srgbClr val="000000"/>
                </a:solidFill>
                <a:latin typeface="Comic Sans MS"/>
                <a:ea typeface="Comic Sans MS"/>
                <a:cs typeface="Comic Sans MS"/>
              </a:defRPr>
            </a:lvl2pPr>
            <a:lvl3pPr algn="l">
              <a:defRPr sz="1542" b="0" i="0">
                <a:solidFill>
                  <a:srgbClr val="000000"/>
                </a:solidFill>
                <a:latin typeface="Comic Sans MS"/>
                <a:ea typeface="Comic Sans MS"/>
                <a:cs typeface="Comic Sans MS"/>
              </a:defRPr>
            </a:lvl3pPr>
            <a:lvl4pPr algn="l">
              <a:defRPr sz="1542" b="0" i="0">
                <a:solidFill>
                  <a:srgbClr val="000000"/>
                </a:solidFill>
                <a:latin typeface="Comic Sans MS"/>
                <a:ea typeface="Comic Sans MS"/>
                <a:cs typeface="Comic Sans MS"/>
              </a:defRPr>
            </a:lvl4pPr>
            <a:lvl5pPr algn="l">
              <a:defRPr sz="1542" b="0" i="0">
                <a:solidFill>
                  <a:srgbClr val="000000"/>
                </a:solidFill>
                <a:latin typeface="Comic Sans MS"/>
                <a:ea typeface="Comic Sans MS"/>
                <a:cs typeface="Comic Sans MS"/>
              </a:defRPr>
            </a:lvl5pPr>
            <a:lvl6pPr algn="l">
              <a:defRPr sz="1542" b="0" i="0">
                <a:solidFill>
                  <a:srgbClr val="000000"/>
                </a:solidFill>
                <a:latin typeface="Comic Sans MS"/>
                <a:ea typeface="Comic Sans MS"/>
                <a:cs typeface="Comic Sans MS"/>
              </a:defRPr>
            </a:lvl6pPr>
            <a:lvl7pPr algn="l">
              <a:defRPr sz="1542" b="0" i="0">
                <a:solidFill>
                  <a:srgbClr val="000000"/>
                </a:solidFill>
                <a:latin typeface="Comic Sans MS"/>
                <a:ea typeface="Comic Sans MS"/>
                <a:cs typeface="Comic Sans MS"/>
              </a:defRPr>
            </a:lvl7pPr>
            <a:lvl8pPr algn="l">
              <a:defRPr sz="1542" b="0" i="0">
                <a:solidFill>
                  <a:srgbClr val="000000"/>
                </a:solidFill>
                <a:latin typeface="Comic Sans MS"/>
                <a:ea typeface="Comic Sans MS"/>
                <a:cs typeface="Comic Sans MS"/>
              </a:defRPr>
            </a:lvl8pPr>
            <a:lvl9pPr algn="l">
              <a:defRPr sz="1542" b="0" i="0">
                <a:solidFill>
                  <a:srgbClr val="000000"/>
                </a:solidFill>
                <a:latin typeface="Comic Sans MS"/>
                <a:ea typeface="Comic Sans MS"/>
                <a:cs typeface="Comic Sans MS"/>
              </a:defRPr>
            </a:lvl9pPr>
          </a:lstStyle>
          <a:p xmlns:a="http://schemas.openxmlformats.org/drawingml/2006/main">
            <a:pPr algn="l">
              <a:lnSpc>
                <a:spcPct val="100000"/>
              </a:lnSpc>
              <a:buNone/>
              <a:defRPr sz="1542" b="0" i="0">
                <a:solidFill>
                  <a:srgbClr val="000000"/>
                </a:solidFill>
                <a:latin typeface="Comic Sans MS"/>
                <a:ea typeface="Comic Sans MS"/>
                <a:cs typeface="Comic Sans MS"/>
              </a:defRPr>
            </a:pPr>
            <a:r>
              <a:rPr sz="1542" b="0" i="0">
                <a:solidFill>
                  <a:srgbClr val="000000"/>
                </a:solidFill>
                <a:latin typeface="Comic Sans MS"/>
                <a:ea typeface="Comic Sans MS"/>
                <a:cs typeface="Comic Sans MS"/>
              </a:rPr>
              <a:t>Tool</a:t>
            </a:r>
          </a:p>
        </p:txBody>
      </p:sp>
      <p:sp>
        <p:nvSpPr>
          <p:cNvPr id="48" name="text-43 Set">
            <a:extLst xmlns:a="http://schemas.openxmlformats.org/drawingml/2006/main">
              <a:ext uri="{FF2B5EF4-FFF2-40B4-BE49-F238E27FC236}">
                <a16:creationId xmlns:a16="http://schemas.microsoft.com/office/drawing/2014/main" id="{85F34D4D-FEC3-43FB-A923-9C23A5AD3391}"/>
              </a:ext>
            </a:extLst>
          </p:cNvPr>
          <p:cNvSpPr>
            <a:spLocks xmlns:a="http://schemas.openxmlformats.org/drawingml/2006/main" noGrp="1"/>
          </p:cNvSpPr>
          <p:nvPr/>
        </p:nvSpPr>
        <p:spPr>
          <a:xfrm xmlns:a="http://schemas.openxmlformats.org/drawingml/2006/main" rot="0">
            <a:off x="3150280" y="2200902"/>
            <a:ext cx="371568" cy="275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000000"/>
                </a:solidFill>
                <a:latin typeface="Comic Sans MS"/>
                <a:ea typeface="Comic Sans MS"/>
                <a:cs typeface="Comic Sans MS"/>
              </a:defRPr>
            </a:defPPr>
            <a:lvl1pPr algn="l">
              <a:defRPr sz="1547" b="0" i="0">
                <a:solidFill>
                  <a:srgbClr val="000000"/>
                </a:solidFill>
                <a:latin typeface="Comic Sans MS"/>
                <a:ea typeface="Comic Sans MS"/>
                <a:cs typeface="Comic Sans MS"/>
              </a:defRPr>
            </a:lvl1pPr>
            <a:lvl2pPr algn="l">
              <a:defRPr sz="1547" b="0" i="0">
                <a:solidFill>
                  <a:srgbClr val="000000"/>
                </a:solidFill>
                <a:latin typeface="Comic Sans MS"/>
                <a:ea typeface="Comic Sans MS"/>
                <a:cs typeface="Comic Sans MS"/>
              </a:defRPr>
            </a:lvl2pPr>
            <a:lvl3pPr algn="l">
              <a:defRPr sz="1547" b="0" i="0">
                <a:solidFill>
                  <a:srgbClr val="000000"/>
                </a:solidFill>
                <a:latin typeface="Comic Sans MS"/>
                <a:ea typeface="Comic Sans MS"/>
                <a:cs typeface="Comic Sans MS"/>
              </a:defRPr>
            </a:lvl3pPr>
            <a:lvl4pPr algn="l">
              <a:defRPr sz="1547" b="0" i="0">
                <a:solidFill>
                  <a:srgbClr val="000000"/>
                </a:solidFill>
                <a:latin typeface="Comic Sans MS"/>
                <a:ea typeface="Comic Sans MS"/>
                <a:cs typeface="Comic Sans MS"/>
              </a:defRPr>
            </a:lvl4pPr>
            <a:lvl5pPr algn="l">
              <a:defRPr sz="1547" b="0" i="0">
                <a:solidFill>
                  <a:srgbClr val="000000"/>
                </a:solidFill>
                <a:latin typeface="Comic Sans MS"/>
                <a:ea typeface="Comic Sans MS"/>
                <a:cs typeface="Comic Sans MS"/>
              </a:defRPr>
            </a:lvl5pPr>
            <a:lvl6pPr algn="l">
              <a:defRPr sz="1547" b="0" i="0">
                <a:solidFill>
                  <a:srgbClr val="000000"/>
                </a:solidFill>
                <a:latin typeface="Comic Sans MS"/>
                <a:ea typeface="Comic Sans MS"/>
                <a:cs typeface="Comic Sans MS"/>
              </a:defRPr>
            </a:lvl6pPr>
            <a:lvl7pPr algn="l">
              <a:defRPr sz="1547" b="0" i="0">
                <a:solidFill>
                  <a:srgbClr val="000000"/>
                </a:solidFill>
                <a:latin typeface="Comic Sans MS"/>
                <a:ea typeface="Comic Sans MS"/>
                <a:cs typeface="Comic Sans MS"/>
              </a:defRPr>
            </a:lvl7pPr>
            <a:lvl8pPr algn="l">
              <a:defRPr sz="1547" b="0" i="0">
                <a:solidFill>
                  <a:srgbClr val="000000"/>
                </a:solidFill>
                <a:latin typeface="Comic Sans MS"/>
                <a:ea typeface="Comic Sans MS"/>
                <a:cs typeface="Comic Sans MS"/>
              </a:defRPr>
            </a:lvl8pPr>
            <a:lvl9pPr algn="l">
              <a:defRPr sz="1547" b="0" i="0">
                <a:solidFill>
                  <a:srgbClr val="000000"/>
                </a:solidFill>
                <a:latin typeface="Comic Sans MS"/>
                <a:ea typeface="Comic Sans MS"/>
                <a:cs typeface="Comic Sans MS"/>
              </a:defRPr>
            </a:lvl9pPr>
          </a:lstStyle>
          <a:p xmlns:a="http://schemas.openxmlformats.org/drawingml/2006/main">
            <a:pPr algn="l">
              <a:lnSpc>
                <a:spcPct val="100000"/>
              </a:lnSpc>
              <a:buNone/>
              <a:defRPr sz="1547" b="0" i="0">
                <a:solidFill>
                  <a:srgbClr val="000000"/>
                </a:solidFill>
                <a:latin typeface="Comic Sans MS"/>
                <a:ea typeface="Comic Sans MS"/>
                <a:cs typeface="Comic Sans MS"/>
              </a:defRPr>
            </a:pPr>
            <a:r>
              <a:rPr sz="1547" b="0" i="0">
                <a:solidFill>
                  <a:srgbClr val="000000"/>
                </a:solidFill>
                <a:latin typeface="Comic Sans MS"/>
                <a:ea typeface="Comic Sans MS"/>
                <a:cs typeface="Comic Sans MS"/>
              </a:rPr>
              <a:t>Set</a:t>
            </a:r>
          </a:p>
        </p:txBody>
      </p:sp>
      <p:sp>
        <p:nvSpPr>
          <p:cNvPr id="49" name="text-44 Super">
            <a:extLst xmlns:a="http://schemas.openxmlformats.org/drawingml/2006/main">
              <a:ext uri="{FF2B5EF4-FFF2-40B4-BE49-F238E27FC236}">
                <a16:creationId xmlns:a16="http://schemas.microsoft.com/office/drawing/2014/main" id="{02F10B1A-C79F-4F2D-B984-82AADA585E70}"/>
              </a:ext>
            </a:extLst>
          </p:cNvPr>
          <p:cNvSpPr>
            <a:spLocks xmlns:a="http://schemas.openxmlformats.org/drawingml/2006/main" noGrp="1"/>
          </p:cNvSpPr>
          <p:nvPr/>
        </p:nvSpPr>
        <p:spPr>
          <a:xfrm xmlns:a="http://schemas.openxmlformats.org/drawingml/2006/main" rot="0">
            <a:off x="2357936" y="3771419"/>
            <a:ext cx="324133" cy="1536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4" b="0" i="0">
                <a:solidFill>
                  <a:srgbClr val="000000"/>
                </a:solidFill>
                <a:latin typeface="Comic Sans MS"/>
                <a:ea typeface="Comic Sans MS"/>
                <a:cs typeface="Comic Sans MS"/>
              </a:defRPr>
            </a:defPPr>
            <a:lvl1pPr algn="l">
              <a:defRPr sz="864" b="0" i="0">
                <a:solidFill>
                  <a:srgbClr val="000000"/>
                </a:solidFill>
                <a:latin typeface="Comic Sans MS"/>
                <a:ea typeface="Comic Sans MS"/>
                <a:cs typeface="Comic Sans MS"/>
              </a:defRPr>
            </a:lvl1pPr>
            <a:lvl2pPr algn="l">
              <a:defRPr sz="864" b="0" i="0">
                <a:solidFill>
                  <a:srgbClr val="000000"/>
                </a:solidFill>
                <a:latin typeface="Comic Sans MS"/>
                <a:ea typeface="Comic Sans MS"/>
                <a:cs typeface="Comic Sans MS"/>
              </a:defRPr>
            </a:lvl2pPr>
            <a:lvl3pPr algn="l">
              <a:defRPr sz="864" b="0" i="0">
                <a:solidFill>
                  <a:srgbClr val="000000"/>
                </a:solidFill>
                <a:latin typeface="Comic Sans MS"/>
                <a:ea typeface="Comic Sans MS"/>
                <a:cs typeface="Comic Sans MS"/>
              </a:defRPr>
            </a:lvl3pPr>
            <a:lvl4pPr algn="l">
              <a:defRPr sz="864" b="0" i="0">
                <a:solidFill>
                  <a:srgbClr val="000000"/>
                </a:solidFill>
                <a:latin typeface="Comic Sans MS"/>
                <a:ea typeface="Comic Sans MS"/>
                <a:cs typeface="Comic Sans MS"/>
              </a:defRPr>
            </a:lvl4pPr>
            <a:lvl5pPr algn="l">
              <a:defRPr sz="864" b="0" i="0">
                <a:solidFill>
                  <a:srgbClr val="000000"/>
                </a:solidFill>
                <a:latin typeface="Comic Sans MS"/>
                <a:ea typeface="Comic Sans MS"/>
                <a:cs typeface="Comic Sans MS"/>
              </a:defRPr>
            </a:lvl5pPr>
            <a:lvl6pPr algn="l">
              <a:defRPr sz="864" b="0" i="0">
                <a:solidFill>
                  <a:srgbClr val="000000"/>
                </a:solidFill>
                <a:latin typeface="Comic Sans MS"/>
                <a:ea typeface="Comic Sans MS"/>
                <a:cs typeface="Comic Sans MS"/>
              </a:defRPr>
            </a:lvl6pPr>
            <a:lvl7pPr algn="l">
              <a:defRPr sz="864" b="0" i="0">
                <a:solidFill>
                  <a:srgbClr val="000000"/>
                </a:solidFill>
                <a:latin typeface="Comic Sans MS"/>
                <a:ea typeface="Comic Sans MS"/>
                <a:cs typeface="Comic Sans MS"/>
              </a:defRPr>
            </a:lvl7pPr>
            <a:lvl8pPr algn="l">
              <a:defRPr sz="864" b="0" i="0">
                <a:solidFill>
                  <a:srgbClr val="000000"/>
                </a:solidFill>
                <a:latin typeface="Comic Sans MS"/>
                <a:ea typeface="Comic Sans MS"/>
                <a:cs typeface="Comic Sans MS"/>
              </a:defRPr>
            </a:lvl8pPr>
            <a:lvl9pPr algn="l">
              <a:defRPr sz="864" b="0" i="0">
                <a:solidFill>
                  <a:srgbClr val="000000"/>
                </a:solidFill>
                <a:latin typeface="Comic Sans MS"/>
                <a:ea typeface="Comic Sans MS"/>
                <a:cs typeface="Comic Sans MS"/>
              </a:defRPr>
            </a:lvl9pPr>
          </a:lstStyle>
          <a:p xmlns:a="http://schemas.openxmlformats.org/drawingml/2006/main">
            <a:pPr algn="l">
              <a:lnSpc>
                <a:spcPct val="100000"/>
              </a:lnSpc>
              <a:buNone/>
              <a:defRPr sz="864" b="0" i="0">
                <a:solidFill>
                  <a:srgbClr val="000000"/>
                </a:solidFill>
                <a:latin typeface="Comic Sans MS"/>
                <a:ea typeface="Comic Sans MS"/>
                <a:cs typeface="Comic Sans MS"/>
              </a:defRPr>
            </a:pPr>
            <a:r>
              <a:rPr sz="864" b="0" i="0">
                <a:solidFill>
                  <a:srgbClr val="000000"/>
                </a:solidFill>
                <a:latin typeface="Comic Sans MS"/>
                <a:ea typeface="Comic Sans MS"/>
                <a:cs typeface="Comic Sans MS"/>
              </a:rPr>
              <a:t>Super</a:t>
            </a:r>
          </a:p>
        </p:txBody>
      </p:sp>
      <p:sp>
        <p:nvSpPr>
          <p:cNvPr id="50" name="text-45 Resolution">
            <a:extLst xmlns:a="http://schemas.openxmlformats.org/drawingml/2006/main">
              <a:ext uri="{FF2B5EF4-FFF2-40B4-BE49-F238E27FC236}">
                <a16:creationId xmlns:a16="http://schemas.microsoft.com/office/drawing/2014/main" id="{C3BE2774-0C6F-4F2D-BFFD-38E9CB0D2E1C}"/>
              </a:ext>
            </a:extLst>
          </p:cNvPr>
          <p:cNvSpPr>
            <a:spLocks xmlns:a="http://schemas.openxmlformats.org/drawingml/2006/main" noGrp="1"/>
          </p:cNvSpPr>
          <p:nvPr/>
        </p:nvSpPr>
        <p:spPr>
          <a:xfrm xmlns:a="http://schemas.openxmlformats.org/drawingml/2006/main" rot="0">
            <a:off x="2246800" y="3891558"/>
            <a:ext cx="546952" cy="154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8" b="0" i="0">
                <a:solidFill>
                  <a:srgbClr val="000000"/>
                </a:solidFill>
                <a:latin typeface="Comic Sans MS"/>
                <a:ea typeface="Comic Sans MS"/>
                <a:cs typeface="Comic Sans MS"/>
              </a:defRPr>
            </a:defPPr>
            <a:lvl1pPr algn="l">
              <a:defRPr sz="868" b="0" i="0">
                <a:solidFill>
                  <a:srgbClr val="000000"/>
                </a:solidFill>
                <a:latin typeface="Comic Sans MS"/>
                <a:ea typeface="Comic Sans MS"/>
                <a:cs typeface="Comic Sans MS"/>
              </a:defRPr>
            </a:lvl1pPr>
            <a:lvl2pPr algn="l">
              <a:defRPr sz="868" b="0" i="0">
                <a:solidFill>
                  <a:srgbClr val="000000"/>
                </a:solidFill>
                <a:latin typeface="Comic Sans MS"/>
                <a:ea typeface="Comic Sans MS"/>
                <a:cs typeface="Comic Sans MS"/>
              </a:defRPr>
            </a:lvl2pPr>
            <a:lvl3pPr algn="l">
              <a:defRPr sz="868" b="0" i="0">
                <a:solidFill>
                  <a:srgbClr val="000000"/>
                </a:solidFill>
                <a:latin typeface="Comic Sans MS"/>
                <a:ea typeface="Comic Sans MS"/>
                <a:cs typeface="Comic Sans MS"/>
              </a:defRPr>
            </a:lvl3pPr>
            <a:lvl4pPr algn="l">
              <a:defRPr sz="868" b="0" i="0">
                <a:solidFill>
                  <a:srgbClr val="000000"/>
                </a:solidFill>
                <a:latin typeface="Comic Sans MS"/>
                <a:ea typeface="Comic Sans MS"/>
                <a:cs typeface="Comic Sans MS"/>
              </a:defRPr>
            </a:lvl4pPr>
            <a:lvl5pPr algn="l">
              <a:defRPr sz="868" b="0" i="0">
                <a:solidFill>
                  <a:srgbClr val="000000"/>
                </a:solidFill>
                <a:latin typeface="Comic Sans MS"/>
                <a:ea typeface="Comic Sans MS"/>
                <a:cs typeface="Comic Sans MS"/>
              </a:defRPr>
            </a:lvl5pPr>
            <a:lvl6pPr algn="l">
              <a:defRPr sz="868" b="0" i="0">
                <a:solidFill>
                  <a:srgbClr val="000000"/>
                </a:solidFill>
                <a:latin typeface="Comic Sans MS"/>
                <a:ea typeface="Comic Sans MS"/>
                <a:cs typeface="Comic Sans MS"/>
              </a:defRPr>
            </a:lvl6pPr>
            <a:lvl7pPr algn="l">
              <a:defRPr sz="868" b="0" i="0">
                <a:solidFill>
                  <a:srgbClr val="000000"/>
                </a:solidFill>
                <a:latin typeface="Comic Sans MS"/>
                <a:ea typeface="Comic Sans MS"/>
                <a:cs typeface="Comic Sans MS"/>
              </a:defRPr>
            </a:lvl7pPr>
            <a:lvl8pPr algn="l">
              <a:defRPr sz="868" b="0" i="0">
                <a:solidFill>
                  <a:srgbClr val="000000"/>
                </a:solidFill>
                <a:latin typeface="Comic Sans MS"/>
                <a:ea typeface="Comic Sans MS"/>
                <a:cs typeface="Comic Sans MS"/>
              </a:defRPr>
            </a:lvl8pPr>
            <a:lvl9pPr algn="l">
              <a:defRPr sz="868" b="0" i="0">
                <a:solidFill>
                  <a:srgbClr val="000000"/>
                </a:solidFill>
                <a:latin typeface="Comic Sans MS"/>
                <a:ea typeface="Comic Sans MS"/>
                <a:cs typeface="Comic Sans MS"/>
              </a:defRPr>
            </a:lvl9pPr>
          </a:lstStyle>
          <a:p xmlns:a="http://schemas.openxmlformats.org/drawingml/2006/main">
            <a:pPr algn="l">
              <a:lnSpc>
                <a:spcPct val="100000"/>
              </a:lnSpc>
              <a:buNone/>
              <a:defRPr sz="868" b="0" i="0">
                <a:solidFill>
                  <a:srgbClr val="000000"/>
                </a:solidFill>
                <a:latin typeface="Comic Sans MS"/>
                <a:ea typeface="Comic Sans MS"/>
                <a:cs typeface="Comic Sans MS"/>
              </a:defRPr>
            </a:pPr>
            <a:r>
              <a:rPr sz="868" b="0" i="0">
                <a:solidFill>
                  <a:srgbClr val="000000"/>
                </a:solidFill>
                <a:latin typeface="Comic Sans MS"/>
                <a:ea typeface="Comic Sans MS"/>
                <a:cs typeface="Comic Sans MS"/>
              </a:rPr>
              <a:t>Resolution</a:t>
            </a:r>
          </a:p>
        </p:txBody>
      </p:sp>
      <p:pic>
        <p:nvPicPr>
          <p:cNvPr id="51" name="">
            <a:extLst xmlns:a="http://schemas.openxmlformats.org/drawingml/2006/main">
              <a:ext uri="{FF2B5EF4-FFF2-40B4-BE49-F238E27FC236}">
                <a16:creationId xmlns:a16="http://schemas.microsoft.com/office/drawing/2014/main" id="{CABB9058-908D-464C-8891-B37AFB3778B1}"/>
              </a:ext>
            </a:extLst>
          </p:cNvPr>
          <p:cNvPicPr>
            <a:picLocks xmlns:a="http://schemas.openxmlformats.org/drawingml/2006/main" noChangeAspect="1"/>
          </p:cNvPicPr>
          <p:nvPr/>
        </p:nvPicPr>
        <p:blipFill>
          <a:blip xmlns:r="http://schemas.openxmlformats.org/officeDocument/2006/relationships" xmlns:a="http://schemas.openxmlformats.org/drawingml/2006/main" r:embed="R8de88ff4c78b4b61"/>
          <a:stretch xmlns:a="http://schemas.openxmlformats.org/drawingml/2006/main"/>
        </p:blipFill>
        <p:spPr>
          <a:xfrm xmlns:a="http://schemas.openxmlformats.org/drawingml/2006/main">
            <a:off x="3114675" y="3343275"/>
            <a:ext cx="428625" cy="400050"/>
          </a:xfrm>
          <a:prstGeom xmlns:a="http://schemas.openxmlformats.org/drawingml/2006/main" prst="rect">
            <a:avLst/>
          </a:prstGeom>
        </p:spPr>
      </p:pic>
      <p:sp>
        <p:nvSpPr>
          <p:cNvPr id="52" name="text-47 Perspective">
            <a:extLst xmlns:a="http://schemas.openxmlformats.org/drawingml/2006/main">
              <a:ext uri="{FF2B5EF4-FFF2-40B4-BE49-F238E27FC236}">
                <a16:creationId xmlns:a16="http://schemas.microsoft.com/office/drawing/2014/main" id="{44816212-1074-4236-BB42-D74A7B6D00E2}"/>
              </a:ext>
            </a:extLst>
          </p:cNvPr>
          <p:cNvSpPr>
            <a:spLocks xmlns:a="http://schemas.openxmlformats.org/drawingml/2006/main" noGrp="1"/>
          </p:cNvSpPr>
          <p:nvPr/>
        </p:nvSpPr>
        <p:spPr>
          <a:xfrm xmlns:a="http://schemas.openxmlformats.org/drawingml/2006/main" rot="0">
            <a:off x="3028834" y="3785808"/>
            <a:ext cx="615404" cy="1540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000000"/>
                </a:solidFill>
                <a:latin typeface="Comic Sans MS"/>
                <a:ea typeface="Comic Sans MS"/>
                <a:cs typeface="Comic Sans MS"/>
              </a:defRPr>
            </a:defPPr>
            <a:lvl1pPr algn="l">
              <a:defRPr sz="867" b="0" i="0">
                <a:solidFill>
                  <a:srgbClr val="000000"/>
                </a:solidFill>
                <a:latin typeface="Comic Sans MS"/>
                <a:ea typeface="Comic Sans MS"/>
                <a:cs typeface="Comic Sans MS"/>
              </a:defRPr>
            </a:lvl1pPr>
            <a:lvl2pPr algn="l">
              <a:defRPr sz="867" b="0" i="0">
                <a:solidFill>
                  <a:srgbClr val="000000"/>
                </a:solidFill>
                <a:latin typeface="Comic Sans MS"/>
                <a:ea typeface="Comic Sans MS"/>
                <a:cs typeface="Comic Sans MS"/>
              </a:defRPr>
            </a:lvl2pPr>
            <a:lvl3pPr algn="l">
              <a:defRPr sz="867" b="0" i="0">
                <a:solidFill>
                  <a:srgbClr val="000000"/>
                </a:solidFill>
                <a:latin typeface="Comic Sans MS"/>
                <a:ea typeface="Comic Sans MS"/>
                <a:cs typeface="Comic Sans MS"/>
              </a:defRPr>
            </a:lvl3pPr>
            <a:lvl4pPr algn="l">
              <a:defRPr sz="867" b="0" i="0">
                <a:solidFill>
                  <a:srgbClr val="000000"/>
                </a:solidFill>
                <a:latin typeface="Comic Sans MS"/>
                <a:ea typeface="Comic Sans MS"/>
                <a:cs typeface="Comic Sans MS"/>
              </a:defRPr>
            </a:lvl4pPr>
            <a:lvl5pPr algn="l">
              <a:defRPr sz="867" b="0" i="0">
                <a:solidFill>
                  <a:srgbClr val="000000"/>
                </a:solidFill>
                <a:latin typeface="Comic Sans MS"/>
                <a:ea typeface="Comic Sans MS"/>
                <a:cs typeface="Comic Sans MS"/>
              </a:defRPr>
            </a:lvl5pPr>
            <a:lvl6pPr algn="l">
              <a:defRPr sz="867" b="0" i="0">
                <a:solidFill>
                  <a:srgbClr val="000000"/>
                </a:solidFill>
                <a:latin typeface="Comic Sans MS"/>
                <a:ea typeface="Comic Sans MS"/>
                <a:cs typeface="Comic Sans MS"/>
              </a:defRPr>
            </a:lvl6pPr>
            <a:lvl7pPr algn="l">
              <a:defRPr sz="867" b="0" i="0">
                <a:solidFill>
                  <a:srgbClr val="000000"/>
                </a:solidFill>
                <a:latin typeface="Comic Sans MS"/>
                <a:ea typeface="Comic Sans MS"/>
                <a:cs typeface="Comic Sans MS"/>
              </a:defRPr>
            </a:lvl7pPr>
            <a:lvl8pPr algn="l">
              <a:defRPr sz="867" b="0" i="0">
                <a:solidFill>
                  <a:srgbClr val="000000"/>
                </a:solidFill>
                <a:latin typeface="Comic Sans MS"/>
                <a:ea typeface="Comic Sans MS"/>
                <a:cs typeface="Comic Sans MS"/>
              </a:defRPr>
            </a:lvl8pPr>
            <a:lvl9pPr algn="l">
              <a:defRPr sz="867" b="0" i="0">
                <a:solidFill>
                  <a:srgbClr val="000000"/>
                </a:solidFill>
                <a:latin typeface="Comic Sans MS"/>
                <a:ea typeface="Comic Sans MS"/>
                <a:cs typeface="Comic Sans MS"/>
              </a:defRPr>
            </a:lvl9pPr>
          </a:lstStyle>
          <a:p xmlns:a="http://schemas.openxmlformats.org/drawingml/2006/main">
            <a:pPr algn="l">
              <a:lnSpc>
                <a:spcPct val="100000"/>
              </a:lnSpc>
              <a:buNone/>
              <a:defRPr sz="867" b="0" i="0">
                <a:solidFill>
                  <a:srgbClr val="000000"/>
                </a:solidFill>
                <a:latin typeface="Comic Sans MS"/>
                <a:ea typeface="Comic Sans MS"/>
                <a:cs typeface="Comic Sans MS"/>
              </a:defRPr>
            </a:pPr>
            <a:r>
              <a:rPr sz="867" b="0" i="0">
                <a:solidFill>
                  <a:srgbClr val="000000"/>
                </a:solidFill>
                <a:latin typeface="Comic Sans MS"/>
                <a:ea typeface="Comic Sans MS"/>
                <a:cs typeface="Comic Sans MS"/>
              </a:rPr>
              <a:t>Perspective</a:t>
            </a:r>
          </a:p>
        </p:txBody>
      </p:sp>
      <p:sp>
        <p:nvSpPr>
          <p:cNvPr id="53" name="text-48 Correct">
            <a:extLst xmlns:a="http://schemas.openxmlformats.org/drawingml/2006/main">
              <a:ext uri="{FF2B5EF4-FFF2-40B4-BE49-F238E27FC236}">
                <a16:creationId xmlns:a16="http://schemas.microsoft.com/office/drawing/2014/main" id="{AF0D4725-A734-4BCB-AC9E-7C55A3C9F9DC}"/>
              </a:ext>
            </a:extLst>
          </p:cNvPr>
          <p:cNvSpPr>
            <a:spLocks xmlns:a="http://schemas.openxmlformats.org/drawingml/2006/main" noGrp="1"/>
          </p:cNvSpPr>
          <p:nvPr/>
        </p:nvSpPr>
        <p:spPr>
          <a:xfrm xmlns:a="http://schemas.openxmlformats.org/drawingml/2006/main" rot="0">
            <a:off x="3126170" y="3908939"/>
            <a:ext cx="420038" cy="15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71" b="0" i="0">
                <a:solidFill>
                  <a:srgbClr val="000000"/>
                </a:solidFill>
                <a:latin typeface="Comic Sans MS"/>
                <a:ea typeface="Comic Sans MS"/>
                <a:cs typeface="Comic Sans MS"/>
              </a:defRPr>
            </a:defPPr>
            <a:lvl1pPr algn="l">
              <a:defRPr sz="871" b="0" i="0">
                <a:solidFill>
                  <a:srgbClr val="000000"/>
                </a:solidFill>
                <a:latin typeface="Comic Sans MS"/>
                <a:ea typeface="Comic Sans MS"/>
                <a:cs typeface="Comic Sans MS"/>
              </a:defRPr>
            </a:lvl1pPr>
            <a:lvl2pPr algn="l">
              <a:defRPr sz="871" b="0" i="0">
                <a:solidFill>
                  <a:srgbClr val="000000"/>
                </a:solidFill>
                <a:latin typeface="Comic Sans MS"/>
                <a:ea typeface="Comic Sans MS"/>
                <a:cs typeface="Comic Sans MS"/>
              </a:defRPr>
            </a:lvl2pPr>
            <a:lvl3pPr algn="l">
              <a:defRPr sz="871" b="0" i="0">
                <a:solidFill>
                  <a:srgbClr val="000000"/>
                </a:solidFill>
                <a:latin typeface="Comic Sans MS"/>
                <a:ea typeface="Comic Sans MS"/>
                <a:cs typeface="Comic Sans MS"/>
              </a:defRPr>
            </a:lvl3pPr>
            <a:lvl4pPr algn="l">
              <a:defRPr sz="871" b="0" i="0">
                <a:solidFill>
                  <a:srgbClr val="000000"/>
                </a:solidFill>
                <a:latin typeface="Comic Sans MS"/>
                <a:ea typeface="Comic Sans MS"/>
                <a:cs typeface="Comic Sans MS"/>
              </a:defRPr>
            </a:lvl4pPr>
            <a:lvl5pPr algn="l">
              <a:defRPr sz="871" b="0" i="0">
                <a:solidFill>
                  <a:srgbClr val="000000"/>
                </a:solidFill>
                <a:latin typeface="Comic Sans MS"/>
                <a:ea typeface="Comic Sans MS"/>
                <a:cs typeface="Comic Sans MS"/>
              </a:defRPr>
            </a:lvl5pPr>
            <a:lvl6pPr algn="l">
              <a:defRPr sz="871" b="0" i="0">
                <a:solidFill>
                  <a:srgbClr val="000000"/>
                </a:solidFill>
                <a:latin typeface="Comic Sans MS"/>
                <a:ea typeface="Comic Sans MS"/>
                <a:cs typeface="Comic Sans MS"/>
              </a:defRPr>
            </a:lvl6pPr>
            <a:lvl7pPr algn="l">
              <a:defRPr sz="871" b="0" i="0">
                <a:solidFill>
                  <a:srgbClr val="000000"/>
                </a:solidFill>
                <a:latin typeface="Comic Sans MS"/>
                <a:ea typeface="Comic Sans MS"/>
                <a:cs typeface="Comic Sans MS"/>
              </a:defRPr>
            </a:lvl7pPr>
            <a:lvl8pPr algn="l">
              <a:defRPr sz="871" b="0" i="0">
                <a:solidFill>
                  <a:srgbClr val="000000"/>
                </a:solidFill>
                <a:latin typeface="Comic Sans MS"/>
                <a:ea typeface="Comic Sans MS"/>
                <a:cs typeface="Comic Sans MS"/>
              </a:defRPr>
            </a:lvl8pPr>
            <a:lvl9pPr algn="l">
              <a:defRPr sz="871" b="0" i="0">
                <a:solidFill>
                  <a:srgbClr val="000000"/>
                </a:solidFill>
                <a:latin typeface="Comic Sans MS"/>
                <a:ea typeface="Comic Sans MS"/>
                <a:cs typeface="Comic Sans MS"/>
              </a:defRPr>
            </a:lvl9pPr>
          </a:lstStyle>
          <a:p xmlns:a="http://schemas.openxmlformats.org/drawingml/2006/main">
            <a:pPr algn="l">
              <a:lnSpc>
                <a:spcPct val="100000"/>
              </a:lnSpc>
              <a:buNone/>
              <a:defRPr sz="871" b="0" i="0">
                <a:solidFill>
                  <a:srgbClr val="000000"/>
                </a:solidFill>
                <a:latin typeface="Comic Sans MS"/>
                <a:ea typeface="Comic Sans MS"/>
                <a:cs typeface="Comic Sans MS"/>
              </a:defRPr>
            </a:pPr>
            <a:r>
              <a:rPr sz="871" b="0" i="0">
                <a:solidFill>
                  <a:srgbClr val="000000"/>
                </a:solidFill>
                <a:latin typeface="Comic Sans MS"/>
                <a:ea typeface="Comic Sans MS"/>
                <a:cs typeface="Comic Sans MS"/>
              </a:rPr>
              <a:t>Correct</a:t>
            </a:r>
          </a:p>
        </p:txBody>
      </p:sp>
      <p:sp>
        <p:nvSpPr>
          <p:cNvPr id="54" name="path-49">
            <a:extLst xmlns:a="http://schemas.openxmlformats.org/drawingml/2006/main">
              <a:ext uri="{FF2B5EF4-FFF2-40B4-BE49-F238E27FC236}">
                <a16:creationId xmlns:a16="http://schemas.microsoft.com/office/drawing/2014/main" id="{DC511993-D7C2-4927-92D7-226EAD37633D}"/>
              </a:ext>
            </a:extLst>
          </p:cNvPr>
          <p:cNvSpPr>
            <a:spLocks xmlns:a="http://schemas.openxmlformats.org/drawingml/2006/main" noGrp="1"/>
          </p:cNvSpPr>
          <p:nvPr/>
        </p:nvSpPr>
        <p:spPr>
          <a:xfrm xmlns:a="http://schemas.openxmlformats.org/drawingml/2006/main">
            <a:off x="253777" y="4340112"/>
            <a:ext cx="5285014" cy="1034897"/>
          </a:xfrm>
          <a:custGeom xmlns:a="http://schemas.openxmlformats.org/drawingml/2006/main">
            <a:pathLst>
              <a:path w="5285014" h="1034897">
                <a:moveTo>
                  <a:pt x="0" y="135819"/>
                </a:moveTo>
                <a:cubicBezTo>
                  <a:pt x="0" y="60808"/>
                  <a:pt x="60808" y="0"/>
                  <a:pt x="135819" y="0"/>
                </a:cubicBezTo>
                <a:lnTo>
                  <a:pt x="5149196" y="0"/>
                </a:lnTo>
                <a:cubicBezTo>
                  <a:pt x="5224206" y="0"/>
                  <a:pt x="5285014" y="60808"/>
                  <a:pt x="5285014" y="135819"/>
                </a:cubicBezTo>
                <a:lnTo>
                  <a:pt x="5285014" y="899078"/>
                </a:lnTo>
                <a:cubicBezTo>
                  <a:pt x="5285014" y="974089"/>
                  <a:pt x="5224206" y="1034897"/>
                  <a:pt x="5149196" y="1034897"/>
                </a:cubicBezTo>
                <a:lnTo>
                  <a:pt x="135819" y="1034897"/>
                </a:lnTo>
                <a:cubicBezTo>
                  <a:pt x="60808" y="1034897"/>
                  <a:pt x="0" y="974089"/>
                  <a:pt x="0" y="899078"/>
                </a:cubicBezTo>
                <a:lnTo>
                  <a:pt x="0" y="135819"/>
                </a:lnTo>
              </a:path>
            </a:pathLst>
          </a:custGeom>
          <a:noFill xmlns:a="http://schemas.openxmlformats.org/drawingml/2006/main"/>
          <a:ln xmlns:a="http://schemas.openxmlformats.org/drawingml/2006/main" w="13800">
            <a:solidFill>
              <a:srgbClr val="1F5FBF"/>
            </a:solidFill>
            <a:prstDash val="solid"/>
          </a:ln>
        </p:spPr>
      </p:sp>
      <p:pic>
        <p:nvPicPr>
          <p:cNvPr id="55" name="">
            <a:extLst xmlns:a="http://schemas.openxmlformats.org/drawingml/2006/main">
              <a:ext uri="{FF2B5EF4-FFF2-40B4-BE49-F238E27FC236}">
                <a16:creationId xmlns:a16="http://schemas.microsoft.com/office/drawing/2014/main" id="{B03C9E06-B7FD-4CDB-9EF6-EB3B80A602CE}"/>
              </a:ext>
            </a:extLst>
          </p:cNvPr>
          <p:cNvPicPr>
            <a:picLocks xmlns:a="http://schemas.openxmlformats.org/drawingml/2006/main" noChangeAspect="1"/>
          </p:cNvPicPr>
          <p:nvPr/>
        </p:nvPicPr>
        <p:blipFill>
          <a:blip xmlns:r="http://schemas.openxmlformats.org/officeDocument/2006/relationships" xmlns:a="http://schemas.openxmlformats.org/drawingml/2006/main" r:embed="Rf2f936f6ad984573"/>
          <a:stretch xmlns:a="http://schemas.openxmlformats.org/drawingml/2006/main"/>
        </p:blipFill>
        <p:spPr>
          <a:xfrm xmlns:a="http://schemas.openxmlformats.org/drawingml/2006/main">
            <a:off x="352425" y="4657725"/>
            <a:ext cx="438150" cy="428625"/>
          </a:xfrm>
          <a:prstGeom xmlns:a="http://schemas.openxmlformats.org/drawingml/2006/main" prst="rect">
            <a:avLst/>
          </a:prstGeom>
        </p:spPr>
      </p:pic>
      <p:pic>
        <p:nvPicPr>
          <p:cNvPr id="56" name="">
            <a:extLst xmlns:a="http://schemas.openxmlformats.org/drawingml/2006/main">
              <a:ext uri="{FF2B5EF4-FFF2-40B4-BE49-F238E27FC236}">
                <a16:creationId xmlns:a16="http://schemas.microsoft.com/office/drawing/2014/main" id="{57526AEF-4471-4785-A20A-C140BCB02EAE}"/>
              </a:ext>
            </a:extLst>
          </p:cNvPr>
          <p:cNvPicPr>
            <a:picLocks xmlns:a="http://schemas.openxmlformats.org/drawingml/2006/main" noChangeAspect="1"/>
          </p:cNvPicPr>
          <p:nvPr/>
        </p:nvPicPr>
        <p:blipFill>
          <a:blip xmlns:r="http://schemas.openxmlformats.org/officeDocument/2006/relationships" xmlns:a="http://schemas.openxmlformats.org/drawingml/2006/main" r:embed="R6fe4152f2baa4ad2"/>
          <a:stretch xmlns:a="http://schemas.openxmlformats.org/drawingml/2006/main"/>
        </p:blipFill>
        <p:spPr>
          <a:xfrm xmlns:a="http://schemas.openxmlformats.org/drawingml/2006/main">
            <a:off x="1009650" y="4657725"/>
            <a:ext cx="438150" cy="428625"/>
          </a:xfrm>
          <a:prstGeom xmlns:a="http://schemas.openxmlformats.org/drawingml/2006/main" prst="rect">
            <a:avLst/>
          </a:prstGeom>
        </p:spPr>
      </p:pic>
      <p:pic>
        <p:nvPicPr>
          <p:cNvPr id="57" name="">
            <a:extLst xmlns:a="http://schemas.openxmlformats.org/drawingml/2006/main">
              <a:ext uri="{FF2B5EF4-FFF2-40B4-BE49-F238E27FC236}">
                <a16:creationId xmlns:a16="http://schemas.microsoft.com/office/drawing/2014/main" id="{C7048D11-3699-4310-9271-5082484FE9C9}"/>
              </a:ext>
            </a:extLst>
          </p:cNvPr>
          <p:cNvPicPr>
            <a:picLocks xmlns:a="http://schemas.openxmlformats.org/drawingml/2006/main" noChangeAspect="1"/>
          </p:cNvPicPr>
          <p:nvPr/>
        </p:nvPicPr>
        <p:blipFill>
          <a:blip xmlns:r="http://schemas.openxmlformats.org/officeDocument/2006/relationships" xmlns:a="http://schemas.openxmlformats.org/drawingml/2006/main" r:embed="Rde4e181aa54c4aa9"/>
          <a:stretch xmlns:a="http://schemas.openxmlformats.org/drawingml/2006/main"/>
        </p:blipFill>
        <p:spPr>
          <a:xfrm xmlns:a="http://schemas.openxmlformats.org/drawingml/2006/main">
            <a:off x="1685925" y="4752975"/>
            <a:ext cx="400050" cy="238125"/>
          </a:xfrm>
          <a:prstGeom xmlns:a="http://schemas.openxmlformats.org/drawingml/2006/main" prst="rect">
            <a:avLst/>
          </a:prstGeom>
        </p:spPr>
      </p:pic>
      <p:pic>
        <p:nvPicPr>
          <p:cNvPr id="58" name="">
            <a:extLst xmlns:a="http://schemas.openxmlformats.org/drawingml/2006/main">
              <a:ext uri="{FF2B5EF4-FFF2-40B4-BE49-F238E27FC236}">
                <a16:creationId xmlns:a16="http://schemas.microsoft.com/office/drawing/2014/main" id="{ACBFEEF9-3A1C-4007-9CA5-107D9C4B37C9}"/>
              </a:ext>
            </a:extLst>
          </p:cNvPr>
          <p:cNvPicPr>
            <a:picLocks xmlns:a="http://schemas.openxmlformats.org/drawingml/2006/main" noChangeAspect="1"/>
          </p:cNvPicPr>
          <p:nvPr/>
        </p:nvPicPr>
        <p:blipFill>
          <a:blip xmlns:r="http://schemas.openxmlformats.org/officeDocument/2006/relationships" xmlns:a="http://schemas.openxmlformats.org/drawingml/2006/main" r:embed="Rc825b5f5fb474925"/>
          <a:stretch xmlns:a="http://schemas.openxmlformats.org/drawingml/2006/main"/>
        </p:blipFill>
        <p:spPr>
          <a:xfrm xmlns:a="http://schemas.openxmlformats.org/drawingml/2006/main">
            <a:off x="2324100" y="4657725"/>
            <a:ext cx="438150" cy="428625"/>
          </a:xfrm>
          <a:prstGeom xmlns:a="http://schemas.openxmlformats.org/drawingml/2006/main" prst="rect">
            <a:avLst/>
          </a:prstGeom>
        </p:spPr>
      </p:pic>
      <p:pic>
        <p:nvPicPr>
          <p:cNvPr id="59" name="">
            <a:extLst xmlns:a="http://schemas.openxmlformats.org/drawingml/2006/main">
              <a:ext uri="{FF2B5EF4-FFF2-40B4-BE49-F238E27FC236}">
                <a16:creationId xmlns:a16="http://schemas.microsoft.com/office/drawing/2014/main" id="{27BE760E-AC70-4476-8AF2-FC28AB4E9415}"/>
              </a:ext>
            </a:extLst>
          </p:cNvPr>
          <p:cNvPicPr>
            <a:picLocks xmlns:a="http://schemas.openxmlformats.org/drawingml/2006/main" noChangeAspect="1"/>
          </p:cNvPicPr>
          <p:nvPr/>
        </p:nvPicPr>
        <p:blipFill>
          <a:blip xmlns:r="http://schemas.openxmlformats.org/officeDocument/2006/relationships" xmlns:a="http://schemas.openxmlformats.org/drawingml/2006/main" r:embed="R997670622fed431e"/>
          <a:stretch xmlns:a="http://schemas.openxmlformats.org/drawingml/2006/main"/>
        </p:blipFill>
        <p:spPr>
          <a:xfrm xmlns:a="http://schemas.openxmlformats.org/drawingml/2006/main">
            <a:off x="2981325" y="4657725"/>
            <a:ext cx="438150" cy="428625"/>
          </a:xfrm>
          <a:prstGeom xmlns:a="http://schemas.openxmlformats.org/drawingml/2006/main" prst="rect">
            <a:avLst/>
          </a:prstGeom>
        </p:spPr>
      </p:pic>
      <p:sp>
        <p:nvSpPr>
          <p:cNvPr id="60" name="path-55">
            <a:extLst xmlns:a="http://schemas.openxmlformats.org/drawingml/2006/main">
              <a:ext uri="{FF2B5EF4-FFF2-40B4-BE49-F238E27FC236}">
                <a16:creationId xmlns:a16="http://schemas.microsoft.com/office/drawing/2014/main" id="{2ABB6260-E91C-44DD-B379-E489B008DF4A}"/>
              </a:ext>
            </a:extLst>
          </p:cNvPr>
          <p:cNvSpPr>
            <a:spLocks xmlns:a="http://schemas.openxmlformats.org/drawingml/2006/main" noGrp="1"/>
          </p:cNvSpPr>
          <p:nvPr/>
        </p:nvSpPr>
        <p:spPr>
          <a:xfrm xmlns:a="http://schemas.openxmlformats.org/drawingml/2006/main">
            <a:off x="4986292" y="4602235"/>
            <a:ext cx="460552" cy="492476"/>
          </a:xfrm>
          <a:custGeom xmlns:a="http://schemas.openxmlformats.org/drawingml/2006/main">
            <a:pathLst>
              <a:path w="460552" h="492476">
                <a:moveTo>
                  <a:pt x="0" y="60442"/>
                </a:moveTo>
                <a:cubicBezTo>
                  <a:pt x="0" y="27061"/>
                  <a:pt x="27061" y="0"/>
                  <a:pt x="60443" y="0"/>
                </a:cubicBezTo>
                <a:lnTo>
                  <a:pt x="400109" y="0"/>
                </a:lnTo>
                <a:cubicBezTo>
                  <a:pt x="433491" y="0"/>
                  <a:pt x="460552" y="27061"/>
                  <a:pt x="460552" y="60442"/>
                </a:cubicBezTo>
                <a:lnTo>
                  <a:pt x="460552" y="432034"/>
                </a:lnTo>
                <a:cubicBezTo>
                  <a:pt x="460552" y="465415"/>
                  <a:pt x="433491" y="492476"/>
                  <a:pt x="400109" y="492476"/>
                </a:cubicBezTo>
                <a:lnTo>
                  <a:pt x="60443" y="492476"/>
                </a:lnTo>
                <a:cubicBezTo>
                  <a:pt x="27061" y="492476"/>
                  <a:pt x="0" y="465415"/>
                  <a:pt x="0" y="432034"/>
                </a:cubicBezTo>
                <a:lnTo>
                  <a:pt x="0" y="60442"/>
                </a:lnTo>
              </a:path>
            </a:pathLst>
          </a:custGeom>
          <a:noFill xmlns:a="http://schemas.openxmlformats.org/drawingml/2006/main"/>
          <a:ln xmlns:a="http://schemas.openxmlformats.org/drawingml/2006/main" w="18400">
            <a:solidFill>
              <a:srgbClr val="3B7D23"/>
            </a:solidFill>
            <a:prstDash val="solid"/>
          </a:ln>
        </p:spPr>
      </p:sp>
      <p:sp>
        <p:nvSpPr>
          <p:cNvPr id="61" name="text-56 Think">
            <a:extLst xmlns:a="http://schemas.openxmlformats.org/drawingml/2006/main">
              <a:ext uri="{FF2B5EF4-FFF2-40B4-BE49-F238E27FC236}">
                <a16:creationId xmlns:a16="http://schemas.microsoft.com/office/drawing/2014/main" id="{BEEA1F07-CC26-4BAF-B40C-D6842B92C0C2}"/>
              </a:ext>
            </a:extLst>
          </p:cNvPr>
          <p:cNvSpPr>
            <a:spLocks xmlns:a="http://schemas.openxmlformats.org/drawingml/2006/main" noGrp="1"/>
          </p:cNvSpPr>
          <p:nvPr/>
        </p:nvSpPr>
        <p:spPr>
          <a:xfrm xmlns:a="http://schemas.openxmlformats.org/drawingml/2006/main" rot="0">
            <a:off x="385224" y="5125340"/>
            <a:ext cx="363125" cy="18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9" b="0" i="0">
                <a:solidFill>
                  <a:srgbClr val="000000"/>
                </a:solidFill>
                <a:latin typeface="Comic Sans MS"/>
                <a:ea typeface="Comic Sans MS"/>
                <a:cs typeface="Comic Sans MS"/>
              </a:defRPr>
            </a:defPPr>
            <a:lvl1pPr algn="l">
              <a:defRPr sz="1029" b="0" i="0">
                <a:solidFill>
                  <a:srgbClr val="000000"/>
                </a:solidFill>
                <a:latin typeface="Comic Sans MS"/>
                <a:ea typeface="Comic Sans MS"/>
                <a:cs typeface="Comic Sans MS"/>
              </a:defRPr>
            </a:lvl1pPr>
            <a:lvl2pPr algn="l">
              <a:defRPr sz="1029" b="0" i="0">
                <a:solidFill>
                  <a:srgbClr val="000000"/>
                </a:solidFill>
                <a:latin typeface="Comic Sans MS"/>
                <a:ea typeface="Comic Sans MS"/>
                <a:cs typeface="Comic Sans MS"/>
              </a:defRPr>
            </a:lvl2pPr>
            <a:lvl3pPr algn="l">
              <a:defRPr sz="1029" b="0" i="0">
                <a:solidFill>
                  <a:srgbClr val="000000"/>
                </a:solidFill>
                <a:latin typeface="Comic Sans MS"/>
                <a:ea typeface="Comic Sans MS"/>
                <a:cs typeface="Comic Sans MS"/>
              </a:defRPr>
            </a:lvl3pPr>
            <a:lvl4pPr algn="l">
              <a:defRPr sz="1029" b="0" i="0">
                <a:solidFill>
                  <a:srgbClr val="000000"/>
                </a:solidFill>
                <a:latin typeface="Comic Sans MS"/>
                <a:ea typeface="Comic Sans MS"/>
                <a:cs typeface="Comic Sans MS"/>
              </a:defRPr>
            </a:lvl4pPr>
            <a:lvl5pPr algn="l">
              <a:defRPr sz="1029" b="0" i="0">
                <a:solidFill>
                  <a:srgbClr val="000000"/>
                </a:solidFill>
                <a:latin typeface="Comic Sans MS"/>
                <a:ea typeface="Comic Sans MS"/>
                <a:cs typeface="Comic Sans MS"/>
              </a:defRPr>
            </a:lvl5pPr>
            <a:lvl6pPr algn="l">
              <a:defRPr sz="1029" b="0" i="0">
                <a:solidFill>
                  <a:srgbClr val="000000"/>
                </a:solidFill>
                <a:latin typeface="Comic Sans MS"/>
                <a:ea typeface="Comic Sans MS"/>
                <a:cs typeface="Comic Sans MS"/>
              </a:defRPr>
            </a:lvl6pPr>
            <a:lvl7pPr algn="l">
              <a:defRPr sz="1029" b="0" i="0">
                <a:solidFill>
                  <a:srgbClr val="000000"/>
                </a:solidFill>
                <a:latin typeface="Comic Sans MS"/>
                <a:ea typeface="Comic Sans MS"/>
                <a:cs typeface="Comic Sans MS"/>
              </a:defRPr>
            </a:lvl7pPr>
            <a:lvl8pPr algn="l">
              <a:defRPr sz="1029" b="0" i="0">
                <a:solidFill>
                  <a:srgbClr val="000000"/>
                </a:solidFill>
                <a:latin typeface="Comic Sans MS"/>
                <a:ea typeface="Comic Sans MS"/>
                <a:cs typeface="Comic Sans MS"/>
              </a:defRPr>
            </a:lvl8pPr>
            <a:lvl9pPr algn="l">
              <a:defRPr sz="1029" b="0" i="0">
                <a:solidFill>
                  <a:srgbClr val="000000"/>
                </a:solidFill>
                <a:latin typeface="Comic Sans MS"/>
                <a:ea typeface="Comic Sans MS"/>
                <a:cs typeface="Comic Sans MS"/>
              </a:defRPr>
            </a:lvl9pPr>
          </a:lstStyle>
          <a:p xmlns:a="http://schemas.openxmlformats.org/drawingml/2006/main">
            <a:pPr algn="l">
              <a:lnSpc>
                <a:spcPct val="100000"/>
              </a:lnSpc>
              <a:buNone/>
              <a:defRPr sz="1029" b="0" i="0">
                <a:solidFill>
                  <a:srgbClr val="000000"/>
                </a:solidFill>
                <a:latin typeface="Comic Sans MS"/>
                <a:ea typeface="Comic Sans MS"/>
                <a:cs typeface="Comic Sans MS"/>
              </a:defRPr>
            </a:pPr>
            <a:r>
              <a:rPr sz="1029" b="0" i="0">
                <a:solidFill>
                  <a:srgbClr val="000000"/>
                </a:solidFill>
                <a:latin typeface="Comic Sans MS"/>
                <a:ea typeface="Comic Sans MS"/>
                <a:cs typeface="Comic Sans MS"/>
              </a:rPr>
              <a:t>Think</a:t>
            </a:r>
          </a:p>
        </p:txBody>
      </p:sp>
      <p:sp>
        <p:nvSpPr>
          <p:cNvPr id="62" name="text-57 Tool">
            <a:extLst xmlns:a="http://schemas.openxmlformats.org/drawingml/2006/main">
              <a:ext uri="{FF2B5EF4-FFF2-40B4-BE49-F238E27FC236}">
                <a16:creationId xmlns:a16="http://schemas.microsoft.com/office/drawing/2014/main" id="{4A09006B-A225-4671-BCC5-BCC105D8A1E8}"/>
              </a:ext>
            </a:extLst>
          </p:cNvPr>
          <p:cNvSpPr>
            <a:spLocks xmlns:a="http://schemas.openxmlformats.org/drawingml/2006/main" noGrp="1"/>
          </p:cNvSpPr>
          <p:nvPr/>
        </p:nvSpPr>
        <p:spPr>
          <a:xfrm xmlns:a="http://schemas.openxmlformats.org/drawingml/2006/main" rot="0">
            <a:off x="1060935" y="5117827"/>
            <a:ext cx="282492" cy="18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18" b="0" i="0">
                <a:solidFill>
                  <a:srgbClr val="000000"/>
                </a:solidFill>
                <a:latin typeface="Comic Sans MS"/>
                <a:ea typeface="Comic Sans MS"/>
                <a:cs typeface="Comic Sans MS"/>
              </a:defRPr>
            </a:defPPr>
            <a:lvl1pPr algn="l">
              <a:defRPr sz="1018" b="0" i="0">
                <a:solidFill>
                  <a:srgbClr val="000000"/>
                </a:solidFill>
                <a:latin typeface="Comic Sans MS"/>
                <a:ea typeface="Comic Sans MS"/>
                <a:cs typeface="Comic Sans MS"/>
              </a:defRPr>
            </a:lvl1pPr>
            <a:lvl2pPr algn="l">
              <a:defRPr sz="1018" b="0" i="0">
                <a:solidFill>
                  <a:srgbClr val="000000"/>
                </a:solidFill>
                <a:latin typeface="Comic Sans MS"/>
                <a:ea typeface="Comic Sans MS"/>
                <a:cs typeface="Comic Sans MS"/>
              </a:defRPr>
            </a:lvl2pPr>
            <a:lvl3pPr algn="l">
              <a:defRPr sz="1018" b="0" i="0">
                <a:solidFill>
                  <a:srgbClr val="000000"/>
                </a:solidFill>
                <a:latin typeface="Comic Sans MS"/>
                <a:ea typeface="Comic Sans MS"/>
                <a:cs typeface="Comic Sans MS"/>
              </a:defRPr>
            </a:lvl3pPr>
            <a:lvl4pPr algn="l">
              <a:defRPr sz="1018" b="0" i="0">
                <a:solidFill>
                  <a:srgbClr val="000000"/>
                </a:solidFill>
                <a:latin typeface="Comic Sans MS"/>
                <a:ea typeface="Comic Sans MS"/>
                <a:cs typeface="Comic Sans MS"/>
              </a:defRPr>
            </a:lvl4pPr>
            <a:lvl5pPr algn="l">
              <a:defRPr sz="1018" b="0" i="0">
                <a:solidFill>
                  <a:srgbClr val="000000"/>
                </a:solidFill>
                <a:latin typeface="Comic Sans MS"/>
                <a:ea typeface="Comic Sans MS"/>
                <a:cs typeface="Comic Sans MS"/>
              </a:defRPr>
            </a:lvl5pPr>
            <a:lvl6pPr algn="l">
              <a:defRPr sz="1018" b="0" i="0">
                <a:solidFill>
                  <a:srgbClr val="000000"/>
                </a:solidFill>
                <a:latin typeface="Comic Sans MS"/>
                <a:ea typeface="Comic Sans MS"/>
                <a:cs typeface="Comic Sans MS"/>
              </a:defRPr>
            </a:lvl6pPr>
            <a:lvl7pPr algn="l">
              <a:defRPr sz="1018" b="0" i="0">
                <a:solidFill>
                  <a:srgbClr val="000000"/>
                </a:solidFill>
                <a:latin typeface="Comic Sans MS"/>
                <a:ea typeface="Comic Sans MS"/>
                <a:cs typeface="Comic Sans MS"/>
              </a:defRPr>
            </a:lvl7pPr>
            <a:lvl8pPr algn="l">
              <a:defRPr sz="1018" b="0" i="0">
                <a:solidFill>
                  <a:srgbClr val="000000"/>
                </a:solidFill>
                <a:latin typeface="Comic Sans MS"/>
                <a:ea typeface="Comic Sans MS"/>
                <a:cs typeface="Comic Sans MS"/>
              </a:defRPr>
            </a:lvl8pPr>
            <a:lvl9pPr algn="l">
              <a:defRPr sz="1018" b="0" i="0">
                <a:solidFill>
                  <a:srgbClr val="000000"/>
                </a:solidFill>
                <a:latin typeface="Comic Sans MS"/>
                <a:ea typeface="Comic Sans MS"/>
                <a:cs typeface="Comic Sans MS"/>
              </a:defRPr>
            </a:lvl9pPr>
          </a:lstStyle>
          <a:p xmlns:a="http://schemas.openxmlformats.org/drawingml/2006/main">
            <a:pPr algn="l">
              <a:lnSpc>
                <a:spcPct val="100000"/>
              </a:lnSpc>
              <a:buNone/>
              <a:defRPr sz="1018" b="0" i="0">
                <a:solidFill>
                  <a:srgbClr val="000000"/>
                </a:solidFill>
                <a:latin typeface="Comic Sans MS"/>
                <a:ea typeface="Comic Sans MS"/>
                <a:cs typeface="Comic Sans MS"/>
              </a:defRPr>
            </a:pPr>
            <a:r>
              <a:rPr sz="1018" b="0" i="0">
                <a:solidFill>
                  <a:srgbClr val="000000"/>
                </a:solidFill>
                <a:latin typeface="Comic Sans MS"/>
                <a:ea typeface="Comic Sans MS"/>
                <a:cs typeface="Comic Sans MS"/>
              </a:rPr>
              <a:t>Tool</a:t>
            </a:r>
          </a:p>
        </p:txBody>
      </p:sp>
      <p:sp>
        <p:nvSpPr>
          <p:cNvPr id="63" name="text-58 Observation">
            <a:extLst xmlns:a="http://schemas.openxmlformats.org/drawingml/2006/main">
              <a:ext uri="{FF2B5EF4-FFF2-40B4-BE49-F238E27FC236}">
                <a16:creationId xmlns:a16="http://schemas.microsoft.com/office/drawing/2014/main" id="{5EE6FE0F-6522-4E9A-8993-08E5DECB1C5C}"/>
              </a:ext>
            </a:extLst>
          </p:cNvPr>
          <p:cNvSpPr>
            <a:spLocks xmlns:a="http://schemas.openxmlformats.org/drawingml/2006/main" noGrp="1"/>
          </p:cNvSpPr>
          <p:nvPr/>
        </p:nvSpPr>
        <p:spPr>
          <a:xfrm xmlns:a="http://schemas.openxmlformats.org/drawingml/2006/main" rot="0">
            <a:off x="1532020" y="5114573"/>
            <a:ext cx="762562" cy="1815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1" b="0" i="0">
                <a:solidFill>
                  <a:srgbClr val="000000"/>
                </a:solidFill>
                <a:latin typeface="Comic Sans MS"/>
                <a:ea typeface="Comic Sans MS"/>
                <a:cs typeface="Comic Sans MS"/>
              </a:defRPr>
            </a:defPPr>
            <a:lvl1pPr algn="l">
              <a:defRPr sz="1021" b="0" i="0">
                <a:solidFill>
                  <a:srgbClr val="000000"/>
                </a:solidFill>
                <a:latin typeface="Comic Sans MS"/>
                <a:ea typeface="Comic Sans MS"/>
                <a:cs typeface="Comic Sans MS"/>
              </a:defRPr>
            </a:lvl1pPr>
            <a:lvl2pPr algn="l">
              <a:defRPr sz="1021" b="0" i="0">
                <a:solidFill>
                  <a:srgbClr val="000000"/>
                </a:solidFill>
                <a:latin typeface="Comic Sans MS"/>
                <a:ea typeface="Comic Sans MS"/>
                <a:cs typeface="Comic Sans MS"/>
              </a:defRPr>
            </a:lvl2pPr>
            <a:lvl3pPr algn="l">
              <a:defRPr sz="1021" b="0" i="0">
                <a:solidFill>
                  <a:srgbClr val="000000"/>
                </a:solidFill>
                <a:latin typeface="Comic Sans MS"/>
                <a:ea typeface="Comic Sans MS"/>
                <a:cs typeface="Comic Sans MS"/>
              </a:defRPr>
            </a:lvl3pPr>
            <a:lvl4pPr algn="l">
              <a:defRPr sz="1021" b="0" i="0">
                <a:solidFill>
                  <a:srgbClr val="000000"/>
                </a:solidFill>
                <a:latin typeface="Comic Sans MS"/>
                <a:ea typeface="Comic Sans MS"/>
                <a:cs typeface="Comic Sans MS"/>
              </a:defRPr>
            </a:lvl4pPr>
            <a:lvl5pPr algn="l">
              <a:defRPr sz="1021" b="0" i="0">
                <a:solidFill>
                  <a:srgbClr val="000000"/>
                </a:solidFill>
                <a:latin typeface="Comic Sans MS"/>
                <a:ea typeface="Comic Sans MS"/>
                <a:cs typeface="Comic Sans MS"/>
              </a:defRPr>
            </a:lvl5pPr>
            <a:lvl6pPr algn="l">
              <a:defRPr sz="1021" b="0" i="0">
                <a:solidFill>
                  <a:srgbClr val="000000"/>
                </a:solidFill>
                <a:latin typeface="Comic Sans MS"/>
                <a:ea typeface="Comic Sans MS"/>
                <a:cs typeface="Comic Sans MS"/>
              </a:defRPr>
            </a:lvl6pPr>
            <a:lvl7pPr algn="l">
              <a:defRPr sz="1021" b="0" i="0">
                <a:solidFill>
                  <a:srgbClr val="000000"/>
                </a:solidFill>
                <a:latin typeface="Comic Sans MS"/>
                <a:ea typeface="Comic Sans MS"/>
                <a:cs typeface="Comic Sans MS"/>
              </a:defRPr>
            </a:lvl7pPr>
            <a:lvl8pPr algn="l">
              <a:defRPr sz="1021" b="0" i="0">
                <a:solidFill>
                  <a:srgbClr val="000000"/>
                </a:solidFill>
                <a:latin typeface="Comic Sans MS"/>
                <a:ea typeface="Comic Sans MS"/>
                <a:cs typeface="Comic Sans MS"/>
              </a:defRPr>
            </a:lvl8pPr>
            <a:lvl9pPr algn="l">
              <a:defRPr sz="1021" b="0" i="0">
                <a:solidFill>
                  <a:srgbClr val="000000"/>
                </a:solidFill>
                <a:latin typeface="Comic Sans MS"/>
                <a:ea typeface="Comic Sans MS"/>
                <a:cs typeface="Comic Sans MS"/>
              </a:defRPr>
            </a:lvl9pPr>
          </a:lstStyle>
          <a:p xmlns:a="http://schemas.openxmlformats.org/drawingml/2006/main">
            <a:pPr algn="l">
              <a:lnSpc>
                <a:spcPct val="100000"/>
              </a:lnSpc>
              <a:buNone/>
              <a:defRPr sz="1021" b="0" i="0">
                <a:solidFill>
                  <a:srgbClr val="000000"/>
                </a:solidFill>
                <a:latin typeface="Comic Sans MS"/>
                <a:ea typeface="Comic Sans MS"/>
                <a:cs typeface="Comic Sans MS"/>
              </a:defRPr>
            </a:pPr>
            <a:r>
              <a:rPr sz="1021" b="0" i="0">
                <a:solidFill>
                  <a:srgbClr val="000000"/>
                </a:solidFill>
                <a:latin typeface="Comic Sans MS"/>
                <a:ea typeface="Comic Sans MS"/>
                <a:cs typeface="Comic Sans MS"/>
              </a:rPr>
              <a:t>Observation</a:t>
            </a:r>
          </a:p>
        </p:txBody>
      </p:sp>
      <p:sp>
        <p:nvSpPr>
          <p:cNvPr id="64" name="text-59 Think">
            <a:extLst xmlns:a="http://schemas.openxmlformats.org/drawingml/2006/main">
              <a:ext uri="{FF2B5EF4-FFF2-40B4-BE49-F238E27FC236}">
                <a16:creationId xmlns:a16="http://schemas.microsoft.com/office/drawing/2014/main" id="{ABAAB276-0C3D-489B-AB98-A8380F98C4E0}"/>
              </a:ext>
            </a:extLst>
          </p:cNvPr>
          <p:cNvSpPr>
            <a:spLocks xmlns:a="http://schemas.openxmlformats.org/drawingml/2006/main" noGrp="1"/>
          </p:cNvSpPr>
          <p:nvPr/>
        </p:nvSpPr>
        <p:spPr>
          <a:xfrm xmlns:a="http://schemas.openxmlformats.org/drawingml/2006/main" rot="0">
            <a:off x="2362367" y="5116508"/>
            <a:ext cx="363125" cy="18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9" b="0" i="0">
                <a:solidFill>
                  <a:srgbClr val="000000"/>
                </a:solidFill>
                <a:latin typeface="Comic Sans MS"/>
                <a:ea typeface="Comic Sans MS"/>
                <a:cs typeface="Comic Sans MS"/>
              </a:defRPr>
            </a:defPPr>
            <a:lvl1pPr algn="l">
              <a:defRPr sz="1029" b="0" i="0">
                <a:solidFill>
                  <a:srgbClr val="000000"/>
                </a:solidFill>
                <a:latin typeface="Comic Sans MS"/>
                <a:ea typeface="Comic Sans MS"/>
                <a:cs typeface="Comic Sans MS"/>
              </a:defRPr>
            </a:lvl1pPr>
            <a:lvl2pPr algn="l">
              <a:defRPr sz="1029" b="0" i="0">
                <a:solidFill>
                  <a:srgbClr val="000000"/>
                </a:solidFill>
                <a:latin typeface="Comic Sans MS"/>
                <a:ea typeface="Comic Sans MS"/>
                <a:cs typeface="Comic Sans MS"/>
              </a:defRPr>
            </a:lvl2pPr>
            <a:lvl3pPr algn="l">
              <a:defRPr sz="1029" b="0" i="0">
                <a:solidFill>
                  <a:srgbClr val="000000"/>
                </a:solidFill>
                <a:latin typeface="Comic Sans MS"/>
                <a:ea typeface="Comic Sans MS"/>
                <a:cs typeface="Comic Sans MS"/>
              </a:defRPr>
            </a:lvl3pPr>
            <a:lvl4pPr algn="l">
              <a:defRPr sz="1029" b="0" i="0">
                <a:solidFill>
                  <a:srgbClr val="000000"/>
                </a:solidFill>
                <a:latin typeface="Comic Sans MS"/>
                <a:ea typeface="Comic Sans MS"/>
                <a:cs typeface="Comic Sans MS"/>
              </a:defRPr>
            </a:lvl4pPr>
            <a:lvl5pPr algn="l">
              <a:defRPr sz="1029" b="0" i="0">
                <a:solidFill>
                  <a:srgbClr val="000000"/>
                </a:solidFill>
                <a:latin typeface="Comic Sans MS"/>
                <a:ea typeface="Comic Sans MS"/>
                <a:cs typeface="Comic Sans MS"/>
              </a:defRPr>
            </a:lvl5pPr>
            <a:lvl6pPr algn="l">
              <a:defRPr sz="1029" b="0" i="0">
                <a:solidFill>
                  <a:srgbClr val="000000"/>
                </a:solidFill>
                <a:latin typeface="Comic Sans MS"/>
                <a:ea typeface="Comic Sans MS"/>
                <a:cs typeface="Comic Sans MS"/>
              </a:defRPr>
            </a:lvl6pPr>
            <a:lvl7pPr algn="l">
              <a:defRPr sz="1029" b="0" i="0">
                <a:solidFill>
                  <a:srgbClr val="000000"/>
                </a:solidFill>
                <a:latin typeface="Comic Sans MS"/>
                <a:ea typeface="Comic Sans MS"/>
                <a:cs typeface="Comic Sans MS"/>
              </a:defRPr>
            </a:lvl7pPr>
            <a:lvl8pPr algn="l">
              <a:defRPr sz="1029" b="0" i="0">
                <a:solidFill>
                  <a:srgbClr val="000000"/>
                </a:solidFill>
                <a:latin typeface="Comic Sans MS"/>
                <a:ea typeface="Comic Sans MS"/>
                <a:cs typeface="Comic Sans MS"/>
              </a:defRPr>
            </a:lvl8pPr>
            <a:lvl9pPr algn="l">
              <a:defRPr sz="1029" b="0" i="0">
                <a:solidFill>
                  <a:srgbClr val="000000"/>
                </a:solidFill>
                <a:latin typeface="Comic Sans MS"/>
                <a:ea typeface="Comic Sans MS"/>
                <a:cs typeface="Comic Sans MS"/>
              </a:defRPr>
            </a:lvl9pPr>
          </a:lstStyle>
          <a:p xmlns:a="http://schemas.openxmlformats.org/drawingml/2006/main">
            <a:pPr algn="l">
              <a:lnSpc>
                <a:spcPct val="100000"/>
              </a:lnSpc>
              <a:buNone/>
              <a:defRPr sz="1029" b="0" i="0">
                <a:solidFill>
                  <a:srgbClr val="000000"/>
                </a:solidFill>
                <a:latin typeface="Comic Sans MS"/>
                <a:ea typeface="Comic Sans MS"/>
                <a:cs typeface="Comic Sans MS"/>
              </a:defRPr>
            </a:pPr>
            <a:r>
              <a:rPr sz="1029" b="0" i="0">
                <a:solidFill>
                  <a:srgbClr val="000000"/>
                </a:solidFill>
                <a:latin typeface="Comic Sans MS"/>
                <a:ea typeface="Comic Sans MS"/>
                <a:cs typeface="Comic Sans MS"/>
              </a:rPr>
              <a:t>Think</a:t>
            </a:r>
          </a:p>
        </p:txBody>
      </p:sp>
      <p:sp>
        <p:nvSpPr>
          <p:cNvPr id="65" name="text-60 Tool">
            <a:extLst xmlns:a="http://schemas.openxmlformats.org/drawingml/2006/main">
              <a:ext uri="{FF2B5EF4-FFF2-40B4-BE49-F238E27FC236}">
                <a16:creationId xmlns:a16="http://schemas.microsoft.com/office/drawing/2014/main" id="{3AFE411B-7B2A-494D-AA3F-2E5992009C4C}"/>
              </a:ext>
            </a:extLst>
          </p:cNvPr>
          <p:cNvSpPr>
            <a:spLocks xmlns:a="http://schemas.openxmlformats.org/drawingml/2006/main" noGrp="1"/>
          </p:cNvSpPr>
          <p:nvPr/>
        </p:nvSpPr>
        <p:spPr>
          <a:xfrm xmlns:a="http://schemas.openxmlformats.org/drawingml/2006/main" rot="0">
            <a:off x="3028064" y="5117827"/>
            <a:ext cx="282492" cy="181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18" b="0" i="0">
                <a:solidFill>
                  <a:srgbClr val="000000"/>
                </a:solidFill>
                <a:latin typeface="Comic Sans MS"/>
                <a:ea typeface="Comic Sans MS"/>
                <a:cs typeface="Comic Sans MS"/>
              </a:defRPr>
            </a:defPPr>
            <a:lvl1pPr algn="l">
              <a:defRPr sz="1018" b="0" i="0">
                <a:solidFill>
                  <a:srgbClr val="000000"/>
                </a:solidFill>
                <a:latin typeface="Comic Sans MS"/>
                <a:ea typeface="Comic Sans MS"/>
                <a:cs typeface="Comic Sans MS"/>
              </a:defRPr>
            </a:lvl1pPr>
            <a:lvl2pPr algn="l">
              <a:defRPr sz="1018" b="0" i="0">
                <a:solidFill>
                  <a:srgbClr val="000000"/>
                </a:solidFill>
                <a:latin typeface="Comic Sans MS"/>
                <a:ea typeface="Comic Sans MS"/>
                <a:cs typeface="Comic Sans MS"/>
              </a:defRPr>
            </a:lvl2pPr>
            <a:lvl3pPr algn="l">
              <a:defRPr sz="1018" b="0" i="0">
                <a:solidFill>
                  <a:srgbClr val="000000"/>
                </a:solidFill>
                <a:latin typeface="Comic Sans MS"/>
                <a:ea typeface="Comic Sans MS"/>
                <a:cs typeface="Comic Sans MS"/>
              </a:defRPr>
            </a:lvl3pPr>
            <a:lvl4pPr algn="l">
              <a:defRPr sz="1018" b="0" i="0">
                <a:solidFill>
                  <a:srgbClr val="000000"/>
                </a:solidFill>
                <a:latin typeface="Comic Sans MS"/>
                <a:ea typeface="Comic Sans MS"/>
                <a:cs typeface="Comic Sans MS"/>
              </a:defRPr>
            </a:lvl4pPr>
            <a:lvl5pPr algn="l">
              <a:defRPr sz="1018" b="0" i="0">
                <a:solidFill>
                  <a:srgbClr val="000000"/>
                </a:solidFill>
                <a:latin typeface="Comic Sans MS"/>
                <a:ea typeface="Comic Sans MS"/>
                <a:cs typeface="Comic Sans MS"/>
              </a:defRPr>
            </a:lvl5pPr>
            <a:lvl6pPr algn="l">
              <a:defRPr sz="1018" b="0" i="0">
                <a:solidFill>
                  <a:srgbClr val="000000"/>
                </a:solidFill>
                <a:latin typeface="Comic Sans MS"/>
                <a:ea typeface="Comic Sans MS"/>
                <a:cs typeface="Comic Sans MS"/>
              </a:defRPr>
            </a:lvl6pPr>
            <a:lvl7pPr algn="l">
              <a:defRPr sz="1018" b="0" i="0">
                <a:solidFill>
                  <a:srgbClr val="000000"/>
                </a:solidFill>
                <a:latin typeface="Comic Sans MS"/>
                <a:ea typeface="Comic Sans MS"/>
                <a:cs typeface="Comic Sans MS"/>
              </a:defRPr>
            </a:lvl7pPr>
            <a:lvl8pPr algn="l">
              <a:defRPr sz="1018" b="0" i="0">
                <a:solidFill>
                  <a:srgbClr val="000000"/>
                </a:solidFill>
                <a:latin typeface="Comic Sans MS"/>
                <a:ea typeface="Comic Sans MS"/>
                <a:cs typeface="Comic Sans MS"/>
              </a:defRPr>
            </a:lvl8pPr>
            <a:lvl9pPr algn="l">
              <a:defRPr sz="1018" b="0" i="0">
                <a:solidFill>
                  <a:srgbClr val="000000"/>
                </a:solidFill>
                <a:latin typeface="Comic Sans MS"/>
                <a:ea typeface="Comic Sans MS"/>
                <a:cs typeface="Comic Sans MS"/>
              </a:defRPr>
            </a:lvl9pPr>
          </a:lstStyle>
          <a:p xmlns:a="http://schemas.openxmlformats.org/drawingml/2006/main">
            <a:pPr algn="l">
              <a:lnSpc>
                <a:spcPct val="100000"/>
              </a:lnSpc>
              <a:buNone/>
              <a:defRPr sz="1018" b="0" i="0">
                <a:solidFill>
                  <a:srgbClr val="000000"/>
                </a:solidFill>
                <a:latin typeface="Comic Sans MS"/>
                <a:ea typeface="Comic Sans MS"/>
                <a:cs typeface="Comic Sans MS"/>
              </a:defRPr>
            </a:pPr>
            <a:r>
              <a:rPr sz="1018" b="0" i="0">
                <a:solidFill>
                  <a:srgbClr val="000000"/>
                </a:solidFill>
                <a:latin typeface="Comic Sans MS"/>
                <a:ea typeface="Comic Sans MS"/>
                <a:cs typeface="Comic Sans MS"/>
              </a:rPr>
              <a:t>Tool</a:t>
            </a:r>
          </a:p>
        </p:txBody>
      </p:sp>
      <p:sp>
        <p:nvSpPr>
          <p:cNvPr id="66" name="text-61 Answer">
            <a:extLst xmlns:a="http://schemas.openxmlformats.org/drawingml/2006/main">
              <a:ext uri="{FF2B5EF4-FFF2-40B4-BE49-F238E27FC236}">
                <a16:creationId xmlns:a16="http://schemas.microsoft.com/office/drawing/2014/main" id="{7F974046-EC1B-4CD6-9C51-11A07B2070AC}"/>
              </a:ext>
            </a:extLst>
          </p:cNvPr>
          <p:cNvSpPr>
            <a:spLocks xmlns:a="http://schemas.openxmlformats.org/drawingml/2006/main" noGrp="1"/>
          </p:cNvSpPr>
          <p:nvPr/>
        </p:nvSpPr>
        <p:spPr>
          <a:xfrm xmlns:a="http://schemas.openxmlformats.org/drawingml/2006/main" rot="0">
            <a:off x="5009411" y="5117763"/>
            <a:ext cx="469986" cy="181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19" b="0" i="0">
                <a:solidFill>
                  <a:srgbClr val="000000"/>
                </a:solidFill>
                <a:latin typeface="Comic Sans MS"/>
                <a:ea typeface="Comic Sans MS"/>
                <a:cs typeface="Comic Sans MS"/>
              </a:defRPr>
            </a:defPPr>
            <a:lvl1pPr algn="l">
              <a:defRPr sz="1019" b="0" i="0">
                <a:solidFill>
                  <a:srgbClr val="000000"/>
                </a:solidFill>
                <a:latin typeface="Comic Sans MS"/>
                <a:ea typeface="Comic Sans MS"/>
                <a:cs typeface="Comic Sans MS"/>
              </a:defRPr>
            </a:lvl1pPr>
            <a:lvl2pPr algn="l">
              <a:defRPr sz="1019" b="0" i="0">
                <a:solidFill>
                  <a:srgbClr val="000000"/>
                </a:solidFill>
                <a:latin typeface="Comic Sans MS"/>
                <a:ea typeface="Comic Sans MS"/>
                <a:cs typeface="Comic Sans MS"/>
              </a:defRPr>
            </a:lvl2pPr>
            <a:lvl3pPr algn="l">
              <a:defRPr sz="1019" b="0" i="0">
                <a:solidFill>
                  <a:srgbClr val="000000"/>
                </a:solidFill>
                <a:latin typeface="Comic Sans MS"/>
                <a:ea typeface="Comic Sans MS"/>
                <a:cs typeface="Comic Sans MS"/>
              </a:defRPr>
            </a:lvl3pPr>
            <a:lvl4pPr algn="l">
              <a:defRPr sz="1019" b="0" i="0">
                <a:solidFill>
                  <a:srgbClr val="000000"/>
                </a:solidFill>
                <a:latin typeface="Comic Sans MS"/>
                <a:ea typeface="Comic Sans MS"/>
                <a:cs typeface="Comic Sans MS"/>
              </a:defRPr>
            </a:lvl4pPr>
            <a:lvl5pPr algn="l">
              <a:defRPr sz="1019" b="0" i="0">
                <a:solidFill>
                  <a:srgbClr val="000000"/>
                </a:solidFill>
                <a:latin typeface="Comic Sans MS"/>
                <a:ea typeface="Comic Sans MS"/>
                <a:cs typeface="Comic Sans MS"/>
              </a:defRPr>
            </a:lvl5pPr>
            <a:lvl6pPr algn="l">
              <a:defRPr sz="1019" b="0" i="0">
                <a:solidFill>
                  <a:srgbClr val="000000"/>
                </a:solidFill>
                <a:latin typeface="Comic Sans MS"/>
                <a:ea typeface="Comic Sans MS"/>
                <a:cs typeface="Comic Sans MS"/>
              </a:defRPr>
            </a:lvl6pPr>
            <a:lvl7pPr algn="l">
              <a:defRPr sz="1019" b="0" i="0">
                <a:solidFill>
                  <a:srgbClr val="000000"/>
                </a:solidFill>
                <a:latin typeface="Comic Sans MS"/>
                <a:ea typeface="Comic Sans MS"/>
                <a:cs typeface="Comic Sans MS"/>
              </a:defRPr>
            </a:lvl7pPr>
            <a:lvl8pPr algn="l">
              <a:defRPr sz="1019" b="0" i="0">
                <a:solidFill>
                  <a:srgbClr val="000000"/>
                </a:solidFill>
                <a:latin typeface="Comic Sans MS"/>
                <a:ea typeface="Comic Sans MS"/>
                <a:cs typeface="Comic Sans MS"/>
              </a:defRPr>
            </a:lvl8pPr>
            <a:lvl9pPr algn="l">
              <a:defRPr sz="1019" b="0" i="0">
                <a:solidFill>
                  <a:srgbClr val="000000"/>
                </a:solidFill>
                <a:latin typeface="Comic Sans MS"/>
                <a:ea typeface="Comic Sans MS"/>
                <a:cs typeface="Comic Sans MS"/>
              </a:defRPr>
            </a:lvl9pPr>
          </a:lstStyle>
          <a:p xmlns:a="http://schemas.openxmlformats.org/drawingml/2006/main">
            <a:pPr algn="l">
              <a:lnSpc>
                <a:spcPct val="100000"/>
              </a:lnSpc>
              <a:buNone/>
              <a:defRPr sz="1019" b="0" i="0">
                <a:solidFill>
                  <a:srgbClr val="000000"/>
                </a:solidFill>
                <a:latin typeface="Comic Sans MS"/>
                <a:ea typeface="Comic Sans MS"/>
                <a:cs typeface="Comic Sans MS"/>
              </a:defRPr>
            </a:pPr>
            <a:r>
              <a:rPr sz="1019" b="0" i="0">
                <a:solidFill>
                  <a:srgbClr val="000000"/>
                </a:solidFill>
                <a:latin typeface="Comic Sans MS"/>
                <a:ea typeface="Comic Sans MS"/>
                <a:cs typeface="Comic Sans MS"/>
              </a:rPr>
              <a:t>Answer</a:t>
            </a:r>
          </a:p>
        </p:txBody>
      </p:sp>
      <p:sp>
        <p:nvSpPr>
          <p:cNvPr id="67" name="path-62">
            <a:extLst xmlns:a="http://schemas.openxmlformats.org/drawingml/2006/main">
              <a:ext uri="{FF2B5EF4-FFF2-40B4-BE49-F238E27FC236}">
                <a16:creationId xmlns:a16="http://schemas.microsoft.com/office/drawing/2014/main" id="{6E647479-0D20-4548-AE2D-82DCD65FDDDF}"/>
              </a:ext>
            </a:extLst>
          </p:cNvPr>
          <p:cNvSpPr>
            <a:spLocks xmlns:a="http://schemas.openxmlformats.org/drawingml/2006/main" noGrp="1"/>
          </p:cNvSpPr>
          <p:nvPr/>
        </p:nvSpPr>
        <p:spPr>
          <a:xfrm xmlns:a="http://schemas.openxmlformats.org/drawingml/2006/main">
            <a:off x="823289" y="4888166"/>
            <a:ext cx="159501" cy="46001"/>
          </a:xfrm>
          <a:custGeom xmlns:a="http://schemas.openxmlformats.org/drawingml/2006/main">
            <a:pathLst>
              <a:path w="159501" h="46001">
                <a:moveTo>
                  <a:pt x="0" y="0"/>
                </a:moveTo>
                <a:lnTo>
                  <a:pt x="98167" y="1"/>
                </a:lnTo>
                <a:lnTo>
                  <a:pt x="98167" y="18401"/>
                </a:lnTo>
                <a:lnTo>
                  <a:pt x="0" y="18400"/>
                </a:lnTo>
                <a:lnTo>
                  <a:pt x="0" y="0"/>
                </a:lnTo>
                <a:moveTo>
                  <a:pt x="85901" y="-27599"/>
                </a:moveTo>
                <a:lnTo>
                  <a:pt x="159501" y="9201"/>
                </a:lnTo>
                <a:lnTo>
                  <a:pt x="85901" y="46001"/>
                </a:lnTo>
                <a:lnTo>
                  <a:pt x="85901" y="-27599"/>
                </a:lnTo>
              </a:path>
            </a:pathLst>
          </a:custGeom>
          <a:solidFill xmlns:a="http://schemas.openxmlformats.org/drawingml/2006/main">
            <a:srgbClr val="000000"/>
          </a:solidFill>
          <a:ln xmlns:a="http://schemas.openxmlformats.org/drawingml/2006/main" w="0">
            <a:noFill/>
            <a:prstDash val="solid"/>
          </a:ln>
        </p:spPr>
      </p:sp>
      <p:sp>
        <p:nvSpPr>
          <p:cNvPr id="68" name="path-63">
            <a:extLst xmlns:a="http://schemas.openxmlformats.org/drawingml/2006/main">
              <a:ext uri="{FF2B5EF4-FFF2-40B4-BE49-F238E27FC236}">
                <a16:creationId xmlns:a16="http://schemas.microsoft.com/office/drawing/2014/main" id="{D555A1A3-EAD9-44F3-9B61-3894BBD1DCAF}"/>
              </a:ext>
            </a:extLst>
          </p:cNvPr>
          <p:cNvSpPr>
            <a:spLocks xmlns:a="http://schemas.openxmlformats.org/drawingml/2006/main" noGrp="1"/>
          </p:cNvSpPr>
          <p:nvPr/>
        </p:nvSpPr>
        <p:spPr>
          <a:xfrm xmlns:a="http://schemas.openxmlformats.org/drawingml/2006/main">
            <a:off x="1478046" y="4883706"/>
            <a:ext cx="159501" cy="46001"/>
          </a:xfrm>
          <a:custGeom xmlns:a="http://schemas.openxmlformats.org/drawingml/2006/main">
            <a:pathLst>
              <a:path w="159501" h="46001">
                <a:moveTo>
                  <a:pt x="0" y="0"/>
                </a:moveTo>
                <a:lnTo>
                  <a:pt x="98168" y="1"/>
                </a:lnTo>
                <a:lnTo>
                  <a:pt x="98168" y="18401"/>
                </a:lnTo>
                <a:lnTo>
                  <a:pt x="0" y="18400"/>
                </a:lnTo>
                <a:lnTo>
                  <a:pt x="0" y="0"/>
                </a:lnTo>
                <a:moveTo>
                  <a:pt x="85901" y="-27599"/>
                </a:moveTo>
                <a:lnTo>
                  <a:pt x="159501" y="9201"/>
                </a:lnTo>
                <a:lnTo>
                  <a:pt x="85901" y="46001"/>
                </a:lnTo>
                <a:lnTo>
                  <a:pt x="85901" y="-27599"/>
                </a:lnTo>
              </a:path>
            </a:pathLst>
          </a:custGeom>
          <a:solidFill xmlns:a="http://schemas.openxmlformats.org/drawingml/2006/main">
            <a:srgbClr val="000000"/>
          </a:solidFill>
          <a:ln xmlns:a="http://schemas.openxmlformats.org/drawingml/2006/main" w="0">
            <a:noFill/>
            <a:prstDash val="solid"/>
          </a:ln>
        </p:spPr>
      </p:sp>
      <p:sp>
        <p:nvSpPr>
          <p:cNvPr id="69" name="path-64">
            <a:extLst xmlns:a="http://schemas.openxmlformats.org/drawingml/2006/main">
              <a:ext uri="{FF2B5EF4-FFF2-40B4-BE49-F238E27FC236}">
                <a16:creationId xmlns:a16="http://schemas.microsoft.com/office/drawing/2014/main" id="{E75F003E-28D8-46D5-8027-67723694DAF6}"/>
              </a:ext>
            </a:extLst>
          </p:cNvPr>
          <p:cNvSpPr>
            <a:spLocks xmlns:a="http://schemas.openxmlformats.org/drawingml/2006/main" noGrp="1"/>
          </p:cNvSpPr>
          <p:nvPr/>
        </p:nvSpPr>
        <p:spPr>
          <a:xfrm xmlns:a="http://schemas.openxmlformats.org/drawingml/2006/main">
            <a:off x="2138217" y="4874785"/>
            <a:ext cx="159501" cy="46001"/>
          </a:xfrm>
          <a:custGeom xmlns:a="http://schemas.openxmlformats.org/drawingml/2006/main">
            <a:pathLst>
              <a:path w="159501" h="46001">
                <a:moveTo>
                  <a:pt x="0" y="0"/>
                </a:moveTo>
                <a:lnTo>
                  <a:pt x="98168" y="1"/>
                </a:lnTo>
                <a:lnTo>
                  <a:pt x="98168" y="18401"/>
                </a:lnTo>
                <a:lnTo>
                  <a:pt x="0" y="18400"/>
                </a:lnTo>
                <a:lnTo>
                  <a:pt x="0" y="0"/>
                </a:lnTo>
                <a:moveTo>
                  <a:pt x="85901" y="-27599"/>
                </a:moveTo>
                <a:lnTo>
                  <a:pt x="159501" y="9201"/>
                </a:lnTo>
                <a:lnTo>
                  <a:pt x="85901" y="46001"/>
                </a:lnTo>
                <a:lnTo>
                  <a:pt x="85901" y="-27599"/>
                </a:lnTo>
              </a:path>
            </a:pathLst>
          </a:custGeom>
          <a:solidFill xmlns:a="http://schemas.openxmlformats.org/drawingml/2006/main">
            <a:srgbClr val="000000"/>
          </a:solidFill>
          <a:ln xmlns:a="http://schemas.openxmlformats.org/drawingml/2006/main" w="0">
            <a:noFill/>
            <a:prstDash val="solid"/>
          </a:ln>
        </p:spPr>
      </p:sp>
      <p:sp>
        <p:nvSpPr>
          <p:cNvPr id="70" name="path-65">
            <a:extLst xmlns:a="http://schemas.openxmlformats.org/drawingml/2006/main">
              <a:ext uri="{FF2B5EF4-FFF2-40B4-BE49-F238E27FC236}">
                <a16:creationId xmlns:a16="http://schemas.microsoft.com/office/drawing/2014/main" id="{6930523B-1AD8-41E9-A3F8-78BEF9D31CE7}"/>
              </a:ext>
            </a:extLst>
          </p:cNvPr>
          <p:cNvSpPr>
            <a:spLocks xmlns:a="http://schemas.openxmlformats.org/drawingml/2006/main" noGrp="1"/>
          </p:cNvSpPr>
          <p:nvPr/>
        </p:nvSpPr>
        <p:spPr>
          <a:xfrm xmlns:a="http://schemas.openxmlformats.org/drawingml/2006/main">
            <a:off x="2798387" y="4865864"/>
            <a:ext cx="159501" cy="46001"/>
          </a:xfrm>
          <a:custGeom xmlns:a="http://schemas.openxmlformats.org/drawingml/2006/main">
            <a:pathLst>
              <a:path w="159501" h="46001">
                <a:moveTo>
                  <a:pt x="0" y="0"/>
                </a:moveTo>
                <a:lnTo>
                  <a:pt x="98167" y="1"/>
                </a:lnTo>
                <a:lnTo>
                  <a:pt x="98167" y="18401"/>
                </a:lnTo>
                <a:lnTo>
                  <a:pt x="0" y="18400"/>
                </a:lnTo>
                <a:lnTo>
                  <a:pt x="0" y="0"/>
                </a:lnTo>
                <a:moveTo>
                  <a:pt x="85901" y="-27599"/>
                </a:moveTo>
                <a:lnTo>
                  <a:pt x="159501" y="9201"/>
                </a:lnTo>
                <a:lnTo>
                  <a:pt x="85901" y="46001"/>
                </a:lnTo>
                <a:lnTo>
                  <a:pt x="85901" y="-27599"/>
                </a:lnTo>
              </a:path>
            </a:pathLst>
          </a:custGeom>
          <a:solidFill xmlns:a="http://schemas.openxmlformats.org/drawingml/2006/main">
            <a:srgbClr val="000000"/>
          </a:solidFill>
          <a:ln xmlns:a="http://schemas.openxmlformats.org/drawingml/2006/main" w="0">
            <a:noFill/>
            <a:prstDash val="solid"/>
          </a:ln>
        </p:spPr>
      </p:sp>
      <p:sp>
        <p:nvSpPr>
          <p:cNvPr id="71" name="path-66">
            <a:extLst xmlns:a="http://schemas.openxmlformats.org/drawingml/2006/main">
              <a:ext uri="{FF2B5EF4-FFF2-40B4-BE49-F238E27FC236}">
                <a16:creationId xmlns:a16="http://schemas.microsoft.com/office/drawing/2014/main" id="{7175A4D2-70A0-40C7-AB29-AEAD051CEEBE}"/>
              </a:ext>
            </a:extLst>
          </p:cNvPr>
          <p:cNvSpPr>
            <a:spLocks xmlns:a="http://schemas.openxmlformats.org/drawingml/2006/main" noGrp="1"/>
          </p:cNvSpPr>
          <p:nvPr/>
        </p:nvSpPr>
        <p:spPr>
          <a:xfrm xmlns:a="http://schemas.openxmlformats.org/drawingml/2006/main">
            <a:off x="3458557" y="4856943"/>
            <a:ext cx="159501" cy="46001"/>
          </a:xfrm>
          <a:custGeom xmlns:a="http://schemas.openxmlformats.org/drawingml/2006/main">
            <a:pathLst>
              <a:path w="159501" h="46001">
                <a:moveTo>
                  <a:pt x="0" y="0"/>
                </a:moveTo>
                <a:lnTo>
                  <a:pt x="98168" y="1"/>
                </a:lnTo>
                <a:lnTo>
                  <a:pt x="98168" y="18401"/>
                </a:lnTo>
                <a:lnTo>
                  <a:pt x="0" y="18400"/>
                </a:lnTo>
                <a:lnTo>
                  <a:pt x="0" y="0"/>
                </a:lnTo>
                <a:moveTo>
                  <a:pt x="85901" y="-27599"/>
                </a:moveTo>
                <a:lnTo>
                  <a:pt x="159501" y="9201"/>
                </a:lnTo>
                <a:lnTo>
                  <a:pt x="85901" y="46001"/>
                </a:lnTo>
                <a:lnTo>
                  <a:pt x="85901" y="-27599"/>
                </a:lnTo>
              </a:path>
            </a:pathLst>
          </a:custGeom>
          <a:solidFill xmlns:a="http://schemas.openxmlformats.org/drawingml/2006/main">
            <a:srgbClr val="000000"/>
          </a:solidFill>
          <a:ln xmlns:a="http://schemas.openxmlformats.org/drawingml/2006/main" w="0">
            <a:noFill/>
            <a:prstDash val="solid"/>
          </a:ln>
        </p:spPr>
      </p:sp>
      <p:pic>
        <p:nvPicPr>
          <p:cNvPr id="72" name="">
            <a:extLst xmlns:a="http://schemas.openxmlformats.org/drawingml/2006/main">
              <a:ext uri="{FF2B5EF4-FFF2-40B4-BE49-F238E27FC236}">
                <a16:creationId xmlns:a16="http://schemas.microsoft.com/office/drawing/2014/main" id="{61A195AE-5737-4268-AA5C-24AE7885C862}"/>
              </a:ext>
            </a:extLst>
          </p:cNvPr>
          <p:cNvPicPr>
            <a:picLocks xmlns:a="http://schemas.openxmlformats.org/drawingml/2006/main" noChangeAspect="1"/>
          </p:cNvPicPr>
          <p:nvPr/>
        </p:nvPicPr>
        <p:blipFill>
          <a:blip xmlns:r="http://schemas.openxmlformats.org/officeDocument/2006/relationships" xmlns:a="http://schemas.openxmlformats.org/drawingml/2006/main" r:embed="Rd1614b652d4c42f2"/>
          <a:stretch xmlns:a="http://schemas.openxmlformats.org/drawingml/2006/main"/>
        </p:blipFill>
        <p:spPr>
          <a:xfrm xmlns:a="http://schemas.openxmlformats.org/drawingml/2006/main">
            <a:off x="5076825" y="4695825"/>
            <a:ext cx="295275" cy="295275"/>
          </a:xfrm>
          <a:prstGeom xmlns:a="http://schemas.openxmlformats.org/drawingml/2006/main" prst="rect">
            <a:avLst/>
          </a:prstGeom>
        </p:spPr>
      </p:pic>
      <p:pic>
        <p:nvPicPr>
          <p:cNvPr id="73" name="">
            <a:extLst xmlns:a="http://schemas.openxmlformats.org/drawingml/2006/main">
              <a:ext uri="{FF2B5EF4-FFF2-40B4-BE49-F238E27FC236}">
                <a16:creationId xmlns:a16="http://schemas.microsoft.com/office/drawing/2014/main" id="{A2265BD5-94F1-4ED5-9C4C-3F2849936677}"/>
              </a:ext>
            </a:extLst>
          </p:cNvPr>
          <p:cNvPicPr>
            <a:picLocks xmlns:a="http://schemas.openxmlformats.org/drawingml/2006/main" noChangeAspect="1"/>
          </p:cNvPicPr>
          <p:nvPr/>
        </p:nvPicPr>
        <p:blipFill>
          <a:blip xmlns:r="http://schemas.openxmlformats.org/officeDocument/2006/relationships" xmlns:a="http://schemas.openxmlformats.org/drawingml/2006/main" r:embed="Rc433709e186c48b3"/>
          <a:stretch xmlns:a="http://schemas.openxmlformats.org/drawingml/2006/main"/>
        </p:blipFill>
        <p:spPr>
          <a:xfrm xmlns:a="http://schemas.openxmlformats.org/drawingml/2006/main">
            <a:off x="3705225" y="4762500"/>
            <a:ext cx="400050" cy="238125"/>
          </a:xfrm>
          <a:prstGeom xmlns:a="http://schemas.openxmlformats.org/drawingml/2006/main" prst="rect">
            <a:avLst/>
          </a:prstGeom>
        </p:spPr>
      </p:pic>
      <p:sp>
        <p:nvSpPr>
          <p:cNvPr id="74" name="text-69 Observation">
            <a:extLst xmlns:a="http://schemas.openxmlformats.org/drawingml/2006/main">
              <a:ext uri="{FF2B5EF4-FFF2-40B4-BE49-F238E27FC236}">
                <a16:creationId xmlns:a16="http://schemas.microsoft.com/office/drawing/2014/main" id="{621373CE-E534-404C-BFC6-69A95585903B}"/>
              </a:ext>
            </a:extLst>
          </p:cNvPr>
          <p:cNvSpPr>
            <a:spLocks xmlns:a="http://schemas.openxmlformats.org/drawingml/2006/main" noGrp="1"/>
          </p:cNvSpPr>
          <p:nvPr/>
        </p:nvSpPr>
        <p:spPr>
          <a:xfrm xmlns:a="http://schemas.openxmlformats.org/drawingml/2006/main" rot="0">
            <a:off x="3589301" y="5120461"/>
            <a:ext cx="762562" cy="1815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1" b="0" i="0">
                <a:solidFill>
                  <a:srgbClr val="000000"/>
                </a:solidFill>
                <a:latin typeface="Comic Sans MS"/>
                <a:ea typeface="Comic Sans MS"/>
                <a:cs typeface="Comic Sans MS"/>
              </a:defRPr>
            </a:defPPr>
            <a:lvl1pPr algn="l">
              <a:defRPr sz="1021" b="0" i="0">
                <a:solidFill>
                  <a:srgbClr val="000000"/>
                </a:solidFill>
                <a:latin typeface="Comic Sans MS"/>
                <a:ea typeface="Comic Sans MS"/>
                <a:cs typeface="Comic Sans MS"/>
              </a:defRPr>
            </a:lvl1pPr>
            <a:lvl2pPr algn="l">
              <a:defRPr sz="1021" b="0" i="0">
                <a:solidFill>
                  <a:srgbClr val="000000"/>
                </a:solidFill>
                <a:latin typeface="Comic Sans MS"/>
                <a:ea typeface="Comic Sans MS"/>
                <a:cs typeface="Comic Sans MS"/>
              </a:defRPr>
            </a:lvl2pPr>
            <a:lvl3pPr algn="l">
              <a:defRPr sz="1021" b="0" i="0">
                <a:solidFill>
                  <a:srgbClr val="000000"/>
                </a:solidFill>
                <a:latin typeface="Comic Sans MS"/>
                <a:ea typeface="Comic Sans MS"/>
                <a:cs typeface="Comic Sans MS"/>
              </a:defRPr>
            </a:lvl3pPr>
            <a:lvl4pPr algn="l">
              <a:defRPr sz="1021" b="0" i="0">
                <a:solidFill>
                  <a:srgbClr val="000000"/>
                </a:solidFill>
                <a:latin typeface="Comic Sans MS"/>
                <a:ea typeface="Comic Sans MS"/>
                <a:cs typeface="Comic Sans MS"/>
              </a:defRPr>
            </a:lvl4pPr>
            <a:lvl5pPr algn="l">
              <a:defRPr sz="1021" b="0" i="0">
                <a:solidFill>
                  <a:srgbClr val="000000"/>
                </a:solidFill>
                <a:latin typeface="Comic Sans MS"/>
                <a:ea typeface="Comic Sans MS"/>
                <a:cs typeface="Comic Sans MS"/>
              </a:defRPr>
            </a:lvl5pPr>
            <a:lvl6pPr algn="l">
              <a:defRPr sz="1021" b="0" i="0">
                <a:solidFill>
                  <a:srgbClr val="000000"/>
                </a:solidFill>
                <a:latin typeface="Comic Sans MS"/>
                <a:ea typeface="Comic Sans MS"/>
                <a:cs typeface="Comic Sans MS"/>
              </a:defRPr>
            </a:lvl6pPr>
            <a:lvl7pPr algn="l">
              <a:defRPr sz="1021" b="0" i="0">
                <a:solidFill>
                  <a:srgbClr val="000000"/>
                </a:solidFill>
                <a:latin typeface="Comic Sans MS"/>
                <a:ea typeface="Comic Sans MS"/>
                <a:cs typeface="Comic Sans MS"/>
              </a:defRPr>
            </a:lvl7pPr>
            <a:lvl8pPr algn="l">
              <a:defRPr sz="1021" b="0" i="0">
                <a:solidFill>
                  <a:srgbClr val="000000"/>
                </a:solidFill>
                <a:latin typeface="Comic Sans MS"/>
                <a:ea typeface="Comic Sans MS"/>
                <a:cs typeface="Comic Sans MS"/>
              </a:defRPr>
            </a:lvl8pPr>
            <a:lvl9pPr algn="l">
              <a:defRPr sz="1021" b="0" i="0">
                <a:solidFill>
                  <a:srgbClr val="000000"/>
                </a:solidFill>
                <a:latin typeface="Comic Sans MS"/>
                <a:ea typeface="Comic Sans MS"/>
                <a:cs typeface="Comic Sans MS"/>
              </a:defRPr>
            </a:lvl9pPr>
          </a:lstStyle>
          <a:p xmlns:a="http://schemas.openxmlformats.org/drawingml/2006/main">
            <a:pPr algn="l">
              <a:lnSpc>
                <a:spcPct val="100000"/>
              </a:lnSpc>
              <a:buNone/>
              <a:defRPr sz="1021" b="0" i="0">
                <a:solidFill>
                  <a:srgbClr val="000000"/>
                </a:solidFill>
                <a:latin typeface="Comic Sans MS"/>
                <a:ea typeface="Comic Sans MS"/>
                <a:cs typeface="Comic Sans MS"/>
              </a:defRPr>
            </a:pPr>
            <a:r>
              <a:rPr sz="1021" b="0" i="0">
                <a:solidFill>
                  <a:srgbClr val="000000"/>
                </a:solidFill>
                <a:latin typeface="Comic Sans MS"/>
                <a:ea typeface="Comic Sans MS"/>
                <a:cs typeface="Comic Sans MS"/>
              </a:rPr>
              <a:t>Observation</a:t>
            </a:r>
          </a:p>
        </p:txBody>
      </p:sp>
      <p:sp>
        <p:nvSpPr>
          <p:cNvPr id="75" name="path-70">
            <a:extLst xmlns:a="http://schemas.openxmlformats.org/drawingml/2006/main">
              <a:ext uri="{FF2B5EF4-FFF2-40B4-BE49-F238E27FC236}">
                <a16:creationId xmlns:a16="http://schemas.microsoft.com/office/drawing/2014/main" id="{D1B20CF2-3D10-4548-8522-62B1AD70F469}"/>
              </a:ext>
            </a:extLst>
          </p:cNvPr>
          <p:cNvSpPr>
            <a:spLocks xmlns:a="http://schemas.openxmlformats.org/drawingml/2006/main" noGrp="1"/>
          </p:cNvSpPr>
          <p:nvPr/>
        </p:nvSpPr>
        <p:spPr>
          <a:xfrm xmlns:a="http://schemas.openxmlformats.org/drawingml/2006/main">
            <a:off x="4144297" y="4883309"/>
            <a:ext cx="159501" cy="46001"/>
          </a:xfrm>
          <a:custGeom xmlns:a="http://schemas.openxmlformats.org/drawingml/2006/main">
            <a:pathLst>
              <a:path w="159501" h="46001">
                <a:moveTo>
                  <a:pt x="0" y="0"/>
                </a:moveTo>
                <a:lnTo>
                  <a:pt x="98167" y="1"/>
                </a:lnTo>
                <a:lnTo>
                  <a:pt x="98167" y="18401"/>
                </a:lnTo>
                <a:lnTo>
                  <a:pt x="0" y="18400"/>
                </a:lnTo>
                <a:lnTo>
                  <a:pt x="0" y="0"/>
                </a:lnTo>
                <a:moveTo>
                  <a:pt x="85901" y="-27599"/>
                </a:moveTo>
                <a:lnTo>
                  <a:pt x="159501" y="9201"/>
                </a:lnTo>
                <a:lnTo>
                  <a:pt x="85899" y="46001"/>
                </a:lnTo>
                <a:lnTo>
                  <a:pt x="85901" y="-27599"/>
                </a:lnTo>
              </a:path>
            </a:pathLst>
          </a:custGeom>
          <a:solidFill xmlns:a="http://schemas.openxmlformats.org/drawingml/2006/main">
            <a:srgbClr val="000000"/>
          </a:solidFill>
          <a:ln xmlns:a="http://schemas.openxmlformats.org/drawingml/2006/main" w="0">
            <a:noFill/>
            <a:prstDash val="solid"/>
          </a:ln>
        </p:spPr>
      </p:sp>
      <p:pic>
        <p:nvPicPr>
          <p:cNvPr id="76" name="">
            <a:extLst xmlns:a="http://schemas.openxmlformats.org/drawingml/2006/main">
              <a:ext uri="{FF2B5EF4-FFF2-40B4-BE49-F238E27FC236}">
                <a16:creationId xmlns:a16="http://schemas.microsoft.com/office/drawing/2014/main" id="{6C454978-C5C2-494E-8DA4-E250A70B04EA}"/>
              </a:ext>
            </a:extLst>
          </p:cNvPr>
          <p:cNvPicPr>
            <a:picLocks xmlns:a="http://schemas.openxmlformats.org/drawingml/2006/main" noChangeAspect="1"/>
          </p:cNvPicPr>
          <p:nvPr/>
        </p:nvPicPr>
        <p:blipFill>
          <a:blip xmlns:r="http://schemas.openxmlformats.org/officeDocument/2006/relationships" xmlns:a="http://schemas.openxmlformats.org/drawingml/2006/main" r:embed="R174b306be5ef43cd"/>
          <a:stretch xmlns:a="http://schemas.openxmlformats.org/drawingml/2006/main"/>
        </p:blipFill>
        <p:spPr>
          <a:xfrm xmlns:a="http://schemas.openxmlformats.org/drawingml/2006/main">
            <a:off x="4381500" y="4657725"/>
            <a:ext cx="438150" cy="438150"/>
          </a:xfrm>
          <a:prstGeom xmlns:a="http://schemas.openxmlformats.org/drawingml/2006/main" prst="rect">
            <a:avLst/>
          </a:prstGeom>
        </p:spPr>
      </p:pic>
      <p:sp>
        <p:nvSpPr>
          <p:cNvPr id="77" name="text-72 Think">
            <a:extLst xmlns:a="http://schemas.openxmlformats.org/drawingml/2006/main">
              <a:ext uri="{FF2B5EF4-FFF2-40B4-BE49-F238E27FC236}">
                <a16:creationId xmlns:a16="http://schemas.microsoft.com/office/drawing/2014/main" id="{22FDF9D1-2C0E-49C7-A50D-FEABCE17E84A}"/>
              </a:ext>
            </a:extLst>
          </p:cNvPr>
          <p:cNvSpPr>
            <a:spLocks xmlns:a="http://schemas.openxmlformats.org/drawingml/2006/main" noGrp="1"/>
          </p:cNvSpPr>
          <p:nvPr/>
        </p:nvSpPr>
        <p:spPr>
          <a:xfrm xmlns:a="http://schemas.openxmlformats.org/drawingml/2006/main" rot="0">
            <a:off x="4420341" y="5122396"/>
            <a:ext cx="363125" cy="18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9" b="0" i="0">
                <a:solidFill>
                  <a:srgbClr val="000000"/>
                </a:solidFill>
                <a:latin typeface="Comic Sans MS"/>
                <a:ea typeface="Comic Sans MS"/>
                <a:cs typeface="Comic Sans MS"/>
              </a:defRPr>
            </a:defPPr>
            <a:lvl1pPr algn="l">
              <a:defRPr sz="1029" b="0" i="0">
                <a:solidFill>
                  <a:srgbClr val="000000"/>
                </a:solidFill>
                <a:latin typeface="Comic Sans MS"/>
                <a:ea typeface="Comic Sans MS"/>
                <a:cs typeface="Comic Sans MS"/>
              </a:defRPr>
            </a:lvl1pPr>
            <a:lvl2pPr algn="l">
              <a:defRPr sz="1029" b="0" i="0">
                <a:solidFill>
                  <a:srgbClr val="000000"/>
                </a:solidFill>
                <a:latin typeface="Comic Sans MS"/>
                <a:ea typeface="Comic Sans MS"/>
                <a:cs typeface="Comic Sans MS"/>
              </a:defRPr>
            </a:lvl2pPr>
            <a:lvl3pPr algn="l">
              <a:defRPr sz="1029" b="0" i="0">
                <a:solidFill>
                  <a:srgbClr val="000000"/>
                </a:solidFill>
                <a:latin typeface="Comic Sans MS"/>
                <a:ea typeface="Comic Sans MS"/>
                <a:cs typeface="Comic Sans MS"/>
              </a:defRPr>
            </a:lvl3pPr>
            <a:lvl4pPr algn="l">
              <a:defRPr sz="1029" b="0" i="0">
                <a:solidFill>
                  <a:srgbClr val="000000"/>
                </a:solidFill>
                <a:latin typeface="Comic Sans MS"/>
                <a:ea typeface="Comic Sans MS"/>
                <a:cs typeface="Comic Sans MS"/>
              </a:defRPr>
            </a:lvl4pPr>
            <a:lvl5pPr algn="l">
              <a:defRPr sz="1029" b="0" i="0">
                <a:solidFill>
                  <a:srgbClr val="000000"/>
                </a:solidFill>
                <a:latin typeface="Comic Sans MS"/>
                <a:ea typeface="Comic Sans MS"/>
                <a:cs typeface="Comic Sans MS"/>
              </a:defRPr>
            </a:lvl5pPr>
            <a:lvl6pPr algn="l">
              <a:defRPr sz="1029" b="0" i="0">
                <a:solidFill>
                  <a:srgbClr val="000000"/>
                </a:solidFill>
                <a:latin typeface="Comic Sans MS"/>
                <a:ea typeface="Comic Sans MS"/>
                <a:cs typeface="Comic Sans MS"/>
              </a:defRPr>
            </a:lvl6pPr>
            <a:lvl7pPr algn="l">
              <a:defRPr sz="1029" b="0" i="0">
                <a:solidFill>
                  <a:srgbClr val="000000"/>
                </a:solidFill>
                <a:latin typeface="Comic Sans MS"/>
                <a:ea typeface="Comic Sans MS"/>
                <a:cs typeface="Comic Sans MS"/>
              </a:defRPr>
            </a:lvl7pPr>
            <a:lvl8pPr algn="l">
              <a:defRPr sz="1029" b="0" i="0">
                <a:solidFill>
                  <a:srgbClr val="000000"/>
                </a:solidFill>
                <a:latin typeface="Comic Sans MS"/>
                <a:ea typeface="Comic Sans MS"/>
                <a:cs typeface="Comic Sans MS"/>
              </a:defRPr>
            </a:lvl8pPr>
            <a:lvl9pPr algn="l">
              <a:defRPr sz="1029" b="0" i="0">
                <a:solidFill>
                  <a:srgbClr val="000000"/>
                </a:solidFill>
                <a:latin typeface="Comic Sans MS"/>
                <a:ea typeface="Comic Sans MS"/>
                <a:cs typeface="Comic Sans MS"/>
              </a:defRPr>
            </a:lvl9pPr>
          </a:lstStyle>
          <a:p xmlns:a="http://schemas.openxmlformats.org/drawingml/2006/main">
            <a:pPr algn="l">
              <a:lnSpc>
                <a:spcPct val="100000"/>
              </a:lnSpc>
              <a:buNone/>
              <a:defRPr sz="1029" b="0" i="0">
                <a:solidFill>
                  <a:srgbClr val="000000"/>
                </a:solidFill>
                <a:latin typeface="Comic Sans MS"/>
                <a:ea typeface="Comic Sans MS"/>
                <a:cs typeface="Comic Sans MS"/>
              </a:defRPr>
            </a:pPr>
            <a:r>
              <a:rPr sz="1029" b="0" i="0">
                <a:solidFill>
                  <a:srgbClr val="000000"/>
                </a:solidFill>
                <a:latin typeface="Comic Sans MS"/>
                <a:ea typeface="Comic Sans MS"/>
                <a:cs typeface="Comic Sans MS"/>
              </a:rPr>
              <a:t>Think</a:t>
            </a:r>
          </a:p>
        </p:txBody>
      </p:sp>
      <p:sp>
        <p:nvSpPr>
          <p:cNvPr id="78" name="path-73">
            <a:extLst xmlns:a="http://schemas.openxmlformats.org/drawingml/2006/main">
              <a:ext uri="{FF2B5EF4-FFF2-40B4-BE49-F238E27FC236}">
                <a16:creationId xmlns:a16="http://schemas.microsoft.com/office/drawing/2014/main" id="{C5B407FE-1CCD-44CB-88BC-5B4B0FFDA6FC}"/>
              </a:ext>
            </a:extLst>
          </p:cNvPr>
          <p:cNvSpPr>
            <a:spLocks xmlns:a="http://schemas.openxmlformats.org/drawingml/2006/main" noGrp="1"/>
          </p:cNvSpPr>
          <p:nvPr/>
        </p:nvSpPr>
        <p:spPr>
          <a:xfrm xmlns:a="http://schemas.openxmlformats.org/drawingml/2006/main">
            <a:off x="4856362" y="4897656"/>
            <a:ext cx="159501" cy="46001"/>
          </a:xfrm>
          <a:custGeom xmlns:a="http://schemas.openxmlformats.org/drawingml/2006/main">
            <a:pathLst>
              <a:path w="159501" h="46001">
                <a:moveTo>
                  <a:pt x="1" y="0"/>
                </a:moveTo>
                <a:lnTo>
                  <a:pt x="98167" y="1"/>
                </a:lnTo>
                <a:lnTo>
                  <a:pt x="98167" y="18401"/>
                </a:lnTo>
                <a:lnTo>
                  <a:pt x="0" y="18400"/>
                </a:lnTo>
                <a:lnTo>
                  <a:pt x="1" y="0"/>
                </a:lnTo>
                <a:moveTo>
                  <a:pt x="85901" y="-27599"/>
                </a:moveTo>
                <a:lnTo>
                  <a:pt x="159501" y="9201"/>
                </a:lnTo>
                <a:lnTo>
                  <a:pt x="85901" y="46001"/>
                </a:lnTo>
                <a:lnTo>
                  <a:pt x="85901" y="-27599"/>
                </a:lnTo>
              </a:path>
            </a:pathLst>
          </a:custGeom>
          <a:solidFill xmlns:a="http://schemas.openxmlformats.org/drawingml/2006/main">
            <a:srgbClr val="000000"/>
          </a:solidFill>
          <a:ln xmlns:a="http://schemas.openxmlformats.org/drawingml/2006/main" w="0">
            <a:noFill/>
            <a:prstDash val="solid"/>
          </a:ln>
        </p:spPr>
      </p:sp>
      <p:sp>
        <p:nvSpPr>
          <p:cNvPr id="79" name="text-74 Agentic">
            <a:extLst xmlns:a="http://schemas.openxmlformats.org/drawingml/2006/main">
              <a:ext uri="{FF2B5EF4-FFF2-40B4-BE49-F238E27FC236}">
                <a16:creationId xmlns:a16="http://schemas.microsoft.com/office/drawing/2014/main" id="{416AB4D5-2902-4D2F-9DB7-3E8C849A0C73}"/>
              </a:ext>
            </a:extLst>
          </p:cNvPr>
          <p:cNvSpPr>
            <a:spLocks xmlns:a="http://schemas.openxmlformats.org/drawingml/2006/main" noGrp="1"/>
          </p:cNvSpPr>
          <p:nvPr/>
        </p:nvSpPr>
        <p:spPr>
          <a:xfrm xmlns:a="http://schemas.openxmlformats.org/drawingml/2006/main" rot="0">
            <a:off x="1501480" y="4347151"/>
            <a:ext cx="741730" cy="27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000000"/>
                </a:solidFill>
                <a:latin typeface="Comic Sans MS"/>
                <a:ea typeface="Comic Sans MS"/>
                <a:cs typeface="Comic Sans MS"/>
              </a:defRPr>
            </a:defPPr>
            <a:lvl1pPr algn="l">
              <a:defRPr sz="1546" b="0" i="0">
                <a:solidFill>
                  <a:srgbClr val="000000"/>
                </a:solidFill>
                <a:latin typeface="Comic Sans MS"/>
                <a:ea typeface="Comic Sans MS"/>
                <a:cs typeface="Comic Sans MS"/>
              </a:defRPr>
            </a:lvl1pPr>
            <a:lvl2pPr algn="l">
              <a:defRPr sz="1546" b="0" i="0">
                <a:solidFill>
                  <a:srgbClr val="000000"/>
                </a:solidFill>
                <a:latin typeface="Comic Sans MS"/>
                <a:ea typeface="Comic Sans MS"/>
                <a:cs typeface="Comic Sans MS"/>
              </a:defRPr>
            </a:lvl2pPr>
            <a:lvl3pPr algn="l">
              <a:defRPr sz="1546" b="0" i="0">
                <a:solidFill>
                  <a:srgbClr val="000000"/>
                </a:solidFill>
                <a:latin typeface="Comic Sans MS"/>
                <a:ea typeface="Comic Sans MS"/>
                <a:cs typeface="Comic Sans MS"/>
              </a:defRPr>
            </a:lvl3pPr>
            <a:lvl4pPr algn="l">
              <a:defRPr sz="1546" b="0" i="0">
                <a:solidFill>
                  <a:srgbClr val="000000"/>
                </a:solidFill>
                <a:latin typeface="Comic Sans MS"/>
                <a:ea typeface="Comic Sans MS"/>
                <a:cs typeface="Comic Sans MS"/>
              </a:defRPr>
            </a:lvl4pPr>
            <a:lvl5pPr algn="l">
              <a:defRPr sz="1546" b="0" i="0">
                <a:solidFill>
                  <a:srgbClr val="000000"/>
                </a:solidFill>
                <a:latin typeface="Comic Sans MS"/>
                <a:ea typeface="Comic Sans MS"/>
                <a:cs typeface="Comic Sans MS"/>
              </a:defRPr>
            </a:lvl5pPr>
            <a:lvl6pPr algn="l">
              <a:defRPr sz="1546" b="0" i="0">
                <a:solidFill>
                  <a:srgbClr val="000000"/>
                </a:solidFill>
                <a:latin typeface="Comic Sans MS"/>
                <a:ea typeface="Comic Sans MS"/>
                <a:cs typeface="Comic Sans MS"/>
              </a:defRPr>
            </a:lvl6pPr>
            <a:lvl7pPr algn="l">
              <a:defRPr sz="1546" b="0" i="0">
                <a:solidFill>
                  <a:srgbClr val="000000"/>
                </a:solidFill>
                <a:latin typeface="Comic Sans MS"/>
                <a:ea typeface="Comic Sans MS"/>
                <a:cs typeface="Comic Sans MS"/>
              </a:defRPr>
            </a:lvl7pPr>
            <a:lvl8pPr algn="l">
              <a:defRPr sz="1546" b="0" i="0">
                <a:solidFill>
                  <a:srgbClr val="000000"/>
                </a:solidFill>
                <a:latin typeface="Comic Sans MS"/>
                <a:ea typeface="Comic Sans MS"/>
                <a:cs typeface="Comic Sans MS"/>
              </a:defRPr>
            </a:lvl8pPr>
            <a:lvl9pPr algn="l">
              <a:defRPr sz="1546" b="0" i="0">
                <a:solidFill>
                  <a:srgbClr val="000000"/>
                </a:solidFill>
                <a:latin typeface="Comic Sans MS"/>
                <a:ea typeface="Comic Sans MS"/>
                <a:cs typeface="Comic Sans MS"/>
              </a:defRPr>
            </a:lvl9pPr>
          </a:lstStyle>
          <a:p xmlns:a="http://schemas.openxmlformats.org/drawingml/2006/main">
            <a:pPr algn="l">
              <a:lnSpc>
                <a:spcPct val="100000"/>
              </a:lnSpc>
              <a:buNone/>
              <a:defRPr sz="1546" b="0" i="0">
                <a:solidFill>
                  <a:srgbClr val="000000"/>
                </a:solidFill>
                <a:latin typeface="Comic Sans MS"/>
                <a:ea typeface="Comic Sans MS"/>
                <a:cs typeface="Comic Sans MS"/>
              </a:defRPr>
            </a:pPr>
            <a:r>
              <a:rPr sz="1546" b="0" i="0">
                <a:solidFill>
                  <a:srgbClr val="000000"/>
                </a:solidFill>
                <a:latin typeface="Comic Sans MS"/>
                <a:ea typeface="Comic Sans MS"/>
                <a:cs typeface="Comic Sans MS"/>
              </a:rPr>
              <a:t>Agentic</a:t>
            </a:r>
          </a:p>
        </p:txBody>
      </p:sp>
      <p:sp>
        <p:nvSpPr>
          <p:cNvPr id="80" name="text-74 Tool">
            <a:extLst xmlns:a="http://schemas.openxmlformats.org/drawingml/2006/main">
              <a:ext uri="{FF2B5EF4-FFF2-40B4-BE49-F238E27FC236}">
                <a16:creationId xmlns:a16="http://schemas.microsoft.com/office/drawing/2014/main" id="{D9AD4771-1B12-4CC5-B87B-87926A743293}"/>
              </a:ext>
            </a:extLst>
          </p:cNvPr>
          <p:cNvSpPr>
            <a:spLocks xmlns:a="http://schemas.openxmlformats.org/drawingml/2006/main" noGrp="1"/>
          </p:cNvSpPr>
          <p:nvPr/>
        </p:nvSpPr>
        <p:spPr>
          <a:xfrm xmlns:a="http://schemas.openxmlformats.org/drawingml/2006/main" rot="0">
            <a:off x="2266372" y="4347696"/>
            <a:ext cx="427812" cy="2741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2" b="0" i="0">
                <a:solidFill>
                  <a:srgbClr val="000000"/>
                </a:solidFill>
                <a:latin typeface="Comic Sans MS"/>
                <a:ea typeface="Comic Sans MS"/>
                <a:cs typeface="Comic Sans MS"/>
              </a:defRPr>
            </a:defPPr>
            <a:lvl1pPr algn="l">
              <a:defRPr sz="1542" b="0" i="0">
                <a:solidFill>
                  <a:srgbClr val="000000"/>
                </a:solidFill>
                <a:latin typeface="Comic Sans MS"/>
                <a:ea typeface="Comic Sans MS"/>
                <a:cs typeface="Comic Sans MS"/>
              </a:defRPr>
            </a:lvl1pPr>
            <a:lvl2pPr algn="l">
              <a:defRPr sz="1542" b="0" i="0">
                <a:solidFill>
                  <a:srgbClr val="000000"/>
                </a:solidFill>
                <a:latin typeface="Comic Sans MS"/>
                <a:ea typeface="Comic Sans MS"/>
                <a:cs typeface="Comic Sans MS"/>
              </a:defRPr>
            </a:lvl2pPr>
            <a:lvl3pPr algn="l">
              <a:defRPr sz="1542" b="0" i="0">
                <a:solidFill>
                  <a:srgbClr val="000000"/>
                </a:solidFill>
                <a:latin typeface="Comic Sans MS"/>
                <a:ea typeface="Comic Sans MS"/>
                <a:cs typeface="Comic Sans MS"/>
              </a:defRPr>
            </a:lvl3pPr>
            <a:lvl4pPr algn="l">
              <a:defRPr sz="1542" b="0" i="0">
                <a:solidFill>
                  <a:srgbClr val="000000"/>
                </a:solidFill>
                <a:latin typeface="Comic Sans MS"/>
                <a:ea typeface="Comic Sans MS"/>
                <a:cs typeface="Comic Sans MS"/>
              </a:defRPr>
            </a:lvl4pPr>
            <a:lvl5pPr algn="l">
              <a:defRPr sz="1542" b="0" i="0">
                <a:solidFill>
                  <a:srgbClr val="000000"/>
                </a:solidFill>
                <a:latin typeface="Comic Sans MS"/>
                <a:ea typeface="Comic Sans MS"/>
                <a:cs typeface="Comic Sans MS"/>
              </a:defRPr>
            </a:lvl5pPr>
            <a:lvl6pPr algn="l">
              <a:defRPr sz="1542" b="0" i="0">
                <a:solidFill>
                  <a:srgbClr val="000000"/>
                </a:solidFill>
                <a:latin typeface="Comic Sans MS"/>
                <a:ea typeface="Comic Sans MS"/>
                <a:cs typeface="Comic Sans MS"/>
              </a:defRPr>
            </a:lvl6pPr>
            <a:lvl7pPr algn="l">
              <a:defRPr sz="1542" b="0" i="0">
                <a:solidFill>
                  <a:srgbClr val="000000"/>
                </a:solidFill>
                <a:latin typeface="Comic Sans MS"/>
                <a:ea typeface="Comic Sans MS"/>
                <a:cs typeface="Comic Sans MS"/>
              </a:defRPr>
            </a:lvl7pPr>
            <a:lvl8pPr algn="l">
              <a:defRPr sz="1542" b="0" i="0">
                <a:solidFill>
                  <a:srgbClr val="000000"/>
                </a:solidFill>
                <a:latin typeface="Comic Sans MS"/>
                <a:ea typeface="Comic Sans MS"/>
                <a:cs typeface="Comic Sans MS"/>
              </a:defRPr>
            </a:lvl8pPr>
            <a:lvl9pPr algn="l">
              <a:defRPr sz="1542" b="0" i="0">
                <a:solidFill>
                  <a:srgbClr val="000000"/>
                </a:solidFill>
                <a:latin typeface="Comic Sans MS"/>
                <a:ea typeface="Comic Sans MS"/>
                <a:cs typeface="Comic Sans MS"/>
              </a:defRPr>
            </a:lvl9pPr>
          </a:lstStyle>
          <a:p xmlns:a="http://schemas.openxmlformats.org/drawingml/2006/main">
            <a:pPr algn="l">
              <a:lnSpc>
                <a:spcPct val="100000"/>
              </a:lnSpc>
              <a:buNone/>
              <a:defRPr sz="1542" b="0" i="0">
                <a:solidFill>
                  <a:srgbClr val="000000"/>
                </a:solidFill>
                <a:latin typeface="Comic Sans MS"/>
                <a:ea typeface="Comic Sans MS"/>
                <a:cs typeface="Comic Sans MS"/>
              </a:defRPr>
            </a:pPr>
            <a:r>
              <a:rPr sz="1542" b="0" i="0">
                <a:solidFill>
                  <a:srgbClr val="000000"/>
                </a:solidFill>
                <a:latin typeface="Comic Sans MS"/>
                <a:ea typeface="Comic Sans MS"/>
                <a:cs typeface="Comic Sans MS"/>
              </a:rPr>
              <a:t>Tool</a:t>
            </a:r>
          </a:p>
        </p:txBody>
      </p:sp>
      <p:sp>
        <p:nvSpPr>
          <p:cNvPr id="81" name="text-74 Use">
            <a:extLst xmlns:a="http://schemas.openxmlformats.org/drawingml/2006/main">
              <a:ext uri="{FF2B5EF4-FFF2-40B4-BE49-F238E27FC236}">
                <a16:creationId xmlns:a16="http://schemas.microsoft.com/office/drawing/2014/main" id="{7B7392CB-E146-448A-94B7-5414DD523279}"/>
              </a:ext>
            </a:extLst>
          </p:cNvPr>
          <p:cNvSpPr>
            <a:spLocks xmlns:a="http://schemas.openxmlformats.org/drawingml/2006/main" noGrp="1"/>
          </p:cNvSpPr>
          <p:nvPr/>
        </p:nvSpPr>
        <p:spPr>
          <a:xfrm xmlns:a="http://schemas.openxmlformats.org/drawingml/2006/main" rot="0">
            <a:off x="2717000" y="4347701"/>
            <a:ext cx="381988" cy="274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2" b="0" i="0">
                <a:solidFill>
                  <a:srgbClr val="000000"/>
                </a:solidFill>
                <a:latin typeface="Comic Sans MS"/>
                <a:ea typeface="Comic Sans MS"/>
                <a:cs typeface="Comic Sans MS"/>
              </a:defRPr>
            </a:defPPr>
            <a:lvl1pPr algn="l">
              <a:defRPr sz="1542" b="0" i="0">
                <a:solidFill>
                  <a:srgbClr val="000000"/>
                </a:solidFill>
                <a:latin typeface="Comic Sans MS"/>
                <a:ea typeface="Comic Sans MS"/>
                <a:cs typeface="Comic Sans MS"/>
              </a:defRPr>
            </a:lvl1pPr>
            <a:lvl2pPr algn="l">
              <a:defRPr sz="1542" b="0" i="0">
                <a:solidFill>
                  <a:srgbClr val="000000"/>
                </a:solidFill>
                <a:latin typeface="Comic Sans MS"/>
                <a:ea typeface="Comic Sans MS"/>
                <a:cs typeface="Comic Sans MS"/>
              </a:defRPr>
            </a:lvl2pPr>
            <a:lvl3pPr algn="l">
              <a:defRPr sz="1542" b="0" i="0">
                <a:solidFill>
                  <a:srgbClr val="000000"/>
                </a:solidFill>
                <a:latin typeface="Comic Sans MS"/>
                <a:ea typeface="Comic Sans MS"/>
                <a:cs typeface="Comic Sans MS"/>
              </a:defRPr>
            </a:lvl3pPr>
            <a:lvl4pPr algn="l">
              <a:defRPr sz="1542" b="0" i="0">
                <a:solidFill>
                  <a:srgbClr val="000000"/>
                </a:solidFill>
                <a:latin typeface="Comic Sans MS"/>
                <a:ea typeface="Comic Sans MS"/>
                <a:cs typeface="Comic Sans MS"/>
              </a:defRPr>
            </a:lvl4pPr>
            <a:lvl5pPr algn="l">
              <a:defRPr sz="1542" b="0" i="0">
                <a:solidFill>
                  <a:srgbClr val="000000"/>
                </a:solidFill>
                <a:latin typeface="Comic Sans MS"/>
                <a:ea typeface="Comic Sans MS"/>
                <a:cs typeface="Comic Sans MS"/>
              </a:defRPr>
            </a:lvl5pPr>
            <a:lvl6pPr algn="l">
              <a:defRPr sz="1542" b="0" i="0">
                <a:solidFill>
                  <a:srgbClr val="000000"/>
                </a:solidFill>
                <a:latin typeface="Comic Sans MS"/>
                <a:ea typeface="Comic Sans MS"/>
                <a:cs typeface="Comic Sans MS"/>
              </a:defRPr>
            </a:lvl6pPr>
            <a:lvl7pPr algn="l">
              <a:defRPr sz="1542" b="0" i="0">
                <a:solidFill>
                  <a:srgbClr val="000000"/>
                </a:solidFill>
                <a:latin typeface="Comic Sans MS"/>
                <a:ea typeface="Comic Sans MS"/>
                <a:cs typeface="Comic Sans MS"/>
              </a:defRPr>
            </a:lvl7pPr>
            <a:lvl8pPr algn="l">
              <a:defRPr sz="1542" b="0" i="0">
                <a:solidFill>
                  <a:srgbClr val="000000"/>
                </a:solidFill>
                <a:latin typeface="Comic Sans MS"/>
                <a:ea typeface="Comic Sans MS"/>
                <a:cs typeface="Comic Sans MS"/>
              </a:defRPr>
            </a:lvl8pPr>
            <a:lvl9pPr algn="l">
              <a:defRPr sz="1542" b="0" i="0">
                <a:solidFill>
                  <a:srgbClr val="000000"/>
                </a:solidFill>
                <a:latin typeface="Comic Sans MS"/>
                <a:ea typeface="Comic Sans MS"/>
                <a:cs typeface="Comic Sans MS"/>
              </a:defRPr>
            </a:lvl9pPr>
          </a:lstStyle>
          <a:p xmlns:a="http://schemas.openxmlformats.org/drawingml/2006/main">
            <a:pPr algn="l">
              <a:lnSpc>
                <a:spcPct val="100000"/>
              </a:lnSpc>
              <a:buNone/>
              <a:defRPr sz="1542" b="0" i="0">
                <a:solidFill>
                  <a:srgbClr val="000000"/>
                </a:solidFill>
                <a:latin typeface="Comic Sans MS"/>
                <a:ea typeface="Comic Sans MS"/>
                <a:cs typeface="Comic Sans MS"/>
              </a:defRPr>
            </a:pPr>
            <a:r>
              <a:rPr sz="1542" b="0" i="0">
                <a:solidFill>
                  <a:srgbClr val="000000"/>
                </a:solidFill>
                <a:latin typeface="Comic Sans MS"/>
                <a:ea typeface="Comic Sans MS"/>
                <a:cs typeface="Comic Sans MS"/>
              </a:rPr>
              <a:t>Use</a:t>
            </a:r>
          </a:p>
        </p:txBody>
      </p:sp>
      <p:sp>
        <p:nvSpPr>
          <p:cNvPr id="82" name="text-75 ReAct">
            <a:extLst xmlns:a="http://schemas.openxmlformats.org/drawingml/2006/main">
              <a:ext uri="{FF2B5EF4-FFF2-40B4-BE49-F238E27FC236}">
                <a16:creationId xmlns:a16="http://schemas.microsoft.com/office/drawing/2014/main" id="{F241F586-6FE3-4608-A45E-DAC98C720046}"/>
              </a:ext>
            </a:extLst>
          </p:cNvPr>
          <p:cNvSpPr>
            <a:spLocks xmlns:a="http://schemas.openxmlformats.org/drawingml/2006/main" noGrp="1"/>
          </p:cNvSpPr>
          <p:nvPr/>
        </p:nvSpPr>
        <p:spPr>
          <a:xfrm xmlns:a="http://schemas.openxmlformats.org/drawingml/2006/main" rot="0">
            <a:off x="3122215" y="4347135"/>
            <a:ext cx="603192" cy="2749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000000"/>
                </a:solidFill>
                <a:latin typeface="Comic Sans MS"/>
                <a:ea typeface="Comic Sans MS"/>
                <a:cs typeface="Comic Sans MS"/>
              </a:defRPr>
            </a:defPPr>
            <a:lvl1pPr algn="l">
              <a:defRPr sz="1547" b="0" i="0">
                <a:solidFill>
                  <a:srgbClr val="000000"/>
                </a:solidFill>
                <a:latin typeface="Comic Sans MS"/>
                <a:ea typeface="Comic Sans MS"/>
                <a:cs typeface="Comic Sans MS"/>
              </a:defRPr>
            </a:lvl1pPr>
            <a:lvl2pPr algn="l">
              <a:defRPr sz="1547" b="0" i="0">
                <a:solidFill>
                  <a:srgbClr val="000000"/>
                </a:solidFill>
                <a:latin typeface="Comic Sans MS"/>
                <a:ea typeface="Comic Sans MS"/>
                <a:cs typeface="Comic Sans MS"/>
              </a:defRPr>
            </a:lvl2pPr>
            <a:lvl3pPr algn="l">
              <a:defRPr sz="1547" b="0" i="0">
                <a:solidFill>
                  <a:srgbClr val="000000"/>
                </a:solidFill>
                <a:latin typeface="Comic Sans MS"/>
                <a:ea typeface="Comic Sans MS"/>
                <a:cs typeface="Comic Sans MS"/>
              </a:defRPr>
            </a:lvl3pPr>
            <a:lvl4pPr algn="l">
              <a:defRPr sz="1547" b="0" i="0">
                <a:solidFill>
                  <a:srgbClr val="000000"/>
                </a:solidFill>
                <a:latin typeface="Comic Sans MS"/>
                <a:ea typeface="Comic Sans MS"/>
                <a:cs typeface="Comic Sans MS"/>
              </a:defRPr>
            </a:lvl4pPr>
            <a:lvl5pPr algn="l">
              <a:defRPr sz="1547" b="0" i="0">
                <a:solidFill>
                  <a:srgbClr val="000000"/>
                </a:solidFill>
                <a:latin typeface="Comic Sans MS"/>
                <a:ea typeface="Comic Sans MS"/>
                <a:cs typeface="Comic Sans MS"/>
              </a:defRPr>
            </a:lvl5pPr>
            <a:lvl6pPr algn="l">
              <a:defRPr sz="1547" b="0" i="0">
                <a:solidFill>
                  <a:srgbClr val="000000"/>
                </a:solidFill>
                <a:latin typeface="Comic Sans MS"/>
                <a:ea typeface="Comic Sans MS"/>
                <a:cs typeface="Comic Sans MS"/>
              </a:defRPr>
            </a:lvl6pPr>
            <a:lvl7pPr algn="l">
              <a:defRPr sz="1547" b="0" i="0">
                <a:solidFill>
                  <a:srgbClr val="000000"/>
                </a:solidFill>
                <a:latin typeface="Comic Sans MS"/>
                <a:ea typeface="Comic Sans MS"/>
                <a:cs typeface="Comic Sans MS"/>
              </a:defRPr>
            </a:lvl7pPr>
            <a:lvl8pPr algn="l">
              <a:defRPr sz="1547" b="0" i="0">
                <a:solidFill>
                  <a:srgbClr val="000000"/>
                </a:solidFill>
                <a:latin typeface="Comic Sans MS"/>
                <a:ea typeface="Comic Sans MS"/>
                <a:cs typeface="Comic Sans MS"/>
              </a:defRPr>
            </a:lvl8pPr>
            <a:lvl9pPr algn="l">
              <a:defRPr sz="1547" b="0" i="0">
                <a:solidFill>
                  <a:srgbClr val="000000"/>
                </a:solidFill>
                <a:latin typeface="Comic Sans MS"/>
                <a:ea typeface="Comic Sans MS"/>
                <a:cs typeface="Comic Sans MS"/>
              </a:defRPr>
            </a:lvl9pPr>
          </a:lstStyle>
          <a:p xmlns:a="http://schemas.openxmlformats.org/drawingml/2006/main">
            <a:pPr algn="l">
              <a:lnSpc>
                <a:spcPct val="100000"/>
              </a:lnSpc>
              <a:buNone/>
              <a:defRPr sz="1547" b="0" i="0">
                <a:solidFill>
                  <a:srgbClr val="000000"/>
                </a:solidFill>
                <a:latin typeface="Comic Sans MS"/>
                <a:ea typeface="Comic Sans MS"/>
                <a:cs typeface="Comic Sans MS"/>
              </a:defRPr>
            </a:pPr>
            <a:r>
              <a:rPr sz="1547" b="0" i="0">
                <a:solidFill>
                  <a:srgbClr val="000000"/>
                </a:solidFill>
                <a:latin typeface="Comic Sans MS"/>
                <a:ea typeface="Comic Sans MS"/>
                <a:cs typeface="Comic Sans MS"/>
              </a:rPr>
              <a:t>ReAct</a:t>
            </a:r>
          </a:p>
        </p:txBody>
      </p:sp>
      <p:sp>
        <p:nvSpPr>
          <p:cNvPr id="83" name="text-77 Rollout">
            <a:extLst xmlns:a="http://schemas.openxmlformats.org/drawingml/2006/main">
              <a:ext uri="{FF2B5EF4-FFF2-40B4-BE49-F238E27FC236}">
                <a16:creationId xmlns:a16="http://schemas.microsoft.com/office/drawing/2014/main" id="{E050D7F5-249D-45E4-A21D-4B82B4E15FA9}"/>
              </a:ext>
            </a:extLst>
          </p:cNvPr>
          <p:cNvSpPr>
            <a:spLocks xmlns:a="http://schemas.openxmlformats.org/drawingml/2006/main" noGrp="1"/>
          </p:cNvSpPr>
          <p:nvPr/>
        </p:nvSpPr>
        <p:spPr>
          <a:xfrm xmlns:a="http://schemas.openxmlformats.org/drawingml/2006/main" rot="0">
            <a:off x="3747815" y="4347676"/>
            <a:ext cx="665508" cy="2742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2" b="0" i="0">
                <a:solidFill>
                  <a:srgbClr val="000000"/>
                </a:solidFill>
                <a:latin typeface="Comic Sans MS"/>
                <a:ea typeface="Comic Sans MS"/>
                <a:cs typeface="Comic Sans MS"/>
              </a:defRPr>
            </a:defPPr>
            <a:lvl1pPr algn="l">
              <a:defRPr sz="1542" b="0" i="0">
                <a:solidFill>
                  <a:srgbClr val="000000"/>
                </a:solidFill>
                <a:latin typeface="Comic Sans MS"/>
                <a:ea typeface="Comic Sans MS"/>
                <a:cs typeface="Comic Sans MS"/>
              </a:defRPr>
            </a:lvl1pPr>
            <a:lvl2pPr algn="l">
              <a:defRPr sz="1542" b="0" i="0">
                <a:solidFill>
                  <a:srgbClr val="000000"/>
                </a:solidFill>
                <a:latin typeface="Comic Sans MS"/>
                <a:ea typeface="Comic Sans MS"/>
                <a:cs typeface="Comic Sans MS"/>
              </a:defRPr>
            </a:lvl2pPr>
            <a:lvl3pPr algn="l">
              <a:defRPr sz="1542" b="0" i="0">
                <a:solidFill>
                  <a:srgbClr val="000000"/>
                </a:solidFill>
                <a:latin typeface="Comic Sans MS"/>
                <a:ea typeface="Comic Sans MS"/>
                <a:cs typeface="Comic Sans MS"/>
              </a:defRPr>
            </a:lvl3pPr>
            <a:lvl4pPr algn="l">
              <a:defRPr sz="1542" b="0" i="0">
                <a:solidFill>
                  <a:srgbClr val="000000"/>
                </a:solidFill>
                <a:latin typeface="Comic Sans MS"/>
                <a:ea typeface="Comic Sans MS"/>
                <a:cs typeface="Comic Sans MS"/>
              </a:defRPr>
            </a:lvl4pPr>
            <a:lvl5pPr algn="l">
              <a:defRPr sz="1542" b="0" i="0">
                <a:solidFill>
                  <a:srgbClr val="000000"/>
                </a:solidFill>
                <a:latin typeface="Comic Sans MS"/>
                <a:ea typeface="Comic Sans MS"/>
                <a:cs typeface="Comic Sans MS"/>
              </a:defRPr>
            </a:lvl5pPr>
            <a:lvl6pPr algn="l">
              <a:defRPr sz="1542" b="0" i="0">
                <a:solidFill>
                  <a:srgbClr val="000000"/>
                </a:solidFill>
                <a:latin typeface="Comic Sans MS"/>
                <a:ea typeface="Comic Sans MS"/>
                <a:cs typeface="Comic Sans MS"/>
              </a:defRPr>
            </a:lvl6pPr>
            <a:lvl7pPr algn="l">
              <a:defRPr sz="1542" b="0" i="0">
                <a:solidFill>
                  <a:srgbClr val="000000"/>
                </a:solidFill>
                <a:latin typeface="Comic Sans MS"/>
                <a:ea typeface="Comic Sans MS"/>
                <a:cs typeface="Comic Sans MS"/>
              </a:defRPr>
            </a:lvl7pPr>
            <a:lvl8pPr algn="l">
              <a:defRPr sz="1542" b="0" i="0">
                <a:solidFill>
                  <a:srgbClr val="000000"/>
                </a:solidFill>
                <a:latin typeface="Comic Sans MS"/>
                <a:ea typeface="Comic Sans MS"/>
                <a:cs typeface="Comic Sans MS"/>
              </a:defRPr>
            </a:lvl8pPr>
            <a:lvl9pPr algn="l">
              <a:defRPr sz="1542" b="0" i="0">
                <a:solidFill>
                  <a:srgbClr val="000000"/>
                </a:solidFill>
                <a:latin typeface="Comic Sans MS"/>
                <a:ea typeface="Comic Sans MS"/>
                <a:cs typeface="Comic Sans MS"/>
              </a:defRPr>
            </a:lvl9pPr>
          </a:lstStyle>
          <a:p xmlns:a="http://schemas.openxmlformats.org/drawingml/2006/main">
            <a:pPr algn="l">
              <a:lnSpc>
                <a:spcPct val="100000"/>
              </a:lnSpc>
              <a:buNone/>
              <a:defRPr sz="1542" b="0" i="0">
                <a:solidFill>
                  <a:srgbClr val="000000"/>
                </a:solidFill>
                <a:latin typeface="Comic Sans MS"/>
                <a:ea typeface="Comic Sans MS"/>
                <a:cs typeface="Comic Sans MS"/>
              </a:defRPr>
            </a:pPr>
            <a:r>
              <a:rPr sz="1542" b="0" i="0">
                <a:solidFill>
                  <a:srgbClr val="000000"/>
                </a:solidFill>
                <a:latin typeface="Comic Sans MS"/>
                <a:ea typeface="Comic Sans MS"/>
                <a:cs typeface="Comic Sans MS"/>
              </a:rPr>
              <a:t>Rollout</a:t>
            </a:r>
          </a:p>
        </p:txBody>
      </p:sp>
      <p:sp>
        <p:nvSpPr>
          <p:cNvPr id="84" name="path-78">
            <a:extLst xmlns:a="http://schemas.openxmlformats.org/drawingml/2006/main">
              <a:ext uri="{FF2B5EF4-FFF2-40B4-BE49-F238E27FC236}">
                <a16:creationId xmlns:a16="http://schemas.microsoft.com/office/drawing/2014/main" id="{80E86163-9EC2-4D98-B7B7-C02934A48D98}"/>
              </a:ext>
            </a:extLst>
          </p:cNvPr>
          <p:cNvSpPr>
            <a:spLocks xmlns:a="http://schemas.openxmlformats.org/drawingml/2006/main" noGrp="1"/>
          </p:cNvSpPr>
          <p:nvPr/>
        </p:nvSpPr>
        <p:spPr>
          <a:xfrm xmlns:a="http://schemas.openxmlformats.org/drawingml/2006/main">
            <a:off x="983263" y="1913688"/>
            <a:ext cx="46000" cy="200686"/>
          </a:xfrm>
          <a:custGeom xmlns:a="http://schemas.openxmlformats.org/drawingml/2006/main">
            <a:pathLst>
              <a:path w="46000" h="200686">
                <a:moveTo>
                  <a:pt x="46000" y="0"/>
                </a:moveTo>
                <a:lnTo>
                  <a:pt x="46000" y="139353"/>
                </a:lnTo>
                <a:lnTo>
                  <a:pt x="27600" y="139353"/>
                </a:lnTo>
                <a:lnTo>
                  <a:pt x="27599" y="0"/>
                </a:lnTo>
                <a:lnTo>
                  <a:pt x="46000" y="0"/>
                </a:lnTo>
                <a:moveTo>
                  <a:pt x="73600" y="127086"/>
                </a:moveTo>
                <a:lnTo>
                  <a:pt x="36800" y="200686"/>
                </a:lnTo>
                <a:lnTo>
                  <a:pt x="0" y="127087"/>
                </a:lnTo>
                <a:lnTo>
                  <a:pt x="73600" y="127086"/>
                </a:lnTo>
              </a:path>
            </a:pathLst>
          </a:custGeom>
          <a:solidFill xmlns:a="http://schemas.openxmlformats.org/drawingml/2006/main">
            <a:srgbClr val="000000"/>
          </a:solidFill>
          <a:ln xmlns:a="http://schemas.openxmlformats.org/drawingml/2006/main" w="0">
            <a:noFill/>
            <a:prstDash val="solid"/>
          </a:ln>
        </p:spPr>
      </p:sp>
      <p:sp>
        <p:nvSpPr>
          <p:cNvPr id="85" name="path-79">
            <a:extLst xmlns:a="http://schemas.openxmlformats.org/drawingml/2006/main">
              <a:ext uri="{FF2B5EF4-FFF2-40B4-BE49-F238E27FC236}">
                <a16:creationId xmlns:a16="http://schemas.microsoft.com/office/drawing/2014/main" id="{C6033F3E-58DB-4354-9477-5E9AD3F43347}"/>
              </a:ext>
            </a:extLst>
          </p:cNvPr>
          <p:cNvSpPr>
            <a:spLocks xmlns:a="http://schemas.openxmlformats.org/drawingml/2006/main" noGrp="1"/>
          </p:cNvSpPr>
          <p:nvPr/>
        </p:nvSpPr>
        <p:spPr>
          <a:xfrm xmlns:a="http://schemas.openxmlformats.org/drawingml/2006/main">
            <a:off x="2961308" y="1913688"/>
            <a:ext cx="46000" cy="200686"/>
          </a:xfrm>
          <a:custGeom xmlns:a="http://schemas.openxmlformats.org/drawingml/2006/main">
            <a:pathLst>
              <a:path w="46000" h="200686">
                <a:moveTo>
                  <a:pt x="45999" y="0"/>
                </a:moveTo>
                <a:lnTo>
                  <a:pt x="46000" y="139353"/>
                </a:lnTo>
                <a:lnTo>
                  <a:pt x="27600" y="139353"/>
                </a:lnTo>
                <a:lnTo>
                  <a:pt x="27599" y="0"/>
                </a:lnTo>
                <a:lnTo>
                  <a:pt x="45999" y="0"/>
                </a:lnTo>
                <a:moveTo>
                  <a:pt x="73600" y="127086"/>
                </a:moveTo>
                <a:lnTo>
                  <a:pt x="36800" y="200686"/>
                </a:lnTo>
                <a:lnTo>
                  <a:pt x="0" y="127087"/>
                </a:lnTo>
                <a:lnTo>
                  <a:pt x="73600" y="127086"/>
                </a:lnTo>
              </a:path>
            </a:pathLst>
          </a:custGeom>
          <a:solidFill xmlns:a="http://schemas.openxmlformats.org/drawingml/2006/main">
            <a:srgbClr val="000000"/>
          </a:solidFill>
          <a:ln xmlns:a="http://schemas.openxmlformats.org/drawingml/2006/main" w="0">
            <a:noFill/>
            <a:prstDash val="solid"/>
          </a:ln>
        </p:spPr>
      </p:sp>
      <p:sp>
        <p:nvSpPr>
          <p:cNvPr id="86" name="path-80">
            <a:extLst xmlns:a="http://schemas.openxmlformats.org/drawingml/2006/main">
              <a:ext uri="{FF2B5EF4-FFF2-40B4-BE49-F238E27FC236}">
                <a16:creationId xmlns:a16="http://schemas.microsoft.com/office/drawing/2014/main" id="{B285B5F6-00DE-4DEB-9BDE-23377F942065}"/>
              </a:ext>
            </a:extLst>
          </p:cNvPr>
          <p:cNvSpPr>
            <a:spLocks xmlns:a="http://schemas.openxmlformats.org/drawingml/2006/main" noGrp="1"/>
          </p:cNvSpPr>
          <p:nvPr/>
        </p:nvSpPr>
        <p:spPr>
          <a:xfrm xmlns:a="http://schemas.openxmlformats.org/drawingml/2006/main">
            <a:off x="4830232" y="1913688"/>
            <a:ext cx="46000" cy="200686"/>
          </a:xfrm>
          <a:custGeom xmlns:a="http://schemas.openxmlformats.org/drawingml/2006/main">
            <a:pathLst>
              <a:path w="46000" h="200686">
                <a:moveTo>
                  <a:pt x="46000" y="0"/>
                </a:moveTo>
                <a:lnTo>
                  <a:pt x="46000" y="139353"/>
                </a:lnTo>
                <a:lnTo>
                  <a:pt x="27601" y="139353"/>
                </a:lnTo>
                <a:lnTo>
                  <a:pt x="27599" y="0"/>
                </a:lnTo>
                <a:lnTo>
                  <a:pt x="46000" y="0"/>
                </a:lnTo>
                <a:moveTo>
                  <a:pt x="73600" y="127086"/>
                </a:moveTo>
                <a:lnTo>
                  <a:pt x="36800" y="200686"/>
                </a:lnTo>
                <a:lnTo>
                  <a:pt x="0" y="127087"/>
                </a:lnTo>
                <a:lnTo>
                  <a:pt x="73600" y="127086"/>
                </a:lnTo>
              </a:path>
            </a:pathLst>
          </a:custGeom>
          <a:solidFill xmlns:a="http://schemas.openxmlformats.org/drawingml/2006/main">
            <a:srgbClr val="000000"/>
          </a:solidFill>
          <a:ln xmlns:a="http://schemas.openxmlformats.org/drawingml/2006/main" w="0">
            <a:noFill/>
            <a:prstDash val="solid"/>
          </a:ln>
        </p:spPr>
      </p:sp>
      <p:sp>
        <p:nvSpPr>
          <p:cNvPr id="87" name="path-81">
            <a:extLst xmlns:a="http://schemas.openxmlformats.org/drawingml/2006/main">
              <a:ext uri="{FF2B5EF4-FFF2-40B4-BE49-F238E27FC236}">
                <a16:creationId xmlns:a16="http://schemas.microsoft.com/office/drawing/2014/main" id="{C536FBCF-A577-4519-9114-3E3893C187F4}"/>
              </a:ext>
            </a:extLst>
          </p:cNvPr>
          <p:cNvSpPr>
            <a:spLocks xmlns:a="http://schemas.openxmlformats.org/drawingml/2006/main" noGrp="1"/>
          </p:cNvSpPr>
          <p:nvPr/>
        </p:nvSpPr>
        <p:spPr>
          <a:xfrm xmlns:a="http://schemas.openxmlformats.org/drawingml/2006/main">
            <a:off x="2947790" y="4097586"/>
            <a:ext cx="46000" cy="200687"/>
          </a:xfrm>
          <a:custGeom xmlns:a="http://schemas.openxmlformats.org/drawingml/2006/main">
            <a:pathLst>
              <a:path w="46000" h="200687">
                <a:moveTo>
                  <a:pt x="45999" y="0"/>
                </a:moveTo>
                <a:lnTo>
                  <a:pt x="46000" y="139353"/>
                </a:lnTo>
                <a:lnTo>
                  <a:pt x="27600" y="139353"/>
                </a:lnTo>
                <a:lnTo>
                  <a:pt x="27599" y="0"/>
                </a:lnTo>
                <a:lnTo>
                  <a:pt x="45999" y="0"/>
                </a:lnTo>
                <a:moveTo>
                  <a:pt x="73600" y="127086"/>
                </a:moveTo>
                <a:lnTo>
                  <a:pt x="36800" y="200687"/>
                </a:lnTo>
                <a:lnTo>
                  <a:pt x="0" y="127086"/>
                </a:lnTo>
                <a:lnTo>
                  <a:pt x="73600" y="127086"/>
                </a:lnTo>
              </a:path>
            </a:pathLst>
          </a:custGeom>
          <a:solidFill xmlns:a="http://schemas.openxmlformats.org/drawingml/2006/main">
            <a:srgbClr val="000000"/>
          </a:solidFill>
          <a:ln xmlns:a="http://schemas.openxmlformats.org/drawingml/2006/main" w="0">
            <a:noFill/>
            <a:prstDash val="solid"/>
          </a:ln>
        </p:spPr>
      </p:sp>
      <p:sp>
        <p:nvSpPr>
          <p:cNvPr id="88" name="path-82">
            <a:extLst xmlns:a="http://schemas.openxmlformats.org/drawingml/2006/main">
              <a:ext uri="{FF2B5EF4-FFF2-40B4-BE49-F238E27FC236}">
                <a16:creationId xmlns:a16="http://schemas.microsoft.com/office/drawing/2014/main" id="{F0B57868-1EB7-4F59-A6FC-03832EFB5297}"/>
              </a:ext>
            </a:extLst>
          </p:cNvPr>
          <p:cNvSpPr>
            <a:spLocks xmlns:a="http://schemas.openxmlformats.org/drawingml/2006/main" noGrp="1"/>
          </p:cNvSpPr>
          <p:nvPr/>
        </p:nvSpPr>
        <p:spPr>
          <a:xfrm xmlns:a="http://schemas.openxmlformats.org/drawingml/2006/main">
            <a:off x="6161016" y="3555220"/>
            <a:ext cx="5285015" cy="1915207"/>
          </a:xfrm>
          <a:custGeom xmlns:a="http://schemas.openxmlformats.org/drawingml/2006/main">
            <a:pathLst>
              <a:path w="5285015" h="1915207">
                <a:moveTo>
                  <a:pt x="0" y="251350"/>
                </a:moveTo>
                <a:cubicBezTo>
                  <a:pt x="0" y="112533"/>
                  <a:pt x="112533" y="0"/>
                  <a:pt x="251350" y="0"/>
                </a:cubicBezTo>
                <a:lnTo>
                  <a:pt x="5033665" y="0"/>
                </a:lnTo>
                <a:cubicBezTo>
                  <a:pt x="5172481" y="0"/>
                  <a:pt x="5285015" y="112533"/>
                  <a:pt x="5285015" y="251350"/>
                </a:cubicBezTo>
                <a:lnTo>
                  <a:pt x="5285015" y="1663856"/>
                </a:lnTo>
                <a:cubicBezTo>
                  <a:pt x="5285015" y="1802673"/>
                  <a:pt x="5172481" y="1915207"/>
                  <a:pt x="5033665" y="1915207"/>
                </a:cubicBezTo>
                <a:lnTo>
                  <a:pt x="251350" y="1915207"/>
                </a:lnTo>
                <a:cubicBezTo>
                  <a:pt x="112533" y="1915207"/>
                  <a:pt x="0" y="1802673"/>
                  <a:pt x="0" y="1663856"/>
                </a:cubicBezTo>
                <a:lnTo>
                  <a:pt x="0" y="251350"/>
                </a:lnTo>
              </a:path>
            </a:pathLst>
          </a:custGeom>
          <a:noFill xmlns:a="http://schemas.openxmlformats.org/drawingml/2006/main"/>
          <a:ln xmlns:a="http://schemas.openxmlformats.org/drawingml/2006/main" w="13800">
            <a:solidFill>
              <a:srgbClr val="1F5FBF"/>
            </a:solidFill>
            <a:prstDash val="solid"/>
          </a:ln>
        </p:spPr>
      </p:sp>
      <p:sp>
        <p:nvSpPr>
          <p:cNvPr id="89" name="text-83 Evidence">
            <a:extLst xmlns:a="http://schemas.openxmlformats.org/drawingml/2006/main">
              <a:ext uri="{FF2B5EF4-FFF2-40B4-BE49-F238E27FC236}">
                <a16:creationId xmlns:a16="http://schemas.microsoft.com/office/drawing/2014/main" id="{C2BA68EA-3336-4ABF-A66D-6877DD64C91E}"/>
              </a:ext>
            </a:extLst>
          </p:cNvPr>
          <p:cNvSpPr>
            <a:spLocks xmlns:a="http://schemas.openxmlformats.org/drawingml/2006/main" noGrp="1"/>
          </p:cNvSpPr>
          <p:nvPr/>
        </p:nvSpPr>
        <p:spPr>
          <a:xfrm xmlns:a="http://schemas.openxmlformats.org/drawingml/2006/main" rot="0">
            <a:off x="8087521" y="3570307"/>
            <a:ext cx="842064" cy="274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163E64"/>
                </a:solidFill>
                <a:latin typeface="Comic Sans MS"/>
                <a:ea typeface="Comic Sans MS"/>
                <a:cs typeface="Comic Sans MS"/>
              </a:defRPr>
            </a:defPPr>
            <a:lvl1pPr algn="l">
              <a:defRPr sz="1546" b="0" i="0">
                <a:solidFill>
                  <a:srgbClr val="163E64"/>
                </a:solidFill>
                <a:latin typeface="Comic Sans MS"/>
                <a:ea typeface="Comic Sans MS"/>
                <a:cs typeface="Comic Sans MS"/>
              </a:defRPr>
            </a:lvl1pPr>
            <a:lvl2pPr algn="l">
              <a:defRPr sz="1546" b="0" i="0">
                <a:solidFill>
                  <a:srgbClr val="163E64"/>
                </a:solidFill>
                <a:latin typeface="Comic Sans MS"/>
                <a:ea typeface="Comic Sans MS"/>
                <a:cs typeface="Comic Sans MS"/>
              </a:defRPr>
            </a:lvl2pPr>
            <a:lvl3pPr algn="l">
              <a:defRPr sz="1546" b="0" i="0">
                <a:solidFill>
                  <a:srgbClr val="163E64"/>
                </a:solidFill>
                <a:latin typeface="Comic Sans MS"/>
                <a:ea typeface="Comic Sans MS"/>
                <a:cs typeface="Comic Sans MS"/>
              </a:defRPr>
            </a:lvl3pPr>
            <a:lvl4pPr algn="l">
              <a:defRPr sz="1546" b="0" i="0">
                <a:solidFill>
                  <a:srgbClr val="163E64"/>
                </a:solidFill>
                <a:latin typeface="Comic Sans MS"/>
                <a:ea typeface="Comic Sans MS"/>
                <a:cs typeface="Comic Sans MS"/>
              </a:defRPr>
            </a:lvl4pPr>
            <a:lvl5pPr algn="l">
              <a:defRPr sz="1546" b="0" i="0">
                <a:solidFill>
                  <a:srgbClr val="163E64"/>
                </a:solidFill>
                <a:latin typeface="Comic Sans MS"/>
                <a:ea typeface="Comic Sans MS"/>
                <a:cs typeface="Comic Sans MS"/>
              </a:defRPr>
            </a:lvl5pPr>
            <a:lvl6pPr algn="l">
              <a:defRPr sz="1546" b="0" i="0">
                <a:solidFill>
                  <a:srgbClr val="163E64"/>
                </a:solidFill>
                <a:latin typeface="Comic Sans MS"/>
                <a:ea typeface="Comic Sans MS"/>
                <a:cs typeface="Comic Sans MS"/>
              </a:defRPr>
            </a:lvl6pPr>
            <a:lvl7pPr algn="l">
              <a:defRPr sz="1546" b="0" i="0">
                <a:solidFill>
                  <a:srgbClr val="163E64"/>
                </a:solidFill>
                <a:latin typeface="Comic Sans MS"/>
                <a:ea typeface="Comic Sans MS"/>
                <a:cs typeface="Comic Sans MS"/>
              </a:defRPr>
            </a:lvl7pPr>
            <a:lvl8pPr algn="l">
              <a:defRPr sz="1546" b="0" i="0">
                <a:solidFill>
                  <a:srgbClr val="163E64"/>
                </a:solidFill>
                <a:latin typeface="Comic Sans MS"/>
                <a:ea typeface="Comic Sans MS"/>
                <a:cs typeface="Comic Sans MS"/>
              </a:defRPr>
            </a:lvl8pPr>
            <a:lvl9pPr algn="l">
              <a:defRPr sz="1546" b="0" i="0">
                <a:solidFill>
                  <a:srgbClr val="163E64"/>
                </a:solidFill>
                <a:latin typeface="Comic Sans MS"/>
                <a:ea typeface="Comic Sans MS"/>
                <a:cs typeface="Comic Sans MS"/>
              </a:defRPr>
            </a:lvl9pPr>
          </a:lstStyle>
          <a:p xmlns:a="http://schemas.openxmlformats.org/drawingml/2006/main">
            <a:pPr algn="l">
              <a:lnSpc>
                <a:spcPct val="100000"/>
              </a:lnSpc>
              <a:buNone/>
              <a:defRPr sz="1546" b="0" i="0">
                <a:solidFill>
                  <a:srgbClr val="163E64"/>
                </a:solidFill>
                <a:latin typeface="Comic Sans MS"/>
                <a:ea typeface="Comic Sans MS"/>
                <a:cs typeface="Comic Sans MS"/>
              </a:defRPr>
            </a:pPr>
            <a:r>
              <a:rPr sz="1546" b="0" i="0">
                <a:solidFill>
                  <a:srgbClr val="163E64"/>
                </a:solidFill>
                <a:latin typeface="Comic Sans MS"/>
                <a:ea typeface="Comic Sans MS"/>
                <a:cs typeface="Comic Sans MS"/>
              </a:rPr>
              <a:t>Evidence</a:t>
            </a:r>
          </a:p>
        </p:txBody>
      </p:sp>
      <p:sp>
        <p:nvSpPr>
          <p:cNvPr id="90" name="text-83 Ledger">
            <a:extLst xmlns:a="http://schemas.openxmlformats.org/drawingml/2006/main">
              <a:ext uri="{FF2B5EF4-FFF2-40B4-BE49-F238E27FC236}">
                <a16:creationId xmlns:a16="http://schemas.microsoft.com/office/drawing/2014/main" id="{18EDB63A-9017-438B-A128-78D27FFB1231}"/>
              </a:ext>
            </a:extLst>
          </p:cNvPr>
          <p:cNvSpPr>
            <a:spLocks xmlns:a="http://schemas.openxmlformats.org/drawingml/2006/main" noGrp="1"/>
          </p:cNvSpPr>
          <p:nvPr/>
        </p:nvSpPr>
        <p:spPr>
          <a:xfrm xmlns:a="http://schemas.openxmlformats.org/drawingml/2006/main" rot="0">
            <a:off x="8952331" y="3570200"/>
            <a:ext cx="672454" cy="275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163E64"/>
                </a:solidFill>
                <a:latin typeface="Comic Sans MS"/>
                <a:ea typeface="Comic Sans MS"/>
                <a:cs typeface="Comic Sans MS"/>
              </a:defRPr>
            </a:defPPr>
            <a:lvl1pPr algn="l">
              <a:defRPr sz="1547" b="0" i="0">
                <a:solidFill>
                  <a:srgbClr val="163E64"/>
                </a:solidFill>
                <a:latin typeface="Comic Sans MS"/>
                <a:ea typeface="Comic Sans MS"/>
                <a:cs typeface="Comic Sans MS"/>
              </a:defRPr>
            </a:lvl1pPr>
            <a:lvl2pPr algn="l">
              <a:defRPr sz="1547" b="0" i="0">
                <a:solidFill>
                  <a:srgbClr val="163E64"/>
                </a:solidFill>
                <a:latin typeface="Comic Sans MS"/>
                <a:ea typeface="Comic Sans MS"/>
                <a:cs typeface="Comic Sans MS"/>
              </a:defRPr>
            </a:lvl2pPr>
            <a:lvl3pPr algn="l">
              <a:defRPr sz="1547" b="0" i="0">
                <a:solidFill>
                  <a:srgbClr val="163E64"/>
                </a:solidFill>
                <a:latin typeface="Comic Sans MS"/>
                <a:ea typeface="Comic Sans MS"/>
                <a:cs typeface="Comic Sans MS"/>
              </a:defRPr>
            </a:lvl3pPr>
            <a:lvl4pPr algn="l">
              <a:defRPr sz="1547" b="0" i="0">
                <a:solidFill>
                  <a:srgbClr val="163E64"/>
                </a:solidFill>
                <a:latin typeface="Comic Sans MS"/>
                <a:ea typeface="Comic Sans MS"/>
                <a:cs typeface="Comic Sans MS"/>
              </a:defRPr>
            </a:lvl4pPr>
            <a:lvl5pPr algn="l">
              <a:defRPr sz="1547" b="0" i="0">
                <a:solidFill>
                  <a:srgbClr val="163E64"/>
                </a:solidFill>
                <a:latin typeface="Comic Sans MS"/>
                <a:ea typeface="Comic Sans MS"/>
                <a:cs typeface="Comic Sans MS"/>
              </a:defRPr>
            </a:lvl5pPr>
            <a:lvl6pPr algn="l">
              <a:defRPr sz="1547" b="0" i="0">
                <a:solidFill>
                  <a:srgbClr val="163E64"/>
                </a:solidFill>
                <a:latin typeface="Comic Sans MS"/>
                <a:ea typeface="Comic Sans MS"/>
                <a:cs typeface="Comic Sans MS"/>
              </a:defRPr>
            </a:lvl6pPr>
            <a:lvl7pPr algn="l">
              <a:defRPr sz="1547" b="0" i="0">
                <a:solidFill>
                  <a:srgbClr val="163E64"/>
                </a:solidFill>
                <a:latin typeface="Comic Sans MS"/>
                <a:ea typeface="Comic Sans MS"/>
                <a:cs typeface="Comic Sans MS"/>
              </a:defRPr>
            </a:lvl7pPr>
            <a:lvl8pPr algn="l">
              <a:defRPr sz="1547" b="0" i="0">
                <a:solidFill>
                  <a:srgbClr val="163E64"/>
                </a:solidFill>
                <a:latin typeface="Comic Sans MS"/>
                <a:ea typeface="Comic Sans MS"/>
                <a:cs typeface="Comic Sans MS"/>
              </a:defRPr>
            </a:lvl8pPr>
            <a:lvl9pPr algn="l">
              <a:defRPr sz="1547" b="0" i="0">
                <a:solidFill>
                  <a:srgbClr val="163E64"/>
                </a:solidFill>
                <a:latin typeface="Comic Sans MS"/>
                <a:ea typeface="Comic Sans MS"/>
                <a:cs typeface="Comic Sans MS"/>
              </a:defRPr>
            </a:lvl9pPr>
          </a:lstStyle>
          <a:p xmlns:a="http://schemas.openxmlformats.org/drawingml/2006/main">
            <a:pPr algn="l">
              <a:lnSpc>
                <a:spcPct val="100000"/>
              </a:lnSpc>
              <a:buNone/>
              <a:defRPr sz="1547" b="0" i="0">
                <a:solidFill>
                  <a:srgbClr val="163E64"/>
                </a:solidFill>
                <a:latin typeface="Comic Sans MS"/>
                <a:ea typeface="Comic Sans MS"/>
                <a:cs typeface="Comic Sans MS"/>
              </a:defRPr>
            </a:pPr>
            <a:r>
              <a:rPr sz="1547" b="0" i="0">
                <a:solidFill>
                  <a:srgbClr val="163E64"/>
                </a:solidFill>
                <a:latin typeface="Comic Sans MS"/>
                <a:ea typeface="Comic Sans MS"/>
                <a:cs typeface="Comic Sans MS"/>
              </a:rPr>
              <a:t>Ledger</a:t>
            </a:r>
          </a:p>
        </p:txBody>
      </p:sp>
      <p:sp>
        <p:nvSpPr>
          <p:cNvPr id="91" name="text-84 Evidence">
            <a:extLst xmlns:a="http://schemas.openxmlformats.org/drawingml/2006/main">
              <a:ext uri="{FF2B5EF4-FFF2-40B4-BE49-F238E27FC236}">
                <a16:creationId xmlns:a16="http://schemas.microsoft.com/office/drawing/2014/main" id="{70DAC44A-6FBB-433B-8B9C-E326D790697B}"/>
              </a:ext>
            </a:extLst>
          </p:cNvPr>
          <p:cNvSpPr>
            <a:spLocks xmlns:a="http://schemas.openxmlformats.org/drawingml/2006/main" noGrp="1"/>
          </p:cNvSpPr>
          <p:nvPr/>
        </p:nvSpPr>
        <p:spPr>
          <a:xfrm xmlns:a="http://schemas.openxmlformats.org/drawingml/2006/main" rot="0">
            <a:off x="8087521" y="3570307"/>
            <a:ext cx="842064" cy="274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163E64"/>
                </a:solidFill>
                <a:latin typeface="Comic Sans MS"/>
                <a:ea typeface="Comic Sans MS"/>
                <a:cs typeface="Comic Sans MS"/>
              </a:defRPr>
            </a:defPPr>
            <a:lvl1pPr algn="l">
              <a:defRPr sz="1546" b="0" i="0">
                <a:solidFill>
                  <a:srgbClr val="163E64"/>
                </a:solidFill>
                <a:latin typeface="Comic Sans MS"/>
                <a:ea typeface="Comic Sans MS"/>
                <a:cs typeface="Comic Sans MS"/>
              </a:defRPr>
            </a:lvl1pPr>
            <a:lvl2pPr algn="l">
              <a:defRPr sz="1546" b="0" i="0">
                <a:solidFill>
                  <a:srgbClr val="163E64"/>
                </a:solidFill>
                <a:latin typeface="Comic Sans MS"/>
                <a:ea typeface="Comic Sans MS"/>
                <a:cs typeface="Comic Sans MS"/>
              </a:defRPr>
            </a:lvl2pPr>
            <a:lvl3pPr algn="l">
              <a:defRPr sz="1546" b="0" i="0">
                <a:solidFill>
                  <a:srgbClr val="163E64"/>
                </a:solidFill>
                <a:latin typeface="Comic Sans MS"/>
                <a:ea typeface="Comic Sans MS"/>
                <a:cs typeface="Comic Sans MS"/>
              </a:defRPr>
            </a:lvl3pPr>
            <a:lvl4pPr algn="l">
              <a:defRPr sz="1546" b="0" i="0">
                <a:solidFill>
                  <a:srgbClr val="163E64"/>
                </a:solidFill>
                <a:latin typeface="Comic Sans MS"/>
                <a:ea typeface="Comic Sans MS"/>
                <a:cs typeface="Comic Sans MS"/>
              </a:defRPr>
            </a:lvl4pPr>
            <a:lvl5pPr algn="l">
              <a:defRPr sz="1546" b="0" i="0">
                <a:solidFill>
                  <a:srgbClr val="163E64"/>
                </a:solidFill>
                <a:latin typeface="Comic Sans MS"/>
                <a:ea typeface="Comic Sans MS"/>
                <a:cs typeface="Comic Sans MS"/>
              </a:defRPr>
            </a:lvl5pPr>
            <a:lvl6pPr algn="l">
              <a:defRPr sz="1546" b="0" i="0">
                <a:solidFill>
                  <a:srgbClr val="163E64"/>
                </a:solidFill>
                <a:latin typeface="Comic Sans MS"/>
                <a:ea typeface="Comic Sans MS"/>
                <a:cs typeface="Comic Sans MS"/>
              </a:defRPr>
            </a:lvl6pPr>
            <a:lvl7pPr algn="l">
              <a:defRPr sz="1546" b="0" i="0">
                <a:solidFill>
                  <a:srgbClr val="163E64"/>
                </a:solidFill>
                <a:latin typeface="Comic Sans MS"/>
                <a:ea typeface="Comic Sans MS"/>
                <a:cs typeface="Comic Sans MS"/>
              </a:defRPr>
            </a:lvl7pPr>
            <a:lvl8pPr algn="l">
              <a:defRPr sz="1546" b="0" i="0">
                <a:solidFill>
                  <a:srgbClr val="163E64"/>
                </a:solidFill>
                <a:latin typeface="Comic Sans MS"/>
                <a:ea typeface="Comic Sans MS"/>
                <a:cs typeface="Comic Sans MS"/>
              </a:defRPr>
            </a:lvl8pPr>
            <a:lvl9pPr algn="l">
              <a:defRPr sz="1546" b="0" i="0">
                <a:solidFill>
                  <a:srgbClr val="163E64"/>
                </a:solidFill>
                <a:latin typeface="Comic Sans MS"/>
                <a:ea typeface="Comic Sans MS"/>
                <a:cs typeface="Comic Sans MS"/>
              </a:defRPr>
            </a:lvl9pPr>
          </a:lstStyle>
          <a:p xmlns:a="http://schemas.openxmlformats.org/drawingml/2006/main">
            <a:pPr algn="l">
              <a:lnSpc>
                <a:spcPct val="100000"/>
              </a:lnSpc>
              <a:buNone/>
              <a:defRPr sz="1546" b="0" i="0">
                <a:solidFill>
                  <a:srgbClr val="163E64"/>
                </a:solidFill>
                <a:latin typeface="Comic Sans MS"/>
                <a:ea typeface="Comic Sans MS"/>
                <a:cs typeface="Comic Sans MS"/>
              </a:defRPr>
            </a:pPr>
            <a:r>
              <a:rPr sz="1546" b="0" i="0">
                <a:solidFill>
                  <a:srgbClr val="163E64"/>
                </a:solidFill>
                <a:latin typeface="Comic Sans MS"/>
                <a:ea typeface="Comic Sans MS"/>
                <a:cs typeface="Comic Sans MS"/>
              </a:rPr>
              <a:t>Evidence</a:t>
            </a:r>
          </a:p>
        </p:txBody>
      </p:sp>
      <p:sp>
        <p:nvSpPr>
          <p:cNvPr id="92" name="text-84 Ledger">
            <a:extLst xmlns:a="http://schemas.openxmlformats.org/drawingml/2006/main">
              <a:ext uri="{FF2B5EF4-FFF2-40B4-BE49-F238E27FC236}">
                <a16:creationId xmlns:a16="http://schemas.microsoft.com/office/drawing/2014/main" id="{5A318286-0E30-4788-B90D-5F0349A8EBF4}"/>
              </a:ext>
            </a:extLst>
          </p:cNvPr>
          <p:cNvSpPr>
            <a:spLocks xmlns:a="http://schemas.openxmlformats.org/drawingml/2006/main" noGrp="1"/>
          </p:cNvSpPr>
          <p:nvPr/>
        </p:nvSpPr>
        <p:spPr>
          <a:xfrm xmlns:a="http://schemas.openxmlformats.org/drawingml/2006/main" rot="0">
            <a:off x="8952331" y="3570200"/>
            <a:ext cx="672454" cy="275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163E64"/>
                </a:solidFill>
                <a:latin typeface="Comic Sans MS"/>
                <a:ea typeface="Comic Sans MS"/>
                <a:cs typeface="Comic Sans MS"/>
              </a:defRPr>
            </a:defPPr>
            <a:lvl1pPr algn="l">
              <a:defRPr sz="1547" b="0" i="0">
                <a:solidFill>
                  <a:srgbClr val="163E64"/>
                </a:solidFill>
                <a:latin typeface="Comic Sans MS"/>
                <a:ea typeface="Comic Sans MS"/>
                <a:cs typeface="Comic Sans MS"/>
              </a:defRPr>
            </a:lvl1pPr>
            <a:lvl2pPr algn="l">
              <a:defRPr sz="1547" b="0" i="0">
                <a:solidFill>
                  <a:srgbClr val="163E64"/>
                </a:solidFill>
                <a:latin typeface="Comic Sans MS"/>
                <a:ea typeface="Comic Sans MS"/>
                <a:cs typeface="Comic Sans MS"/>
              </a:defRPr>
            </a:lvl2pPr>
            <a:lvl3pPr algn="l">
              <a:defRPr sz="1547" b="0" i="0">
                <a:solidFill>
                  <a:srgbClr val="163E64"/>
                </a:solidFill>
                <a:latin typeface="Comic Sans MS"/>
                <a:ea typeface="Comic Sans MS"/>
                <a:cs typeface="Comic Sans MS"/>
              </a:defRPr>
            </a:lvl3pPr>
            <a:lvl4pPr algn="l">
              <a:defRPr sz="1547" b="0" i="0">
                <a:solidFill>
                  <a:srgbClr val="163E64"/>
                </a:solidFill>
                <a:latin typeface="Comic Sans MS"/>
                <a:ea typeface="Comic Sans MS"/>
                <a:cs typeface="Comic Sans MS"/>
              </a:defRPr>
            </a:lvl4pPr>
            <a:lvl5pPr algn="l">
              <a:defRPr sz="1547" b="0" i="0">
                <a:solidFill>
                  <a:srgbClr val="163E64"/>
                </a:solidFill>
                <a:latin typeface="Comic Sans MS"/>
                <a:ea typeface="Comic Sans MS"/>
                <a:cs typeface="Comic Sans MS"/>
              </a:defRPr>
            </a:lvl5pPr>
            <a:lvl6pPr algn="l">
              <a:defRPr sz="1547" b="0" i="0">
                <a:solidFill>
                  <a:srgbClr val="163E64"/>
                </a:solidFill>
                <a:latin typeface="Comic Sans MS"/>
                <a:ea typeface="Comic Sans MS"/>
                <a:cs typeface="Comic Sans MS"/>
              </a:defRPr>
            </a:lvl6pPr>
            <a:lvl7pPr algn="l">
              <a:defRPr sz="1547" b="0" i="0">
                <a:solidFill>
                  <a:srgbClr val="163E64"/>
                </a:solidFill>
                <a:latin typeface="Comic Sans MS"/>
                <a:ea typeface="Comic Sans MS"/>
                <a:cs typeface="Comic Sans MS"/>
              </a:defRPr>
            </a:lvl7pPr>
            <a:lvl8pPr algn="l">
              <a:defRPr sz="1547" b="0" i="0">
                <a:solidFill>
                  <a:srgbClr val="163E64"/>
                </a:solidFill>
                <a:latin typeface="Comic Sans MS"/>
                <a:ea typeface="Comic Sans MS"/>
                <a:cs typeface="Comic Sans MS"/>
              </a:defRPr>
            </a:lvl8pPr>
            <a:lvl9pPr algn="l">
              <a:defRPr sz="1547" b="0" i="0">
                <a:solidFill>
                  <a:srgbClr val="163E64"/>
                </a:solidFill>
                <a:latin typeface="Comic Sans MS"/>
                <a:ea typeface="Comic Sans MS"/>
                <a:cs typeface="Comic Sans MS"/>
              </a:defRPr>
            </a:lvl9pPr>
          </a:lstStyle>
          <a:p xmlns:a="http://schemas.openxmlformats.org/drawingml/2006/main">
            <a:pPr algn="l">
              <a:lnSpc>
                <a:spcPct val="100000"/>
              </a:lnSpc>
              <a:buNone/>
              <a:defRPr sz="1547" b="0" i="0">
                <a:solidFill>
                  <a:srgbClr val="163E64"/>
                </a:solidFill>
                <a:latin typeface="Comic Sans MS"/>
                <a:ea typeface="Comic Sans MS"/>
                <a:cs typeface="Comic Sans MS"/>
              </a:defRPr>
            </a:pPr>
            <a:r>
              <a:rPr sz="1547" b="0" i="0">
                <a:solidFill>
                  <a:srgbClr val="163E64"/>
                </a:solidFill>
                <a:latin typeface="Comic Sans MS"/>
                <a:ea typeface="Comic Sans MS"/>
                <a:cs typeface="Comic Sans MS"/>
              </a:rPr>
              <a:t>Ledger</a:t>
            </a:r>
          </a:p>
        </p:txBody>
      </p:sp>
      <p:sp>
        <p:nvSpPr>
          <p:cNvPr id="93" name="path-85">
            <a:extLst xmlns:a="http://schemas.openxmlformats.org/drawingml/2006/main">
              <a:ext uri="{FF2B5EF4-FFF2-40B4-BE49-F238E27FC236}">
                <a16:creationId xmlns:a16="http://schemas.microsoft.com/office/drawing/2014/main" id="{099A5BC3-5EAE-49CA-A3C5-CBAE337C6CFA}"/>
              </a:ext>
            </a:extLst>
          </p:cNvPr>
          <p:cNvSpPr>
            <a:spLocks xmlns:a="http://schemas.openxmlformats.org/drawingml/2006/main" noGrp="1"/>
          </p:cNvSpPr>
          <p:nvPr/>
        </p:nvSpPr>
        <p:spPr>
          <a:xfrm xmlns:a="http://schemas.openxmlformats.org/drawingml/2006/main">
            <a:off x="6318907" y="3882220"/>
            <a:ext cx="957951" cy="274951"/>
          </a:xfrm>
          <a:custGeom xmlns:a="http://schemas.openxmlformats.org/drawingml/2006/main">
            <a:pathLst>
              <a:path w="957951" h="274951">
                <a:moveTo>
                  <a:pt x="0" y="0"/>
                </a:moveTo>
                <a:lnTo>
                  <a:pt x="957951" y="0"/>
                </a:lnTo>
                <a:lnTo>
                  <a:pt x="957951" y="274951"/>
                </a:lnTo>
                <a:lnTo>
                  <a:pt x="0" y="274951"/>
                </a:lnTo>
                <a:close/>
              </a:path>
            </a:pathLst>
          </a:custGeom>
          <a:solidFill xmlns:a="http://schemas.openxmlformats.org/drawingml/2006/main">
            <a:srgbClr val="FFFFFF"/>
          </a:solidFill>
          <a:ln xmlns:a="http://schemas.openxmlformats.org/drawingml/2006/main" w="0">
            <a:noFill/>
            <a:prstDash val="solid"/>
          </a:ln>
        </p:spPr>
      </p:sp>
      <p:sp>
        <p:nvSpPr>
          <p:cNvPr id="94" name="path-86">
            <a:extLst xmlns:a="http://schemas.openxmlformats.org/drawingml/2006/main">
              <a:ext uri="{FF2B5EF4-FFF2-40B4-BE49-F238E27FC236}">
                <a16:creationId xmlns:a16="http://schemas.microsoft.com/office/drawing/2014/main" id="{1C0F2E08-D2A6-439B-935F-668AC4928482}"/>
              </a:ext>
            </a:extLst>
          </p:cNvPr>
          <p:cNvSpPr>
            <a:spLocks xmlns:a="http://schemas.openxmlformats.org/drawingml/2006/main" noGrp="1"/>
          </p:cNvSpPr>
          <p:nvPr/>
        </p:nvSpPr>
        <p:spPr>
          <a:xfrm xmlns:a="http://schemas.openxmlformats.org/drawingml/2006/main">
            <a:off x="7276858" y="3882220"/>
            <a:ext cx="957951" cy="274951"/>
          </a:xfrm>
          <a:custGeom xmlns:a="http://schemas.openxmlformats.org/drawingml/2006/main">
            <a:pathLst>
              <a:path w="957951" h="274951">
                <a:moveTo>
                  <a:pt x="0" y="0"/>
                </a:moveTo>
                <a:lnTo>
                  <a:pt x="957951" y="0"/>
                </a:lnTo>
                <a:lnTo>
                  <a:pt x="957951" y="274951"/>
                </a:lnTo>
                <a:lnTo>
                  <a:pt x="0" y="274951"/>
                </a:lnTo>
                <a:close/>
              </a:path>
            </a:pathLst>
          </a:custGeom>
          <a:solidFill xmlns:a="http://schemas.openxmlformats.org/drawingml/2006/main">
            <a:srgbClr val="FFFFFF"/>
          </a:solidFill>
          <a:ln xmlns:a="http://schemas.openxmlformats.org/drawingml/2006/main" w="0">
            <a:noFill/>
            <a:prstDash val="solid"/>
          </a:ln>
        </p:spPr>
      </p:sp>
      <p:sp>
        <p:nvSpPr>
          <p:cNvPr id="95" name="path-87">
            <a:extLst xmlns:a="http://schemas.openxmlformats.org/drawingml/2006/main">
              <a:ext uri="{FF2B5EF4-FFF2-40B4-BE49-F238E27FC236}">
                <a16:creationId xmlns:a16="http://schemas.microsoft.com/office/drawing/2014/main" id="{4A3B9A06-F8DC-4F4F-B794-E2A908B956A9}"/>
              </a:ext>
            </a:extLst>
          </p:cNvPr>
          <p:cNvSpPr>
            <a:spLocks xmlns:a="http://schemas.openxmlformats.org/drawingml/2006/main" noGrp="1"/>
          </p:cNvSpPr>
          <p:nvPr/>
        </p:nvSpPr>
        <p:spPr>
          <a:xfrm xmlns:a="http://schemas.openxmlformats.org/drawingml/2006/main">
            <a:off x="8234810" y="3882220"/>
            <a:ext cx="957951" cy="274951"/>
          </a:xfrm>
          <a:custGeom xmlns:a="http://schemas.openxmlformats.org/drawingml/2006/main">
            <a:pathLst>
              <a:path w="957951" h="274951">
                <a:moveTo>
                  <a:pt x="0" y="0"/>
                </a:moveTo>
                <a:lnTo>
                  <a:pt x="957951" y="0"/>
                </a:lnTo>
                <a:lnTo>
                  <a:pt x="957951" y="274951"/>
                </a:lnTo>
                <a:lnTo>
                  <a:pt x="0" y="274951"/>
                </a:lnTo>
                <a:close/>
              </a:path>
            </a:pathLst>
          </a:custGeom>
          <a:solidFill xmlns:a="http://schemas.openxmlformats.org/drawingml/2006/main">
            <a:srgbClr val="FFFFFF"/>
          </a:solidFill>
          <a:ln xmlns:a="http://schemas.openxmlformats.org/drawingml/2006/main" w="0">
            <a:noFill/>
            <a:prstDash val="solid"/>
          </a:ln>
        </p:spPr>
      </p:sp>
      <p:sp>
        <p:nvSpPr>
          <p:cNvPr id="96" name="path-88">
            <a:extLst xmlns:a="http://schemas.openxmlformats.org/drawingml/2006/main">
              <a:ext uri="{FF2B5EF4-FFF2-40B4-BE49-F238E27FC236}">
                <a16:creationId xmlns:a16="http://schemas.microsoft.com/office/drawing/2014/main" id="{B64C90B1-41AB-464E-9DB9-0DE6404BA1FC}"/>
              </a:ext>
            </a:extLst>
          </p:cNvPr>
          <p:cNvSpPr>
            <a:spLocks xmlns:a="http://schemas.openxmlformats.org/drawingml/2006/main" noGrp="1"/>
          </p:cNvSpPr>
          <p:nvPr/>
        </p:nvSpPr>
        <p:spPr>
          <a:xfrm xmlns:a="http://schemas.openxmlformats.org/drawingml/2006/main">
            <a:off x="9192761" y="3882220"/>
            <a:ext cx="1163400" cy="274951"/>
          </a:xfrm>
          <a:custGeom xmlns:a="http://schemas.openxmlformats.org/drawingml/2006/main">
            <a:pathLst>
              <a:path w="1163400" h="274951">
                <a:moveTo>
                  <a:pt x="0" y="0"/>
                </a:moveTo>
                <a:lnTo>
                  <a:pt x="1163400" y="0"/>
                </a:lnTo>
                <a:lnTo>
                  <a:pt x="1163400" y="274951"/>
                </a:lnTo>
                <a:lnTo>
                  <a:pt x="0" y="274951"/>
                </a:lnTo>
                <a:close/>
              </a:path>
            </a:pathLst>
          </a:custGeom>
          <a:solidFill xmlns:a="http://schemas.openxmlformats.org/drawingml/2006/main">
            <a:srgbClr val="FFFFFF"/>
          </a:solidFill>
          <a:ln xmlns:a="http://schemas.openxmlformats.org/drawingml/2006/main" w="0">
            <a:noFill/>
            <a:prstDash val="solid"/>
          </a:ln>
        </p:spPr>
      </p:sp>
      <p:sp>
        <p:nvSpPr>
          <p:cNvPr id="97" name="path-89">
            <a:extLst xmlns:a="http://schemas.openxmlformats.org/drawingml/2006/main">
              <a:ext uri="{FF2B5EF4-FFF2-40B4-BE49-F238E27FC236}">
                <a16:creationId xmlns:a16="http://schemas.microsoft.com/office/drawing/2014/main" id="{374C41F7-E576-489D-B3F6-FD9FAE251253}"/>
              </a:ext>
            </a:extLst>
          </p:cNvPr>
          <p:cNvSpPr>
            <a:spLocks xmlns:a="http://schemas.openxmlformats.org/drawingml/2006/main" noGrp="1"/>
          </p:cNvSpPr>
          <p:nvPr/>
        </p:nvSpPr>
        <p:spPr>
          <a:xfrm xmlns:a="http://schemas.openxmlformats.org/drawingml/2006/main">
            <a:off x="10356161" y="3882220"/>
            <a:ext cx="996625" cy="274951"/>
          </a:xfrm>
          <a:custGeom xmlns:a="http://schemas.openxmlformats.org/drawingml/2006/main">
            <a:pathLst>
              <a:path w="996625" h="274951">
                <a:moveTo>
                  <a:pt x="0" y="0"/>
                </a:moveTo>
                <a:lnTo>
                  <a:pt x="996625" y="0"/>
                </a:lnTo>
                <a:lnTo>
                  <a:pt x="996625" y="274951"/>
                </a:lnTo>
                <a:lnTo>
                  <a:pt x="0" y="274951"/>
                </a:lnTo>
                <a:close/>
              </a:path>
            </a:pathLst>
          </a:custGeom>
          <a:solidFill xmlns:a="http://schemas.openxmlformats.org/drawingml/2006/main">
            <a:srgbClr val="FFFFFF"/>
          </a:solidFill>
          <a:ln xmlns:a="http://schemas.openxmlformats.org/drawingml/2006/main" w="0">
            <a:noFill/>
            <a:prstDash val="solid"/>
          </a:ln>
        </p:spPr>
      </p:sp>
      <p:sp>
        <p:nvSpPr>
          <p:cNvPr id="98" name="path-90">
            <a:extLst xmlns:a="http://schemas.openxmlformats.org/drawingml/2006/main">
              <a:ext uri="{FF2B5EF4-FFF2-40B4-BE49-F238E27FC236}">
                <a16:creationId xmlns:a16="http://schemas.microsoft.com/office/drawing/2014/main" id="{D0670F70-7F8C-476F-9BC1-C4E28FCC9079}"/>
              </a:ext>
            </a:extLst>
          </p:cNvPr>
          <p:cNvSpPr>
            <a:spLocks xmlns:a="http://schemas.openxmlformats.org/drawingml/2006/main" noGrp="1"/>
          </p:cNvSpPr>
          <p:nvPr/>
        </p:nvSpPr>
        <p:spPr>
          <a:xfrm xmlns:a="http://schemas.openxmlformats.org/drawingml/2006/main">
            <a:off x="6318907" y="4157171"/>
            <a:ext cx="957951" cy="405694"/>
          </a:xfrm>
          <a:custGeom xmlns:a="http://schemas.openxmlformats.org/drawingml/2006/main">
            <a:pathLst>
              <a:path w="957951" h="405694">
                <a:moveTo>
                  <a:pt x="0" y="0"/>
                </a:moveTo>
                <a:lnTo>
                  <a:pt x="957951" y="0"/>
                </a:lnTo>
                <a:lnTo>
                  <a:pt x="957951" y="405694"/>
                </a:lnTo>
                <a:lnTo>
                  <a:pt x="0" y="405694"/>
                </a:lnTo>
                <a:close/>
              </a:path>
            </a:pathLst>
          </a:custGeom>
          <a:solidFill xmlns:a="http://schemas.openxmlformats.org/drawingml/2006/main">
            <a:srgbClr val="FFFFFF"/>
          </a:solidFill>
          <a:ln xmlns:a="http://schemas.openxmlformats.org/drawingml/2006/main" w="0">
            <a:noFill/>
            <a:prstDash val="solid"/>
          </a:ln>
        </p:spPr>
      </p:sp>
      <p:sp>
        <p:nvSpPr>
          <p:cNvPr id="99" name="path-91">
            <a:extLst xmlns:a="http://schemas.openxmlformats.org/drawingml/2006/main">
              <a:ext uri="{FF2B5EF4-FFF2-40B4-BE49-F238E27FC236}">
                <a16:creationId xmlns:a16="http://schemas.microsoft.com/office/drawing/2014/main" id="{5C436224-D6D4-4B7C-8FF4-2B131A5D507B}"/>
              </a:ext>
            </a:extLst>
          </p:cNvPr>
          <p:cNvSpPr>
            <a:spLocks xmlns:a="http://schemas.openxmlformats.org/drawingml/2006/main" noGrp="1"/>
          </p:cNvSpPr>
          <p:nvPr/>
        </p:nvSpPr>
        <p:spPr>
          <a:xfrm xmlns:a="http://schemas.openxmlformats.org/drawingml/2006/main">
            <a:off x="7276858" y="4157171"/>
            <a:ext cx="957951" cy="405694"/>
          </a:xfrm>
          <a:custGeom xmlns:a="http://schemas.openxmlformats.org/drawingml/2006/main">
            <a:pathLst>
              <a:path w="957951" h="405694">
                <a:moveTo>
                  <a:pt x="0" y="0"/>
                </a:moveTo>
                <a:lnTo>
                  <a:pt x="957951" y="0"/>
                </a:lnTo>
                <a:lnTo>
                  <a:pt x="957951" y="405694"/>
                </a:lnTo>
                <a:lnTo>
                  <a:pt x="0" y="405694"/>
                </a:lnTo>
                <a:close/>
              </a:path>
            </a:pathLst>
          </a:custGeom>
          <a:solidFill xmlns:a="http://schemas.openxmlformats.org/drawingml/2006/main">
            <a:srgbClr val="FFFFFF"/>
          </a:solidFill>
          <a:ln xmlns:a="http://schemas.openxmlformats.org/drawingml/2006/main" w="0">
            <a:noFill/>
            <a:prstDash val="solid"/>
          </a:ln>
        </p:spPr>
      </p:sp>
      <p:sp>
        <p:nvSpPr>
          <p:cNvPr id="100" name="path-92">
            <a:extLst xmlns:a="http://schemas.openxmlformats.org/drawingml/2006/main">
              <a:ext uri="{FF2B5EF4-FFF2-40B4-BE49-F238E27FC236}">
                <a16:creationId xmlns:a16="http://schemas.microsoft.com/office/drawing/2014/main" id="{88F981EF-BAD6-4D21-9A92-E33DB89573A2}"/>
              </a:ext>
            </a:extLst>
          </p:cNvPr>
          <p:cNvSpPr>
            <a:spLocks xmlns:a="http://schemas.openxmlformats.org/drawingml/2006/main" noGrp="1"/>
          </p:cNvSpPr>
          <p:nvPr/>
        </p:nvSpPr>
        <p:spPr>
          <a:xfrm xmlns:a="http://schemas.openxmlformats.org/drawingml/2006/main">
            <a:off x="8234810" y="4157171"/>
            <a:ext cx="957951" cy="405694"/>
          </a:xfrm>
          <a:custGeom xmlns:a="http://schemas.openxmlformats.org/drawingml/2006/main">
            <a:pathLst>
              <a:path w="957951" h="405694">
                <a:moveTo>
                  <a:pt x="0" y="0"/>
                </a:moveTo>
                <a:lnTo>
                  <a:pt x="957951" y="0"/>
                </a:lnTo>
                <a:lnTo>
                  <a:pt x="957951" y="405694"/>
                </a:lnTo>
                <a:lnTo>
                  <a:pt x="0" y="405694"/>
                </a:lnTo>
                <a:close/>
              </a:path>
            </a:pathLst>
          </a:custGeom>
          <a:solidFill xmlns:a="http://schemas.openxmlformats.org/drawingml/2006/main">
            <a:srgbClr val="FFFFFF"/>
          </a:solidFill>
          <a:ln xmlns:a="http://schemas.openxmlformats.org/drawingml/2006/main" w="0">
            <a:noFill/>
            <a:prstDash val="solid"/>
          </a:ln>
        </p:spPr>
      </p:sp>
      <p:sp>
        <p:nvSpPr>
          <p:cNvPr id="101" name="path-93">
            <a:extLst xmlns:a="http://schemas.openxmlformats.org/drawingml/2006/main">
              <a:ext uri="{FF2B5EF4-FFF2-40B4-BE49-F238E27FC236}">
                <a16:creationId xmlns:a16="http://schemas.microsoft.com/office/drawing/2014/main" id="{7392D0E4-6F9B-4D27-B9DC-C3DD8DB6E275}"/>
              </a:ext>
            </a:extLst>
          </p:cNvPr>
          <p:cNvSpPr>
            <a:spLocks xmlns:a="http://schemas.openxmlformats.org/drawingml/2006/main" noGrp="1"/>
          </p:cNvSpPr>
          <p:nvPr/>
        </p:nvSpPr>
        <p:spPr>
          <a:xfrm xmlns:a="http://schemas.openxmlformats.org/drawingml/2006/main">
            <a:off x="9192761" y="4157171"/>
            <a:ext cx="1163400" cy="405694"/>
          </a:xfrm>
          <a:custGeom xmlns:a="http://schemas.openxmlformats.org/drawingml/2006/main">
            <a:pathLst>
              <a:path w="1163400" h="405694">
                <a:moveTo>
                  <a:pt x="0" y="0"/>
                </a:moveTo>
                <a:lnTo>
                  <a:pt x="1163400" y="0"/>
                </a:lnTo>
                <a:lnTo>
                  <a:pt x="1163400" y="405694"/>
                </a:lnTo>
                <a:lnTo>
                  <a:pt x="0" y="405694"/>
                </a:lnTo>
                <a:close/>
              </a:path>
            </a:pathLst>
          </a:custGeom>
          <a:solidFill xmlns:a="http://schemas.openxmlformats.org/drawingml/2006/main">
            <a:srgbClr val="FFFFFF"/>
          </a:solidFill>
          <a:ln xmlns:a="http://schemas.openxmlformats.org/drawingml/2006/main" w="0">
            <a:noFill/>
            <a:prstDash val="solid"/>
          </a:ln>
        </p:spPr>
      </p:sp>
      <p:sp>
        <p:nvSpPr>
          <p:cNvPr id="102" name="path-94">
            <a:extLst xmlns:a="http://schemas.openxmlformats.org/drawingml/2006/main">
              <a:ext uri="{FF2B5EF4-FFF2-40B4-BE49-F238E27FC236}">
                <a16:creationId xmlns:a16="http://schemas.microsoft.com/office/drawing/2014/main" id="{EC0FCF3E-0BBA-4954-B400-1F7C196227FC}"/>
              </a:ext>
            </a:extLst>
          </p:cNvPr>
          <p:cNvSpPr>
            <a:spLocks xmlns:a="http://schemas.openxmlformats.org/drawingml/2006/main" noGrp="1"/>
          </p:cNvSpPr>
          <p:nvPr/>
        </p:nvSpPr>
        <p:spPr>
          <a:xfrm xmlns:a="http://schemas.openxmlformats.org/drawingml/2006/main">
            <a:off x="10356161" y="4157171"/>
            <a:ext cx="996625" cy="405694"/>
          </a:xfrm>
          <a:custGeom xmlns:a="http://schemas.openxmlformats.org/drawingml/2006/main">
            <a:pathLst>
              <a:path w="996625" h="405694">
                <a:moveTo>
                  <a:pt x="0" y="0"/>
                </a:moveTo>
                <a:lnTo>
                  <a:pt x="996625" y="0"/>
                </a:lnTo>
                <a:lnTo>
                  <a:pt x="996625" y="405694"/>
                </a:lnTo>
                <a:lnTo>
                  <a:pt x="0" y="405694"/>
                </a:lnTo>
                <a:close/>
              </a:path>
            </a:pathLst>
          </a:custGeom>
          <a:solidFill xmlns:a="http://schemas.openxmlformats.org/drawingml/2006/main">
            <a:srgbClr val="FFFFFF"/>
          </a:solidFill>
          <a:ln xmlns:a="http://schemas.openxmlformats.org/drawingml/2006/main" w="0">
            <a:noFill/>
            <a:prstDash val="solid"/>
          </a:ln>
        </p:spPr>
      </p:sp>
      <p:sp>
        <p:nvSpPr>
          <p:cNvPr id="103" name="path-95">
            <a:extLst xmlns:a="http://schemas.openxmlformats.org/drawingml/2006/main">
              <a:ext uri="{FF2B5EF4-FFF2-40B4-BE49-F238E27FC236}">
                <a16:creationId xmlns:a16="http://schemas.microsoft.com/office/drawing/2014/main" id="{36040D90-C34A-43B2-A0B1-FC4BDDB29DA6}"/>
              </a:ext>
            </a:extLst>
          </p:cNvPr>
          <p:cNvSpPr>
            <a:spLocks xmlns:a="http://schemas.openxmlformats.org/drawingml/2006/main" noGrp="1"/>
          </p:cNvSpPr>
          <p:nvPr/>
        </p:nvSpPr>
        <p:spPr>
          <a:xfrm xmlns:a="http://schemas.openxmlformats.org/drawingml/2006/main">
            <a:off x="6318907" y="4562866"/>
            <a:ext cx="957951" cy="405695"/>
          </a:xfrm>
          <a:custGeom xmlns:a="http://schemas.openxmlformats.org/drawingml/2006/main">
            <a:pathLst>
              <a:path w="957951" h="405695">
                <a:moveTo>
                  <a:pt x="0" y="0"/>
                </a:moveTo>
                <a:lnTo>
                  <a:pt x="957951" y="0"/>
                </a:lnTo>
                <a:lnTo>
                  <a:pt x="957951" y="405695"/>
                </a:lnTo>
                <a:lnTo>
                  <a:pt x="0" y="405695"/>
                </a:lnTo>
                <a:close/>
              </a:path>
            </a:pathLst>
          </a:custGeom>
          <a:solidFill xmlns:a="http://schemas.openxmlformats.org/drawingml/2006/main">
            <a:srgbClr val="FFFFFF"/>
          </a:solidFill>
          <a:ln xmlns:a="http://schemas.openxmlformats.org/drawingml/2006/main" w="0">
            <a:noFill/>
            <a:prstDash val="solid"/>
          </a:ln>
        </p:spPr>
      </p:sp>
      <p:sp>
        <p:nvSpPr>
          <p:cNvPr id="104" name="path-96">
            <a:extLst xmlns:a="http://schemas.openxmlformats.org/drawingml/2006/main">
              <a:ext uri="{FF2B5EF4-FFF2-40B4-BE49-F238E27FC236}">
                <a16:creationId xmlns:a16="http://schemas.microsoft.com/office/drawing/2014/main" id="{15A34E76-B21A-4245-905A-F72475760616}"/>
              </a:ext>
            </a:extLst>
          </p:cNvPr>
          <p:cNvSpPr>
            <a:spLocks xmlns:a="http://schemas.openxmlformats.org/drawingml/2006/main" noGrp="1"/>
          </p:cNvSpPr>
          <p:nvPr/>
        </p:nvSpPr>
        <p:spPr>
          <a:xfrm xmlns:a="http://schemas.openxmlformats.org/drawingml/2006/main">
            <a:off x="7276858" y="4562866"/>
            <a:ext cx="957951" cy="405695"/>
          </a:xfrm>
          <a:custGeom xmlns:a="http://schemas.openxmlformats.org/drawingml/2006/main">
            <a:pathLst>
              <a:path w="957951" h="405695">
                <a:moveTo>
                  <a:pt x="0" y="0"/>
                </a:moveTo>
                <a:lnTo>
                  <a:pt x="957951" y="0"/>
                </a:lnTo>
                <a:lnTo>
                  <a:pt x="957951" y="405695"/>
                </a:lnTo>
                <a:lnTo>
                  <a:pt x="0" y="405695"/>
                </a:lnTo>
                <a:close/>
              </a:path>
            </a:pathLst>
          </a:custGeom>
          <a:solidFill xmlns:a="http://schemas.openxmlformats.org/drawingml/2006/main">
            <a:srgbClr val="FFFFFF"/>
          </a:solidFill>
          <a:ln xmlns:a="http://schemas.openxmlformats.org/drawingml/2006/main" w="0">
            <a:noFill/>
            <a:prstDash val="solid"/>
          </a:ln>
        </p:spPr>
      </p:sp>
      <p:sp>
        <p:nvSpPr>
          <p:cNvPr id="105" name="path-97">
            <a:extLst xmlns:a="http://schemas.openxmlformats.org/drawingml/2006/main">
              <a:ext uri="{FF2B5EF4-FFF2-40B4-BE49-F238E27FC236}">
                <a16:creationId xmlns:a16="http://schemas.microsoft.com/office/drawing/2014/main" id="{747D2B6D-4901-4910-82EB-61CCDF1A5357}"/>
              </a:ext>
            </a:extLst>
          </p:cNvPr>
          <p:cNvSpPr>
            <a:spLocks xmlns:a="http://schemas.openxmlformats.org/drawingml/2006/main" noGrp="1"/>
          </p:cNvSpPr>
          <p:nvPr/>
        </p:nvSpPr>
        <p:spPr>
          <a:xfrm xmlns:a="http://schemas.openxmlformats.org/drawingml/2006/main">
            <a:off x="8234810" y="4562866"/>
            <a:ext cx="957951" cy="405695"/>
          </a:xfrm>
          <a:custGeom xmlns:a="http://schemas.openxmlformats.org/drawingml/2006/main">
            <a:pathLst>
              <a:path w="957951" h="405695">
                <a:moveTo>
                  <a:pt x="0" y="0"/>
                </a:moveTo>
                <a:lnTo>
                  <a:pt x="957951" y="0"/>
                </a:lnTo>
                <a:lnTo>
                  <a:pt x="957951" y="405695"/>
                </a:lnTo>
                <a:lnTo>
                  <a:pt x="0" y="405695"/>
                </a:lnTo>
                <a:close/>
              </a:path>
            </a:pathLst>
          </a:custGeom>
          <a:solidFill xmlns:a="http://schemas.openxmlformats.org/drawingml/2006/main">
            <a:srgbClr val="FFFFFF"/>
          </a:solidFill>
          <a:ln xmlns:a="http://schemas.openxmlformats.org/drawingml/2006/main" w="0">
            <a:noFill/>
            <a:prstDash val="solid"/>
          </a:ln>
        </p:spPr>
      </p:sp>
      <p:sp>
        <p:nvSpPr>
          <p:cNvPr id="106" name="path-98">
            <a:extLst xmlns:a="http://schemas.openxmlformats.org/drawingml/2006/main">
              <a:ext uri="{FF2B5EF4-FFF2-40B4-BE49-F238E27FC236}">
                <a16:creationId xmlns:a16="http://schemas.microsoft.com/office/drawing/2014/main" id="{9EDFD826-7506-4638-B294-6AEB41352BAE}"/>
              </a:ext>
            </a:extLst>
          </p:cNvPr>
          <p:cNvSpPr>
            <a:spLocks xmlns:a="http://schemas.openxmlformats.org/drawingml/2006/main" noGrp="1"/>
          </p:cNvSpPr>
          <p:nvPr/>
        </p:nvSpPr>
        <p:spPr>
          <a:xfrm xmlns:a="http://schemas.openxmlformats.org/drawingml/2006/main">
            <a:off x="9192761" y="4562866"/>
            <a:ext cx="1163400" cy="405695"/>
          </a:xfrm>
          <a:custGeom xmlns:a="http://schemas.openxmlformats.org/drawingml/2006/main">
            <a:pathLst>
              <a:path w="1163400" h="405695">
                <a:moveTo>
                  <a:pt x="0" y="0"/>
                </a:moveTo>
                <a:lnTo>
                  <a:pt x="1163400" y="0"/>
                </a:lnTo>
                <a:lnTo>
                  <a:pt x="1163400" y="405695"/>
                </a:lnTo>
                <a:lnTo>
                  <a:pt x="0" y="405695"/>
                </a:lnTo>
                <a:close/>
              </a:path>
            </a:pathLst>
          </a:custGeom>
          <a:solidFill xmlns:a="http://schemas.openxmlformats.org/drawingml/2006/main">
            <a:srgbClr val="FFFFFF"/>
          </a:solidFill>
          <a:ln xmlns:a="http://schemas.openxmlformats.org/drawingml/2006/main" w="0">
            <a:noFill/>
            <a:prstDash val="solid"/>
          </a:ln>
        </p:spPr>
      </p:sp>
      <p:sp>
        <p:nvSpPr>
          <p:cNvPr id="107" name="path-99">
            <a:extLst xmlns:a="http://schemas.openxmlformats.org/drawingml/2006/main">
              <a:ext uri="{FF2B5EF4-FFF2-40B4-BE49-F238E27FC236}">
                <a16:creationId xmlns:a16="http://schemas.microsoft.com/office/drawing/2014/main" id="{A98FD9B9-68F9-49A6-AD14-D298483175DC}"/>
              </a:ext>
            </a:extLst>
          </p:cNvPr>
          <p:cNvSpPr>
            <a:spLocks xmlns:a="http://schemas.openxmlformats.org/drawingml/2006/main" noGrp="1"/>
          </p:cNvSpPr>
          <p:nvPr/>
        </p:nvSpPr>
        <p:spPr>
          <a:xfrm xmlns:a="http://schemas.openxmlformats.org/drawingml/2006/main">
            <a:off x="10356161" y="4562866"/>
            <a:ext cx="996625" cy="405695"/>
          </a:xfrm>
          <a:custGeom xmlns:a="http://schemas.openxmlformats.org/drawingml/2006/main">
            <a:pathLst>
              <a:path w="996625" h="405695">
                <a:moveTo>
                  <a:pt x="0" y="0"/>
                </a:moveTo>
                <a:lnTo>
                  <a:pt x="996625" y="0"/>
                </a:lnTo>
                <a:lnTo>
                  <a:pt x="996625" y="405695"/>
                </a:lnTo>
                <a:lnTo>
                  <a:pt x="0" y="405695"/>
                </a:lnTo>
                <a:close/>
              </a:path>
            </a:pathLst>
          </a:custGeom>
          <a:solidFill xmlns:a="http://schemas.openxmlformats.org/drawingml/2006/main">
            <a:srgbClr val="FFFFFF"/>
          </a:solidFill>
          <a:ln xmlns:a="http://schemas.openxmlformats.org/drawingml/2006/main" w="0">
            <a:noFill/>
            <a:prstDash val="solid"/>
          </a:ln>
        </p:spPr>
      </p:sp>
      <p:sp>
        <p:nvSpPr>
          <p:cNvPr id="108" name="path-100">
            <a:extLst xmlns:a="http://schemas.openxmlformats.org/drawingml/2006/main">
              <a:ext uri="{FF2B5EF4-FFF2-40B4-BE49-F238E27FC236}">
                <a16:creationId xmlns:a16="http://schemas.microsoft.com/office/drawing/2014/main" id="{86600C01-847E-4B71-A7F2-205ED29177A7}"/>
              </a:ext>
            </a:extLst>
          </p:cNvPr>
          <p:cNvSpPr>
            <a:spLocks xmlns:a="http://schemas.openxmlformats.org/drawingml/2006/main" noGrp="1"/>
          </p:cNvSpPr>
          <p:nvPr/>
        </p:nvSpPr>
        <p:spPr>
          <a:xfrm xmlns:a="http://schemas.openxmlformats.org/drawingml/2006/main">
            <a:off x="6318907" y="4968561"/>
            <a:ext cx="957951" cy="405694"/>
          </a:xfrm>
          <a:custGeom xmlns:a="http://schemas.openxmlformats.org/drawingml/2006/main">
            <a:pathLst>
              <a:path w="957951" h="405694">
                <a:moveTo>
                  <a:pt x="0" y="0"/>
                </a:moveTo>
                <a:lnTo>
                  <a:pt x="957951" y="0"/>
                </a:lnTo>
                <a:lnTo>
                  <a:pt x="957951" y="405694"/>
                </a:lnTo>
                <a:lnTo>
                  <a:pt x="0" y="405694"/>
                </a:lnTo>
                <a:close/>
              </a:path>
            </a:pathLst>
          </a:custGeom>
          <a:solidFill xmlns:a="http://schemas.openxmlformats.org/drawingml/2006/main">
            <a:srgbClr val="FFFFFF"/>
          </a:solidFill>
          <a:ln xmlns:a="http://schemas.openxmlformats.org/drawingml/2006/main" w="0">
            <a:noFill/>
            <a:prstDash val="solid"/>
          </a:ln>
        </p:spPr>
      </p:sp>
      <p:sp>
        <p:nvSpPr>
          <p:cNvPr id="109" name="path-101">
            <a:extLst xmlns:a="http://schemas.openxmlformats.org/drawingml/2006/main">
              <a:ext uri="{FF2B5EF4-FFF2-40B4-BE49-F238E27FC236}">
                <a16:creationId xmlns:a16="http://schemas.microsoft.com/office/drawing/2014/main" id="{C934252E-478F-4522-8C0A-82BADE0909DF}"/>
              </a:ext>
            </a:extLst>
          </p:cNvPr>
          <p:cNvSpPr>
            <a:spLocks xmlns:a="http://schemas.openxmlformats.org/drawingml/2006/main" noGrp="1"/>
          </p:cNvSpPr>
          <p:nvPr/>
        </p:nvSpPr>
        <p:spPr>
          <a:xfrm xmlns:a="http://schemas.openxmlformats.org/drawingml/2006/main">
            <a:off x="7276858" y="4968561"/>
            <a:ext cx="957951" cy="405694"/>
          </a:xfrm>
          <a:custGeom xmlns:a="http://schemas.openxmlformats.org/drawingml/2006/main">
            <a:pathLst>
              <a:path w="957951" h="405694">
                <a:moveTo>
                  <a:pt x="0" y="0"/>
                </a:moveTo>
                <a:lnTo>
                  <a:pt x="957951" y="0"/>
                </a:lnTo>
                <a:lnTo>
                  <a:pt x="957951" y="405694"/>
                </a:lnTo>
                <a:lnTo>
                  <a:pt x="0" y="405694"/>
                </a:lnTo>
                <a:close/>
              </a:path>
            </a:pathLst>
          </a:custGeom>
          <a:solidFill xmlns:a="http://schemas.openxmlformats.org/drawingml/2006/main">
            <a:srgbClr val="FFFFFF"/>
          </a:solidFill>
          <a:ln xmlns:a="http://schemas.openxmlformats.org/drawingml/2006/main" w="0">
            <a:noFill/>
            <a:prstDash val="solid"/>
          </a:ln>
        </p:spPr>
      </p:sp>
      <p:sp>
        <p:nvSpPr>
          <p:cNvPr id="110" name="path-102">
            <a:extLst xmlns:a="http://schemas.openxmlformats.org/drawingml/2006/main">
              <a:ext uri="{FF2B5EF4-FFF2-40B4-BE49-F238E27FC236}">
                <a16:creationId xmlns:a16="http://schemas.microsoft.com/office/drawing/2014/main" id="{7D833031-CC81-479F-BE47-C4F97AA8BB0C}"/>
              </a:ext>
            </a:extLst>
          </p:cNvPr>
          <p:cNvSpPr>
            <a:spLocks xmlns:a="http://schemas.openxmlformats.org/drawingml/2006/main" noGrp="1"/>
          </p:cNvSpPr>
          <p:nvPr/>
        </p:nvSpPr>
        <p:spPr>
          <a:xfrm xmlns:a="http://schemas.openxmlformats.org/drawingml/2006/main">
            <a:off x="8234810" y="4968561"/>
            <a:ext cx="957951" cy="405694"/>
          </a:xfrm>
          <a:custGeom xmlns:a="http://schemas.openxmlformats.org/drawingml/2006/main">
            <a:pathLst>
              <a:path w="957951" h="405694">
                <a:moveTo>
                  <a:pt x="0" y="0"/>
                </a:moveTo>
                <a:lnTo>
                  <a:pt x="957951" y="0"/>
                </a:lnTo>
                <a:lnTo>
                  <a:pt x="957951" y="405694"/>
                </a:lnTo>
                <a:lnTo>
                  <a:pt x="0" y="405694"/>
                </a:lnTo>
                <a:close/>
              </a:path>
            </a:pathLst>
          </a:custGeom>
          <a:solidFill xmlns:a="http://schemas.openxmlformats.org/drawingml/2006/main">
            <a:srgbClr val="FFFFFF"/>
          </a:solidFill>
          <a:ln xmlns:a="http://schemas.openxmlformats.org/drawingml/2006/main" w="0">
            <a:noFill/>
            <a:prstDash val="solid"/>
          </a:ln>
        </p:spPr>
      </p:sp>
      <p:sp>
        <p:nvSpPr>
          <p:cNvPr id="111" name="path-103">
            <a:extLst xmlns:a="http://schemas.openxmlformats.org/drawingml/2006/main">
              <a:ext uri="{FF2B5EF4-FFF2-40B4-BE49-F238E27FC236}">
                <a16:creationId xmlns:a16="http://schemas.microsoft.com/office/drawing/2014/main" id="{A53AFE40-06B7-4222-986E-B74096BD8A4E}"/>
              </a:ext>
            </a:extLst>
          </p:cNvPr>
          <p:cNvSpPr>
            <a:spLocks xmlns:a="http://schemas.openxmlformats.org/drawingml/2006/main" noGrp="1"/>
          </p:cNvSpPr>
          <p:nvPr/>
        </p:nvSpPr>
        <p:spPr>
          <a:xfrm xmlns:a="http://schemas.openxmlformats.org/drawingml/2006/main">
            <a:off x="9192761" y="4968561"/>
            <a:ext cx="1163400" cy="405694"/>
          </a:xfrm>
          <a:custGeom xmlns:a="http://schemas.openxmlformats.org/drawingml/2006/main">
            <a:pathLst>
              <a:path w="1163400" h="405694">
                <a:moveTo>
                  <a:pt x="0" y="0"/>
                </a:moveTo>
                <a:lnTo>
                  <a:pt x="1163400" y="0"/>
                </a:lnTo>
                <a:lnTo>
                  <a:pt x="1163400" y="405694"/>
                </a:lnTo>
                <a:lnTo>
                  <a:pt x="0" y="405694"/>
                </a:lnTo>
                <a:close/>
              </a:path>
            </a:pathLst>
          </a:custGeom>
          <a:solidFill xmlns:a="http://schemas.openxmlformats.org/drawingml/2006/main">
            <a:srgbClr val="FFFFFF"/>
          </a:solidFill>
          <a:ln xmlns:a="http://schemas.openxmlformats.org/drawingml/2006/main" w="0">
            <a:noFill/>
            <a:prstDash val="solid"/>
          </a:ln>
        </p:spPr>
      </p:sp>
      <p:sp>
        <p:nvSpPr>
          <p:cNvPr id="112" name="path-104">
            <a:extLst xmlns:a="http://schemas.openxmlformats.org/drawingml/2006/main">
              <a:ext uri="{FF2B5EF4-FFF2-40B4-BE49-F238E27FC236}">
                <a16:creationId xmlns:a16="http://schemas.microsoft.com/office/drawing/2014/main" id="{A50C9AC8-5F3E-411D-89C8-2958EE10A7CD}"/>
              </a:ext>
            </a:extLst>
          </p:cNvPr>
          <p:cNvSpPr>
            <a:spLocks xmlns:a="http://schemas.openxmlformats.org/drawingml/2006/main" noGrp="1"/>
          </p:cNvSpPr>
          <p:nvPr/>
        </p:nvSpPr>
        <p:spPr>
          <a:xfrm xmlns:a="http://schemas.openxmlformats.org/drawingml/2006/main">
            <a:off x="10356161" y="4968561"/>
            <a:ext cx="996625" cy="405694"/>
          </a:xfrm>
          <a:custGeom xmlns:a="http://schemas.openxmlformats.org/drawingml/2006/main">
            <a:pathLst>
              <a:path w="996625" h="405694">
                <a:moveTo>
                  <a:pt x="0" y="0"/>
                </a:moveTo>
                <a:lnTo>
                  <a:pt x="996625" y="0"/>
                </a:lnTo>
                <a:lnTo>
                  <a:pt x="996625" y="405694"/>
                </a:lnTo>
                <a:lnTo>
                  <a:pt x="0" y="405694"/>
                </a:lnTo>
                <a:close/>
              </a:path>
            </a:pathLst>
          </a:custGeom>
          <a:solidFill xmlns:a="http://schemas.openxmlformats.org/drawingml/2006/main">
            <a:srgbClr val="FFFFFF"/>
          </a:solidFill>
          <a:ln xmlns:a="http://schemas.openxmlformats.org/drawingml/2006/main" w="0">
            <a:noFill/>
            <a:prstDash val="solid"/>
          </a:ln>
        </p:spPr>
      </p:sp>
      <p:sp>
        <p:nvSpPr>
          <p:cNvPr id="113" name="path-105">
            <a:extLst xmlns:a="http://schemas.openxmlformats.org/drawingml/2006/main">
              <a:ext uri="{FF2B5EF4-FFF2-40B4-BE49-F238E27FC236}">
                <a16:creationId xmlns:a16="http://schemas.microsoft.com/office/drawing/2014/main" id="{D8E86F0B-EF19-493E-B7D0-B89FD77D72D7}"/>
              </a:ext>
            </a:extLst>
          </p:cNvPr>
          <p:cNvSpPr>
            <a:spLocks xmlns:a="http://schemas.openxmlformats.org/drawingml/2006/main" noGrp="1"/>
          </p:cNvSpPr>
          <p:nvPr/>
        </p:nvSpPr>
        <p:spPr>
          <a:xfrm xmlns:a="http://schemas.openxmlformats.org/drawingml/2006/main">
            <a:off x="7276858" y="3882220"/>
            <a:ext cx="191" cy="1492036"/>
          </a:xfrm>
          <a:custGeom xmlns:a="http://schemas.openxmlformats.org/drawingml/2006/main">
            <a:pathLst>
              <a:path w="191" h="1492036">
                <a:moveTo>
                  <a:pt x="0" y="0"/>
                </a:moveTo>
                <a:lnTo>
                  <a:pt x="0" y="1492036"/>
                </a:lnTo>
              </a:path>
            </a:pathLst>
          </a:custGeom>
          <a:noFill xmlns:a="http://schemas.openxmlformats.org/drawingml/2006/main"/>
          <a:ln xmlns:a="http://schemas.openxmlformats.org/drawingml/2006/main" w="12267">
            <a:solidFill>
              <a:srgbClr val="156082"/>
            </a:solidFill>
            <a:prstDash val="solid"/>
          </a:ln>
        </p:spPr>
      </p:sp>
      <p:sp>
        <p:nvSpPr>
          <p:cNvPr id="114" name="path-106">
            <a:extLst xmlns:a="http://schemas.openxmlformats.org/drawingml/2006/main">
              <a:ext uri="{FF2B5EF4-FFF2-40B4-BE49-F238E27FC236}">
                <a16:creationId xmlns:a16="http://schemas.microsoft.com/office/drawing/2014/main" id="{703BD1AD-5C0E-49CA-AFAD-F0692C3C5BDB}"/>
              </a:ext>
            </a:extLst>
          </p:cNvPr>
          <p:cNvSpPr>
            <a:spLocks xmlns:a="http://schemas.openxmlformats.org/drawingml/2006/main" noGrp="1"/>
          </p:cNvSpPr>
          <p:nvPr/>
        </p:nvSpPr>
        <p:spPr>
          <a:xfrm xmlns:a="http://schemas.openxmlformats.org/drawingml/2006/main">
            <a:off x="8234809" y="3882220"/>
            <a:ext cx="191" cy="1492036"/>
          </a:xfrm>
          <a:custGeom xmlns:a="http://schemas.openxmlformats.org/drawingml/2006/main">
            <a:pathLst>
              <a:path w="191" h="1492036">
                <a:moveTo>
                  <a:pt x="0" y="0"/>
                </a:moveTo>
                <a:lnTo>
                  <a:pt x="0" y="1492036"/>
                </a:lnTo>
              </a:path>
            </a:pathLst>
          </a:custGeom>
          <a:noFill xmlns:a="http://schemas.openxmlformats.org/drawingml/2006/main"/>
          <a:ln xmlns:a="http://schemas.openxmlformats.org/drawingml/2006/main" w="12267">
            <a:solidFill>
              <a:srgbClr val="156082"/>
            </a:solidFill>
            <a:prstDash val="solid"/>
          </a:ln>
        </p:spPr>
      </p:sp>
      <p:sp>
        <p:nvSpPr>
          <p:cNvPr id="115" name="path-107">
            <a:extLst xmlns:a="http://schemas.openxmlformats.org/drawingml/2006/main">
              <a:ext uri="{FF2B5EF4-FFF2-40B4-BE49-F238E27FC236}">
                <a16:creationId xmlns:a16="http://schemas.microsoft.com/office/drawing/2014/main" id="{0084CD06-560D-434D-8DC4-D6B034FBDFBD}"/>
              </a:ext>
            </a:extLst>
          </p:cNvPr>
          <p:cNvSpPr>
            <a:spLocks xmlns:a="http://schemas.openxmlformats.org/drawingml/2006/main" noGrp="1"/>
          </p:cNvSpPr>
          <p:nvPr/>
        </p:nvSpPr>
        <p:spPr>
          <a:xfrm xmlns:a="http://schemas.openxmlformats.org/drawingml/2006/main">
            <a:off x="9192761" y="3882220"/>
            <a:ext cx="191" cy="1492036"/>
          </a:xfrm>
          <a:custGeom xmlns:a="http://schemas.openxmlformats.org/drawingml/2006/main">
            <a:pathLst>
              <a:path w="191" h="1492036">
                <a:moveTo>
                  <a:pt x="0" y="0"/>
                </a:moveTo>
                <a:lnTo>
                  <a:pt x="0" y="1492036"/>
                </a:lnTo>
              </a:path>
            </a:pathLst>
          </a:custGeom>
          <a:noFill xmlns:a="http://schemas.openxmlformats.org/drawingml/2006/main"/>
          <a:ln xmlns:a="http://schemas.openxmlformats.org/drawingml/2006/main" w="12267">
            <a:solidFill>
              <a:srgbClr val="156082"/>
            </a:solidFill>
            <a:prstDash val="solid"/>
          </a:ln>
        </p:spPr>
      </p:sp>
      <p:sp>
        <p:nvSpPr>
          <p:cNvPr id="116" name="path-108">
            <a:extLst xmlns:a="http://schemas.openxmlformats.org/drawingml/2006/main">
              <a:ext uri="{FF2B5EF4-FFF2-40B4-BE49-F238E27FC236}">
                <a16:creationId xmlns:a16="http://schemas.microsoft.com/office/drawing/2014/main" id="{C55E3A10-B170-4387-A6EE-CF49C7A13594}"/>
              </a:ext>
            </a:extLst>
          </p:cNvPr>
          <p:cNvSpPr>
            <a:spLocks xmlns:a="http://schemas.openxmlformats.org/drawingml/2006/main" noGrp="1"/>
          </p:cNvSpPr>
          <p:nvPr/>
        </p:nvSpPr>
        <p:spPr>
          <a:xfrm xmlns:a="http://schemas.openxmlformats.org/drawingml/2006/main">
            <a:off x="10356161" y="3882220"/>
            <a:ext cx="191" cy="1492036"/>
          </a:xfrm>
          <a:custGeom xmlns:a="http://schemas.openxmlformats.org/drawingml/2006/main">
            <a:pathLst>
              <a:path w="191" h="1492036">
                <a:moveTo>
                  <a:pt x="0" y="0"/>
                </a:moveTo>
                <a:lnTo>
                  <a:pt x="0" y="1492036"/>
                </a:lnTo>
              </a:path>
            </a:pathLst>
          </a:custGeom>
          <a:noFill xmlns:a="http://schemas.openxmlformats.org/drawingml/2006/main"/>
          <a:ln xmlns:a="http://schemas.openxmlformats.org/drawingml/2006/main" w="12267">
            <a:solidFill>
              <a:srgbClr val="156082"/>
            </a:solidFill>
            <a:prstDash val="solid"/>
          </a:ln>
        </p:spPr>
      </p:sp>
      <p:sp>
        <p:nvSpPr>
          <p:cNvPr id="117" name="path-109">
            <a:extLst xmlns:a="http://schemas.openxmlformats.org/drawingml/2006/main">
              <a:ext uri="{FF2B5EF4-FFF2-40B4-BE49-F238E27FC236}">
                <a16:creationId xmlns:a16="http://schemas.microsoft.com/office/drawing/2014/main" id="{BEDB4D55-231F-4ECA-873C-1AD24613CD56}"/>
              </a:ext>
            </a:extLst>
          </p:cNvPr>
          <p:cNvSpPr>
            <a:spLocks xmlns:a="http://schemas.openxmlformats.org/drawingml/2006/main" noGrp="1"/>
          </p:cNvSpPr>
          <p:nvPr/>
        </p:nvSpPr>
        <p:spPr>
          <a:xfrm xmlns:a="http://schemas.openxmlformats.org/drawingml/2006/main">
            <a:off x="6318907" y="4157171"/>
            <a:ext cx="5033879" cy="191"/>
          </a:xfrm>
          <a:custGeom xmlns:a="http://schemas.openxmlformats.org/drawingml/2006/main">
            <a:pathLst>
              <a:path w="5033879" h="191">
                <a:moveTo>
                  <a:pt x="0" y="0"/>
                </a:moveTo>
                <a:lnTo>
                  <a:pt x="5033879" y="0"/>
                </a:lnTo>
              </a:path>
            </a:pathLst>
          </a:custGeom>
          <a:noFill xmlns:a="http://schemas.openxmlformats.org/drawingml/2006/main"/>
          <a:ln xmlns:a="http://schemas.openxmlformats.org/drawingml/2006/main" w="12267">
            <a:solidFill>
              <a:srgbClr val="156082"/>
            </a:solidFill>
            <a:prstDash val="solid"/>
          </a:ln>
        </p:spPr>
      </p:sp>
      <p:sp>
        <p:nvSpPr>
          <p:cNvPr id="118" name="path-110">
            <a:extLst xmlns:a="http://schemas.openxmlformats.org/drawingml/2006/main">
              <a:ext uri="{FF2B5EF4-FFF2-40B4-BE49-F238E27FC236}">
                <a16:creationId xmlns:a16="http://schemas.microsoft.com/office/drawing/2014/main" id="{3EE6EAFA-94A4-40CC-B78C-EC1BAB32960E}"/>
              </a:ext>
            </a:extLst>
          </p:cNvPr>
          <p:cNvSpPr>
            <a:spLocks xmlns:a="http://schemas.openxmlformats.org/drawingml/2006/main" noGrp="1"/>
          </p:cNvSpPr>
          <p:nvPr/>
        </p:nvSpPr>
        <p:spPr>
          <a:xfrm xmlns:a="http://schemas.openxmlformats.org/drawingml/2006/main">
            <a:off x="6318907" y="4562866"/>
            <a:ext cx="5033879" cy="191"/>
          </a:xfrm>
          <a:custGeom xmlns:a="http://schemas.openxmlformats.org/drawingml/2006/main">
            <a:pathLst>
              <a:path w="5033879" h="191">
                <a:moveTo>
                  <a:pt x="0" y="0"/>
                </a:moveTo>
                <a:lnTo>
                  <a:pt x="5033879" y="0"/>
                </a:lnTo>
              </a:path>
            </a:pathLst>
          </a:custGeom>
          <a:noFill xmlns:a="http://schemas.openxmlformats.org/drawingml/2006/main"/>
          <a:ln xmlns:a="http://schemas.openxmlformats.org/drawingml/2006/main" w="12267">
            <a:solidFill>
              <a:srgbClr val="156082"/>
            </a:solidFill>
            <a:prstDash val="solid"/>
          </a:ln>
        </p:spPr>
      </p:sp>
      <p:sp>
        <p:nvSpPr>
          <p:cNvPr id="119" name="path-111">
            <a:extLst xmlns:a="http://schemas.openxmlformats.org/drawingml/2006/main">
              <a:ext uri="{FF2B5EF4-FFF2-40B4-BE49-F238E27FC236}">
                <a16:creationId xmlns:a16="http://schemas.microsoft.com/office/drawing/2014/main" id="{7C9A4EA4-CB88-41F3-83C2-2BEA39CDDAA0}"/>
              </a:ext>
            </a:extLst>
          </p:cNvPr>
          <p:cNvSpPr>
            <a:spLocks xmlns:a="http://schemas.openxmlformats.org/drawingml/2006/main" noGrp="1"/>
          </p:cNvSpPr>
          <p:nvPr/>
        </p:nvSpPr>
        <p:spPr>
          <a:xfrm xmlns:a="http://schemas.openxmlformats.org/drawingml/2006/main">
            <a:off x="6318907" y="4968561"/>
            <a:ext cx="5033879" cy="191"/>
          </a:xfrm>
          <a:custGeom xmlns:a="http://schemas.openxmlformats.org/drawingml/2006/main">
            <a:pathLst>
              <a:path w="5033879" h="191">
                <a:moveTo>
                  <a:pt x="0" y="0"/>
                </a:moveTo>
                <a:lnTo>
                  <a:pt x="5033879" y="0"/>
                </a:lnTo>
              </a:path>
            </a:pathLst>
          </a:custGeom>
          <a:noFill xmlns:a="http://schemas.openxmlformats.org/drawingml/2006/main"/>
          <a:ln xmlns:a="http://schemas.openxmlformats.org/drawingml/2006/main" w="12267">
            <a:solidFill>
              <a:srgbClr val="156082"/>
            </a:solidFill>
            <a:prstDash val="solid"/>
          </a:ln>
        </p:spPr>
      </p:sp>
      <p:sp>
        <p:nvSpPr>
          <p:cNvPr id="120" name="text-112 Source">
            <a:extLst xmlns:a="http://schemas.openxmlformats.org/drawingml/2006/main">
              <a:ext uri="{FF2B5EF4-FFF2-40B4-BE49-F238E27FC236}">
                <a16:creationId xmlns:a16="http://schemas.microsoft.com/office/drawing/2014/main" id="{DD9B4C4B-8887-41EB-9CB9-AF2A1B738F24}"/>
              </a:ext>
            </a:extLst>
          </p:cNvPr>
          <p:cNvSpPr>
            <a:spLocks xmlns:a="http://schemas.openxmlformats.org/drawingml/2006/main" noGrp="1"/>
          </p:cNvSpPr>
          <p:nvPr/>
        </p:nvSpPr>
        <p:spPr>
          <a:xfrm xmlns:a="http://schemas.openxmlformats.org/drawingml/2006/main" rot="0">
            <a:off x="6587049" y="3934037"/>
            <a:ext cx="448424" cy="18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1" b="0" i="0">
                <a:solidFill>
                  <a:srgbClr val="000000"/>
                </a:solidFill>
                <a:latin typeface="Comic Sans MS"/>
                <a:ea typeface="Comic Sans MS"/>
                <a:cs typeface="Comic Sans MS"/>
              </a:defRPr>
            </a:defPPr>
            <a:lvl1pPr algn="l">
              <a:defRPr sz="1021" b="0" i="0">
                <a:solidFill>
                  <a:srgbClr val="000000"/>
                </a:solidFill>
                <a:latin typeface="Comic Sans MS"/>
                <a:ea typeface="Comic Sans MS"/>
                <a:cs typeface="Comic Sans MS"/>
              </a:defRPr>
            </a:lvl1pPr>
            <a:lvl2pPr algn="l">
              <a:defRPr sz="1021" b="0" i="0">
                <a:solidFill>
                  <a:srgbClr val="000000"/>
                </a:solidFill>
                <a:latin typeface="Comic Sans MS"/>
                <a:ea typeface="Comic Sans MS"/>
                <a:cs typeface="Comic Sans MS"/>
              </a:defRPr>
            </a:lvl2pPr>
            <a:lvl3pPr algn="l">
              <a:defRPr sz="1021" b="0" i="0">
                <a:solidFill>
                  <a:srgbClr val="000000"/>
                </a:solidFill>
                <a:latin typeface="Comic Sans MS"/>
                <a:ea typeface="Comic Sans MS"/>
                <a:cs typeface="Comic Sans MS"/>
              </a:defRPr>
            </a:lvl3pPr>
            <a:lvl4pPr algn="l">
              <a:defRPr sz="1021" b="0" i="0">
                <a:solidFill>
                  <a:srgbClr val="000000"/>
                </a:solidFill>
                <a:latin typeface="Comic Sans MS"/>
                <a:ea typeface="Comic Sans MS"/>
                <a:cs typeface="Comic Sans MS"/>
              </a:defRPr>
            </a:lvl4pPr>
            <a:lvl5pPr algn="l">
              <a:defRPr sz="1021" b="0" i="0">
                <a:solidFill>
                  <a:srgbClr val="000000"/>
                </a:solidFill>
                <a:latin typeface="Comic Sans MS"/>
                <a:ea typeface="Comic Sans MS"/>
                <a:cs typeface="Comic Sans MS"/>
              </a:defRPr>
            </a:lvl5pPr>
            <a:lvl6pPr algn="l">
              <a:defRPr sz="1021" b="0" i="0">
                <a:solidFill>
                  <a:srgbClr val="000000"/>
                </a:solidFill>
                <a:latin typeface="Comic Sans MS"/>
                <a:ea typeface="Comic Sans MS"/>
                <a:cs typeface="Comic Sans MS"/>
              </a:defRPr>
            </a:lvl6pPr>
            <a:lvl7pPr algn="l">
              <a:defRPr sz="1021" b="0" i="0">
                <a:solidFill>
                  <a:srgbClr val="000000"/>
                </a:solidFill>
                <a:latin typeface="Comic Sans MS"/>
                <a:ea typeface="Comic Sans MS"/>
                <a:cs typeface="Comic Sans MS"/>
              </a:defRPr>
            </a:lvl7pPr>
            <a:lvl8pPr algn="l">
              <a:defRPr sz="1021" b="0" i="0">
                <a:solidFill>
                  <a:srgbClr val="000000"/>
                </a:solidFill>
                <a:latin typeface="Comic Sans MS"/>
                <a:ea typeface="Comic Sans MS"/>
                <a:cs typeface="Comic Sans MS"/>
              </a:defRPr>
            </a:lvl8pPr>
            <a:lvl9pPr algn="l">
              <a:defRPr sz="1021" b="0" i="0">
                <a:solidFill>
                  <a:srgbClr val="000000"/>
                </a:solidFill>
                <a:latin typeface="Comic Sans MS"/>
                <a:ea typeface="Comic Sans MS"/>
                <a:cs typeface="Comic Sans MS"/>
              </a:defRPr>
            </a:lvl9pPr>
          </a:lstStyle>
          <a:p xmlns:a="http://schemas.openxmlformats.org/drawingml/2006/main">
            <a:pPr algn="l">
              <a:lnSpc>
                <a:spcPct val="100000"/>
              </a:lnSpc>
              <a:buNone/>
              <a:defRPr sz="1021" b="0" i="0">
                <a:solidFill>
                  <a:srgbClr val="000000"/>
                </a:solidFill>
                <a:latin typeface="Comic Sans MS"/>
                <a:ea typeface="Comic Sans MS"/>
                <a:cs typeface="Comic Sans MS"/>
              </a:defRPr>
            </a:pPr>
            <a:r>
              <a:rPr sz="1021" b="0" i="0">
                <a:solidFill>
                  <a:srgbClr val="000000"/>
                </a:solidFill>
                <a:latin typeface="Comic Sans MS"/>
                <a:ea typeface="Comic Sans MS"/>
                <a:cs typeface="Comic Sans MS"/>
              </a:rPr>
              <a:t>Source</a:t>
            </a:r>
          </a:p>
        </p:txBody>
      </p:sp>
      <p:sp>
        <p:nvSpPr>
          <p:cNvPr id="121" name="text-113 Title">
            <a:extLst xmlns:a="http://schemas.openxmlformats.org/drawingml/2006/main">
              <a:ext uri="{FF2B5EF4-FFF2-40B4-BE49-F238E27FC236}">
                <a16:creationId xmlns:a16="http://schemas.microsoft.com/office/drawing/2014/main" id="{AAD867A5-6B42-4B47-BD61-8E6126261EEC}"/>
              </a:ext>
            </a:extLst>
          </p:cNvPr>
          <p:cNvSpPr>
            <a:spLocks xmlns:a="http://schemas.openxmlformats.org/drawingml/2006/main" noGrp="1"/>
          </p:cNvSpPr>
          <p:nvPr/>
        </p:nvSpPr>
        <p:spPr>
          <a:xfrm xmlns:a="http://schemas.openxmlformats.org/drawingml/2006/main" rot="0">
            <a:off x="7610168" y="3932731"/>
            <a:ext cx="318353" cy="183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000000"/>
                </a:solidFill>
                <a:latin typeface="Comic Sans MS"/>
                <a:ea typeface="Comic Sans MS"/>
                <a:cs typeface="Comic Sans MS"/>
              </a:defRPr>
            </a:defPPr>
            <a:lvl1pPr algn="l">
              <a:defRPr sz="1031" b="0" i="0">
                <a:solidFill>
                  <a:srgbClr val="000000"/>
                </a:solidFill>
                <a:latin typeface="Comic Sans MS"/>
                <a:ea typeface="Comic Sans MS"/>
                <a:cs typeface="Comic Sans MS"/>
              </a:defRPr>
            </a:lvl1pPr>
            <a:lvl2pPr algn="l">
              <a:defRPr sz="1031" b="0" i="0">
                <a:solidFill>
                  <a:srgbClr val="000000"/>
                </a:solidFill>
                <a:latin typeface="Comic Sans MS"/>
                <a:ea typeface="Comic Sans MS"/>
                <a:cs typeface="Comic Sans MS"/>
              </a:defRPr>
            </a:lvl2pPr>
            <a:lvl3pPr algn="l">
              <a:defRPr sz="1031" b="0" i="0">
                <a:solidFill>
                  <a:srgbClr val="000000"/>
                </a:solidFill>
                <a:latin typeface="Comic Sans MS"/>
                <a:ea typeface="Comic Sans MS"/>
                <a:cs typeface="Comic Sans MS"/>
              </a:defRPr>
            </a:lvl3pPr>
            <a:lvl4pPr algn="l">
              <a:defRPr sz="1031" b="0" i="0">
                <a:solidFill>
                  <a:srgbClr val="000000"/>
                </a:solidFill>
                <a:latin typeface="Comic Sans MS"/>
                <a:ea typeface="Comic Sans MS"/>
                <a:cs typeface="Comic Sans MS"/>
              </a:defRPr>
            </a:lvl4pPr>
            <a:lvl5pPr algn="l">
              <a:defRPr sz="1031" b="0" i="0">
                <a:solidFill>
                  <a:srgbClr val="000000"/>
                </a:solidFill>
                <a:latin typeface="Comic Sans MS"/>
                <a:ea typeface="Comic Sans MS"/>
                <a:cs typeface="Comic Sans MS"/>
              </a:defRPr>
            </a:lvl5pPr>
            <a:lvl6pPr algn="l">
              <a:defRPr sz="1031" b="0" i="0">
                <a:solidFill>
                  <a:srgbClr val="000000"/>
                </a:solidFill>
                <a:latin typeface="Comic Sans MS"/>
                <a:ea typeface="Comic Sans MS"/>
                <a:cs typeface="Comic Sans MS"/>
              </a:defRPr>
            </a:lvl6pPr>
            <a:lvl7pPr algn="l">
              <a:defRPr sz="1031" b="0" i="0">
                <a:solidFill>
                  <a:srgbClr val="000000"/>
                </a:solidFill>
                <a:latin typeface="Comic Sans MS"/>
                <a:ea typeface="Comic Sans MS"/>
                <a:cs typeface="Comic Sans MS"/>
              </a:defRPr>
            </a:lvl7pPr>
            <a:lvl8pPr algn="l">
              <a:defRPr sz="1031" b="0" i="0">
                <a:solidFill>
                  <a:srgbClr val="000000"/>
                </a:solidFill>
                <a:latin typeface="Comic Sans MS"/>
                <a:ea typeface="Comic Sans MS"/>
                <a:cs typeface="Comic Sans MS"/>
              </a:defRPr>
            </a:lvl8pPr>
            <a:lvl9pPr algn="l">
              <a:defRPr sz="1031" b="0" i="0">
                <a:solidFill>
                  <a:srgbClr val="000000"/>
                </a:solidFill>
                <a:latin typeface="Comic Sans MS"/>
                <a:ea typeface="Comic Sans MS"/>
                <a:cs typeface="Comic Sans MS"/>
              </a:defRPr>
            </a:lvl9pPr>
          </a:lstStyle>
          <a:p xmlns:a="http://schemas.openxmlformats.org/drawingml/2006/main">
            <a:pPr algn="l">
              <a:lnSpc>
                <a:spcPct val="100000"/>
              </a:lnSpc>
              <a:buNone/>
              <a:defRPr sz="1031" b="0" i="0">
                <a:solidFill>
                  <a:srgbClr val="000000"/>
                </a:solidFill>
                <a:latin typeface="Comic Sans MS"/>
                <a:ea typeface="Comic Sans MS"/>
                <a:cs typeface="Comic Sans MS"/>
              </a:defRPr>
            </a:pPr>
            <a:r>
              <a:rPr sz="1031" b="0" i="0">
                <a:solidFill>
                  <a:srgbClr val="000000"/>
                </a:solidFill>
                <a:latin typeface="Comic Sans MS"/>
                <a:ea typeface="Comic Sans MS"/>
                <a:cs typeface="Comic Sans MS"/>
              </a:rPr>
              <a:t>Title</a:t>
            </a:r>
          </a:p>
        </p:txBody>
      </p:sp>
      <p:sp>
        <p:nvSpPr>
          <p:cNvPr id="122" name="text-114 Summary">
            <a:extLst xmlns:a="http://schemas.openxmlformats.org/drawingml/2006/main">
              <a:ext uri="{FF2B5EF4-FFF2-40B4-BE49-F238E27FC236}">
                <a16:creationId xmlns:a16="http://schemas.microsoft.com/office/drawing/2014/main" id="{7A466E17-E353-42E7-96A1-7CE72081CFA3}"/>
              </a:ext>
            </a:extLst>
          </p:cNvPr>
          <p:cNvSpPr>
            <a:spLocks xmlns:a="http://schemas.openxmlformats.org/drawingml/2006/main" noGrp="1"/>
          </p:cNvSpPr>
          <p:nvPr/>
        </p:nvSpPr>
        <p:spPr>
          <a:xfrm xmlns:a="http://schemas.openxmlformats.org/drawingml/2006/main" rot="0">
            <a:off x="8438551" y="3934361"/>
            <a:ext cx="576384" cy="181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18" b="0" i="0">
                <a:solidFill>
                  <a:srgbClr val="000000"/>
                </a:solidFill>
                <a:latin typeface="Comic Sans MS"/>
                <a:ea typeface="Comic Sans MS"/>
                <a:cs typeface="Comic Sans MS"/>
              </a:defRPr>
            </a:defPPr>
            <a:lvl1pPr algn="l">
              <a:defRPr sz="1018" b="0" i="0">
                <a:solidFill>
                  <a:srgbClr val="000000"/>
                </a:solidFill>
                <a:latin typeface="Comic Sans MS"/>
                <a:ea typeface="Comic Sans MS"/>
                <a:cs typeface="Comic Sans MS"/>
              </a:defRPr>
            </a:lvl1pPr>
            <a:lvl2pPr algn="l">
              <a:defRPr sz="1018" b="0" i="0">
                <a:solidFill>
                  <a:srgbClr val="000000"/>
                </a:solidFill>
                <a:latin typeface="Comic Sans MS"/>
                <a:ea typeface="Comic Sans MS"/>
                <a:cs typeface="Comic Sans MS"/>
              </a:defRPr>
            </a:lvl2pPr>
            <a:lvl3pPr algn="l">
              <a:defRPr sz="1018" b="0" i="0">
                <a:solidFill>
                  <a:srgbClr val="000000"/>
                </a:solidFill>
                <a:latin typeface="Comic Sans MS"/>
                <a:ea typeface="Comic Sans MS"/>
                <a:cs typeface="Comic Sans MS"/>
              </a:defRPr>
            </a:lvl3pPr>
            <a:lvl4pPr algn="l">
              <a:defRPr sz="1018" b="0" i="0">
                <a:solidFill>
                  <a:srgbClr val="000000"/>
                </a:solidFill>
                <a:latin typeface="Comic Sans MS"/>
                <a:ea typeface="Comic Sans MS"/>
                <a:cs typeface="Comic Sans MS"/>
              </a:defRPr>
            </a:lvl4pPr>
            <a:lvl5pPr algn="l">
              <a:defRPr sz="1018" b="0" i="0">
                <a:solidFill>
                  <a:srgbClr val="000000"/>
                </a:solidFill>
                <a:latin typeface="Comic Sans MS"/>
                <a:ea typeface="Comic Sans MS"/>
                <a:cs typeface="Comic Sans MS"/>
              </a:defRPr>
            </a:lvl5pPr>
            <a:lvl6pPr algn="l">
              <a:defRPr sz="1018" b="0" i="0">
                <a:solidFill>
                  <a:srgbClr val="000000"/>
                </a:solidFill>
                <a:latin typeface="Comic Sans MS"/>
                <a:ea typeface="Comic Sans MS"/>
                <a:cs typeface="Comic Sans MS"/>
              </a:defRPr>
            </a:lvl6pPr>
            <a:lvl7pPr algn="l">
              <a:defRPr sz="1018" b="0" i="0">
                <a:solidFill>
                  <a:srgbClr val="000000"/>
                </a:solidFill>
                <a:latin typeface="Comic Sans MS"/>
                <a:ea typeface="Comic Sans MS"/>
                <a:cs typeface="Comic Sans MS"/>
              </a:defRPr>
            </a:lvl7pPr>
            <a:lvl8pPr algn="l">
              <a:defRPr sz="1018" b="0" i="0">
                <a:solidFill>
                  <a:srgbClr val="000000"/>
                </a:solidFill>
                <a:latin typeface="Comic Sans MS"/>
                <a:ea typeface="Comic Sans MS"/>
                <a:cs typeface="Comic Sans MS"/>
              </a:defRPr>
            </a:lvl8pPr>
            <a:lvl9pPr algn="l">
              <a:defRPr sz="1018" b="0" i="0">
                <a:solidFill>
                  <a:srgbClr val="000000"/>
                </a:solidFill>
                <a:latin typeface="Comic Sans MS"/>
                <a:ea typeface="Comic Sans MS"/>
                <a:cs typeface="Comic Sans MS"/>
              </a:defRPr>
            </a:lvl9pPr>
          </a:lstStyle>
          <a:p xmlns:a="http://schemas.openxmlformats.org/drawingml/2006/main">
            <a:pPr algn="l">
              <a:lnSpc>
                <a:spcPct val="100000"/>
              </a:lnSpc>
              <a:buNone/>
              <a:defRPr sz="1018" b="0" i="0">
                <a:solidFill>
                  <a:srgbClr val="000000"/>
                </a:solidFill>
                <a:latin typeface="Comic Sans MS"/>
                <a:ea typeface="Comic Sans MS"/>
                <a:cs typeface="Comic Sans MS"/>
              </a:defRPr>
            </a:pPr>
            <a:r>
              <a:rPr sz="1018" b="0" i="0">
                <a:solidFill>
                  <a:srgbClr val="000000"/>
                </a:solidFill>
                <a:latin typeface="Comic Sans MS"/>
                <a:ea typeface="Comic Sans MS"/>
                <a:cs typeface="Comic Sans MS"/>
              </a:rPr>
              <a:t>Summary</a:t>
            </a:r>
          </a:p>
        </p:txBody>
      </p:sp>
      <p:sp>
        <p:nvSpPr>
          <p:cNvPr id="123" name="text-115 Frame">
            <a:extLst xmlns:a="http://schemas.openxmlformats.org/drawingml/2006/main">
              <a:ext uri="{FF2B5EF4-FFF2-40B4-BE49-F238E27FC236}">
                <a16:creationId xmlns:a16="http://schemas.microsoft.com/office/drawing/2014/main" id="{8EC642EB-79CB-4F67-AD1A-FFA8B5E0CF04}"/>
              </a:ext>
            </a:extLst>
          </p:cNvPr>
          <p:cNvSpPr>
            <a:spLocks xmlns:a="http://schemas.openxmlformats.org/drawingml/2006/main" noGrp="1"/>
          </p:cNvSpPr>
          <p:nvPr/>
        </p:nvSpPr>
        <p:spPr>
          <a:xfrm xmlns:a="http://schemas.openxmlformats.org/drawingml/2006/main" rot="0">
            <a:off x="9292993" y="3933960"/>
            <a:ext cx="402358" cy="181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1" b="0" i="0">
                <a:solidFill>
                  <a:srgbClr val="000000"/>
                </a:solidFill>
                <a:latin typeface="Comic Sans MS"/>
                <a:ea typeface="Comic Sans MS"/>
                <a:cs typeface="Comic Sans MS"/>
              </a:defRPr>
            </a:defPPr>
            <a:lvl1pPr algn="l">
              <a:defRPr sz="1021" b="0" i="0">
                <a:solidFill>
                  <a:srgbClr val="000000"/>
                </a:solidFill>
                <a:latin typeface="Comic Sans MS"/>
                <a:ea typeface="Comic Sans MS"/>
                <a:cs typeface="Comic Sans MS"/>
              </a:defRPr>
            </a:lvl1pPr>
            <a:lvl2pPr algn="l">
              <a:defRPr sz="1021" b="0" i="0">
                <a:solidFill>
                  <a:srgbClr val="000000"/>
                </a:solidFill>
                <a:latin typeface="Comic Sans MS"/>
                <a:ea typeface="Comic Sans MS"/>
                <a:cs typeface="Comic Sans MS"/>
              </a:defRPr>
            </a:lvl2pPr>
            <a:lvl3pPr algn="l">
              <a:defRPr sz="1021" b="0" i="0">
                <a:solidFill>
                  <a:srgbClr val="000000"/>
                </a:solidFill>
                <a:latin typeface="Comic Sans MS"/>
                <a:ea typeface="Comic Sans MS"/>
                <a:cs typeface="Comic Sans MS"/>
              </a:defRPr>
            </a:lvl3pPr>
            <a:lvl4pPr algn="l">
              <a:defRPr sz="1021" b="0" i="0">
                <a:solidFill>
                  <a:srgbClr val="000000"/>
                </a:solidFill>
                <a:latin typeface="Comic Sans MS"/>
                <a:ea typeface="Comic Sans MS"/>
                <a:cs typeface="Comic Sans MS"/>
              </a:defRPr>
            </a:lvl4pPr>
            <a:lvl5pPr algn="l">
              <a:defRPr sz="1021" b="0" i="0">
                <a:solidFill>
                  <a:srgbClr val="000000"/>
                </a:solidFill>
                <a:latin typeface="Comic Sans MS"/>
                <a:ea typeface="Comic Sans MS"/>
                <a:cs typeface="Comic Sans MS"/>
              </a:defRPr>
            </a:lvl5pPr>
            <a:lvl6pPr algn="l">
              <a:defRPr sz="1021" b="0" i="0">
                <a:solidFill>
                  <a:srgbClr val="000000"/>
                </a:solidFill>
                <a:latin typeface="Comic Sans MS"/>
                <a:ea typeface="Comic Sans MS"/>
                <a:cs typeface="Comic Sans MS"/>
              </a:defRPr>
            </a:lvl6pPr>
            <a:lvl7pPr algn="l">
              <a:defRPr sz="1021" b="0" i="0">
                <a:solidFill>
                  <a:srgbClr val="000000"/>
                </a:solidFill>
                <a:latin typeface="Comic Sans MS"/>
                <a:ea typeface="Comic Sans MS"/>
                <a:cs typeface="Comic Sans MS"/>
              </a:defRPr>
            </a:lvl7pPr>
            <a:lvl8pPr algn="l">
              <a:defRPr sz="1021" b="0" i="0">
                <a:solidFill>
                  <a:srgbClr val="000000"/>
                </a:solidFill>
                <a:latin typeface="Comic Sans MS"/>
                <a:ea typeface="Comic Sans MS"/>
                <a:cs typeface="Comic Sans MS"/>
              </a:defRPr>
            </a:lvl8pPr>
            <a:lvl9pPr algn="l">
              <a:defRPr sz="1021" b="0" i="0">
                <a:solidFill>
                  <a:srgbClr val="000000"/>
                </a:solidFill>
                <a:latin typeface="Comic Sans MS"/>
                <a:ea typeface="Comic Sans MS"/>
                <a:cs typeface="Comic Sans MS"/>
              </a:defRPr>
            </a:lvl9pPr>
          </a:lstStyle>
          <a:p xmlns:a="http://schemas.openxmlformats.org/drawingml/2006/main">
            <a:pPr algn="l">
              <a:lnSpc>
                <a:spcPct val="100000"/>
              </a:lnSpc>
              <a:buNone/>
              <a:defRPr sz="1021" b="0" i="0">
                <a:solidFill>
                  <a:srgbClr val="000000"/>
                </a:solidFill>
                <a:latin typeface="Comic Sans MS"/>
                <a:ea typeface="Comic Sans MS"/>
                <a:cs typeface="Comic Sans MS"/>
              </a:defRPr>
            </a:pPr>
            <a:r>
              <a:rPr sz="1021" b="0" i="0">
                <a:solidFill>
                  <a:srgbClr val="000000"/>
                </a:solidFill>
                <a:latin typeface="Comic Sans MS"/>
                <a:ea typeface="Comic Sans MS"/>
                <a:cs typeface="Comic Sans MS"/>
              </a:rPr>
              <a:t>Frame</a:t>
            </a:r>
          </a:p>
        </p:txBody>
      </p:sp>
      <p:sp>
        <p:nvSpPr>
          <p:cNvPr id="124" name="text-116 idx">
            <a:extLst xmlns:a="http://schemas.openxmlformats.org/drawingml/2006/main">
              <a:ext uri="{FF2B5EF4-FFF2-40B4-BE49-F238E27FC236}">
                <a16:creationId xmlns:a16="http://schemas.microsoft.com/office/drawing/2014/main" id="{D66AB2F8-ADD1-4580-BE1C-B3BDF86FB269}"/>
              </a:ext>
            </a:extLst>
          </p:cNvPr>
          <p:cNvSpPr>
            <a:spLocks xmlns:a="http://schemas.openxmlformats.org/drawingml/2006/main" noGrp="1"/>
          </p:cNvSpPr>
          <p:nvPr/>
        </p:nvSpPr>
        <p:spPr>
          <a:xfrm xmlns:a="http://schemas.openxmlformats.org/drawingml/2006/main" rot="0">
            <a:off x="9706994" y="3932196"/>
            <a:ext cx="215237" cy="1840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5" b="0" i="0">
                <a:solidFill>
                  <a:srgbClr val="000000"/>
                </a:solidFill>
                <a:latin typeface="Comic Sans MS"/>
                <a:ea typeface="Comic Sans MS"/>
                <a:cs typeface="Comic Sans MS"/>
              </a:defRPr>
            </a:defPPr>
            <a:lvl1pPr algn="l">
              <a:defRPr sz="1035" b="0" i="0">
                <a:solidFill>
                  <a:srgbClr val="000000"/>
                </a:solidFill>
                <a:latin typeface="Comic Sans MS"/>
                <a:ea typeface="Comic Sans MS"/>
                <a:cs typeface="Comic Sans MS"/>
              </a:defRPr>
            </a:lvl1pPr>
            <a:lvl2pPr algn="l">
              <a:defRPr sz="1035" b="0" i="0">
                <a:solidFill>
                  <a:srgbClr val="000000"/>
                </a:solidFill>
                <a:latin typeface="Comic Sans MS"/>
                <a:ea typeface="Comic Sans MS"/>
                <a:cs typeface="Comic Sans MS"/>
              </a:defRPr>
            </a:lvl2pPr>
            <a:lvl3pPr algn="l">
              <a:defRPr sz="1035" b="0" i="0">
                <a:solidFill>
                  <a:srgbClr val="000000"/>
                </a:solidFill>
                <a:latin typeface="Comic Sans MS"/>
                <a:ea typeface="Comic Sans MS"/>
                <a:cs typeface="Comic Sans MS"/>
              </a:defRPr>
            </a:lvl3pPr>
            <a:lvl4pPr algn="l">
              <a:defRPr sz="1035" b="0" i="0">
                <a:solidFill>
                  <a:srgbClr val="000000"/>
                </a:solidFill>
                <a:latin typeface="Comic Sans MS"/>
                <a:ea typeface="Comic Sans MS"/>
                <a:cs typeface="Comic Sans MS"/>
              </a:defRPr>
            </a:lvl4pPr>
            <a:lvl5pPr algn="l">
              <a:defRPr sz="1035" b="0" i="0">
                <a:solidFill>
                  <a:srgbClr val="000000"/>
                </a:solidFill>
                <a:latin typeface="Comic Sans MS"/>
                <a:ea typeface="Comic Sans MS"/>
                <a:cs typeface="Comic Sans MS"/>
              </a:defRPr>
            </a:lvl5pPr>
            <a:lvl6pPr algn="l">
              <a:defRPr sz="1035" b="0" i="0">
                <a:solidFill>
                  <a:srgbClr val="000000"/>
                </a:solidFill>
                <a:latin typeface="Comic Sans MS"/>
                <a:ea typeface="Comic Sans MS"/>
                <a:cs typeface="Comic Sans MS"/>
              </a:defRPr>
            </a:lvl6pPr>
            <a:lvl7pPr algn="l">
              <a:defRPr sz="1035" b="0" i="0">
                <a:solidFill>
                  <a:srgbClr val="000000"/>
                </a:solidFill>
                <a:latin typeface="Comic Sans MS"/>
                <a:ea typeface="Comic Sans MS"/>
                <a:cs typeface="Comic Sans MS"/>
              </a:defRPr>
            </a:lvl7pPr>
            <a:lvl8pPr algn="l">
              <a:defRPr sz="1035" b="0" i="0">
                <a:solidFill>
                  <a:srgbClr val="000000"/>
                </a:solidFill>
                <a:latin typeface="Comic Sans MS"/>
                <a:ea typeface="Comic Sans MS"/>
                <a:cs typeface="Comic Sans MS"/>
              </a:defRPr>
            </a:lvl8pPr>
            <a:lvl9pPr algn="l">
              <a:defRPr sz="1035" b="0" i="0">
                <a:solidFill>
                  <a:srgbClr val="000000"/>
                </a:solidFill>
                <a:latin typeface="Comic Sans MS"/>
                <a:ea typeface="Comic Sans MS"/>
                <a:cs typeface="Comic Sans MS"/>
              </a:defRPr>
            </a:lvl9pPr>
          </a:lstStyle>
          <a:p xmlns:a="http://schemas.openxmlformats.org/drawingml/2006/main">
            <a:pPr algn="l">
              <a:lnSpc>
                <a:spcPct val="100000"/>
              </a:lnSpc>
              <a:buNone/>
              <a:defRPr sz="1035" b="0" i="0">
                <a:solidFill>
                  <a:srgbClr val="000000"/>
                </a:solidFill>
                <a:latin typeface="Comic Sans MS"/>
                <a:ea typeface="Comic Sans MS"/>
                <a:cs typeface="Comic Sans MS"/>
              </a:defRPr>
            </a:pPr>
            <a:r>
              <a:rPr sz="1035" b="0" i="0">
                <a:solidFill>
                  <a:srgbClr val="000000"/>
                </a:solidFill>
                <a:latin typeface="Comic Sans MS"/>
                <a:ea typeface="Comic Sans MS"/>
                <a:cs typeface="Comic Sans MS"/>
              </a:rPr>
              <a:t>idx</a:t>
            </a:r>
          </a:p>
        </p:txBody>
      </p:sp>
      <p:sp>
        <p:nvSpPr>
          <p:cNvPr id="125" name="text-117 /Time">
            <a:extLst xmlns:a="http://schemas.openxmlformats.org/drawingml/2006/main">
              <a:ext uri="{FF2B5EF4-FFF2-40B4-BE49-F238E27FC236}">
                <a16:creationId xmlns:a16="http://schemas.microsoft.com/office/drawing/2014/main" id="{FE9A1E8A-8BCF-4940-9283-185BB11462AE}"/>
              </a:ext>
            </a:extLst>
          </p:cNvPr>
          <p:cNvSpPr>
            <a:spLocks xmlns:a="http://schemas.openxmlformats.org/drawingml/2006/main" noGrp="1"/>
          </p:cNvSpPr>
          <p:nvPr/>
        </p:nvSpPr>
        <p:spPr>
          <a:xfrm xmlns:a="http://schemas.openxmlformats.org/drawingml/2006/main" rot="0">
            <a:off x="9895594" y="3933547"/>
            <a:ext cx="387103" cy="182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5" b="0" i="0">
                <a:solidFill>
                  <a:srgbClr val="000000"/>
                </a:solidFill>
                <a:latin typeface="Comic Sans MS"/>
                <a:ea typeface="Comic Sans MS"/>
                <a:cs typeface="Comic Sans MS"/>
              </a:defRPr>
            </a:defPPr>
            <a:lvl1pPr algn="l">
              <a:defRPr sz="1025" b="0" i="0">
                <a:solidFill>
                  <a:srgbClr val="000000"/>
                </a:solidFill>
                <a:latin typeface="Comic Sans MS"/>
                <a:ea typeface="Comic Sans MS"/>
                <a:cs typeface="Comic Sans MS"/>
              </a:defRPr>
            </a:lvl1pPr>
            <a:lvl2pPr algn="l">
              <a:defRPr sz="1025" b="0" i="0">
                <a:solidFill>
                  <a:srgbClr val="000000"/>
                </a:solidFill>
                <a:latin typeface="Comic Sans MS"/>
                <a:ea typeface="Comic Sans MS"/>
                <a:cs typeface="Comic Sans MS"/>
              </a:defRPr>
            </a:lvl2pPr>
            <a:lvl3pPr algn="l">
              <a:defRPr sz="1025" b="0" i="0">
                <a:solidFill>
                  <a:srgbClr val="000000"/>
                </a:solidFill>
                <a:latin typeface="Comic Sans MS"/>
                <a:ea typeface="Comic Sans MS"/>
                <a:cs typeface="Comic Sans MS"/>
              </a:defRPr>
            </a:lvl3pPr>
            <a:lvl4pPr algn="l">
              <a:defRPr sz="1025" b="0" i="0">
                <a:solidFill>
                  <a:srgbClr val="000000"/>
                </a:solidFill>
                <a:latin typeface="Comic Sans MS"/>
                <a:ea typeface="Comic Sans MS"/>
                <a:cs typeface="Comic Sans MS"/>
              </a:defRPr>
            </a:lvl4pPr>
            <a:lvl5pPr algn="l">
              <a:defRPr sz="1025" b="0" i="0">
                <a:solidFill>
                  <a:srgbClr val="000000"/>
                </a:solidFill>
                <a:latin typeface="Comic Sans MS"/>
                <a:ea typeface="Comic Sans MS"/>
                <a:cs typeface="Comic Sans MS"/>
              </a:defRPr>
            </a:lvl5pPr>
            <a:lvl6pPr algn="l">
              <a:defRPr sz="1025" b="0" i="0">
                <a:solidFill>
                  <a:srgbClr val="000000"/>
                </a:solidFill>
                <a:latin typeface="Comic Sans MS"/>
                <a:ea typeface="Comic Sans MS"/>
                <a:cs typeface="Comic Sans MS"/>
              </a:defRPr>
            </a:lvl6pPr>
            <a:lvl7pPr algn="l">
              <a:defRPr sz="1025" b="0" i="0">
                <a:solidFill>
                  <a:srgbClr val="000000"/>
                </a:solidFill>
                <a:latin typeface="Comic Sans MS"/>
                <a:ea typeface="Comic Sans MS"/>
                <a:cs typeface="Comic Sans MS"/>
              </a:defRPr>
            </a:lvl7pPr>
            <a:lvl8pPr algn="l">
              <a:defRPr sz="1025" b="0" i="0">
                <a:solidFill>
                  <a:srgbClr val="000000"/>
                </a:solidFill>
                <a:latin typeface="Comic Sans MS"/>
                <a:ea typeface="Comic Sans MS"/>
                <a:cs typeface="Comic Sans MS"/>
              </a:defRPr>
            </a:lvl8pPr>
            <a:lvl9pPr algn="l">
              <a:defRPr sz="1025" b="0" i="0">
                <a:solidFill>
                  <a:srgbClr val="000000"/>
                </a:solidFill>
                <a:latin typeface="Comic Sans MS"/>
                <a:ea typeface="Comic Sans MS"/>
                <a:cs typeface="Comic Sans MS"/>
              </a:defRPr>
            </a:lvl9pPr>
          </a:lstStyle>
          <a:p xmlns:a="http://schemas.openxmlformats.org/drawingml/2006/main">
            <a:pPr algn="l">
              <a:lnSpc>
                <a:spcPct val="100000"/>
              </a:lnSpc>
              <a:buNone/>
              <a:defRPr sz="1025" b="0" i="0">
                <a:solidFill>
                  <a:srgbClr val="000000"/>
                </a:solidFill>
                <a:latin typeface="Comic Sans MS"/>
                <a:ea typeface="Comic Sans MS"/>
                <a:cs typeface="Comic Sans MS"/>
              </a:defRPr>
            </a:pPr>
            <a:r>
              <a:rPr sz="1025" b="0" i="0">
                <a:solidFill>
                  <a:srgbClr val="000000"/>
                </a:solidFill>
                <a:latin typeface="Comic Sans MS"/>
                <a:ea typeface="Comic Sans MS"/>
                <a:cs typeface="Comic Sans MS"/>
              </a:rPr>
              <a:t>/Time</a:t>
            </a:r>
          </a:p>
        </p:txBody>
      </p:sp>
      <p:sp>
        <p:nvSpPr>
          <p:cNvPr id="126" name="text-118 BBox">
            <a:extLst xmlns:a="http://schemas.openxmlformats.org/drawingml/2006/main">
              <a:ext uri="{FF2B5EF4-FFF2-40B4-BE49-F238E27FC236}">
                <a16:creationId xmlns:a16="http://schemas.microsoft.com/office/drawing/2014/main" id="{E64D377C-3B9A-49CE-AFF8-C3A33F82ECE5}"/>
              </a:ext>
            </a:extLst>
          </p:cNvPr>
          <p:cNvSpPr>
            <a:spLocks xmlns:a="http://schemas.openxmlformats.org/drawingml/2006/main" noGrp="1"/>
          </p:cNvSpPr>
          <p:nvPr/>
        </p:nvSpPr>
        <p:spPr>
          <a:xfrm xmlns:a="http://schemas.openxmlformats.org/drawingml/2006/main" rot="0">
            <a:off x="10537073" y="3933299"/>
            <a:ext cx="333172" cy="1825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7" b="0" i="0">
                <a:solidFill>
                  <a:srgbClr val="000000"/>
                </a:solidFill>
                <a:latin typeface="Comic Sans MS"/>
                <a:ea typeface="Comic Sans MS"/>
                <a:cs typeface="Comic Sans MS"/>
              </a:defRPr>
            </a:defPPr>
            <a:lvl1pPr algn="l">
              <a:defRPr sz="1027" b="0" i="0">
                <a:solidFill>
                  <a:srgbClr val="000000"/>
                </a:solidFill>
                <a:latin typeface="Comic Sans MS"/>
                <a:ea typeface="Comic Sans MS"/>
                <a:cs typeface="Comic Sans MS"/>
              </a:defRPr>
            </a:lvl1pPr>
            <a:lvl2pPr algn="l">
              <a:defRPr sz="1027" b="0" i="0">
                <a:solidFill>
                  <a:srgbClr val="000000"/>
                </a:solidFill>
                <a:latin typeface="Comic Sans MS"/>
                <a:ea typeface="Comic Sans MS"/>
                <a:cs typeface="Comic Sans MS"/>
              </a:defRPr>
            </a:lvl2pPr>
            <a:lvl3pPr algn="l">
              <a:defRPr sz="1027" b="0" i="0">
                <a:solidFill>
                  <a:srgbClr val="000000"/>
                </a:solidFill>
                <a:latin typeface="Comic Sans MS"/>
                <a:ea typeface="Comic Sans MS"/>
                <a:cs typeface="Comic Sans MS"/>
              </a:defRPr>
            </a:lvl3pPr>
            <a:lvl4pPr algn="l">
              <a:defRPr sz="1027" b="0" i="0">
                <a:solidFill>
                  <a:srgbClr val="000000"/>
                </a:solidFill>
                <a:latin typeface="Comic Sans MS"/>
                <a:ea typeface="Comic Sans MS"/>
                <a:cs typeface="Comic Sans MS"/>
              </a:defRPr>
            </a:lvl4pPr>
            <a:lvl5pPr algn="l">
              <a:defRPr sz="1027" b="0" i="0">
                <a:solidFill>
                  <a:srgbClr val="000000"/>
                </a:solidFill>
                <a:latin typeface="Comic Sans MS"/>
                <a:ea typeface="Comic Sans MS"/>
                <a:cs typeface="Comic Sans MS"/>
              </a:defRPr>
            </a:lvl5pPr>
            <a:lvl6pPr algn="l">
              <a:defRPr sz="1027" b="0" i="0">
                <a:solidFill>
                  <a:srgbClr val="000000"/>
                </a:solidFill>
                <a:latin typeface="Comic Sans MS"/>
                <a:ea typeface="Comic Sans MS"/>
                <a:cs typeface="Comic Sans MS"/>
              </a:defRPr>
            </a:lvl6pPr>
            <a:lvl7pPr algn="l">
              <a:defRPr sz="1027" b="0" i="0">
                <a:solidFill>
                  <a:srgbClr val="000000"/>
                </a:solidFill>
                <a:latin typeface="Comic Sans MS"/>
                <a:ea typeface="Comic Sans MS"/>
                <a:cs typeface="Comic Sans MS"/>
              </a:defRPr>
            </a:lvl7pPr>
            <a:lvl8pPr algn="l">
              <a:defRPr sz="1027" b="0" i="0">
                <a:solidFill>
                  <a:srgbClr val="000000"/>
                </a:solidFill>
                <a:latin typeface="Comic Sans MS"/>
                <a:ea typeface="Comic Sans MS"/>
                <a:cs typeface="Comic Sans MS"/>
              </a:defRPr>
            </a:lvl8pPr>
            <a:lvl9pPr algn="l">
              <a:defRPr sz="1027" b="0" i="0">
                <a:solidFill>
                  <a:srgbClr val="000000"/>
                </a:solidFill>
                <a:latin typeface="Comic Sans MS"/>
                <a:ea typeface="Comic Sans MS"/>
                <a:cs typeface="Comic Sans MS"/>
              </a:defRPr>
            </a:lvl9pPr>
          </a:lstStyle>
          <a:p xmlns:a="http://schemas.openxmlformats.org/drawingml/2006/main">
            <a:pPr algn="l">
              <a:lnSpc>
                <a:spcPct val="100000"/>
              </a:lnSpc>
              <a:buNone/>
              <a:defRPr sz="1027" b="0" i="0">
                <a:solidFill>
                  <a:srgbClr val="000000"/>
                </a:solidFill>
                <a:latin typeface="Comic Sans MS"/>
                <a:ea typeface="Comic Sans MS"/>
                <a:cs typeface="Comic Sans MS"/>
              </a:defRPr>
            </a:pPr>
            <a:r>
              <a:rPr sz="1027" b="0" i="0">
                <a:solidFill>
                  <a:srgbClr val="000000"/>
                </a:solidFill>
                <a:latin typeface="Comic Sans MS"/>
                <a:ea typeface="Comic Sans MS"/>
                <a:cs typeface="Comic Sans MS"/>
              </a:rPr>
              <a:t>BBox</a:t>
            </a:r>
          </a:p>
        </p:txBody>
      </p:sp>
      <p:sp>
        <p:nvSpPr>
          <p:cNvPr id="127" name="text-119 /OCR">
            <a:extLst xmlns:a="http://schemas.openxmlformats.org/drawingml/2006/main">
              <a:ext uri="{FF2B5EF4-FFF2-40B4-BE49-F238E27FC236}">
                <a16:creationId xmlns:a16="http://schemas.microsoft.com/office/drawing/2014/main" id="{0084D373-48C6-4894-9AC2-A96F2E55481C}"/>
              </a:ext>
            </a:extLst>
          </p:cNvPr>
          <p:cNvSpPr>
            <a:spLocks xmlns:a="http://schemas.openxmlformats.org/drawingml/2006/main" noGrp="1"/>
          </p:cNvSpPr>
          <p:nvPr/>
        </p:nvSpPr>
        <p:spPr>
          <a:xfrm xmlns:a="http://schemas.openxmlformats.org/drawingml/2006/main" rot="0">
            <a:off x="10843740" y="3933046"/>
            <a:ext cx="355210" cy="1828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9" b="0" i="0">
                <a:solidFill>
                  <a:srgbClr val="000000"/>
                </a:solidFill>
                <a:latin typeface="Comic Sans MS"/>
                <a:ea typeface="Comic Sans MS"/>
                <a:cs typeface="Comic Sans MS"/>
              </a:defRPr>
            </a:defPPr>
            <a:lvl1pPr algn="l">
              <a:defRPr sz="1029" b="0" i="0">
                <a:solidFill>
                  <a:srgbClr val="000000"/>
                </a:solidFill>
                <a:latin typeface="Comic Sans MS"/>
                <a:ea typeface="Comic Sans MS"/>
                <a:cs typeface="Comic Sans MS"/>
              </a:defRPr>
            </a:lvl1pPr>
            <a:lvl2pPr algn="l">
              <a:defRPr sz="1029" b="0" i="0">
                <a:solidFill>
                  <a:srgbClr val="000000"/>
                </a:solidFill>
                <a:latin typeface="Comic Sans MS"/>
                <a:ea typeface="Comic Sans MS"/>
                <a:cs typeface="Comic Sans MS"/>
              </a:defRPr>
            </a:lvl2pPr>
            <a:lvl3pPr algn="l">
              <a:defRPr sz="1029" b="0" i="0">
                <a:solidFill>
                  <a:srgbClr val="000000"/>
                </a:solidFill>
                <a:latin typeface="Comic Sans MS"/>
                <a:ea typeface="Comic Sans MS"/>
                <a:cs typeface="Comic Sans MS"/>
              </a:defRPr>
            </a:lvl3pPr>
            <a:lvl4pPr algn="l">
              <a:defRPr sz="1029" b="0" i="0">
                <a:solidFill>
                  <a:srgbClr val="000000"/>
                </a:solidFill>
                <a:latin typeface="Comic Sans MS"/>
                <a:ea typeface="Comic Sans MS"/>
                <a:cs typeface="Comic Sans MS"/>
              </a:defRPr>
            </a:lvl4pPr>
            <a:lvl5pPr algn="l">
              <a:defRPr sz="1029" b="0" i="0">
                <a:solidFill>
                  <a:srgbClr val="000000"/>
                </a:solidFill>
                <a:latin typeface="Comic Sans MS"/>
                <a:ea typeface="Comic Sans MS"/>
                <a:cs typeface="Comic Sans MS"/>
              </a:defRPr>
            </a:lvl5pPr>
            <a:lvl6pPr algn="l">
              <a:defRPr sz="1029" b="0" i="0">
                <a:solidFill>
                  <a:srgbClr val="000000"/>
                </a:solidFill>
                <a:latin typeface="Comic Sans MS"/>
                <a:ea typeface="Comic Sans MS"/>
                <a:cs typeface="Comic Sans MS"/>
              </a:defRPr>
            </a:lvl6pPr>
            <a:lvl7pPr algn="l">
              <a:defRPr sz="1029" b="0" i="0">
                <a:solidFill>
                  <a:srgbClr val="000000"/>
                </a:solidFill>
                <a:latin typeface="Comic Sans MS"/>
                <a:ea typeface="Comic Sans MS"/>
                <a:cs typeface="Comic Sans MS"/>
              </a:defRPr>
            </a:lvl7pPr>
            <a:lvl8pPr algn="l">
              <a:defRPr sz="1029" b="0" i="0">
                <a:solidFill>
                  <a:srgbClr val="000000"/>
                </a:solidFill>
                <a:latin typeface="Comic Sans MS"/>
                <a:ea typeface="Comic Sans MS"/>
                <a:cs typeface="Comic Sans MS"/>
              </a:defRPr>
            </a:lvl8pPr>
            <a:lvl9pPr algn="l">
              <a:defRPr sz="1029" b="0" i="0">
                <a:solidFill>
                  <a:srgbClr val="000000"/>
                </a:solidFill>
                <a:latin typeface="Comic Sans MS"/>
                <a:ea typeface="Comic Sans MS"/>
                <a:cs typeface="Comic Sans MS"/>
              </a:defRPr>
            </a:lvl9pPr>
          </a:lstStyle>
          <a:p xmlns:a="http://schemas.openxmlformats.org/drawingml/2006/main">
            <a:pPr algn="l">
              <a:lnSpc>
                <a:spcPct val="100000"/>
              </a:lnSpc>
              <a:buNone/>
              <a:defRPr sz="1029" b="0" i="0">
                <a:solidFill>
                  <a:srgbClr val="000000"/>
                </a:solidFill>
                <a:latin typeface="Comic Sans MS"/>
                <a:ea typeface="Comic Sans MS"/>
                <a:cs typeface="Comic Sans MS"/>
              </a:defRPr>
            </a:pPr>
            <a:r>
              <a:rPr sz="1029" b="0" i="0">
                <a:solidFill>
                  <a:srgbClr val="000000"/>
                </a:solidFill>
                <a:latin typeface="Comic Sans MS"/>
                <a:ea typeface="Comic Sans MS"/>
                <a:cs typeface="Comic Sans MS"/>
              </a:rPr>
              <a:t>/OCR</a:t>
            </a:r>
          </a:p>
        </p:txBody>
      </p:sp>
      <p:sp>
        <p:nvSpPr>
          <p:cNvPr id="128" name="text-120 Video">
            <a:extLst xmlns:a="http://schemas.openxmlformats.org/drawingml/2006/main">
              <a:ext uri="{FF2B5EF4-FFF2-40B4-BE49-F238E27FC236}">
                <a16:creationId xmlns:a16="http://schemas.microsoft.com/office/drawing/2014/main" id="{DADE0F94-9BC0-4BAE-BA5C-EDDCF9FB1E43}"/>
              </a:ext>
            </a:extLst>
          </p:cNvPr>
          <p:cNvSpPr>
            <a:spLocks xmlns:a="http://schemas.openxmlformats.org/drawingml/2006/main" noGrp="1"/>
          </p:cNvSpPr>
          <p:nvPr/>
        </p:nvSpPr>
        <p:spPr>
          <a:xfrm xmlns:a="http://schemas.openxmlformats.org/drawingml/2006/main" rot="0">
            <a:off x="6422707" y="4274700"/>
            <a:ext cx="361344" cy="182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7" b="0" i="0">
                <a:solidFill>
                  <a:srgbClr val="000000"/>
                </a:solidFill>
                <a:latin typeface="Comic Sans MS"/>
                <a:ea typeface="Comic Sans MS"/>
                <a:cs typeface="Comic Sans MS"/>
              </a:defRPr>
            </a:defPPr>
            <a:lvl1pPr algn="l">
              <a:defRPr sz="1027" b="0" i="0">
                <a:solidFill>
                  <a:srgbClr val="000000"/>
                </a:solidFill>
                <a:latin typeface="Comic Sans MS"/>
                <a:ea typeface="Comic Sans MS"/>
                <a:cs typeface="Comic Sans MS"/>
              </a:defRPr>
            </a:lvl1pPr>
            <a:lvl2pPr algn="l">
              <a:defRPr sz="1027" b="0" i="0">
                <a:solidFill>
                  <a:srgbClr val="000000"/>
                </a:solidFill>
                <a:latin typeface="Comic Sans MS"/>
                <a:ea typeface="Comic Sans MS"/>
                <a:cs typeface="Comic Sans MS"/>
              </a:defRPr>
            </a:lvl2pPr>
            <a:lvl3pPr algn="l">
              <a:defRPr sz="1027" b="0" i="0">
                <a:solidFill>
                  <a:srgbClr val="000000"/>
                </a:solidFill>
                <a:latin typeface="Comic Sans MS"/>
                <a:ea typeface="Comic Sans MS"/>
                <a:cs typeface="Comic Sans MS"/>
              </a:defRPr>
            </a:lvl3pPr>
            <a:lvl4pPr algn="l">
              <a:defRPr sz="1027" b="0" i="0">
                <a:solidFill>
                  <a:srgbClr val="000000"/>
                </a:solidFill>
                <a:latin typeface="Comic Sans MS"/>
                <a:ea typeface="Comic Sans MS"/>
                <a:cs typeface="Comic Sans MS"/>
              </a:defRPr>
            </a:lvl4pPr>
            <a:lvl5pPr algn="l">
              <a:defRPr sz="1027" b="0" i="0">
                <a:solidFill>
                  <a:srgbClr val="000000"/>
                </a:solidFill>
                <a:latin typeface="Comic Sans MS"/>
                <a:ea typeface="Comic Sans MS"/>
                <a:cs typeface="Comic Sans MS"/>
              </a:defRPr>
            </a:lvl5pPr>
            <a:lvl6pPr algn="l">
              <a:defRPr sz="1027" b="0" i="0">
                <a:solidFill>
                  <a:srgbClr val="000000"/>
                </a:solidFill>
                <a:latin typeface="Comic Sans MS"/>
                <a:ea typeface="Comic Sans MS"/>
                <a:cs typeface="Comic Sans MS"/>
              </a:defRPr>
            </a:lvl6pPr>
            <a:lvl7pPr algn="l">
              <a:defRPr sz="1027" b="0" i="0">
                <a:solidFill>
                  <a:srgbClr val="000000"/>
                </a:solidFill>
                <a:latin typeface="Comic Sans MS"/>
                <a:ea typeface="Comic Sans MS"/>
                <a:cs typeface="Comic Sans MS"/>
              </a:defRPr>
            </a:lvl7pPr>
            <a:lvl8pPr algn="l">
              <a:defRPr sz="1027" b="0" i="0">
                <a:solidFill>
                  <a:srgbClr val="000000"/>
                </a:solidFill>
                <a:latin typeface="Comic Sans MS"/>
                <a:ea typeface="Comic Sans MS"/>
                <a:cs typeface="Comic Sans MS"/>
              </a:defRPr>
            </a:lvl8pPr>
            <a:lvl9pPr algn="l">
              <a:defRPr sz="1027" b="0" i="0">
                <a:solidFill>
                  <a:srgbClr val="000000"/>
                </a:solidFill>
                <a:latin typeface="Comic Sans MS"/>
                <a:ea typeface="Comic Sans MS"/>
                <a:cs typeface="Comic Sans MS"/>
              </a:defRPr>
            </a:lvl9pPr>
          </a:lstStyle>
          <a:p xmlns:a="http://schemas.openxmlformats.org/drawingml/2006/main">
            <a:pPr algn="l">
              <a:lnSpc>
                <a:spcPct val="100000"/>
              </a:lnSpc>
              <a:buNone/>
              <a:defRPr sz="1027" b="0" i="0">
                <a:solidFill>
                  <a:srgbClr val="000000"/>
                </a:solidFill>
                <a:latin typeface="Comic Sans MS"/>
                <a:ea typeface="Comic Sans MS"/>
                <a:cs typeface="Comic Sans MS"/>
              </a:defRPr>
            </a:pPr>
            <a:r>
              <a:rPr sz="1027" b="0" i="0">
                <a:solidFill>
                  <a:srgbClr val="000000"/>
                </a:solidFill>
                <a:latin typeface="Comic Sans MS"/>
                <a:ea typeface="Comic Sans MS"/>
                <a:cs typeface="Comic Sans MS"/>
              </a:rPr>
              <a:t>Video</a:t>
            </a:r>
          </a:p>
        </p:txBody>
      </p:sp>
      <p:sp>
        <p:nvSpPr>
          <p:cNvPr id="129" name="text-121 Clip">
            <a:extLst xmlns:a="http://schemas.openxmlformats.org/drawingml/2006/main">
              <a:ext uri="{FF2B5EF4-FFF2-40B4-BE49-F238E27FC236}">
                <a16:creationId xmlns:a16="http://schemas.microsoft.com/office/drawing/2014/main" id="{33552110-CB2F-4999-BB12-48E1AF613710}"/>
              </a:ext>
            </a:extLst>
          </p:cNvPr>
          <p:cNvSpPr>
            <a:spLocks xmlns:a="http://schemas.openxmlformats.org/drawingml/2006/main" noGrp="1"/>
          </p:cNvSpPr>
          <p:nvPr/>
        </p:nvSpPr>
        <p:spPr>
          <a:xfrm xmlns:a="http://schemas.openxmlformats.org/drawingml/2006/main" rot="0">
            <a:off x="6795307" y="4273586"/>
            <a:ext cx="246080" cy="184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6" b="0" i="0">
                <a:solidFill>
                  <a:srgbClr val="000000"/>
                </a:solidFill>
                <a:latin typeface="Comic Sans MS"/>
                <a:ea typeface="Comic Sans MS"/>
                <a:cs typeface="Comic Sans MS"/>
              </a:defRPr>
            </a:defPPr>
            <a:lvl1pPr algn="l">
              <a:defRPr sz="1036" b="0" i="0">
                <a:solidFill>
                  <a:srgbClr val="000000"/>
                </a:solidFill>
                <a:latin typeface="Comic Sans MS"/>
                <a:ea typeface="Comic Sans MS"/>
                <a:cs typeface="Comic Sans MS"/>
              </a:defRPr>
            </a:lvl1pPr>
            <a:lvl2pPr algn="l">
              <a:defRPr sz="1036" b="0" i="0">
                <a:solidFill>
                  <a:srgbClr val="000000"/>
                </a:solidFill>
                <a:latin typeface="Comic Sans MS"/>
                <a:ea typeface="Comic Sans MS"/>
                <a:cs typeface="Comic Sans MS"/>
              </a:defRPr>
            </a:lvl2pPr>
            <a:lvl3pPr algn="l">
              <a:defRPr sz="1036" b="0" i="0">
                <a:solidFill>
                  <a:srgbClr val="000000"/>
                </a:solidFill>
                <a:latin typeface="Comic Sans MS"/>
                <a:ea typeface="Comic Sans MS"/>
                <a:cs typeface="Comic Sans MS"/>
              </a:defRPr>
            </a:lvl3pPr>
            <a:lvl4pPr algn="l">
              <a:defRPr sz="1036" b="0" i="0">
                <a:solidFill>
                  <a:srgbClr val="000000"/>
                </a:solidFill>
                <a:latin typeface="Comic Sans MS"/>
                <a:ea typeface="Comic Sans MS"/>
                <a:cs typeface="Comic Sans MS"/>
              </a:defRPr>
            </a:lvl4pPr>
            <a:lvl5pPr algn="l">
              <a:defRPr sz="1036" b="0" i="0">
                <a:solidFill>
                  <a:srgbClr val="000000"/>
                </a:solidFill>
                <a:latin typeface="Comic Sans MS"/>
                <a:ea typeface="Comic Sans MS"/>
                <a:cs typeface="Comic Sans MS"/>
              </a:defRPr>
            </a:lvl5pPr>
            <a:lvl6pPr algn="l">
              <a:defRPr sz="1036" b="0" i="0">
                <a:solidFill>
                  <a:srgbClr val="000000"/>
                </a:solidFill>
                <a:latin typeface="Comic Sans MS"/>
                <a:ea typeface="Comic Sans MS"/>
                <a:cs typeface="Comic Sans MS"/>
              </a:defRPr>
            </a:lvl6pPr>
            <a:lvl7pPr algn="l">
              <a:defRPr sz="1036" b="0" i="0">
                <a:solidFill>
                  <a:srgbClr val="000000"/>
                </a:solidFill>
                <a:latin typeface="Comic Sans MS"/>
                <a:ea typeface="Comic Sans MS"/>
                <a:cs typeface="Comic Sans MS"/>
              </a:defRPr>
            </a:lvl7pPr>
            <a:lvl8pPr algn="l">
              <a:defRPr sz="1036" b="0" i="0">
                <a:solidFill>
                  <a:srgbClr val="000000"/>
                </a:solidFill>
                <a:latin typeface="Comic Sans MS"/>
                <a:ea typeface="Comic Sans MS"/>
                <a:cs typeface="Comic Sans MS"/>
              </a:defRPr>
            </a:lvl8pPr>
            <a:lvl9pPr algn="l">
              <a:defRPr sz="1036" b="0" i="0">
                <a:solidFill>
                  <a:srgbClr val="000000"/>
                </a:solidFill>
                <a:latin typeface="Comic Sans MS"/>
                <a:ea typeface="Comic Sans MS"/>
                <a:cs typeface="Comic Sans MS"/>
              </a:defRPr>
            </a:lvl9pPr>
          </a:lstStyle>
          <a:p xmlns:a="http://schemas.openxmlformats.org/drawingml/2006/main">
            <a:pPr algn="l">
              <a:lnSpc>
                <a:spcPct val="100000"/>
              </a:lnSpc>
              <a:buNone/>
              <a:defRPr sz="1036" b="0" i="0">
                <a:solidFill>
                  <a:srgbClr val="000000"/>
                </a:solidFill>
                <a:latin typeface="Comic Sans MS"/>
                <a:ea typeface="Comic Sans MS"/>
                <a:cs typeface="Comic Sans MS"/>
              </a:defRPr>
            </a:pPr>
            <a:r>
              <a:rPr sz="1036" b="0" i="0">
                <a:solidFill>
                  <a:srgbClr val="000000"/>
                </a:solidFill>
                <a:latin typeface="Comic Sans MS"/>
                <a:ea typeface="Comic Sans MS"/>
                <a:cs typeface="Comic Sans MS"/>
              </a:rPr>
              <a:t>Clip</a:t>
            </a:r>
          </a:p>
        </p:txBody>
      </p:sp>
      <p:sp>
        <p:nvSpPr>
          <p:cNvPr id="130" name="path-122">
            <a:extLst xmlns:a="http://schemas.openxmlformats.org/drawingml/2006/main">
              <a:ext uri="{FF2B5EF4-FFF2-40B4-BE49-F238E27FC236}">
                <a16:creationId xmlns:a16="http://schemas.microsoft.com/office/drawing/2014/main" id="{55526715-F44F-4BE7-9D6C-792834BA69B8}"/>
              </a:ext>
            </a:extLst>
          </p:cNvPr>
          <p:cNvSpPr>
            <a:spLocks xmlns:a="http://schemas.openxmlformats.org/drawingml/2006/main" noGrp="1"/>
          </p:cNvSpPr>
          <p:nvPr/>
        </p:nvSpPr>
        <p:spPr>
          <a:xfrm xmlns:a="http://schemas.openxmlformats.org/drawingml/2006/main">
            <a:off x="7059166" y="4315251"/>
            <a:ext cx="77152" cy="90988"/>
          </a:xfrm>
          <a:custGeom xmlns:a="http://schemas.openxmlformats.org/drawingml/2006/main">
            <a:pathLst>
              <a:path w="77152" h="90988">
                <a:moveTo>
                  <a:pt x="28001" y="0"/>
                </a:moveTo>
                <a:lnTo>
                  <a:pt x="27277" y="3228"/>
                </a:lnTo>
                <a:cubicBezTo>
                  <a:pt x="25344" y="3448"/>
                  <a:pt x="23840" y="4019"/>
                  <a:pt x="22763" y="4941"/>
                </a:cubicBezTo>
                <a:cubicBezTo>
                  <a:pt x="21687" y="5864"/>
                  <a:pt x="20930" y="7149"/>
                  <a:pt x="20490" y="8796"/>
                </a:cubicBezTo>
                <a:cubicBezTo>
                  <a:pt x="20051" y="10443"/>
                  <a:pt x="19832" y="12650"/>
                  <a:pt x="19832" y="15417"/>
                </a:cubicBezTo>
                <a:cubicBezTo>
                  <a:pt x="19832" y="16076"/>
                  <a:pt x="19897" y="18053"/>
                  <a:pt x="20029" y="21347"/>
                </a:cubicBezTo>
                <a:lnTo>
                  <a:pt x="21874" y="69575"/>
                </a:lnTo>
                <a:lnTo>
                  <a:pt x="21874" y="74846"/>
                </a:lnTo>
                <a:lnTo>
                  <a:pt x="22533" y="74846"/>
                </a:lnTo>
                <a:lnTo>
                  <a:pt x="51061" y="23389"/>
                </a:lnTo>
                <a:cubicBezTo>
                  <a:pt x="52730" y="20359"/>
                  <a:pt x="53982" y="17756"/>
                  <a:pt x="54817" y="15582"/>
                </a:cubicBezTo>
                <a:cubicBezTo>
                  <a:pt x="55651" y="13408"/>
                  <a:pt x="56069" y="11486"/>
                  <a:pt x="56069" y="9817"/>
                </a:cubicBezTo>
                <a:cubicBezTo>
                  <a:pt x="56069" y="6127"/>
                  <a:pt x="53872" y="3931"/>
                  <a:pt x="49480" y="3228"/>
                </a:cubicBezTo>
                <a:lnTo>
                  <a:pt x="50205" y="0"/>
                </a:lnTo>
                <a:lnTo>
                  <a:pt x="77152" y="0"/>
                </a:lnTo>
                <a:lnTo>
                  <a:pt x="76427" y="3228"/>
                </a:lnTo>
                <a:cubicBezTo>
                  <a:pt x="75241" y="3404"/>
                  <a:pt x="74110" y="3854"/>
                  <a:pt x="73034" y="4579"/>
                </a:cubicBezTo>
                <a:cubicBezTo>
                  <a:pt x="71958" y="5304"/>
                  <a:pt x="70750" y="6512"/>
                  <a:pt x="69410" y="8203"/>
                </a:cubicBezTo>
                <a:cubicBezTo>
                  <a:pt x="68071" y="9894"/>
                  <a:pt x="65995" y="13155"/>
                  <a:pt x="63184" y="17987"/>
                </a:cubicBezTo>
                <a:lnTo>
                  <a:pt x="21017" y="90988"/>
                </a:lnTo>
                <a:lnTo>
                  <a:pt x="12255" y="90988"/>
                </a:lnTo>
                <a:lnTo>
                  <a:pt x="7840" y="17526"/>
                </a:lnTo>
                <a:cubicBezTo>
                  <a:pt x="7665" y="14670"/>
                  <a:pt x="7346" y="12222"/>
                  <a:pt x="6885" y="10179"/>
                </a:cubicBezTo>
                <a:cubicBezTo>
                  <a:pt x="6424" y="8137"/>
                  <a:pt x="5699" y="6545"/>
                  <a:pt x="4711" y="5403"/>
                </a:cubicBezTo>
                <a:cubicBezTo>
                  <a:pt x="3723" y="4261"/>
                  <a:pt x="2152" y="3536"/>
                  <a:pt x="0" y="3228"/>
                </a:cubicBezTo>
                <a:lnTo>
                  <a:pt x="725" y="0"/>
                </a:lnTo>
                <a:lnTo>
                  <a:pt x="28001" y="0"/>
                </a:lnTo>
                <a:close/>
              </a:path>
            </a:pathLst>
          </a:custGeom>
          <a:solidFill xmlns:a="http://schemas.openxmlformats.org/drawingml/2006/main">
            <a:srgbClr val="000000"/>
          </a:solidFill>
          <a:ln xmlns:a="http://schemas.openxmlformats.org/drawingml/2006/main" w="0">
            <a:noFill/>
            <a:prstDash val="solid"/>
          </a:ln>
        </p:spPr>
      </p:sp>
      <p:sp>
        <p:nvSpPr>
          <p:cNvPr id="131" name="path-123">
            <a:extLst xmlns:a="http://schemas.openxmlformats.org/drawingml/2006/main">
              <a:ext uri="{FF2B5EF4-FFF2-40B4-BE49-F238E27FC236}">
                <a16:creationId xmlns:a16="http://schemas.microsoft.com/office/drawing/2014/main" id="{4B34E1AD-749C-4C87-9370-2421B5628705}"/>
              </a:ext>
            </a:extLst>
          </p:cNvPr>
          <p:cNvSpPr>
            <a:spLocks xmlns:a="http://schemas.openxmlformats.org/drawingml/2006/main" noGrp="1"/>
          </p:cNvSpPr>
          <p:nvPr/>
        </p:nvSpPr>
        <p:spPr>
          <a:xfrm xmlns:a="http://schemas.openxmlformats.org/drawingml/2006/main">
            <a:off x="7122826" y="4369964"/>
            <a:ext cx="40633" cy="61717"/>
          </a:xfrm>
          <a:custGeom xmlns:a="http://schemas.openxmlformats.org/drawingml/2006/main">
            <a:pathLst>
              <a:path w="40633" h="61717">
                <a:moveTo>
                  <a:pt x="26258" y="49067"/>
                </a:moveTo>
                <a:cubicBezTo>
                  <a:pt x="26258" y="50057"/>
                  <a:pt x="26290" y="50911"/>
                  <a:pt x="26354" y="51630"/>
                </a:cubicBezTo>
                <a:cubicBezTo>
                  <a:pt x="26418" y="52349"/>
                  <a:pt x="26522" y="52956"/>
                  <a:pt x="26666" y="53451"/>
                </a:cubicBezTo>
                <a:cubicBezTo>
                  <a:pt x="26809" y="53946"/>
                  <a:pt x="27001" y="54369"/>
                  <a:pt x="27241" y="54721"/>
                </a:cubicBezTo>
                <a:cubicBezTo>
                  <a:pt x="27480" y="55072"/>
                  <a:pt x="27760" y="55376"/>
                  <a:pt x="28079" y="55631"/>
                </a:cubicBezTo>
                <a:cubicBezTo>
                  <a:pt x="28463" y="56015"/>
                  <a:pt x="28974" y="56310"/>
                  <a:pt x="29613" y="56518"/>
                </a:cubicBezTo>
                <a:cubicBezTo>
                  <a:pt x="30251" y="56725"/>
                  <a:pt x="31066" y="56901"/>
                  <a:pt x="32056" y="57045"/>
                </a:cubicBezTo>
                <a:cubicBezTo>
                  <a:pt x="33047" y="57189"/>
                  <a:pt x="34236" y="57300"/>
                  <a:pt x="35626" y="57380"/>
                </a:cubicBezTo>
                <a:cubicBezTo>
                  <a:pt x="37016" y="57460"/>
                  <a:pt x="38685" y="57516"/>
                  <a:pt x="40633" y="57548"/>
                </a:cubicBezTo>
                <a:lnTo>
                  <a:pt x="40633" y="61717"/>
                </a:lnTo>
                <a:lnTo>
                  <a:pt x="2635" y="61717"/>
                </a:lnTo>
                <a:lnTo>
                  <a:pt x="2635" y="57548"/>
                </a:lnTo>
                <a:cubicBezTo>
                  <a:pt x="4520" y="57484"/>
                  <a:pt x="6117" y="57412"/>
                  <a:pt x="7427" y="57332"/>
                </a:cubicBezTo>
                <a:cubicBezTo>
                  <a:pt x="8737" y="57252"/>
                  <a:pt x="9855" y="57141"/>
                  <a:pt x="10781" y="56997"/>
                </a:cubicBezTo>
                <a:cubicBezTo>
                  <a:pt x="11708" y="56853"/>
                  <a:pt x="12450" y="56693"/>
                  <a:pt x="13009" y="56518"/>
                </a:cubicBezTo>
                <a:cubicBezTo>
                  <a:pt x="13568" y="56342"/>
                  <a:pt x="14056" y="56126"/>
                  <a:pt x="14471" y="55871"/>
                </a:cubicBezTo>
                <a:cubicBezTo>
                  <a:pt x="14918" y="55583"/>
                  <a:pt x="15301" y="55272"/>
                  <a:pt x="15621" y="54936"/>
                </a:cubicBezTo>
                <a:cubicBezTo>
                  <a:pt x="15940" y="54601"/>
                  <a:pt x="16196" y="54178"/>
                  <a:pt x="16388" y="53667"/>
                </a:cubicBezTo>
                <a:cubicBezTo>
                  <a:pt x="16579" y="53156"/>
                  <a:pt x="16731" y="52533"/>
                  <a:pt x="16843" y="51798"/>
                </a:cubicBezTo>
                <a:cubicBezTo>
                  <a:pt x="16955" y="51063"/>
                  <a:pt x="17010" y="50153"/>
                  <a:pt x="17010" y="49067"/>
                </a:cubicBezTo>
                <a:lnTo>
                  <a:pt x="17010" y="14710"/>
                </a:lnTo>
                <a:cubicBezTo>
                  <a:pt x="17010" y="13465"/>
                  <a:pt x="16771" y="12586"/>
                  <a:pt x="16292" y="12075"/>
                </a:cubicBezTo>
                <a:cubicBezTo>
                  <a:pt x="15813" y="11564"/>
                  <a:pt x="15126" y="11308"/>
                  <a:pt x="14231" y="11308"/>
                </a:cubicBezTo>
                <a:cubicBezTo>
                  <a:pt x="13241" y="11308"/>
                  <a:pt x="11772" y="11819"/>
                  <a:pt x="9823" y="12842"/>
                </a:cubicBezTo>
                <a:cubicBezTo>
                  <a:pt x="7874" y="13864"/>
                  <a:pt x="5351" y="15381"/>
                  <a:pt x="2252" y="17394"/>
                </a:cubicBezTo>
                <a:cubicBezTo>
                  <a:pt x="1837" y="16659"/>
                  <a:pt x="1453" y="15924"/>
                  <a:pt x="1102" y="15190"/>
                </a:cubicBezTo>
                <a:cubicBezTo>
                  <a:pt x="751" y="14455"/>
                  <a:pt x="383" y="13704"/>
                  <a:pt x="0" y="12938"/>
                </a:cubicBezTo>
                <a:cubicBezTo>
                  <a:pt x="3961" y="10765"/>
                  <a:pt x="7882" y="8601"/>
                  <a:pt x="11764" y="6445"/>
                </a:cubicBezTo>
                <a:cubicBezTo>
                  <a:pt x="15645" y="4289"/>
                  <a:pt x="19582" y="2140"/>
                  <a:pt x="23575" y="0"/>
                </a:cubicBezTo>
                <a:lnTo>
                  <a:pt x="26498" y="0"/>
                </a:lnTo>
                <a:cubicBezTo>
                  <a:pt x="26434" y="1757"/>
                  <a:pt x="26386" y="3330"/>
                  <a:pt x="26354" y="4720"/>
                </a:cubicBezTo>
                <a:cubicBezTo>
                  <a:pt x="26322" y="6109"/>
                  <a:pt x="26298" y="7459"/>
                  <a:pt x="26282" y="8769"/>
                </a:cubicBezTo>
                <a:cubicBezTo>
                  <a:pt x="26266" y="10078"/>
                  <a:pt x="26258" y="11372"/>
                  <a:pt x="26258" y="12650"/>
                </a:cubicBezTo>
                <a:lnTo>
                  <a:pt x="26258" y="49067"/>
                </a:lnTo>
                <a:close/>
              </a:path>
            </a:pathLst>
          </a:custGeom>
          <a:solidFill xmlns:a="http://schemas.openxmlformats.org/drawingml/2006/main">
            <a:srgbClr val="000000"/>
          </a:solidFill>
          <a:ln xmlns:a="http://schemas.openxmlformats.org/drawingml/2006/main" w="0">
            <a:noFill/>
            <a:prstDash val="solid"/>
          </a:ln>
        </p:spPr>
      </p:sp>
      <p:sp>
        <p:nvSpPr>
          <p:cNvPr id="132" name="text-124 Sailboat">
            <a:extLst xmlns:a="http://schemas.openxmlformats.org/drawingml/2006/main">
              <a:ext uri="{FF2B5EF4-FFF2-40B4-BE49-F238E27FC236}">
                <a16:creationId xmlns:a16="http://schemas.microsoft.com/office/drawing/2014/main" id="{2BEDBEDC-52D8-4667-9C28-7535018C4AA6}"/>
              </a:ext>
            </a:extLst>
          </p:cNvPr>
          <p:cNvSpPr>
            <a:spLocks xmlns:a="http://schemas.openxmlformats.org/drawingml/2006/main" noGrp="1"/>
          </p:cNvSpPr>
          <p:nvPr/>
        </p:nvSpPr>
        <p:spPr>
          <a:xfrm xmlns:a="http://schemas.openxmlformats.org/drawingml/2006/main" rot="0">
            <a:off x="7366368" y="4200475"/>
            <a:ext cx="493994" cy="171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3" b="0" i="0">
                <a:solidFill>
                  <a:srgbClr val="000000"/>
                </a:solidFill>
                <a:latin typeface="Comic Sans MS"/>
                <a:ea typeface="Comic Sans MS"/>
                <a:cs typeface="Comic Sans MS"/>
              </a:defRPr>
            </a:defPPr>
            <a:lvl1pPr algn="l">
              <a:defRPr sz="963" b="0" i="0">
                <a:solidFill>
                  <a:srgbClr val="000000"/>
                </a:solidFill>
                <a:latin typeface="Comic Sans MS"/>
                <a:ea typeface="Comic Sans MS"/>
                <a:cs typeface="Comic Sans MS"/>
              </a:defRPr>
            </a:lvl1pPr>
            <a:lvl2pPr algn="l">
              <a:defRPr sz="963" b="0" i="0">
                <a:solidFill>
                  <a:srgbClr val="000000"/>
                </a:solidFill>
                <a:latin typeface="Comic Sans MS"/>
                <a:ea typeface="Comic Sans MS"/>
                <a:cs typeface="Comic Sans MS"/>
              </a:defRPr>
            </a:lvl2pPr>
            <a:lvl3pPr algn="l">
              <a:defRPr sz="963" b="0" i="0">
                <a:solidFill>
                  <a:srgbClr val="000000"/>
                </a:solidFill>
                <a:latin typeface="Comic Sans MS"/>
                <a:ea typeface="Comic Sans MS"/>
                <a:cs typeface="Comic Sans MS"/>
              </a:defRPr>
            </a:lvl3pPr>
            <a:lvl4pPr algn="l">
              <a:defRPr sz="963" b="0" i="0">
                <a:solidFill>
                  <a:srgbClr val="000000"/>
                </a:solidFill>
                <a:latin typeface="Comic Sans MS"/>
                <a:ea typeface="Comic Sans MS"/>
                <a:cs typeface="Comic Sans MS"/>
              </a:defRPr>
            </a:lvl4pPr>
            <a:lvl5pPr algn="l">
              <a:defRPr sz="963" b="0" i="0">
                <a:solidFill>
                  <a:srgbClr val="000000"/>
                </a:solidFill>
                <a:latin typeface="Comic Sans MS"/>
                <a:ea typeface="Comic Sans MS"/>
                <a:cs typeface="Comic Sans MS"/>
              </a:defRPr>
            </a:lvl5pPr>
            <a:lvl6pPr algn="l">
              <a:defRPr sz="963" b="0" i="0">
                <a:solidFill>
                  <a:srgbClr val="000000"/>
                </a:solidFill>
                <a:latin typeface="Comic Sans MS"/>
                <a:ea typeface="Comic Sans MS"/>
                <a:cs typeface="Comic Sans MS"/>
              </a:defRPr>
            </a:lvl6pPr>
            <a:lvl7pPr algn="l">
              <a:defRPr sz="963" b="0" i="0">
                <a:solidFill>
                  <a:srgbClr val="000000"/>
                </a:solidFill>
                <a:latin typeface="Comic Sans MS"/>
                <a:ea typeface="Comic Sans MS"/>
                <a:cs typeface="Comic Sans MS"/>
              </a:defRPr>
            </a:lvl7pPr>
            <a:lvl8pPr algn="l">
              <a:defRPr sz="963" b="0" i="0">
                <a:solidFill>
                  <a:srgbClr val="000000"/>
                </a:solidFill>
                <a:latin typeface="Comic Sans MS"/>
                <a:ea typeface="Comic Sans MS"/>
                <a:cs typeface="Comic Sans MS"/>
              </a:defRPr>
            </a:lvl8pPr>
            <a:lvl9pPr algn="l">
              <a:defRPr sz="963" b="0" i="0">
                <a:solidFill>
                  <a:srgbClr val="000000"/>
                </a:solidFill>
                <a:latin typeface="Comic Sans MS"/>
                <a:ea typeface="Comic Sans MS"/>
                <a:cs typeface="Comic Sans MS"/>
              </a:defRPr>
            </a:lvl9pPr>
          </a:lstStyle>
          <a:p xmlns:a="http://schemas.openxmlformats.org/drawingml/2006/main">
            <a:pPr algn="l">
              <a:lnSpc>
                <a:spcPct val="100000"/>
              </a:lnSpc>
              <a:buNone/>
              <a:defRPr sz="963" b="0" i="0">
                <a:solidFill>
                  <a:srgbClr val="000000"/>
                </a:solidFill>
                <a:latin typeface="Comic Sans MS"/>
                <a:ea typeface="Comic Sans MS"/>
                <a:cs typeface="Comic Sans MS"/>
              </a:defRPr>
            </a:pPr>
            <a:r>
              <a:rPr sz="963" b="0" i="0">
                <a:solidFill>
                  <a:srgbClr val="000000"/>
                </a:solidFill>
                <a:latin typeface="Comic Sans MS"/>
                <a:ea typeface="Comic Sans MS"/>
                <a:cs typeface="Comic Sans MS"/>
              </a:rPr>
              <a:t>Sailboat</a:t>
            </a:r>
          </a:p>
        </p:txBody>
      </p:sp>
      <p:sp>
        <p:nvSpPr>
          <p:cNvPr id="133" name="text-124 Race">
            <a:extLst xmlns:a="http://schemas.openxmlformats.org/drawingml/2006/main">
              <a:ext uri="{FF2B5EF4-FFF2-40B4-BE49-F238E27FC236}">
                <a16:creationId xmlns:a16="http://schemas.microsoft.com/office/drawing/2014/main" id="{E8251343-9B1E-4308-A3C0-A2F010EBF37D}"/>
              </a:ext>
            </a:extLst>
          </p:cNvPr>
          <p:cNvSpPr>
            <a:spLocks xmlns:a="http://schemas.openxmlformats.org/drawingml/2006/main" noGrp="1"/>
          </p:cNvSpPr>
          <p:nvPr/>
        </p:nvSpPr>
        <p:spPr>
          <a:xfrm xmlns:a="http://schemas.openxmlformats.org/drawingml/2006/main" rot="0">
            <a:off x="7875741" y="4200253"/>
            <a:ext cx="291715" cy="171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5" b="0" i="0">
                <a:solidFill>
                  <a:srgbClr val="000000"/>
                </a:solidFill>
                <a:latin typeface="Comic Sans MS"/>
                <a:ea typeface="Comic Sans MS"/>
                <a:cs typeface="Comic Sans MS"/>
              </a:defRPr>
            </a:defPPr>
            <a:lvl1pPr algn="l">
              <a:defRPr sz="965" b="0" i="0">
                <a:solidFill>
                  <a:srgbClr val="000000"/>
                </a:solidFill>
                <a:latin typeface="Comic Sans MS"/>
                <a:ea typeface="Comic Sans MS"/>
                <a:cs typeface="Comic Sans MS"/>
              </a:defRPr>
            </a:lvl1pPr>
            <a:lvl2pPr algn="l">
              <a:defRPr sz="965" b="0" i="0">
                <a:solidFill>
                  <a:srgbClr val="000000"/>
                </a:solidFill>
                <a:latin typeface="Comic Sans MS"/>
                <a:ea typeface="Comic Sans MS"/>
                <a:cs typeface="Comic Sans MS"/>
              </a:defRPr>
            </a:lvl2pPr>
            <a:lvl3pPr algn="l">
              <a:defRPr sz="965" b="0" i="0">
                <a:solidFill>
                  <a:srgbClr val="000000"/>
                </a:solidFill>
                <a:latin typeface="Comic Sans MS"/>
                <a:ea typeface="Comic Sans MS"/>
                <a:cs typeface="Comic Sans MS"/>
              </a:defRPr>
            </a:lvl3pPr>
            <a:lvl4pPr algn="l">
              <a:defRPr sz="965" b="0" i="0">
                <a:solidFill>
                  <a:srgbClr val="000000"/>
                </a:solidFill>
                <a:latin typeface="Comic Sans MS"/>
                <a:ea typeface="Comic Sans MS"/>
                <a:cs typeface="Comic Sans MS"/>
              </a:defRPr>
            </a:lvl4pPr>
            <a:lvl5pPr algn="l">
              <a:defRPr sz="965" b="0" i="0">
                <a:solidFill>
                  <a:srgbClr val="000000"/>
                </a:solidFill>
                <a:latin typeface="Comic Sans MS"/>
                <a:ea typeface="Comic Sans MS"/>
                <a:cs typeface="Comic Sans MS"/>
              </a:defRPr>
            </a:lvl5pPr>
            <a:lvl6pPr algn="l">
              <a:defRPr sz="965" b="0" i="0">
                <a:solidFill>
                  <a:srgbClr val="000000"/>
                </a:solidFill>
                <a:latin typeface="Comic Sans MS"/>
                <a:ea typeface="Comic Sans MS"/>
                <a:cs typeface="Comic Sans MS"/>
              </a:defRPr>
            </a:lvl6pPr>
            <a:lvl7pPr algn="l">
              <a:defRPr sz="965" b="0" i="0">
                <a:solidFill>
                  <a:srgbClr val="000000"/>
                </a:solidFill>
                <a:latin typeface="Comic Sans MS"/>
                <a:ea typeface="Comic Sans MS"/>
                <a:cs typeface="Comic Sans MS"/>
              </a:defRPr>
            </a:lvl7pPr>
            <a:lvl8pPr algn="l">
              <a:defRPr sz="965" b="0" i="0">
                <a:solidFill>
                  <a:srgbClr val="000000"/>
                </a:solidFill>
                <a:latin typeface="Comic Sans MS"/>
                <a:ea typeface="Comic Sans MS"/>
                <a:cs typeface="Comic Sans MS"/>
              </a:defRPr>
            </a:lvl8pPr>
            <a:lvl9pPr algn="l">
              <a:defRPr sz="965" b="0" i="0">
                <a:solidFill>
                  <a:srgbClr val="000000"/>
                </a:solidFill>
                <a:latin typeface="Comic Sans MS"/>
                <a:ea typeface="Comic Sans MS"/>
                <a:cs typeface="Comic Sans MS"/>
              </a:defRPr>
            </a:lvl9pPr>
          </a:lstStyle>
          <a:p xmlns:a="http://schemas.openxmlformats.org/drawingml/2006/main">
            <a:pPr algn="l">
              <a:lnSpc>
                <a:spcPct val="100000"/>
              </a:lnSpc>
              <a:buNone/>
              <a:defRPr sz="965" b="0" i="0">
                <a:solidFill>
                  <a:srgbClr val="000000"/>
                </a:solidFill>
                <a:latin typeface="Comic Sans MS"/>
                <a:ea typeface="Comic Sans MS"/>
                <a:cs typeface="Comic Sans MS"/>
              </a:defRPr>
            </a:pPr>
            <a:r>
              <a:rPr sz="965" b="0" i="0">
                <a:solidFill>
                  <a:srgbClr val="000000"/>
                </a:solidFill>
                <a:latin typeface="Comic Sans MS"/>
                <a:ea typeface="Comic Sans MS"/>
                <a:cs typeface="Comic Sans MS"/>
              </a:rPr>
              <a:t>Race</a:t>
            </a:r>
          </a:p>
        </p:txBody>
      </p:sp>
      <p:sp>
        <p:nvSpPr>
          <p:cNvPr id="134" name="text-125 Highlights">
            <a:extLst xmlns:a="http://schemas.openxmlformats.org/drawingml/2006/main">
              <a:ext uri="{FF2B5EF4-FFF2-40B4-BE49-F238E27FC236}">
                <a16:creationId xmlns:a16="http://schemas.microsoft.com/office/drawing/2014/main" id="{70EE8328-D99B-4147-9996-EF7CF3997B20}"/>
              </a:ext>
            </a:extLst>
          </p:cNvPr>
          <p:cNvSpPr>
            <a:spLocks xmlns:a="http://schemas.openxmlformats.org/drawingml/2006/main" noGrp="1"/>
          </p:cNvSpPr>
          <p:nvPr/>
        </p:nvSpPr>
        <p:spPr>
          <a:xfrm xmlns:a="http://schemas.openxmlformats.org/drawingml/2006/main" rot="0">
            <a:off x="7464501" y="4347926"/>
            <a:ext cx="604793" cy="170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1" b="0" i="0">
                <a:solidFill>
                  <a:srgbClr val="000000"/>
                </a:solidFill>
                <a:latin typeface="Comic Sans MS"/>
                <a:ea typeface="Comic Sans MS"/>
                <a:cs typeface="Comic Sans MS"/>
              </a:defRPr>
            </a:defPPr>
            <a:lvl1pPr algn="l">
              <a:defRPr sz="961" b="0" i="0">
                <a:solidFill>
                  <a:srgbClr val="000000"/>
                </a:solidFill>
                <a:latin typeface="Comic Sans MS"/>
                <a:ea typeface="Comic Sans MS"/>
                <a:cs typeface="Comic Sans MS"/>
              </a:defRPr>
            </a:lvl1pPr>
            <a:lvl2pPr algn="l">
              <a:defRPr sz="961" b="0" i="0">
                <a:solidFill>
                  <a:srgbClr val="000000"/>
                </a:solidFill>
                <a:latin typeface="Comic Sans MS"/>
                <a:ea typeface="Comic Sans MS"/>
                <a:cs typeface="Comic Sans MS"/>
              </a:defRPr>
            </a:lvl2pPr>
            <a:lvl3pPr algn="l">
              <a:defRPr sz="961" b="0" i="0">
                <a:solidFill>
                  <a:srgbClr val="000000"/>
                </a:solidFill>
                <a:latin typeface="Comic Sans MS"/>
                <a:ea typeface="Comic Sans MS"/>
                <a:cs typeface="Comic Sans MS"/>
              </a:defRPr>
            </a:lvl3pPr>
            <a:lvl4pPr algn="l">
              <a:defRPr sz="961" b="0" i="0">
                <a:solidFill>
                  <a:srgbClr val="000000"/>
                </a:solidFill>
                <a:latin typeface="Comic Sans MS"/>
                <a:ea typeface="Comic Sans MS"/>
                <a:cs typeface="Comic Sans MS"/>
              </a:defRPr>
            </a:lvl4pPr>
            <a:lvl5pPr algn="l">
              <a:defRPr sz="961" b="0" i="0">
                <a:solidFill>
                  <a:srgbClr val="000000"/>
                </a:solidFill>
                <a:latin typeface="Comic Sans MS"/>
                <a:ea typeface="Comic Sans MS"/>
                <a:cs typeface="Comic Sans MS"/>
              </a:defRPr>
            </a:lvl5pPr>
            <a:lvl6pPr algn="l">
              <a:defRPr sz="961" b="0" i="0">
                <a:solidFill>
                  <a:srgbClr val="000000"/>
                </a:solidFill>
                <a:latin typeface="Comic Sans MS"/>
                <a:ea typeface="Comic Sans MS"/>
                <a:cs typeface="Comic Sans MS"/>
              </a:defRPr>
            </a:lvl6pPr>
            <a:lvl7pPr algn="l">
              <a:defRPr sz="961" b="0" i="0">
                <a:solidFill>
                  <a:srgbClr val="000000"/>
                </a:solidFill>
                <a:latin typeface="Comic Sans MS"/>
                <a:ea typeface="Comic Sans MS"/>
                <a:cs typeface="Comic Sans MS"/>
              </a:defRPr>
            </a:lvl7pPr>
            <a:lvl8pPr algn="l">
              <a:defRPr sz="961" b="0" i="0">
                <a:solidFill>
                  <a:srgbClr val="000000"/>
                </a:solidFill>
                <a:latin typeface="Comic Sans MS"/>
                <a:ea typeface="Comic Sans MS"/>
                <a:cs typeface="Comic Sans MS"/>
              </a:defRPr>
            </a:lvl8pPr>
            <a:lvl9pPr algn="l">
              <a:defRPr sz="961" b="0" i="0">
                <a:solidFill>
                  <a:srgbClr val="000000"/>
                </a:solidFill>
                <a:latin typeface="Comic Sans MS"/>
                <a:ea typeface="Comic Sans MS"/>
                <a:cs typeface="Comic Sans MS"/>
              </a:defRPr>
            </a:lvl9pPr>
          </a:lstStyle>
          <a:p xmlns:a="http://schemas.openxmlformats.org/drawingml/2006/main">
            <a:pPr algn="l">
              <a:lnSpc>
                <a:spcPct val="100000"/>
              </a:lnSpc>
              <a:buNone/>
              <a:defRPr sz="961" b="0" i="0">
                <a:solidFill>
                  <a:srgbClr val="000000"/>
                </a:solidFill>
                <a:latin typeface="Comic Sans MS"/>
                <a:ea typeface="Comic Sans MS"/>
                <a:cs typeface="Comic Sans MS"/>
              </a:defRPr>
            </a:pPr>
            <a:r>
              <a:rPr sz="961" b="0" i="0">
                <a:solidFill>
                  <a:srgbClr val="000000"/>
                </a:solidFill>
                <a:latin typeface="Comic Sans MS"/>
                <a:ea typeface="Comic Sans MS"/>
                <a:cs typeface="Comic Sans MS"/>
              </a:rPr>
              <a:t>Highlights</a:t>
            </a:r>
          </a:p>
        </p:txBody>
      </p:sp>
      <p:sp>
        <p:nvSpPr>
          <p:cNvPr id="135" name="text-126 Clip">
            <a:extLst xmlns:a="http://schemas.openxmlformats.org/drawingml/2006/main">
              <a:ext uri="{FF2B5EF4-FFF2-40B4-BE49-F238E27FC236}">
                <a16:creationId xmlns:a16="http://schemas.microsoft.com/office/drawing/2014/main" id="{D8360C90-C809-406D-B806-44B089F01407}"/>
              </a:ext>
            </a:extLst>
          </p:cNvPr>
          <p:cNvSpPr>
            <a:spLocks xmlns:a="http://schemas.openxmlformats.org/drawingml/2006/main" noGrp="1"/>
          </p:cNvSpPr>
          <p:nvPr/>
        </p:nvSpPr>
        <p:spPr>
          <a:xfrm xmlns:a="http://schemas.openxmlformats.org/drawingml/2006/main" rot="0">
            <a:off x="8323130" y="4228932"/>
            <a:ext cx="136920" cy="1024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6" b="0" i="0">
                <a:solidFill>
                  <a:srgbClr val="000000"/>
                </a:solidFill>
                <a:latin typeface="Comic Sans MS"/>
                <a:ea typeface="Comic Sans MS"/>
                <a:cs typeface="Comic Sans MS"/>
              </a:defRPr>
            </a:defPPr>
            <a:lvl1pPr algn="l">
              <a:defRPr sz="576" b="0" i="0">
                <a:solidFill>
                  <a:srgbClr val="000000"/>
                </a:solidFill>
                <a:latin typeface="Comic Sans MS"/>
                <a:ea typeface="Comic Sans MS"/>
                <a:cs typeface="Comic Sans MS"/>
              </a:defRPr>
            </a:lvl1pPr>
            <a:lvl2pPr algn="l">
              <a:defRPr sz="576" b="0" i="0">
                <a:solidFill>
                  <a:srgbClr val="000000"/>
                </a:solidFill>
                <a:latin typeface="Comic Sans MS"/>
                <a:ea typeface="Comic Sans MS"/>
                <a:cs typeface="Comic Sans MS"/>
              </a:defRPr>
            </a:lvl2pPr>
            <a:lvl3pPr algn="l">
              <a:defRPr sz="576" b="0" i="0">
                <a:solidFill>
                  <a:srgbClr val="000000"/>
                </a:solidFill>
                <a:latin typeface="Comic Sans MS"/>
                <a:ea typeface="Comic Sans MS"/>
                <a:cs typeface="Comic Sans MS"/>
              </a:defRPr>
            </a:lvl3pPr>
            <a:lvl4pPr algn="l">
              <a:defRPr sz="576" b="0" i="0">
                <a:solidFill>
                  <a:srgbClr val="000000"/>
                </a:solidFill>
                <a:latin typeface="Comic Sans MS"/>
                <a:ea typeface="Comic Sans MS"/>
                <a:cs typeface="Comic Sans MS"/>
              </a:defRPr>
            </a:lvl4pPr>
            <a:lvl5pPr algn="l">
              <a:defRPr sz="576" b="0" i="0">
                <a:solidFill>
                  <a:srgbClr val="000000"/>
                </a:solidFill>
                <a:latin typeface="Comic Sans MS"/>
                <a:ea typeface="Comic Sans MS"/>
                <a:cs typeface="Comic Sans MS"/>
              </a:defRPr>
            </a:lvl5pPr>
            <a:lvl6pPr algn="l">
              <a:defRPr sz="576" b="0" i="0">
                <a:solidFill>
                  <a:srgbClr val="000000"/>
                </a:solidFill>
                <a:latin typeface="Comic Sans MS"/>
                <a:ea typeface="Comic Sans MS"/>
                <a:cs typeface="Comic Sans MS"/>
              </a:defRPr>
            </a:lvl6pPr>
            <a:lvl7pPr algn="l">
              <a:defRPr sz="576" b="0" i="0">
                <a:solidFill>
                  <a:srgbClr val="000000"/>
                </a:solidFill>
                <a:latin typeface="Comic Sans MS"/>
                <a:ea typeface="Comic Sans MS"/>
                <a:cs typeface="Comic Sans MS"/>
              </a:defRPr>
            </a:lvl7pPr>
            <a:lvl8pPr algn="l">
              <a:defRPr sz="576" b="0" i="0">
                <a:solidFill>
                  <a:srgbClr val="000000"/>
                </a:solidFill>
                <a:latin typeface="Comic Sans MS"/>
                <a:ea typeface="Comic Sans MS"/>
                <a:cs typeface="Comic Sans MS"/>
              </a:defRPr>
            </a:lvl8pPr>
            <a:lvl9pPr algn="l">
              <a:defRPr sz="576" b="0" i="0">
                <a:solidFill>
                  <a:srgbClr val="000000"/>
                </a:solidFill>
                <a:latin typeface="Comic Sans MS"/>
                <a:ea typeface="Comic Sans MS"/>
                <a:cs typeface="Comic Sans MS"/>
              </a:defRPr>
            </a:lvl9pPr>
          </a:lstStyle>
          <a:p xmlns:a="http://schemas.openxmlformats.org/drawingml/2006/main">
            <a:pPr algn="l">
              <a:lnSpc>
                <a:spcPct val="100000"/>
              </a:lnSpc>
              <a:buNone/>
              <a:defRPr sz="576" b="0" i="0">
                <a:solidFill>
                  <a:srgbClr val="000000"/>
                </a:solidFill>
                <a:latin typeface="Comic Sans MS"/>
                <a:ea typeface="Comic Sans MS"/>
                <a:cs typeface="Comic Sans MS"/>
              </a:defRPr>
            </a:pPr>
            <a:r>
              <a:rPr sz="576" b="0" i="0">
                <a:solidFill>
                  <a:srgbClr val="000000"/>
                </a:solidFill>
                <a:latin typeface="Comic Sans MS"/>
                <a:ea typeface="Comic Sans MS"/>
                <a:cs typeface="Comic Sans MS"/>
              </a:rPr>
              <a:t>Clip</a:t>
            </a:r>
          </a:p>
        </p:txBody>
      </p:sp>
      <p:sp>
        <p:nvSpPr>
          <p:cNvPr id="136" name="text-127 shows">
            <a:extLst xmlns:a="http://schemas.openxmlformats.org/drawingml/2006/main">
              <a:ext uri="{FF2B5EF4-FFF2-40B4-BE49-F238E27FC236}">
                <a16:creationId xmlns:a16="http://schemas.microsoft.com/office/drawing/2014/main" id="{C4A34B8A-208B-4F7B-8C21-4FE2B552F222}"/>
              </a:ext>
            </a:extLst>
          </p:cNvPr>
          <p:cNvSpPr>
            <a:spLocks xmlns:a="http://schemas.openxmlformats.org/drawingml/2006/main" noGrp="1"/>
          </p:cNvSpPr>
          <p:nvPr/>
        </p:nvSpPr>
        <p:spPr>
          <a:xfrm xmlns:a="http://schemas.openxmlformats.org/drawingml/2006/main" rot="0">
            <a:off x="8469778" y="4228551"/>
            <a:ext cx="216207" cy="103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9" b="0" i="0">
                <a:solidFill>
                  <a:srgbClr val="000000"/>
                </a:solidFill>
                <a:latin typeface="Comic Sans MS"/>
                <a:ea typeface="Comic Sans MS"/>
                <a:cs typeface="Comic Sans MS"/>
              </a:defRPr>
            </a:defPPr>
            <a:lvl1pPr algn="l">
              <a:defRPr sz="579" b="0" i="0">
                <a:solidFill>
                  <a:srgbClr val="000000"/>
                </a:solidFill>
                <a:latin typeface="Comic Sans MS"/>
                <a:ea typeface="Comic Sans MS"/>
                <a:cs typeface="Comic Sans MS"/>
              </a:defRPr>
            </a:lvl1pPr>
            <a:lvl2pPr algn="l">
              <a:defRPr sz="579" b="0" i="0">
                <a:solidFill>
                  <a:srgbClr val="000000"/>
                </a:solidFill>
                <a:latin typeface="Comic Sans MS"/>
                <a:ea typeface="Comic Sans MS"/>
                <a:cs typeface="Comic Sans MS"/>
              </a:defRPr>
            </a:lvl2pPr>
            <a:lvl3pPr algn="l">
              <a:defRPr sz="579" b="0" i="0">
                <a:solidFill>
                  <a:srgbClr val="000000"/>
                </a:solidFill>
                <a:latin typeface="Comic Sans MS"/>
                <a:ea typeface="Comic Sans MS"/>
                <a:cs typeface="Comic Sans MS"/>
              </a:defRPr>
            </a:lvl3pPr>
            <a:lvl4pPr algn="l">
              <a:defRPr sz="579" b="0" i="0">
                <a:solidFill>
                  <a:srgbClr val="000000"/>
                </a:solidFill>
                <a:latin typeface="Comic Sans MS"/>
                <a:ea typeface="Comic Sans MS"/>
                <a:cs typeface="Comic Sans MS"/>
              </a:defRPr>
            </a:lvl4pPr>
            <a:lvl5pPr algn="l">
              <a:defRPr sz="579" b="0" i="0">
                <a:solidFill>
                  <a:srgbClr val="000000"/>
                </a:solidFill>
                <a:latin typeface="Comic Sans MS"/>
                <a:ea typeface="Comic Sans MS"/>
                <a:cs typeface="Comic Sans MS"/>
              </a:defRPr>
            </a:lvl5pPr>
            <a:lvl6pPr algn="l">
              <a:defRPr sz="579" b="0" i="0">
                <a:solidFill>
                  <a:srgbClr val="000000"/>
                </a:solidFill>
                <a:latin typeface="Comic Sans MS"/>
                <a:ea typeface="Comic Sans MS"/>
                <a:cs typeface="Comic Sans MS"/>
              </a:defRPr>
            </a:lvl6pPr>
            <a:lvl7pPr algn="l">
              <a:defRPr sz="579" b="0" i="0">
                <a:solidFill>
                  <a:srgbClr val="000000"/>
                </a:solidFill>
                <a:latin typeface="Comic Sans MS"/>
                <a:ea typeface="Comic Sans MS"/>
                <a:cs typeface="Comic Sans MS"/>
              </a:defRPr>
            </a:lvl7pPr>
            <a:lvl8pPr algn="l">
              <a:defRPr sz="579" b="0" i="0">
                <a:solidFill>
                  <a:srgbClr val="000000"/>
                </a:solidFill>
                <a:latin typeface="Comic Sans MS"/>
                <a:ea typeface="Comic Sans MS"/>
                <a:cs typeface="Comic Sans MS"/>
              </a:defRPr>
            </a:lvl8pPr>
            <a:lvl9pPr algn="l">
              <a:defRPr sz="579" b="0" i="0">
                <a:solidFill>
                  <a:srgbClr val="000000"/>
                </a:solidFill>
                <a:latin typeface="Comic Sans MS"/>
                <a:ea typeface="Comic Sans MS"/>
                <a:cs typeface="Comic Sans MS"/>
              </a:defRPr>
            </a:lvl9pPr>
          </a:lstStyle>
          <a:p xmlns:a="http://schemas.openxmlformats.org/drawingml/2006/main">
            <a:pPr algn="l">
              <a:lnSpc>
                <a:spcPct val="100000"/>
              </a:lnSpc>
              <a:buNone/>
              <a:defRPr sz="579" b="0" i="0">
                <a:solidFill>
                  <a:srgbClr val="000000"/>
                </a:solidFill>
                <a:latin typeface="Comic Sans MS"/>
                <a:ea typeface="Comic Sans MS"/>
                <a:cs typeface="Comic Sans MS"/>
              </a:defRPr>
            </a:pPr>
            <a:r>
              <a:rPr sz="579" b="0" i="0">
                <a:solidFill>
                  <a:srgbClr val="000000"/>
                </a:solidFill>
                <a:latin typeface="Comic Sans MS"/>
                <a:ea typeface="Comic Sans MS"/>
                <a:cs typeface="Comic Sans MS"/>
              </a:rPr>
              <a:t>shows</a:t>
            </a:r>
          </a:p>
        </p:txBody>
      </p:sp>
      <p:sp>
        <p:nvSpPr>
          <p:cNvPr id="137" name="text-128 the">
            <a:extLst xmlns:a="http://schemas.openxmlformats.org/drawingml/2006/main">
              <a:ext uri="{FF2B5EF4-FFF2-40B4-BE49-F238E27FC236}">
                <a16:creationId xmlns:a16="http://schemas.microsoft.com/office/drawing/2014/main" id="{05FE1CB6-0F7F-47AD-BE64-123C9F1F1ADC}"/>
              </a:ext>
            </a:extLst>
          </p:cNvPr>
          <p:cNvSpPr>
            <a:spLocks xmlns:a="http://schemas.openxmlformats.org/drawingml/2006/main" noGrp="1"/>
          </p:cNvSpPr>
          <p:nvPr/>
        </p:nvSpPr>
        <p:spPr>
          <a:xfrm xmlns:a="http://schemas.openxmlformats.org/drawingml/2006/main" rot="0">
            <a:off x="8694688" y="4227812"/>
            <a:ext cx="131895" cy="104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5" b="0" i="0">
                <a:solidFill>
                  <a:srgbClr val="000000"/>
                </a:solidFill>
                <a:latin typeface="Comic Sans MS"/>
                <a:ea typeface="Comic Sans MS"/>
                <a:cs typeface="Comic Sans MS"/>
              </a:defRPr>
            </a:defPPr>
            <a:lvl1pPr algn="l">
              <a:defRPr sz="585" b="0" i="0">
                <a:solidFill>
                  <a:srgbClr val="000000"/>
                </a:solidFill>
                <a:latin typeface="Comic Sans MS"/>
                <a:ea typeface="Comic Sans MS"/>
                <a:cs typeface="Comic Sans MS"/>
              </a:defRPr>
            </a:lvl1pPr>
            <a:lvl2pPr algn="l">
              <a:defRPr sz="585" b="0" i="0">
                <a:solidFill>
                  <a:srgbClr val="000000"/>
                </a:solidFill>
                <a:latin typeface="Comic Sans MS"/>
                <a:ea typeface="Comic Sans MS"/>
                <a:cs typeface="Comic Sans MS"/>
              </a:defRPr>
            </a:lvl2pPr>
            <a:lvl3pPr algn="l">
              <a:defRPr sz="585" b="0" i="0">
                <a:solidFill>
                  <a:srgbClr val="000000"/>
                </a:solidFill>
                <a:latin typeface="Comic Sans MS"/>
                <a:ea typeface="Comic Sans MS"/>
                <a:cs typeface="Comic Sans MS"/>
              </a:defRPr>
            </a:lvl3pPr>
            <a:lvl4pPr algn="l">
              <a:defRPr sz="585" b="0" i="0">
                <a:solidFill>
                  <a:srgbClr val="000000"/>
                </a:solidFill>
                <a:latin typeface="Comic Sans MS"/>
                <a:ea typeface="Comic Sans MS"/>
                <a:cs typeface="Comic Sans MS"/>
              </a:defRPr>
            </a:lvl4pPr>
            <a:lvl5pPr algn="l">
              <a:defRPr sz="585" b="0" i="0">
                <a:solidFill>
                  <a:srgbClr val="000000"/>
                </a:solidFill>
                <a:latin typeface="Comic Sans MS"/>
                <a:ea typeface="Comic Sans MS"/>
                <a:cs typeface="Comic Sans MS"/>
              </a:defRPr>
            </a:lvl5pPr>
            <a:lvl6pPr algn="l">
              <a:defRPr sz="585" b="0" i="0">
                <a:solidFill>
                  <a:srgbClr val="000000"/>
                </a:solidFill>
                <a:latin typeface="Comic Sans MS"/>
                <a:ea typeface="Comic Sans MS"/>
                <a:cs typeface="Comic Sans MS"/>
              </a:defRPr>
            </a:lvl6pPr>
            <a:lvl7pPr algn="l">
              <a:defRPr sz="585" b="0" i="0">
                <a:solidFill>
                  <a:srgbClr val="000000"/>
                </a:solidFill>
                <a:latin typeface="Comic Sans MS"/>
                <a:ea typeface="Comic Sans MS"/>
                <a:cs typeface="Comic Sans MS"/>
              </a:defRPr>
            </a:lvl7pPr>
            <a:lvl8pPr algn="l">
              <a:defRPr sz="585" b="0" i="0">
                <a:solidFill>
                  <a:srgbClr val="000000"/>
                </a:solidFill>
                <a:latin typeface="Comic Sans MS"/>
                <a:ea typeface="Comic Sans MS"/>
                <a:cs typeface="Comic Sans MS"/>
              </a:defRPr>
            </a:lvl8pPr>
            <a:lvl9pPr algn="l">
              <a:defRPr sz="585" b="0" i="0">
                <a:solidFill>
                  <a:srgbClr val="000000"/>
                </a:solidFill>
                <a:latin typeface="Comic Sans MS"/>
                <a:ea typeface="Comic Sans MS"/>
                <a:cs typeface="Comic Sans MS"/>
              </a:defRPr>
            </a:lvl9pPr>
          </a:lstStyle>
          <a:p xmlns:a="http://schemas.openxmlformats.org/drawingml/2006/main">
            <a:pPr algn="l">
              <a:lnSpc>
                <a:spcPct val="100000"/>
              </a:lnSpc>
              <a:buNone/>
              <a:defRPr sz="585" b="0" i="0">
                <a:solidFill>
                  <a:srgbClr val="000000"/>
                </a:solidFill>
                <a:latin typeface="Comic Sans MS"/>
                <a:ea typeface="Comic Sans MS"/>
                <a:cs typeface="Comic Sans MS"/>
              </a:defRPr>
            </a:pPr>
            <a:r>
              <a:rPr sz="585" b="0" i="0">
                <a:solidFill>
                  <a:srgbClr val="000000"/>
                </a:solidFill>
                <a:latin typeface="Comic Sans MS"/>
                <a:ea typeface="Comic Sans MS"/>
                <a:cs typeface="Comic Sans MS"/>
              </a:rPr>
              <a:t>the</a:t>
            </a:r>
          </a:p>
        </p:txBody>
      </p:sp>
      <p:sp>
        <p:nvSpPr>
          <p:cNvPr id="138" name="text-129 sailboat">
            <a:extLst xmlns:a="http://schemas.openxmlformats.org/drawingml/2006/main">
              <a:ext uri="{FF2B5EF4-FFF2-40B4-BE49-F238E27FC236}">
                <a16:creationId xmlns:a16="http://schemas.microsoft.com/office/drawing/2014/main" id="{F452B937-DF0E-434B-898D-0E73560B22CD}"/>
              </a:ext>
            </a:extLst>
          </p:cNvPr>
          <p:cNvSpPr>
            <a:spLocks xmlns:a="http://schemas.openxmlformats.org/drawingml/2006/main" noGrp="1"/>
          </p:cNvSpPr>
          <p:nvPr/>
        </p:nvSpPr>
        <p:spPr>
          <a:xfrm xmlns:a="http://schemas.openxmlformats.org/drawingml/2006/main" rot="0">
            <a:off x="8835264" y="4228771"/>
            <a:ext cx="281080" cy="1027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8" b="0" i="0">
                <a:solidFill>
                  <a:srgbClr val="000000"/>
                </a:solidFill>
                <a:latin typeface="Comic Sans MS"/>
                <a:ea typeface="Comic Sans MS"/>
                <a:cs typeface="Comic Sans MS"/>
              </a:defRPr>
            </a:defPPr>
            <a:lvl1pPr algn="l">
              <a:defRPr sz="578" b="0" i="0">
                <a:solidFill>
                  <a:srgbClr val="000000"/>
                </a:solidFill>
                <a:latin typeface="Comic Sans MS"/>
                <a:ea typeface="Comic Sans MS"/>
                <a:cs typeface="Comic Sans MS"/>
              </a:defRPr>
            </a:lvl1pPr>
            <a:lvl2pPr algn="l">
              <a:defRPr sz="578" b="0" i="0">
                <a:solidFill>
                  <a:srgbClr val="000000"/>
                </a:solidFill>
                <a:latin typeface="Comic Sans MS"/>
                <a:ea typeface="Comic Sans MS"/>
                <a:cs typeface="Comic Sans MS"/>
              </a:defRPr>
            </a:lvl2pPr>
            <a:lvl3pPr algn="l">
              <a:defRPr sz="578" b="0" i="0">
                <a:solidFill>
                  <a:srgbClr val="000000"/>
                </a:solidFill>
                <a:latin typeface="Comic Sans MS"/>
                <a:ea typeface="Comic Sans MS"/>
                <a:cs typeface="Comic Sans MS"/>
              </a:defRPr>
            </a:lvl3pPr>
            <a:lvl4pPr algn="l">
              <a:defRPr sz="578" b="0" i="0">
                <a:solidFill>
                  <a:srgbClr val="000000"/>
                </a:solidFill>
                <a:latin typeface="Comic Sans MS"/>
                <a:ea typeface="Comic Sans MS"/>
                <a:cs typeface="Comic Sans MS"/>
              </a:defRPr>
            </a:lvl4pPr>
            <a:lvl5pPr algn="l">
              <a:defRPr sz="578" b="0" i="0">
                <a:solidFill>
                  <a:srgbClr val="000000"/>
                </a:solidFill>
                <a:latin typeface="Comic Sans MS"/>
                <a:ea typeface="Comic Sans MS"/>
                <a:cs typeface="Comic Sans MS"/>
              </a:defRPr>
            </a:lvl5pPr>
            <a:lvl6pPr algn="l">
              <a:defRPr sz="578" b="0" i="0">
                <a:solidFill>
                  <a:srgbClr val="000000"/>
                </a:solidFill>
                <a:latin typeface="Comic Sans MS"/>
                <a:ea typeface="Comic Sans MS"/>
                <a:cs typeface="Comic Sans MS"/>
              </a:defRPr>
            </a:lvl6pPr>
            <a:lvl7pPr algn="l">
              <a:defRPr sz="578" b="0" i="0">
                <a:solidFill>
                  <a:srgbClr val="000000"/>
                </a:solidFill>
                <a:latin typeface="Comic Sans MS"/>
                <a:ea typeface="Comic Sans MS"/>
                <a:cs typeface="Comic Sans MS"/>
              </a:defRPr>
            </a:lvl7pPr>
            <a:lvl8pPr algn="l">
              <a:defRPr sz="578" b="0" i="0">
                <a:solidFill>
                  <a:srgbClr val="000000"/>
                </a:solidFill>
                <a:latin typeface="Comic Sans MS"/>
                <a:ea typeface="Comic Sans MS"/>
                <a:cs typeface="Comic Sans MS"/>
              </a:defRPr>
            </a:lvl8pPr>
            <a:lvl9pPr algn="l">
              <a:defRPr sz="578" b="0" i="0">
                <a:solidFill>
                  <a:srgbClr val="000000"/>
                </a:solidFill>
                <a:latin typeface="Comic Sans MS"/>
                <a:ea typeface="Comic Sans MS"/>
                <a:cs typeface="Comic Sans MS"/>
              </a:defRPr>
            </a:lvl9pPr>
          </a:lstStyle>
          <a:p xmlns:a="http://schemas.openxmlformats.org/drawingml/2006/main">
            <a:pPr algn="l">
              <a:lnSpc>
                <a:spcPct val="100000"/>
              </a:lnSpc>
              <a:buNone/>
              <a:defRPr sz="578" b="0" i="0">
                <a:solidFill>
                  <a:srgbClr val="000000"/>
                </a:solidFill>
                <a:latin typeface="Comic Sans MS"/>
                <a:ea typeface="Comic Sans MS"/>
                <a:cs typeface="Comic Sans MS"/>
              </a:defRPr>
            </a:pPr>
            <a:r>
              <a:rPr sz="578" b="0" i="0">
                <a:solidFill>
                  <a:srgbClr val="000000"/>
                </a:solidFill>
                <a:latin typeface="Comic Sans MS"/>
                <a:ea typeface="Comic Sans MS"/>
                <a:cs typeface="Comic Sans MS"/>
              </a:rPr>
              <a:t>sailboat</a:t>
            </a:r>
          </a:p>
        </p:txBody>
      </p:sp>
      <p:sp>
        <p:nvSpPr>
          <p:cNvPr id="139" name="text-130 near">
            <a:extLst xmlns:a="http://schemas.openxmlformats.org/drawingml/2006/main">
              <a:ext uri="{FF2B5EF4-FFF2-40B4-BE49-F238E27FC236}">
                <a16:creationId xmlns:a16="http://schemas.microsoft.com/office/drawing/2014/main" id="{7FE9C755-0234-42D3-B366-06D03EE6C591}"/>
              </a:ext>
            </a:extLst>
          </p:cNvPr>
          <p:cNvSpPr>
            <a:spLocks xmlns:a="http://schemas.openxmlformats.org/drawingml/2006/main" noGrp="1"/>
          </p:cNvSpPr>
          <p:nvPr/>
        </p:nvSpPr>
        <p:spPr>
          <a:xfrm xmlns:a="http://schemas.openxmlformats.org/drawingml/2006/main" rot="0">
            <a:off x="8323130" y="4311601"/>
            <a:ext cx="170182" cy="1062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98" b="0" i="0">
                <a:solidFill>
                  <a:srgbClr val="000000"/>
                </a:solidFill>
                <a:latin typeface="Comic Sans MS"/>
                <a:ea typeface="Comic Sans MS"/>
                <a:cs typeface="Comic Sans MS"/>
              </a:defRPr>
            </a:defPPr>
            <a:lvl1pPr algn="l">
              <a:defRPr sz="598" b="0" i="0">
                <a:solidFill>
                  <a:srgbClr val="000000"/>
                </a:solidFill>
                <a:latin typeface="Comic Sans MS"/>
                <a:ea typeface="Comic Sans MS"/>
                <a:cs typeface="Comic Sans MS"/>
              </a:defRPr>
            </a:lvl1pPr>
            <a:lvl2pPr algn="l">
              <a:defRPr sz="598" b="0" i="0">
                <a:solidFill>
                  <a:srgbClr val="000000"/>
                </a:solidFill>
                <a:latin typeface="Comic Sans MS"/>
                <a:ea typeface="Comic Sans MS"/>
                <a:cs typeface="Comic Sans MS"/>
              </a:defRPr>
            </a:lvl2pPr>
            <a:lvl3pPr algn="l">
              <a:defRPr sz="598" b="0" i="0">
                <a:solidFill>
                  <a:srgbClr val="000000"/>
                </a:solidFill>
                <a:latin typeface="Comic Sans MS"/>
                <a:ea typeface="Comic Sans MS"/>
                <a:cs typeface="Comic Sans MS"/>
              </a:defRPr>
            </a:lvl3pPr>
            <a:lvl4pPr algn="l">
              <a:defRPr sz="598" b="0" i="0">
                <a:solidFill>
                  <a:srgbClr val="000000"/>
                </a:solidFill>
                <a:latin typeface="Comic Sans MS"/>
                <a:ea typeface="Comic Sans MS"/>
                <a:cs typeface="Comic Sans MS"/>
              </a:defRPr>
            </a:lvl4pPr>
            <a:lvl5pPr algn="l">
              <a:defRPr sz="598" b="0" i="0">
                <a:solidFill>
                  <a:srgbClr val="000000"/>
                </a:solidFill>
                <a:latin typeface="Comic Sans MS"/>
                <a:ea typeface="Comic Sans MS"/>
                <a:cs typeface="Comic Sans MS"/>
              </a:defRPr>
            </a:lvl5pPr>
            <a:lvl6pPr algn="l">
              <a:defRPr sz="598" b="0" i="0">
                <a:solidFill>
                  <a:srgbClr val="000000"/>
                </a:solidFill>
                <a:latin typeface="Comic Sans MS"/>
                <a:ea typeface="Comic Sans MS"/>
                <a:cs typeface="Comic Sans MS"/>
              </a:defRPr>
            </a:lvl6pPr>
            <a:lvl7pPr algn="l">
              <a:defRPr sz="598" b="0" i="0">
                <a:solidFill>
                  <a:srgbClr val="000000"/>
                </a:solidFill>
                <a:latin typeface="Comic Sans MS"/>
                <a:ea typeface="Comic Sans MS"/>
                <a:cs typeface="Comic Sans MS"/>
              </a:defRPr>
            </a:lvl7pPr>
            <a:lvl8pPr algn="l">
              <a:defRPr sz="598" b="0" i="0">
                <a:solidFill>
                  <a:srgbClr val="000000"/>
                </a:solidFill>
                <a:latin typeface="Comic Sans MS"/>
                <a:ea typeface="Comic Sans MS"/>
                <a:cs typeface="Comic Sans MS"/>
              </a:defRPr>
            </a:lvl8pPr>
            <a:lvl9pPr algn="l">
              <a:defRPr sz="598" b="0" i="0">
                <a:solidFill>
                  <a:srgbClr val="000000"/>
                </a:solidFill>
                <a:latin typeface="Comic Sans MS"/>
                <a:ea typeface="Comic Sans MS"/>
                <a:cs typeface="Comic Sans MS"/>
              </a:defRPr>
            </a:lvl9pPr>
          </a:lstStyle>
          <a:p xmlns:a="http://schemas.openxmlformats.org/drawingml/2006/main">
            <a:pPr algn="l">
              <a:lnSpc>
                <a:spcPct val="100000"/>
              </a:lnSpc>
              <a:buNone/>
              <a:defRPr sz="598" b="0" i="0">
                <a:solidFill>
                  <a:srgbClr val="000000"/>
                </a:solidFill>
                <a:latin typeface="Comic Sans MS"/>
                <a:ea typeface="Comic Sans MS"/>
                <a:cs typeface="Comic Sans MS"/>
              </a:defRPr>
            </a:pPr>
            <a:r>
              <a:rPr sz="598" b="0" i="0">
                <a:solidFill>
                  <a:srgbClr val="000000"/>
                </a:solidFill>
                <a:latin typeface="Comic Sans MS"/>
                <a:ea typeface="Comic Sans MS"/>
                <a:cs typeface="Comic Sans MS"/>
              </a:rPr>
              <a:t>near</a:t>
            </a:r>
          </a:p>
        </p:txBody>
      </p:sp>
      <p:sp>
        <p:nvSpPr>
          <p:cNvPr id="140" name="text-131 the">
            <a:extLst xmlns:a="http://schemas.openxmlformats.org/drawingml/2006/main">
              <a:ext uri="{FF2B5EF4-FFF2-40B4-BE49-F238E27FC236}">
                <a16:creationId xmlns:a16="http://schemas.microsoft.com/office/drawing/2014/main" id="{C9580997-EC59-4BC0-AB20-A8C3853F9709}"/>
              </a:ext>
            </a:extLst>
          </p:cNvPr>
          <p:cNvSpPr>
            <a:spLocks xmlns:a="http://schemas.openxmlformats.org/drawingml/2006/main" noGrp="1"/>
          </p:cNvSpPr>
          <p:nvPr/>
        </p:nvSpPr>
        <p:spPr>
          <a:xfrm xmlns:a="http://schemas.openxmlformats.org/drawingml/2006/main" rot="0">
            <a:off x="8519397" y="4311269"/>
            <a:ext cx="135302" cy="106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00" b="0" i="0">
                <a:solidFill>
                  <a:srgbClr val="000000"/>
                </a:solidFill>
                <a:latin typeface="Comic Sans MS"/>
                <a:ea typeface="Comic Sans MS"/>
                <a:cs typeface="Comic Sans MS"/>
              </a:defRPr>
            </a:defPPr>
            <a:lvl1pPr algn="l">
              <a:defRPr sz="600" b="0" i="0">
                <a:solidFill>
                  <a:srgbClr val="000000"/>
                </a:solidFill>
                <a:latin typeface="Comic Sans MS"/>
                <a:ea typeface="Comic Sans MS"/>
                <a:cs typeface="Comic Sans MS"/>
              </a:defRPr>
            </a:lvl1pPr>
            <a:lvl2pPr algn="l">
              <a:defRPr sz="600" b="0" i="0">
                <a:solidFill>
                  <a:srgbClr val="000000"/>
                </a:solidFill>
                <a:latin typeface="Comic Sans MS"/>
                <a:ea typeface="Comic Sans MS"/>
                <a:cs typeface="Comic Sans MS"/>
              </a:defRPr>
            </a:lvl2pPr>
            <a:lvl3pPr algn="l">
              <a:defRPr sz="600" b="0" i="0">
                <a:solidFill>
                  <a:srgbClr val="000000"/>
                </a:solidFill>
                <a:latin typeface="Comic Sans MS"/>
                <a:ea typeface="Comic Sans MS"/>
                <a:cs typeface="Comic Sans MS"/>
              </a:defRPr>
            </a:lvl3pPr>
            <a:lvl4pPr algn="l">
              <a:defRPr sz="600" b="0" i="0">
                <a:solidFill>
                  <a:srgbClr val="000000"/>
                </a:solidFill>
                <a:latin typeface="Comic Sans MS"/>
                <a:ea typeface="Comic Sans MS"/>
                <a:cs typeface="Comic Sans MS"/>
              </a:defRPr>
            </a:lvl4pPr>
            <a:lvl5pPr algn="l">
              <a:defRPr sz="600" b="0" i="0">
                <a:solidFill>
                  <a:srgbClr val="000000"/>
                </a:solidFill>
                <a:latin typeface="Comic Sans MS"/>
                <a:ea typeface="Comic Sans MS"/>
                <a:cs typeface="Comic Sans MS"/>
              </a:defRPr>
            </a:lvl5pPr>
            <a:lvl6pPr algn="l">
              <a:defRPr sz="600" b="0" i="0">
                <a:solidFill>
                  <a:srgbClr val="000000"/>
                </a:solidFill>
                <a:latin typeface="Comic Sans MS"/>
                <a:ea typeface="Comic Sans MS"/>
                <a:cs typeface="Comic Sans MS"/>
              </a:defRPr>
            </a:lvl6pPr>
            <a:lvl7pPr algn="l">
              <a:defRPr sz="600" b="0" i="0">
                <a:solidFill>
                  <a:srgbClr val="000000"/>
                </a:solidFill>
                <a:latin typeface="Comic Sans MS"/>
                <a:ea typeface="Comic Sans MS"/>
                <a:cs typeface="Comic Sans MS"/>
              </a:defRPr>
            </a:lvl7pPr>
            <a:lvl8pPr algn="l">
              <a:defRPr sz="600" b="0" i="0">
                <a:solidFill>
                  <a:srgbClr val="000000"/>
                </a:solidFill>
                <a:latin typeface="Comic Sans MS"/>
                <a:ea typeface="Comic Sans MS"/>
                <a:cs typeface="Comic Sans MS"/>
              </a:defRPr>
            </a:lvl8pPr>
            <a:lvl9pPr algn="l">
              <a:defRPr sz="600" b="0" i="0">
                <a:solidFill>
                  <a:srgbClr val="000000"/>
                </a:solidFill>
                <a:latin typeface="Comic Sans MS"/>
                <a:ea typeface="Comic Sans MS"/>
                <a:cs typeface="Comic Sans MS"/>
              </a:defRPr>
            </a:lvl9pPr>
          </a:lstStyle>
          <a:p xmlns:a="http://schemas.openxmlformats.org/drawingml/2006/main">
            <a:pPr algn="l">
              <a:lnSpc>
                <a:spcPct val="100000"/>
              </a:lnSpc>
              <a:buNone/>
              <a:defRPr sz="600" b="0" i="0">
                <a:solidFill>
                  <a:srgbClr val="000000"/>
                </a:solidFill>
                <a:latin typeface="Comic Sans MS"/>
                <a:ea typeface="Comic Sans MS"/>
                <a:cs typeface="Comic Sans MS"/>
              </a:defRPr>
            </a:pPr>
            <a:r>
              <a:rPr sz="600" b="0" i="0">
                <a:solidFill>
                  <a:srgbClr val="000000"/>
                </a:solidFill>
                <a:latin typeface="Comic Sans MS"/>
                <a:ea typeface="Comic Sans MS"/>
                <a:cs typeface="Comic Sans MS"/>
              </a:rPr>
              <a:t>the</a:t>
            </a:r>
          </a:p>
        </p:txBody>
      </p:sp>
      <p:sp>
        <p:nvSpPr>
          <p:cNvPr id="141" name="text-132 buoy">
            <a:extLst xmlns:a="http://schemas.openxmlformats.org/drawingml/2006/main">
              <a:ext uri="{FF2B5EF4-FFF2-40B4-BE49-F238E27FC236}">
                <a16:creationId xmlns:a16="http://schemas.microsoft.com/office/drawing/2014/main" id="{3B366D4A-0520-4E10-9E5F-FB04734E490C}"/>
              </a:ext>
            </a:extLst>
          </p:cNvPr>
          <p:cNvSpPr>
            <a:spLocks xmlns:a="http://schemas.openxmlformats.org/drawingml/2006/main" noGrp="1"/>
          </p:cNvSpPr>
          <p:nvPr/>
        </p:nvSpPr>
        <p:spPr>
          <a:xfrm xmlns:a="http://schemas.openxmlformats.org/drawingml/2006/main" rot="0">
            <a:off x="8680397" y="4312155"/>
            <a:ext cx="176156" cy="1055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93" b="0" i="0">
                <a:solidFill>
                  <a:srgbClr val="000000"/>
                </a:solidFill>
                <a:latin typeface="Comic Sans MS"/>
                <a:ea typeface="Comic Sans MS"/>
                <a:cs typeface="Comic Sans MS"/>
              </a:defRPr>
            </a:defPPr>
            <a:lvl1pPr algn="l">
              <a:defRPr sz="593" b="0" i="0">
                <a:solidFill>
                  <a:srgbClr val="000000"/>
                </a:solidFill>
                <a:latin typeface="Comic Sans MS"/>
                <a:ea typeface="Comic Sans MS"/>
                <a:cs typeface="Comic Sans MS"/>
              </a:defRPr>
            </a:lvl1pPr>
            <a:lvl2pPr algn="l">
              <a:defRPr sz="593" b="0" i="0">
                <a:solidFill>
                  <a:srgbClr val="000000"/>
                </a:solidFill>
                <a:latin typeface="Comic Sans MS"/>
                <a:ea typeface="Comic Sans MS"/>
                <a:cs typeface="Comic Sans MS"/>
              </a:defRPr>
            </a:lvl2pPr>
            <a:lvl3pPr algn="l">
              <a:defRPr sz="593" b="0" i="0">
                <a:solidFill>
                  <a:srgbClr val="000000"/>
                </a:solidFill>
                <a:latin typeface="Comic Sans MS"/>
                <a:ea typeface="Comic Sans MS"/>
                <a:cs typeface="Comic Sans MS"/>
              </a:defRPr>
            </a:lvl3pPr>
            <a:lvl4pPr algn="l">
              <a:defRPr sz="593" b="0" i="0">
                <a:solidFill>
                  <a:srgbClr val="000000"/>
                </a:solidFill>
                <a:latin typeface="Comic Sans MS"/>
                <a:ea typeface="Comic Sans MS"/>
                <a:cs typeface="Comic Sans MS"/>
              </a:defRPr>
            </a:lvl4pPr>
            <a:lvl5pPr algn="l">
              <a:defRPr sz="593" b="0" i="0">
                <a:solidFill>
                  <a:srgbClr val="000000"/>
                </a:solidFill>
                <a:latin typeface="Comic Sans MS"/>
                <a:ea typeface="Comic Sans MS"/>
                <a:cs typeface="Comic Sans MS"/>
              </a:defRPr>
            </a:lvl5pPr>
            <a:lvl6pPr algn="l">
              <a:defRPr sz="593" b="0" i="0">
                <a:solidFill>
                  <a:srgbClr val="000000"/>
                </a:solidFill>
                <a:latin typeface="Comic Sans MS"/>
                <a:ea typeface="Comic Sans MS"/>
                <a:cs typeface="Comic Sans MS"/>
              </a:defRPr>
            </a:lvl6pPr>
            <a:lvl7pPr algn="l">
              <a:defRPr sz="593" b="0" i="0">
                <a:solidFill>
                  <a:srgbClr val="000000"/>
                </a:solidFill>
                <a:latin typeface="Comic Sans MS"/>
                <a:ea typeface="Comic Sans MS"/>
                <a:cs typeface="Comic Sans MS"/>
              </a:defRPr>
            </a:lvl7pPr>
            <a:lvl8pPr algn="l">
              <a:defRPr sz="593" b="0" i="0">
                <a:solidFill>
                  <a:srgbClr val="000000"/>
                </a:solidFill>
                <a:latin typeface="Comic Sans MS"/>
                <a:ea typeface="Comic Sans MS"/>
                <a:cs typeface="Comic Sans MS"/>
              </a:defRPr>
            </a:lvl8pPr>
            <a:lvl9pPr algn="l">
              <a:defRPr sz="593" b="0" i="0">
                <a:solidFill>
                  <a:srgbClr val="000000"/>
                </a:solidFill>
                <a:latin typeface="Comic Sans MS"/>
                <a:ea typeface="Comic Sans MS"/>
                <a:cs typeface="Comic Sans MS"/>
              </a:defRPr>
            </a:lvl9pPr>
          </a:lstStyle>
          <a:p xmlns:a="http://schemas.openxmlformats.org/drawingml/2006/main">
            <a:pPr algn="l">
              <a:lnSpc>
                <a:spcPct val="100000"/>
              </a:lnSpc>
              <a:buNone/>
              <a:defRPr sz="593" b="0" i="0">
                <a:solidFill>
                  <a:srgbClr val="000000"/>
                </a:solidFill>
                <a:latin typeface="Comic Sans MS"/>
                <a:ea typeface="Comic Sans MS"/>
                <a:cs typeface="Comic Sans MS"/>
              </a:defRPr>
            </a:pPr>
            <a:r>
              <a:rPr sz="593" b="0" i="0">
                <a:solidFill>
                  <a:srgbClr val="000000"/>
                </a:solidFill>
                <a:latin typeface="Comic Sans MS"/>
                <a:ea typeface="Comic Sans MS"/>
                <a:cs typeface="Comic Sans MS"/>
              </a:rPr>
              <a:t>buoy</a:t>
            </a:r>
          </a:p>
        </p:txBody>
      </p:sp>
      <p:sp>
        <p:nvSpPr>
          <p:cNvPr id="142" name="text-133 during">
            <a:extLst xmlns:a="http://schemas.openxmlformats.org/drawingml/2006/main">
              <a:ext uri="{FF2B5EF4-FFF2-40B4-BE49-F238E27FC236}">
                <a16:creationId xmlns:a16="http://schemas.microsoft.com/office/drawing/2014/main" id="{85898080-AEA5-4071-AE21-5CAF929B43D3}"/>
              </a:ext>
            </a:extLst>
          </p:cNvPr>
          <p:cNvSpPr>
            <a:spLocks xmlns:a="http://schemas.openxmlformats.org/drawingml/2006/main" noGrp="1"/>
          </p:cNvSpPr>
          <p:nvPr/>
        </p:nvSpPr>
        <p:spPr>
          <a:xfrm xmlns:a="http://schemas.openxmlformats.org/drawingml/2006/main" rot="0">
            <a:off x="8882797" y="4311623"/>
            <a:ext cx="235254" cy="1062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98" b="0" i="0">
                <a:solidFill>
                  <a:srgbClr val="000000"/>
                </a:solidFill>
                <a:latin typeface="Comic Sans MS"/>
                <a:ea typeface="Comic Sans MS"/>
                <a:cs typeface="Comic Sans MS"/>
              </a:defRPr>
            </a:defPPr>
            <a:lvl1pPr algn="l">
              <a:defRPr sz="598" b="0" i="0">
                <a:solidFill>
                  <a:srgbClr val="000000"/>
                </a:solidFill>
                <a:latin typeface="Comic Sans MS"/>
                <a:ea typeface="Comic Sans MS"/>
                <a:cs typeface="Comic Sans MS"/>
              </a:defRPr>
            </a:lvl1pPr>
            <a:lvl2pPr algn="l">
              <a:defRPr sz="598" b="0" i="0">
                <a:solidFill>
                  <a:srgbClr val="000000"/>
                </a:solidFill>
                <a:latin typeface="Comic Sans MS"/>
                <a:ea typeface="Comic Sans MS"/>
                <a:cs typeface="Comic Sans MS"/>
              </a:defRPr>
            </a:lvl2pPr>
            <a:lvl3pPr algn="l">
              <a:defRPr sz="598" b="0" i="0">
                <a:solidFill>
                  <a:srgbClr val="000000"/>
                </a:solidFill>
                <a:latin typeface="Comic Sans MS"/>
                <a:ea typeface="Comic Sans MS"/>
                <a:cs typeface="Comic Sans MS"/>
              </a:defRPr>
            </a:lvl3pPr>
            <a:lvl4pPr algn="l">
              <a:defRPr sz="598" b="0" i="0">
                <a:solidFill>
                  <a:srgbClr val="000000"/>
                </a:solidFill>
                <a:latin typeface="Comic Sans MS"/>
                <a:ea typeface="Comic Sans MS"/>
                <a:cs typeface="Comic Sans MS"/>
              </a:defRPr>
            </a:lvl4pPr>
            <a:lvl5pPr algn="l">
              <a:defRPr sz="598" b="0" i="0">
                <a:solidFill>
                  <a:srgbClr val="000000"/>
                </a:solidFill>
                <a:latin typeface="Comic Sans MS"/>
                <a:ea typeface="Comic Sans MS"/>
                <a:cs typeface="Comic Sans MS"/>
              </a:defRPr>
            </a:lvl5pPr>
            <a:lvl6pPr algn="l">
              <a:defRPr sz="598" b="0" i="0">
                <a:solidFill>
                  <a:srgbClr val="000000"/>
                </a:solidFill>
                <a:latin typeface="Comic Sans MS"/>
                <a:ea typeface="Comic Sans MS"/>
                <a:cs typeface="Comic Sans MS"/>
              </a:defRPr>
            </a:lvl6pPr>
            <a:lvl7pPr algn="l">
              <a:defRPr sz="598" b="0" i="0">
                <a:solidFill>
                  <a:srgbClr val="000000"/>
                </a:solidFill>
                <a:latin typeface="Comic Sans MS"/>
                <a:ea typeface="Comic Sans MS"/>
                <a:cs typeface="Comic Sans MS"/>
              </a:defRPr>
            </a:lvl7pPr>
            <a:lvl8pPr algn="l">
              <a:defRPr sz="598" b="0" i="0">
                <a:solidFill>
                  <a:srgbClr val="000000"/>
                </a:solidFill>
                <a:latin typeface="Comic Sans MS"/>
                <a:ea typeface="Comic Sans MS"/>
                <a:cs typeface="Comic Sans MS"/>
              </a:defRPr>
            </a:lvl8pPr>
            <a:lvl9pPr algn="l">
              <a:defRPr sz="598" b="0" i="0">
                <a:solidFill>
                  <a:srgbClr val="000000"/>
                </a:solidFill>
                <a:latin typeface="Comic Sans MS"/>
                <a:ea typeface="Comic Sans MS"/>
                <a:cs typeface="Comic Sans MS"/>
              </a:defRPr>
            </a:lvl9pPr>
          </a:lstStyle>
          <a:p xmlns:a="http://schemas.openxmlformats.org/drawingml/2006/main">
            <a:pPr algn="l">
              <a:lnSpc>
                <a:spcPct val="100000"/>
              </a:lnSpc>
              <a:buNone/>
              <a:defRPr sz="598" b="0" i="0">
                <a:solidFill>
                  <a:srgbClr val="000000"/>
                </a:solidFill>
                <a:latin typeface="Comic Sans MS"/>
                <a:ea typeface="Comic Sans MS"/>
                <a:cs typeface="Comic Sans MS"/>
              </a:defRPr>
            </a:pPr>
            <a:r>
              <a:rPr sz="598" b="0" i="0">
                <a:solidFill>
                  <a:srgbClr val="000000"/>
                </a:solidFill>
                <a:latin typeface="Comic Sans MS"/>
                <a:ea typeface="Comic Sans MS"/>
                <a:cs typeface="Comic Sans MS"/>
              </a:rPr>
              <a:t>during</a:t>
            </a:r>
          </a:p>
        </p:txBody>
      </p:sp>
      <p:sp>
        <p:nvSpPr>
          <p:cNvPr id="143" name="text-134 the">
            <a:extLst xmlns:a="http://schemas.openxmlformats.org/drawingml/2006/main">
              <a:ext uri="{FF2B5EF4-FFF2-40B4-BE49-F238E27FC236}">
                <a16:creationId xmlns:a16="http://schemas.microsoft.com/office/drawing/2014/main" id="{3B2B7303-78BC-42CD-9D63-8C293935BF6C}"/>
              </a:ext>
            </a:extLst>
          </p:cNvPr>
          <p:cNvSpPr>
            <a:spLocks xmlns:a="http://schemas.openxmlformats.org/drawingml/2006/main" noGrp="1"/>
          </p:cNvSpPr>
          <p:nvPr/>
        </p:nvSpPr>
        <p:spPr>
          <a:xfrm xmlns:a="http://schemas.openxmlformats.org/drawingml/2006/main" rot="0">
            <a:off x="8323130" y="4398564"/>
            <a:ext cx="131895" cy="104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5" b="0" i="0">
                <a:solidFill>
                  <a:srgbClr val="000000"/>
                </a:solidFill>
                <a:latin typeface="Comic Sans MS"/>
                <a:ea typeface="Comic Sans MS"/>
                <a:cs typeface="Comic Sans MS"/>
              </a:defRPr>
            </a:defPPr>
            <a:lvl1pPr algn="l">
              <a:defRPr sz="585" b="0" i="0">
                <a:solidFill>
                  <a:srgbClr val="000000"/>
                </a:solidFill>
                <a:latin typeface="Comic Sans MS"/>
                <a:ea typeface="Comic Sans MS"/>
                <a:cs typeface="Comic Sans MS"/>
              </a:defRPr>
            </a:lvl1pPr>
            <a:lvl2pPr algn="l">
              <a:defRPr sz="585" b="0" i="0">
                <a:solidFill>
                  <a:srgbClr val="000000"/>
                </a:solidFill>
                <a:latin typeface="Comic Sans MS"/>
                <a:ea typeface="Comic Sans MS"/>
                <a:cs typeface="Comic Sans MS"/>
              </a:defRPr>
            </a:lvl2pPr>
            <a:lvl3pPr algn="l">
              <a:defRPr sz="585" b="0" i="0">
                <a:solidFill>
                  <a:srgbClr val="000000"/>
                </a:solidFill>
                <a:latin typeface="Comic Sans MS"/>
                <a:ea typeface="Comic Sans MS"/>
                <a:cs typeface="Comic Sans MS"/>
              </a:defRPr>
            </a:lvl3pPr>
            <a:lvl4pPr algn="l">
              <a:defRPr sz="585" b="0" i="0">
                <a:solidFill>
                  <a:srgbClr val="000000"/>
                </a:solidFill>
                <a:latin typeface="Comic Sans MS"/>
                <a:ea typeface="Comic Sans MS"/>
                <a:cs typeface="Comic Sans MS"/>
              </a:defRPr>
            </a:lvl4pPr>
            <a:lvl5pPr algn="l">
              <a:defRPr sz="585" b="0" i="0">
                <a:solidFill>
                  <a:srgbClr val="000000"/>
                </a:solidFill>
                <a:latin typeface="Comic Sans MS"/>
                <a:ea typeface="Comic Sans MS"/>
                <a:cs typeface="Comic Sans MS"/>
              </a:defRPr>
            </a:lvl5pPr>
            <a:lvl6pPr algn="l">
              <a:defRPr sz="585" b="0" i="0">
                <a:solidFill>
                  <a:srgbClr val="000000"/>
                </a:solidFill>
                <a:latin typeface="Comic Sans MS"/>
                <a:ea typeface="Comic Sans MS"/>
                <a:cs typeface="Comic Sans MS"/>
              </a:defRPr>
            </a:lvl6pPr>
            <a:lvl7pPr algn="l">
              <a:defRPr sz="585" b="0" i="0">
                <a:solidFill>
                  <a:srgbClr val="000000"/>
                </a:solidFill>
                <a:latin typeface="Comic Sans MS"/>
                <a:ea typeface="Comic Sans MS"/>
                <a:cs typeface="Comic Sans MS"/>
              </a:defRPr>
            </a:lvl7pPr>
            <a:lvl8pPr algn="l">
              <a:defRPr sz="585" b="0" i="0">
                <a:solidFill>
                  <a:srgbClr val="000000"/>
                </a:solidFill>
                <a:latin typeface="Comic Sans MS"/>
                <a:ea typeface="Comic Sans MS"/>
                <a:cs typeface="Comic Sans MS"/>
              </a:defRPr>
            </a:lvl8pPr>
            <a:lvl9pPr algn="l">
              <a:defRPr sz="585" b="0" i="0">
                <a:solidFill>
                  <a:srgbClr val="000000"/>
                </a:solidFill>
                <a:latin typeface="Comic Sans MS"/>
                <a:ea typeface="Comic Sans MS"/>
                <a:cs typeface="Comic Sans MS"/>
              </a:defRPr>
            </a:lvl9pPr>
          </a:lstStyle>
          <a:p xmlns:a="http://schemas.openxmlformats.org/drawingml/2006/main">
            <a:pPr algn="l">
              <a:lnSpc>
                <a:spcPct val="100000"/>
              </a:lnSpc>
              <a:buNone/>
              <a:defRPr sz="585" b="0" i="0">
                <a:solidFill>
                  <a:srgbClr val="000000"/>
                </a:solidFill>
                <a:latin typeface="Comic Sans MS"/>
                <a:ea typeface="Comic Sans MS"/>
                <a:cs typeface="Comic Sans MS"/>
              </a:defRPr>
            </a:pPr>
            <a:r>
              <a:rPr sz="585" b="0" i="0">
                <a:solidFill>
                  <a:srgbClr val="000000"/>
                </a:solidFill>
                <a:latin typeface="Comic Sans MS"/>
                <a:ea typeface="Comic Sans MS"/>
                <a:cs typeface="Comic Sans MS"/>
              </a:rPr>
              <a:t>the</a:t>
            </a:r>
          </a:p>
        </p:txBody>
      </p:sp>
      <p:sp>
        <p:nvSpPr>
          <p:cNvPr id="144" name="text-135 race">
            <a:extLst xmlns:a="http://schemas.openxmlformats.org/drawingml/2006/main">
              <a:ext uri="{FF2B5EF4-FFF2-40B4-BE49-F238E27FC236}">
                <a16:creationId xmlns:a16="http://schemas.microsoft.com/office/drawing/2014/main" id="{2CECA887-A601-418E-AE05-8E06C690BF14}"/>
              </a:ext>
            </a:extLst>
          </p:cNvPr>
          <p:cNvSpPr>
            <a:spLocks xmlns:a="http://schemas.openxmlformats.org/drawingml/2006/main" noGrp="1"/>
          </p:cNvSpPr>
          <p:nvPr/>
        </p:nvSpPr>
        <p:spPr>
          <a:xfrm xmlns:a="http://schemas.openxmlformats.org/drawingml/2006/main" rot="0">
            <a:off x="8462664" y="4398642"/>
            <a:ext cx="165677" cy="1039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5" b="0" i="0">
                <a:solidFill>
                  <a:srgbClr val="000000"/>
                </a:solidFill>
                <a:latin typeface="Comic Sans MS"/>
                <a:ea typeface="Comic Sans MS"/>
                <a:cs typeface="Comic Sans MS"/>
              </a:defRPr>
            </a:defPPr>
            <a:lvl1pPr algn="l">
              <a:defRPr sz="585" b="0" i="0">
                <a:solidFill>
                  <a:srgbClr val="000000"/>
                </a:solidFill>
                <a:latin typeface="Comic Sans MS"/>
                <a:ea typeface="Comic Sans MS"/>
                <a:cs typeface="Comic Sans MS"/>
              </a:defRPr>
            </a:lvl1pPr>
            <a:lvl2pPr algn="l">
              <a:defRPr sz="585" b="0" i="0">
                <a:solidFill>
                  <a:srgbClr val="000000"/>
                </a:solidFill>
                <a:latin typeface="Comic Sans MS"/>
                <a:ea typeface="Comic Sans MS"/>
                <a:cs typeface="Comic Sans MS"/>
              </a:defRPr>
            </a:lvl2pPr>
            <a:lvl3pPr algn="l">
              <a:defRPr sz="585" b="0" i="0">
                <a:solidFill>
                  <a:srgbClr val="000000"/>
                </a:solidFill>
                <a:latin typeface="Comic Sans MS"/>
                <a:ea typeface="Comic Sans MS"/>
                <a:cs typeface="Comic Sans MS"/>
              </a:defRPr>
            </a:lvl3pPr>
            <a:lvl4pPr algn="l">
              <a:defRPr sz="585" b="0" i="0">
                <a:solidFill>
                  <a:srgbClr val="000000"/>
                </a:solidFill>
                <a:latin typeface="Comic Sans MS"/>
                <a:ea typeface="Comic Sans MS"/>
                <a:cs typeface="Comic Sans MS"/>
              </a:defRPr>
            </a:lvl4pPr>
            <a:lvl5pPr algn="l">
              <a:defRPr sz="585" b="0" i="0">
                <a:solidFill>
                  <a:srgbClr val="000000"/>
                </a:solidFill>
                <a:latin typeface="Comic Sans MS"/>
                <a:ea typeface="Comic Sans MS"/>
                <a:cs typeface="Comic Sans MS"/>
              </a:defRPr>
            </a:lvl5pPr>
            <a:lvl6pPr algn="l">
              <a:defRPr sz="585" b="0" i="0">
                <a:solidFill>
                  <a:srgbClr val="000000"/>
                </a:solidFill>
                <a:latin typeface="Comic Sans MS"/>
                <a:ea typeface="Comic Sans MS"/>
                <a:cs typeface="Comic Sans MS"/>
              </a:defRPr>
            </a:lvl6pPr>
            <a:lvl7pPr algn="l">
              <a:defRPr sz="585" b="0" i="0">
                <a:solidFill>
                  <a:srgbClr val="000000"/>
                </a:solidFill>
                <a:latin typeface="Comic Sans MS"/>
                <a:ea typeface="Comic Sans MS"/>
                <a:cs typeface="Comic Sans MS"/>
              </a:defRPr>
            </a:lvl7pPr>
            <a:lvl8pPr algn="l">
              <a:defRPr sz="585" b="0" i="0">
                <a:solidFill>
                  <a:srgbClr val="000000"/>
                </a:solidFill>
                <a:latin typeface="Comic Sans MS"/>
                <a:ea typeface="Comic Sans MS"/>
                <a:cs typeface="Comic Sans MS"/>
              </a:defRPr>
            </a:lvl8pPr>
            <a:lvl9pPr algn="l">
              <a:defRPr sz="585" b="0" i="0">
                <a:solidFill>
                  <a:srgbClr val="000000"/>
                </a:solidFill>
                <a:latin typeface="Comic Sans MS"/>
                <a:ea typeface="Comic Sans MS"/>
                <a:cs typeface="Comic Sans MS"/>
              </a:defRPr>
            </a:lvl9pPr>
          </a:lstStyle>
          <a:p xmlns:a="http://schemas.openxmlformats.org/drawingml/2006/main">
            <a:pPr algn="l">
              <a:lnSpc>
                <a:spcPct val="100000"/>
              </a:lnSpc>
              <a:buNone/>
              <a:defRPr sz="585" b="0" i="0">
                <a:solidFill>
                  <a:srgbClr val="000000"/>
                </a:solidFill>
                <a:latin typeface="Comic Sans MS"/>
                <a:ea typeface="Comic Sans MS"/>
                <a:cs typeface="Comic Sans MS"/>
              </a:defRPr>
            </a:pPr>
            <a:r>
              <a:rPr sz="585" b="0" i="0">
                <a:solidFill>
                  <a:srgbClr val="000000"/>
                </a:solidFill>
                <a:latin typeface="Comic Sans MS"/>
                <a:ea typeface="Comic Sans MS"/>
                <a:cs typeface="Comic Sans MS"/>
              </a:rPr>
              <a:t>race</a:t>
            </a:r>
          </a:p>
        </p:txBody>
      </p:sp>
      <p:sp>
        <p:nvSpPr>
          <p:cNvPr id="145" name="text-136 .">
            <a:extLst xmlns:a="http://schemas.openxmlformats.org/drawingml/2006/main">
              <a:ext uri="{FF2B5EF4-FFF2-40B4-BE49-F238E27FC236}">
                <a16:creationId xmlns:a16="http://schemas.microsoft.com/office/drawing/2014/main" id="{7C978989-D4E9-4AC0-8A0F-77DD5C9CF99D}"/>
              </a:ext>
            </a:extLst>
          </p:cNvPr>
          <p:cNvSpPr>
            <a:spLocks xmlns:a="http://schemas.openxmlformats.org/drawingml/2006/main" noGrp="1"/>
          </p:cNvSpPr>
          <p:nvPr/>
        </p:nvSpPr>
        <p:spPr>
          <a:xfrm xmlns:a="http://schemas.openxmlformats.org/drawingml/2006/main" rot="0">
            <a:off x="8614464" y="4399135"/>
            <a:ext cx="31605" cy="1032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1" b="0" i="0">
                <a:solidFill>
                  <a:srgbClr val="000000"/>
                </a:solidFill>
                <a:latin typeface="Comic Sans MS"/>
                <a:ea typeface="Comic Sans MS"/>
                <a:cs typeface="Comic Sans MS"/>
              </a:defRPr>
            </a:defPPr>
            <a:lvl1pPr algn="l">
              <a:defRPr sz="581" b="0" i="0">
                <a:solidFill>
                  <a:srgbClr val="000000"/>
                </a:solidFill>
                <a:latin typeface="Comic Sans MS"/>
                <a:ea typeface="Comic Sans MS"/>
                <a:cs typeface="Comic Sans MS"/>
              </a:defRPr>
            </a:lvl1pPr>
            <a:lvl2pPr algn="l">
              <a:defRPr sz="581" b="0" i="0">
                <a:solidFill>
                  <a:srgbClr val="000000"/>
                </a:solidFill>
                <a:latin typeface="Comic Sans MS"/>
                <a:ea typeface="Comic Sans MS"/>
                <a:cs typeface="Comic Sans MS"/>
              </a:defRPr>
            </a:lvl2pPr>
            <a:lvl3pPr algn="l">
              <a:defRPr sz="581" b="0" i="0">
                <a:solidFill>
                  <a:srgbClr val="000000"/>
                </a:solidFill>
                <a:latin typeface="Comic Sans MS"/>
                <a:ea typeface="Comic Sans MS"/>
                <a:cs typeface="Comic Sans MS"/>
              </a:defRPr>
            </a:lvl3pPr>
            <a:lvl4pPr algn="l">
              <a:defRPr sz="581" b="0" i="0">
                <a:solidFill>
                  <a:srgbClr val="000000"/>
                </a:solidFill>
                <a:latin typeface="Comic Sans MS"/>
                <a:ea typeface="Comic Sans MS"/>
                <a:cs typeface="Comic Sans MS"/>
              </a:defRPr>
            </a:lvl4pPr>
            <a:lvl5pPr algn="l">
              <a:defRPr sz="581" b="0" i="0">
                <a:solidFill>
                  <a:srgbClr val="000000"/>
                </a:solidFill>
                <a:latin typeface="Comic Sans MS"/>
                <a:ea typeface="Comic Sans MS"/>
                <a:cs typeface="Comic Sans MS"/>
              </a:defRPr>
            </a:lvl5pPr>
            <a:lvl6pPr algn="l">
              <a:defRPr sz="581" b="0" i="0">
                <a:solidFill>
                  <a:srgbClr val="000000"/>
                </a:solidFill>
                <a:latin typeface="Comic Sans MS"/>
                <a:ea typeface="Comic Sans MS"/>
                <a:cs typeface="Comic Sans MS"/>
              </a:defRPr>
            </a:lvl6pPr>
            <a:lvl7pPr algn="l">
              <a:defRPr sz="581" b="0" i="0">
                <a:solidFill>
                  <a:srgbClr val="000000"/>
                </a:solidFill>
                <a:latin typeface="Comic Sans MS"/>
                <a:ea typeface="Comic Sans MS"/>
                <a:cs typeface="Comic Sans MS"/>
              </a:defRPr>
            </a:lvl7pPr>
            <a:lvl8pPr algn="l">
              <a:defRPr sz="581" b="0" i="0">
                <a:solidFill>
                  <a:srgbClr val="000000"/>
                </a:solidFill>
                <a:latin typeface="Comic Sans MS"/>
                <a:ea typeface="Comic Sans MS"/>
                <a:cs typeface="Comic Sans MS"/>
              </a:defRPr>
            </a:lvl8pPr>
            <a:lvl9pPr algn="l">
              <a:defRPr sz="581" b="0" i="0">
                <a:solidFill>
                  <a:srgbClr val="000000"/>
                </a:solidFill>
                <a:latin typeface="Comic Sans MS"/>
                <a:ea typeface="Comic Sans MS"/>
                <a:cs typeface="Comic Sans MS"/>
              </a:defRPr>
            </a:lvl9pPr>
          </a:lstStyle>
          <a:p xmlns:a="http://schemas.openxmlformats.org/drawingml/2006/main">
            <a:pPr algn="l">
              <a:lnSpc>
                <a:spcPct val="100000"/>
              </a:lnSpc>
              <a:buNone/>
              <a:defRPr sz="581" b="0" i="0">
                <a:solidFill>
                  <a:srgbClr val="000000"/>
                </a:solidFill>
                <a:latin typeface="Comic Sans MS"/>
                <a:ea typeface="Comic Sans MS"/>
                <a:cs typeface="Comic Sans MS"/>
              </a:defRPr>
            </a:pPr>
            <a:r>
              <a:rPr sz="581" b="0" i="0">
                <a:solidFill>
                  <a:srgbClr val="000000"/>
                </a:solidFill>
                <a:latin typeface="Comic Sans MS"/>
                <a:ea typeface="Comic Sans MS"/>
                <a:cs typeface="Comic Sans MS"/>
              </a:rPr>
              <a:t>.</a:t>
            </a:r>
          </a:p>
        </p:txBody>
      </p:sp>
      <p:sp>
        <p:nvSpPr>
          <p:cNvPr id="146" name="text-137 12.4s">
            <a:extLst xmlns:a="http://schemas.openxmlformats.org/drawingml/2006/main">
              <a:ext uri="{FF2B5EF4-FFF2-40B4-BE49-F238E27FC236}">
                <a16:creationId xmlns:a16="http://schemas.microsoft.com/office/drawing/2014/main" id="{B74C8273-6354-4901-B973-D9B1732ADC06}"/>
              </a:ext>
            </a:extLst>
          </p:cNvPr>
          <p:cNvSpPr>
            <a:spLocks xmlns:a="http://schemas.openxmlformats.org/drawingml/2006/main" noGrp="1"/>
          </p:cNvSpPr>
          <p:nvPr/>
        </p:nvSpPr>
        <p:spPr>
          <a:xfrm xmlns:a="http://schemas.openxmlformats.org/drawingml/2006/main" rot="0">
            <a:off x="9437894" y="4275188"/>
            <a:ext cx="336042" cy="181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4" b="0" i="0">
                <a:solidFill>
                  <a:srgbClr val="000000"/>
                </a:solidFill>
                <a:latin typeface="Comic Sans MS"/>
                <a:ea typeface="Comic Sans MS"/>
                <a:cs typeface="Comic Sans MS"/>
              </a:defRPr>
            </a:defPPr>
            <a:lvl1pPr algn="l">
              <a:defRPr sz="1024" b="0" i="0">
                <a:solidFill>
                  <a:srgbClr val="000000"/>
                </a:solidFill>
                <a:latin typeface="Comic Sans MS"/>
                <a:ea typeface="Comic Sans MS"/>
                <a:cs typeface="Comic Sans MS"/>
              </a:defRPr>
            </a:lvl1pPr>
            <a:lvl2pPr algn="l">
              <a:defRPr sz="1024" b="0" i="0">
                <a:solidFill>
                  <a:srgbClr val="000000"/>
                </a:solidFill>
                <a:latin typeface="Comic Sans MS"/>
                <a:ea typeface="Comic Sans MS"/>
                <a:cs typeface="Comic Sans MS"/>
              </a:defRPr>
            </a:lvl2pPr>
            <a:lvl3pPr algn="l">
              <a:defRPr sz="1024" b="0" i="0">
                <a:solidFill>
                  <a:srgbClr val="000000"/>
                </a:solidFill>
                <a:latin typeface="Comic Sans MS"/>
                <a:ea typeface="Comic Sans MS"/>
                <a:cs typeface="Comic Sans MS"/>
              </a:defRPr>
            </a:lvl3pPr>
            <a:lvl4pPr algn="l">
              <a:defRPr sz="1024" b="0" i="0">
                <a:solidFill>
                  <a:srgbClr val="000000"/>
                </a:solidFill>
                <a:latin typeface="Comic Sans MS"/>
                <a:ea typeface="Comic Sans MS"/>
                <a:cs typeface="Comic Sans MS"/>
              </a:defRPr>
            </a:lvl4pPr>
            <a:lvl5pPr algn="l">
              <a:defRPr sz="1024" b="0" i="0">
                <a:solidFill>
                  <a:srgbClr val="000000"/>
                </a:solidFill>
                <a:latin typeface="Comic Sans MS"/>
                <a:ea typeface="Comic Sans MS"/>
                <a:cs typeface="Comic Sans MS"/>
              </a:defRPr>
            </a:lvl5pPr>
            <a:lvl6pPr algn="l">
              <a:defRPr sz="1024" b="0" i="0">
                <a:solidFill>
                  <a:srgbClr val="000000"/>
                </a:solidFill>
                <a:latin typeface="Comic Sans MS"/>
                <a:ea typeface="Comic Sans MS"/>
                <a:cs typeface="Comic Sans MS"/>
              </a:defRPr>
            </a:lvl6pPr>
            <a:lvl7pPr algn="l">
              <a:defRPr sz="1024" b="0" i="0">
                <a:solidFill>
                  <a:srgbClr val="000000"/>
                </a:solidFill>
                <a:latin typeface="Comic Sans MS"/>
                <a:ea typeface="Comic Sans MS"/>
                <a:cs typeface="Comic Sans MS"/>
              </a:defRPr>
            </a:lvl7pPr>
            <a:lvl8pPr algn="l">
              <a:defRPr sz="1024" b="0" i="0">
                <a:solidFill>
                  <a:srgbClr val="000000"/>
                </a:solidFill>
                <a:latin typeface="Comic Sans MS"/>
                <a:ea typeface="Comic Sans MS"/>
                <a:cs typeface="Comic Sans MS"/>
              </a:defRPr>
            </a:lvl8pPr>
            <a:lvl9pPr algn="l">
              <a:defRPr sz="1024" b="0" i="0">
                <a:solidFill>
                  <a:srgbClr val="000000"/>
                </a:solidFill>
                <a:latin typeface="Comic Sans MS"/>
                <a:ea typeface="Comic Sans MS"/>
                <a:cs typeface="Comic Sans MS"/>
              </a:defRPr>
            </a:lvl9pPr>
          </a:lstStyle>
          <a:p xmlns:a="http://schemas.openxmlformats.org/drawingml/2006/main">
            <a:pPr algn="l">
              <a:lnSpc>
                <a:spcPct val="100000"/>
              </a:lnSpc>
              <a:buNone/>
              <a:defRPr sz="1024" b="0" i="0">
                <a:solidFill>
                  <a:srgbClr val="000000"/>
                </a:solidFill>
                <a:latin typeface="Comic Sans MS"/>
                <a:ea typeface="Comic Sans MS"/>
                <a:cs typeface="Comic Sans MS"/>
              </a:defRPr>
            </a:pPr>
            <a:r>
              <a:rPr sz="1024" b="0" i="0">
                <a:solidFill>
                  <a:srgbClr val="000000"/>
                </a:solidFill>
                <a:latin typeface="Comic Sans MS"/>
                <a:ea typeface="Comic Sans MS"/>
                <a:cs typeface="Comic Sans MS"/>
              </a:rPr>
              <a:t>12.4s</a:t>
            </a:r>
          </a:p>
        </p:txBody>
      </p:sp>
      <p:sp>
        <p:nvSpPr>
          <p:cNvPr id="147" name="text-138 -">
            <a:extLst xmlns:a="http://schemas.openxmlformats.org/drawingml/2006/main">
              <a:ext uri="{FF2B5EF4-FFF2-40B4-BE49-F238E27FC236}">
                <a16:creationId xmlns:a16="http://schemas.microsoft.com/office/drawing/2014/main" id="{6A732E6B-6F93-4154-80ED-3E0A00420676}"/>
              </a:ext>
            </a:extLst>
          </p:cNvPr>
          <p:cNvSpPr>
            <a:spLocks xmlns:a="http://schemas.openxmlformats.org/drawingml/2006/main" noGrp="1"/>
          </p:cNvSpPr>
          <p:nvPr/>
        </p:nvSpPr>
        <p:spPr>
          <a:xfrm xmlns:a="http://schemas.openxmlformats.org/drawingml/2006/main" rot="0">
            <a:off x="9747627" y="4270245"/>
            <a:ext cx="80489" cy="188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63" b="0" i="0">
                <a:solidFill>
                  <a:srgbClr val="000000"/>
                </a:solidFill>
                <a:latin typeface="Comic Sans MS"/>
                <a:ea typeface="Comic Sans MS"/>
                <a:cs typeface="Comic Sans MS"/>
              </a:defRPr>
            </a:defPPr>
            <a:lvl1pPr algn="l">
              <a:defRPr sz="1063" b="0" i="0">
                <a:solidFill>
                  <a:srgbClr val="000000"/>
                </a:solidFill>
                <a:latin typeface="Comic Sans MS"/>
                <a:ea typeface="Comic Sans MS"/>
                <a:cs typeface="Comic Sans MS"/>
              </a:defRPr>
            </a:lvl1pPr>
            <a:lvl2pPr algn="l">
              <a:defRPr sz="1063" b="0" i="0">
                <a:solidFill>
                  <a:srgbClr val="000000"/>
                </a:solidFill>
                <a:latin typeface="Comic Sans MS"/>
                <a:ea typeface="Comic Sans MS"/>
                <a:cs typeface="Comic Sans MS"/>
              </a:defRPr>
            </a:lvl2pPr>
            <a:lvl3pPr algn="l">
              <a:defRPr sz="1063" b="0" i="0">
                <a:solidFill>
                  <a:srgbClr val="000000"/>
                </a:solidFill>
                <a:latin typeface="Comic Sans MS"/>
                <a:ea typeface="Comic Sans MS"/>
                <a:cs typeface="Comic Sans MS"/>
              </a:defRPr>
            </a:lvl3pPr>
            <a:lvl4pPr algn="l">
              <a:defRPr sz="1063" b="0" i="0">
                <a:solidFill>
                  <a:srgbClr val="000000"/>
                </a:solidFill>
                <a:latin typeface="Comic Sans MS"/>
                <a:ea typeface="Comic Sans MS"/>
                <a:cs typeface="Comic Sans MS"/>
              </a:defRPr>
            </a:lvl4pPr>
            <a:lvl5pPr algn="l">
              <a:defRPr sz="1063" b="0" i="0">
                <a:solidFill>
                  <a:srgbClr val="000000"/>
                </a:solidFill>
                <a:latin typeface="Comic Sans MS"/>
                <a:ea typeface="Comic Sans MS"/>
                <a:cs typeface="Comic Sans MS"/>
              </a:defRPr>
            </a:lvl5pPr>
            <a:lvl6pPr algn="l">
              <a:defRPr sz="1063" b="0" i="0">
                <a:solidFill>
                  <a:srgbClr val="000000"/>
                </a:solidFill>
                <a:latin typeface="Comic Sans MS"/>
                <a:ea typeface="Comic Sans MS"/>
                <a:cs typeface="Comic Sans MS"/>
              </a:defRPr>
            </a:lvl6pPr>
            <a:lvl7pPr algn="l">
              <a:defRPr sz="1063" b="0" i="0">
                <a:solidFill>
                  <a:srgbClr val="000000"/>
                </a:solidFill>
                <a:latin typeface="Comic Sans MS"/>
                <a:ea typeface="Comic Sans MS"/>
                <a:cs typeface="Comic Sans MS"/>
              </a:defRPr>
            </a:lvl7pPr>
            <a:lvl8pPr algn="l">
              <a:defRPr sz="1063" b="0" i="0">
                <a:solidFill>
                  <a:srgbClr val="000000"/>
                </a:solidFill>
                <a:latin typeface="Comic Sans MS"/>
                <a:ea typeface="Comic Sans MS"/>
                <a:cs typeface="Comic Sans MS"/>
              </a:defRPr>
            </a:lvl8pPr>
            <a:lvl9pPr algn="l">
              <a:defRPr sz="1063" b="0" i="0">
                <a:solidFill>
                  <a:srgbClr val="000000"/>
                </a:solidFill>
                <a:latin typeface="Comic Sans MS"/>
                <a:ea typeface="Comic Sans MS"/>
                <a:cs typeface="Comic Sans MS"/>
              </a:defRPr>
            </a:lvl9pPr>
          </a:lstStyle>
          <a:p xmlns:a="http://schemas.openxmlformats.org/drawingml/2006/main">
            <a:pPr algn="l">
              <a:lnSpc>
                <a:spcPct val="100000"/>
              </a:lnSpc>
              <a:buNone/>
              <a:defRPr sz="1063" b="0" i="0">
                <a:solidFill>
                  <a:srgbClr val="000000"/>
                </a:solidFill>
                <a:latin typeface="Comic Sans MS"/>
                <a:ea typeface="Comic Sans MS"/>
                <a:cs typeface="Comic Sans MS"/>
              </a:defRPr>
            </a:pPr>
            <a:r>
              <a:rPr sz="1063" b="0" i="0">
                <a:solidFill>
                  <a:srgbClr val="000000"/>
                </a:solidFill>
                <a:latin typeface="Comic Sans MS"/>
                <a:ea typeface="Comic Sans MS"/>
                <a:cs typeface="Comic Sans MS"/>
              </a:rPr>
              <a:t>-</a:t>
            </a:r>
          </a:p>
        </p:txBody>
      </p:sp>
      <p:sp>
        <p:nvSpPr>
          <p:cNvPr id="148" name="text-139 18.4s">
            <a:extLst xmlns:a="http://schemas.openxmlformats.org/drawingml/2006/main">
              <a:ext uri="{FF2B5EF4-FFF2-40B4-BE49-F238E27FC236}">
                <a16:creationId xmlns:a16="http://schemas.microsoft.com/office/drawing/2014/main" id="{D831C2E6-3530-4856-BFA9-C5875A403AA4}"/>
              </a:ext>
            </a:extLst>
          </p:cNvPr>
          <p:cNvSpPr>
            <a:spLocks xmlns:a="http://schemas.openxmlformats.org/drawingml/2006/main" noGrp="1"/>
          </p:cNvSpPr>
          <p:nvPr/>
        </p:nvSpPr>
        <p:spPr>
          <a:xfrm xmlns:a="http://schemas.openxmlformats.org/drawingml/2006/main" rot="0">
            <a:off x="9801294" y="4275188"/>
            <a:ext cx="336042" cy="181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4" b="0" i="0">
                <a:solidFill>
                  <a:srgbClr val="000000"/>
                </a:solidFill>
                <a:latin typeface="Comic Sans MS"/>
                <a:ea typeface="Comic Sans MS"/>
                <a:cs typeface="Comic Sans MS"/>
              </a:defRPr>
            </a:defPPr>
            <a:lvl1pPr algn="l">
              <a:defRPr sz="1024" b="0" i="0">
                <a:solidFill>
                  <a:srgbClr val="000000"/>
                </a:solidFill>
                <a:latin typeface="Comic Sans MS"/>
                <a:ea typeface="Comic Sans MS"/>
                <a:cs typeface="Comic Sans MS"/>
              </a:defRPr>
            </a:lvl1pPr>
            <a:lvl2pPr algn="l">
              <a:defRPr sz="1024" b="0" i="0">
                <a:solidFill>
                  <a:srgbClr val="000000"/>
                </a:solidFill>
                <a:latin typeface="Comic Sans MS"/>
                <a:ea typeface="Comic Sans MS"/>
                <a:cs typeface="Comic Sans MS"/>
              </a:defRPr>
            </a:lvl2pPr>
            <a:lvl3pPr algn="l">
              <a:defRPr sz="1024" b="0" i="0">
                <a:solidFill>
                  <a:srgbClr val="000000"/>
                </a:solidFill>
                <a:latin typeface="Comic Sans MS"/>
                <a:ea typeface="Comic Sans MS"/>
                <a:cs typeface="Comic Sans MS"/>
              </a:defRPr>
            </a:lvl3pPr>
            <a:lvl4pPr algn="l">
              <a:defRPr sz="1024" b="0" i="0">
                <a:solidFill>
                  <a:srgbClr val="000000"/>
                </a:solidFill>
                <a:latin typeface="Comic Sans MS"/>
                <a:ea typeface="Comic Sans MS"/>
                <a:cs typeface="Comic Sans MS"/>
              </a:defRPr>
            </a:lvl4pPr>
            <a:lvl5pPr algn="l">
              <a:defRPr sz="1024" b="0" i="0">
                <a:solidFill>
                  <a:srgbClr val="000000"/>
                </a:solidFill>
                <a:latin typeface="Comic Sans MS"/>
                <a:ea typeface="Comic Sans MS"/>
                <a:cs typeface="Comic Sans MS"/>
              </a:defRPr>
            </a:lvl5pPr>
            <a:lvl6pPr algn="l">
              <a:defRPr sz="1024" b="0" i="0">
                <a:solidFill>
                  <a:srgbClr val="000000"/>
                </a:solidFill>
                <a:latin typeface="Comic Sans MS"/>
                <a:ea typeface="Comic Sans MS"/>
                <a:cs typeface="Comic Sans MS"/>
              </a:defRPr>
            </a:lvl6pPr>
            <a:lvl7pPr algn="l">
              <a:defRPr sz="1024" b="0" i="0">
                <a:solidFill>
                  <a:srgbClr val="000000"/>
                </a:solidFill>
                <a:latin typeface="Comic Sans MS"/>
                <a:ea typeface="Comic Sans MS"/>
                <a:cs typeface="Comic Sans MS"/>
              </a:defRPr>
            </a:lvl7pPr>
            <a:lvl8pPr algn="l">
              <a:defRPr sz="1024" b="0" i="0">
                <a:solidFill>
                  <a:srgbClr val="000000"/>
                </a:solidFill>
                <a:latin typeface="Comic Sans MS"/>
                <a:ea typeface="Comic Sans MS"/>
                <a:cs typeface="Comic Sans MS"/>
              </a:defRPr>
            </a:lvl8pPr>
            <a:lvl9pPr algn="l">
              <a:defRPr sz="1024" b="0" i="0">
                <a:solidFill>
                  <a:srgbClr val="000000"/>
                </a:solidFill>
                <a:latin typeface="Comic Sans MS"/>
                <a:ea typeface="Comic Sans MS"/>
                <a:cs typeface="Comic Sans MS"/>
              </a:defRPr>
            </a:lvl9pPr>
          </a:lstStyle>
          <a:p xmlns:a="http://schemas.openxmlformats.org/drawingml/2006/main">
            <a:pPr algn="l">
              <a:lnSpc>
                <a:spcPct val="100000"/>
              </a:lnSpc>
              <a:buNone/>
              <a:defRPr sz="1024" b="0" i="0">
                <a:solidFill>
                  <a:srgbClr val="000000"/>
                </a:solidFill>
                <a:latin typeface="Comic Sans MS"/>
                <a:ea typeface="Comic Sans MS"/>
                <a:cs typeface="Comic Sans MS"/>
              </a:defRPr>
            </a:pPr>
            <a:r>
              <a:rPr sz="1024" b="0" i="0">
                <a:solidFill>
                  <a:srgbClr val="000000"/>
                </a:solidFill>
                <a:latin typeface="Comic Sans MS"/>
                <a:ea typeface="Comic Sans MS"/>
                <a:cs typeface="Comic Sans MS"/>
              </a:rPr>
              <a:t>18.4s</a:t>
            </a:r>
          </a:p>
        </p:txBody>
      </p:sp>
      <p:sp>
        <p:nvSpPr>
          <p:cNvPr id="149" name="text-140 -">
            <a:extLst xmlns:a="http://schemas.openxmlformats.org/drawingml/2006/main">
              <a:ext uri="{FF2B5EF4-FFF2-40B4-BE49-F238E27FC236}">
                <a16:creationId xmlns:a16="http://schemas.microsoft.com/office/drawing/2014/main" id="{F79E28C7-AC32-4BB0-9468-D64B5EA8F359}"/>
              </a:ext>
            </a:extLst>
          </p:cNvPr>
          <p:cNvSpPr>
            <a:spLocks xmlns:a="http://schemas.openxmlformats.org/drawingml/2006/main" noGrp="1"/>
          </p:cNvSpPr>
          <p:nvPr/>
        </p:nvSpPr>
        <p:spPr>
          <a:xfrm xmlns:a="http://schemas.openxmlformats.org/drawingml/2006/main" rot="0">
            <a:off x="10827640" y="4270245"/>
            <a:ext cx="80489" cy="188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63" b="0" i="0">
                <a:solidFill>
                  <a:srgbClr val="000000"/>
                </a:solidFill>
                <a:latin typeface="Comic Sans MS"/>
                <a:ea typeface="Comic Sans MS"/>
                <a:cs typeface="Comic Sans MS"/>
              </a:defRPr>
            </a:defPPr>
            <a:lvl1pPr algn="l">
              <a:defRPr sz="1063" b="0" i="0">
                <a:solidFill>
                  <a:srgbClr val="000000"/>
                </a:solidFill>
                <a:latin typeface="Comic Sans MS"/>
                <a:ea typeface="Comic Sans MS"/>
                <a:cs typeface="Comic Sans MS"/>
              </a:defRPr>
            </a:lvl1pPr>
            <a:lvl2pPr algn="l">
              <a:defRPr sz="1063" b="0" i="0">
                <a:solidFill>
                  <a:srgbClr val="000000"/>
                </a:solidFill>
                <a:latin typeface="Comic Sans MS"/>
                <a:ea typeface="Comic Sans MS"/>
                <a:cs typeface="Comic Sans MS"/>
              </a:defRPr>
            </a:lvl2pPr>
            <a:lvl3pPr algn="l">
              <a:defRPr sz="1063" b="0" i="0">
                <a:solidFill>
                  <a:srgbClr val="000000"/>
                </a:solidFill>
                <a:latin typeface="Comic Sans MS"/>
                <a:ea typeface="Comic Sans MS"/>
                <a:cs typeface="Comic Sans MS"/>
              </a:defRPr>
            </a:lvl3pPr>
            <a:lvl4pPr algn="l">
              <a:defRPr sz="1063" b="0" i="0">
                <a:solidFill>
                  <a:srgbClr val="000000"/>
                </a:solidFill>
                <a:latin typeface="Comic Sans MS"/>
                <a:ea typeface="Comic Sans MS"/>
                <a:cs typeface="Comic Sans MS"/>
              </a:defRPr>
            </a:lvl4pPr>
            <a:lvl5pPr algn="l">
              <a:defRPr sz="1063" b="0" i="0">
                <a:solidFill>
                  <a:srgbClr val="000000"/>
                </a:solidFill>
                <a:latin typeface="Comic Sans MS"/>
                <a:ea typeface="Comic Sans MS"/>
                <a:cs typeface="Comic Sans MS"/>
              </a:defRPr>
            </a:lvl5pPr>
            <a:lvl6pPr algn="l">
              <a:defRPr sz="1063" b="0" i="0">
                <a:solidFill>
                  <a:srgbClr val="000000"/>
                </a:solidFill>
                <a:latin typeface="Comic Sans MS"/>
                <a:ea typeface="Comic Sans MS"/>
                <a:cs typeface="Comic Sans MS"/>
              </a:defRPr>
            </a:lvl6pPr>
            <a:lvl7pPr algn="l">
              <a:defRPr sz="1063" b="0" i="0">
                <a:solidFill>
                  <a:srgbClr val="000000"/>
                </a:solidFill>
                <a:latin typeface="Comic Sans MS"/>
                <a:ea typeface="Comic Sans MS"/>
                <a:cs typeface="Comic Sans MS"/>
              </a:defRPr>
            </a:lvl7pPr>
            <a:lvl8pPr algn="l">
              <a:defRPr sz="1063" b="0" i="0">
                <a:solidFill>
                  <a:srgbClr val="000000"/>
                </a:solidFill>
                <a:latin typeface="Comic Sans MS"/>
                <a:ea typeface="Comic Sans MS"/>
                <a:cs typeface="Comic Sans MS"/>
              </a:defRPr>
            </a:lvl8pPr>
            <a:lvl9pPr algn="l">
              <a:defRPr sz="1063" b="0" i="0">
                <a:solidFill>
                  <a:srgbClr val="000000"/>
                </a:solidFill>
                <a:latin typeface="Comic Sans MS"/>
                <a:ea typeface="Comic Sans MS"/>
                <a:cs typeface="Comic Sans MS"/>
              </a:defRPr>
            </a:lvl9pPr>
          </a:lstStyle>
          <a:p xmlns:a="http://schemas.openxmlformats.org/drawingml/2006/main">
            <a:pPr algn="l">
              <a:lnSpc>
                <a:spcPct val="100000"/>
              </a:lnSpc>
              <a:buNone/>
              <a:defRPr sz="1063" b="0" i="0">
                <a:solidFill>
                  <a:srgbClr val="000000"/>
                </a:solidFill>
                <a:latin typeface="Comic Sans MS"/>
                <a:ea typeface="Comic Sans MS"/>
                <a:cs typeface="Comic Sans MS"/>
              </a:defRPr>
            </a:pPr>
            <a:r>
              <a:rPr sz="1063" b="0" i="0">
                <a:solidFill>
                  <a:srgbClr val="000000"/>
                </a:solidFill>
                <a:latin typeface="Comic Sans MS"/>
                <a:ea typeface="Comic Sans MS"/>
                <a:cs typeface="Comic Sans MS"/>
              </a:rPr>
              <a:t>-</a:t>
            </a:r>
          </a:p>
        </p:txBody>
      </p:sp>
      <p:sp>
        <p:nvSpPr>
          <p:cNvPr id="150" name="text-141 Image">
            <a:extLst xmlns:a="http://schemas.openxmlformats.org/drawingml/2006/main">
              <a:ext uri="{FF2B5EF4-FFF2-40B4-BE49-F238E27FC236}">
                <a16:creationId xmlns:a16="http://schemas.microsoft.com/office/drawing/2014/main" id="{8C911CA5-292A-4EFA-9A7A-F93104358757}"/>
              </a:ext>
            </a:extLst>
          </p:cNvPr>
          <p:cNvSpPr>
            <a:spLocks xmlns:a="http://schemas.openxmlformats.org/drawingml/2006/main" noGrp="1"/>
          </p:cNvSpPr>
          <p:nvPr/>
        </p:nvSpPr>
        <p:spPr>
          <a:xfrm xmlns:a="http://schemas.openxmlformats.org/drawingml/2006/main" rot="0">
            <a:off x="6528322" y="4681259"/>
            <a:ext cx="402552" cy="1822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5" b="0" i="0">
                <a:solidFill>
                  <a:srgbClr val="000000"/>
                </a:solidFill>
                <a:latin typeface="Comic Sans MS"/>
                <a:ea typeface="Comic Sans MS"/>
                <a:cs typeface="Comic Sans MS"/>
              </a:defRPr>
            </a:defPPr>
            <a:lvl1pPr algn="l">
              <a:defRPr sz="1025" b="0" i="0">
                <a:solidFill>
                  <a:srgbClr val="000000"/>
                </a:solidFill>
                <a:latin typeface="Comic Sans MS"/>
                <a:ea typeface="Comic Sans MS"/>
                <a:cs typeface="Comic Sans MS"/>
              </a:defRPr>
            </a:lvl1pPr>
            <a:lvl2pPr algn="l">
              <a:defRPr sz="1025" b="0" i="0">
                <a:solidFill>
                  <a:srgbClr val="000000"/>
                </a:solidFill>
                <a:latin typeface="Comic Sans MS"/>
                <a:ea typeface="Comic Sans MS"/>
                <a:cs typeface="Comic Sans MS"/>
              </a:defRPr>
            </a:lvl2pPr>
            <a:lvl3pPr algn="l">
              <a:defRPr sz="1025" b="0" i="0">
                <a:solidFill>
                  <a:srgbClr val="000000"/>
                </a:solidFill>
                <a:latin typeface="Comic Sans MS"/>
                <a:ea typeface="Comic Sans MS"/>
                <a:cs typeface="Comic Sans MS"/>
              </a:defRPr>
            </a:lvl3pPr>
            <a:lvl4pPr algn="l">
              <a:defRPr sz="1025" b="0" i="0">
                <a:solidFill>
                  <a:srgbClr val="000000"/>
                </a:solidFill>
                <a:latin typeface="Comic Sans MS"/>
                <a:ea typeface="Comic Sans MS"/>
                <a:cs typeface="Comic Sans MS"/>
              </a:defRPr>
            </a:lvl4pPr>
            <a:lvl5pPr algn="l">
              <a:defRPr sz="1025" b="0" i="0">
                <a:solidFill>
                  <a:srgbClr val="000000"/>
                </a:solidFill>
                <a:latin typeface="Comic Sans MS"/>
                <a:ea typeface="Comic Sans MS"/>
                <a:cs typeface="Comic Sans MS"/>
              </a:defRPr>
            </a:lvl5pPr>
            <a:lvl6pPr algn="l">
              <a:defRPr sz="1025" b="0" i="0">
                <a:solidFill>
                  <a:srgbClr val="000000"/>
                </a:solidFill>
                <a:latin typeface="Comic Sans MS"/>
                <a:ea typeface="Comic Sans MS"/>
                <a:cs typeface="Comic Sans MS"/>
              </a:defRPr>
            </a:lvl6pPr>
            <a:lvl7pPr algn="l">
              <a:defRPr sz="1025" b="0" i="0">
                <a:solidFill>
                  <a:srgbClr val="000000"/>
                </a:solidFill>
                <a:latin typeface="Comic Sans MS"/>
                <a:ea typeface="Comic Sans MS"/>
                <a:cs typeface="Comic Sans MS"/>
              </a:defRPr>
            </a:lvl7pPr>
            <a:lvl8pPr algn="l">
              <a:defRPr sz="1025" b="0" i="0">
                <a:solidFill>
                  <a:srgbClr val="000000"/>
                </a:solidFill>
                <a:latin typeface="Comic Sans MS"/>
                <a:ea typeface="Comic Sans MS"/>
                <a:cs typeface="Comic Sans MS"/>
              </a:defRPr>
            </a:lvl8pPr>
            <a:lvl9pPr algn="l">
              <a:defRPr sz="1025" b="0" i="0">
                <a:solidFill>
                  <a:srgbClr val="000000"/>
                </a:solidFill>
                <a:latin typeface="Comic Sans MS"/>
                <a:ea typeface="Comic Sans MS"/>
                <a:cs typeface="Comic Sans MS"/>
              </a:defRPr>
            </a:lvl9pPr>
          </a:lstStyle>
          <a:p xmlns:a="http://schemas.openxmlformats.org/drawingml/2006/main">
            <a:pPr algn="l">
              <a:lnSpc>
                <a:spcPct val="100000"/>
              </a:lnSpc>
              <a:buNone/>
              <a:defRPr sz="1025" b="0" i="0">
                <a:solidFill>
                  <a:srgbClr val="000000"/>
                </a:solidFill>
                <a:latin typeface="Comic Sans MS"/>
                <a:ea typeface="Comic Sans MS"/>
                <a:cs typeface="Comic Sans MS"/>
              </a:defRPr>
            </a:pPr>
            <a:r>
              <a:rPr sz="1025" b="0" i="0">
                <a:solidFill>
                  <a:srgbClr val="000000"/>
                </a:solidFill>
                <a:latin typeface="Comic Sans MS"/>
                <a:ea typeface="Comic Sans MS"/>
                <a:cs typeface="Comic Sans MS"/>
              </a:rPr>
              <a:t>Image</a:t>
            </a:r>
          </a:p>
        </p:txBody>
      </p:sp>
      <p:sp>
        <p:nvSpPr>
          <p:cNvPr id="151" name="path-142">
            <a:extLst xmlns:a="http://schemas.openxmlformats.org/drawingml/2006/main">
              <a:ext uri="{FF2B5EF4-FFF2-40B4-BE49-F238E27FC236}">
                <a16:creationId xmlns:a16="http://schemas.microsoft.com/office/drawing/2014/main" id="{FF02C074-38C6-46F4-9619-A4D14E1E0182}"/>
              </a:ext>
            </a:extLst>
          </p:cNvPr>
          <p:cNvSpPr>
            <a:spLocks xmlns:a="http://schemas.openxmlformats.org/drawingml/2006/main" noGrp="1"/>
          </p:cNvSpPr>
          <p:nvPr/>
        </p:nvSpPr>
        <p:spPr>
          <a:xfrm xmlns:a="http://schemas.openxmlformats.org/drawingml/2006/main">
            <a:off x="6973678" y="4721523"/>
            <a:ext cx="43616" cy="89934"/>
          </a:xfrm>
          <a:custGeom xmlns:a="http://schemas.openxmlformats.org/drawingml/2006/main">
            <a:pathLst>
              <a:path w="43616" h="89934">
                <a:moveTo>
                  <a:pt x="22006" y="70761"/>
                </a:moveTo>
                <a:cubicBezTo>
                  <a:pt x="21435" y="73352"/>
                  <a:pt x="21061" y="75406"/>
                  <a:pt x="20886" y="76921"/>
                </a:cubicBezTo>
                <a:cubicBezTo>
                  <a:pt x="20710" y="78437"/>
                  <a:pt x="20622" y="79809"/>
                  <a:pt x="20622" y="81039"/>
                </a:cubicBezTo>
                <a:cubicBezTo>
                  <a:pt x="20622" y="83016"/>
                  <a:pt x="21116" y="84410"/>
                  <a:pt x="22105" y="85223"/>
                </a:cubicBezTo>
                <a:cubicBezTo>
                  <a:pt x="23093" y="86035"/>
                  <a:pt x="24751" y="86530"/>
                  <a:pt x="27079" y="86705"/>
                </a:cubicBezTo>
                <a:lnTo>
                  <a:pt x="26354" y="89934"/>
                </a:lnTo>
                <a:lnTo>
                  <a:pt x="0" y="89934"/>
                </a:lnTo>
                <a:lnTo>
                  <a:pt x="725" y="86705"/>
                </a:lnTo>
                <a:cubicBezTo>
                  <a:pt x="2394" y="86442"/>
                  <a:pt x="3646" y="86013"/>
                  <a:pt x="4480" y="85420"/>
                </a:cubicBezTo>
                <a:cubicBezTo>
                  <a:pt x="5315" y="84828"/>
                  <a:pt x="6018" y="84004"/>
                  <a:pt x="6589" y="82950"/>
                </a:cubicBezTo>
                <a:cubicBezTo>
                  <a:pt x="7160" y="81896"/>
                  <a:pt x="7687" y="80611"/>
                  <a:pt x="8170" y="79095"/>
                </a:cubicBezTo>
                <a:cubicBezTo>
                  <a:pt x="8653" y="77580"/>
                  <a:pt x="9378" y="74648"/>
                  <a:pt x="10344" y="70300"/>
                </a:cubicBezTo>
                <a:lnTo>
                  <a:pt x="21545" y="19568"/>
                </a:lnTo>
                <a:cubicBezTo>
                  <a:pt x="22511" y="15176"/>
                  <a:pt x="22994" y="11640"/>
                  <a:pt x="22994" y="8960"/>
                </a:cubicBezTo>
                <a:cubicBezTo>
                  <a:pt x="22994" y="6896"/>
                  <a:pt x="22478" y="5458"/>
                  <a:pt x="21446" y="4645"/>
                </a:cubicBezTo>
                <a:cubicBezTo>
                  <a:pt x="20414" y="3832"/>
                  <a:pt x="18777" y="3360"/>
                  <a:pt x="16537" y="3228"/>
                </a:cubicBezTo>
                <a:lnTo>
                  <a:pt x="17262" y="0"/>
                </a:lnTo>
                <a:lnTo>
                  <a:pt x="43616" y="0"/>
                </a:lnTo>
                <a:lnTo>
                  <a:pt x="42891" y="3228"/>
                </a:lnTo>
                <a:cubicBezTo>
                  <a:pt x="41222" y="3580"/>
                  <a:pt x="40025" y="3975"/>
                  <a:pt x="39301" y="4414"/>
                </a:cubicBezTo>
                <a:cubicBezTo>
                  <a:pt x="38576" y="4854"/>
                  <a:pt x="37928" y="5512"/>
                  <a:pt x="37357" y="6391"/>
                </a:cubicBezTo>
                <a:cubicBezTo>
                  <a:pt x="36786" y="7269"/>
                  <a:pt x="36193" y="8642"/>
                  <a:pt x="35578" y="10509"/>
                </a:cubicBezTo>
                <a:cubicBezTo>
                  <a:pt x="34963" y="12375"/>
                  <a:pt x="34195" y="15417"/>
                  <a:pt x="33272" y="19634"/>
                </a:cubicBezTo>
                <a:lnTo>
                  <a:pt x="22006" y="70761"/>
                </a:lnTo>
                <a:close/>
              </a:path>
            </a:pathLst>
          </a:custGeom>
          <a:solidFill xmlns:a="http://schemas.openxmlformats.org/drawingml/2006/main">
            <a:srgbClr val="000000"/>
          </a:solidFill>
          <a:ln xmlns:a="http://schemas.openxmlformats.org/drawingml/2006/main" w="0">
            <a:noFill/>
            <a:prstDash val="solid"/>
          </a:ln>
        </p:spPr>
      </p:sp>
      <p:sp>
        <p:nvSpPr>
          <p:cNvPr id="152" name="path-143">
            <a:extLst xmlns:a="http://schemas.openxmlformats.org/drawingml/2006/main">
              <a:ext uri="{FF2B5EF4-FFF2-40B4-BE49-F238E27FC236}">
                <a16:creationId xmlns:a16="http://schemas.microsoft.com/office/drawing/2014/main" id="{842B654E-890C-4114-B232-B94B64FD8CCA}"/>
              </a:ext>
            </a:extLst>
          </p:cNvPr>
          <p:cNvSpPr>
            <a:spLocks xmlns:a="http://schemas.openxmlformats.org/drawingml/2006/main" noGrp="1"/>
          </p:cNvSpPr>
          <p:nvPr/>
        </p:nvSpPr>
        <p:spPr>
          <a:xfrm xmlns:a="http://schemas.openxmlformats.org/drawingml/2006/main">
            <a:off x="7017210" y="4776236"/>
            <a:ext cx="40633" cy="61717"/>
          </a:xfrm>
          <a:custGeom xmlns:a="http://schemas.openxmlformats.org/drawingml/2006/main">
            <a:pathLst>
              <a:path w="40633" h="61717">
                <a:moveTo>
                  <a:pt x="26258" y="49067"/>
                </a:moveTo>
                <a:cubicBezTo>
                  <a:pt x="26258" y="50057"/>
                  <a:pt x="26290" y="50911"/>
                  <a:pt x="26354" y="51630"/>
                </a:cubicBezTo>
                <a:cubicBezTo>
                  <a:pt x="26418" y="52349"/>
                  <a:pt x="26522" y="52956"/>
                  <a:pt x="26666" y="53451"/>
                </a:cubicBezTo>
                <a:cubicBezTo>
                  <a:pt x="26809" y="53946"/>
                  <a:pt x="27001" y="54369"/>
                  <a:pt x="27241" y="54721"/>
                </a:cubicBezTo>
                <a:cubicBezTo>
                  <a:pt x="27480" y="55072"/>
                  <a:pt x="27760" y="55376"/>
                  <a:pt x="28079" y="55631"/>
                </a:cubicBezTo>
                <a:cubicBezTo>
                  <a:pt x="28463" y="56015"/>
                  <a:pt x="28974" y="56310"/>
                  <a:pt x="29613" y="56518"/>
                </a:cubicBezTo>
                <a:cubicBezTo>
                  <a:pt x="30251" y="56725"/>
                  <a:pt x="31066" y="56901"/>
                  <a:pt x="32056" y="57045"/>
                </a:cubicBezTo>
                <a:cubicBezTo>
                  <a:pt x="33047" y="57189"/>
                  <a:pt x="34236" y="57300"/>
                  <a:pt x="35626" y="57380"/>
                </a:cubicBezTo>
                <a:cubicBezTo>
                  <a:pt x="37016" y="57460"/>
                  <a:pt x="38685" y="57516"/>
                  <a:pt x="40633" y="57548"/>
                </a:cubicBezTo>
                <a:lnTo>
                  <a:pt x="40633" y="61717"/>
                </a:lnTo>
                <a:lnTo>
                  <a:pt x="2635" y="61717"/>
                </a:lnTo>
                <a:lnTo>
                  <a:pt x="2635" y="57548"/>
                </a:lnTo>
                <a:cubicBezTo>
                  <a:pt x="4520" y="57484"/>
                  <a:pt x="6117" y="57412"/>
                  <a:pt x="7427" y="57332"/>
                </a:cubicBezTo>
                <a:cubicBezTo>
                  <a:pt x="8737" y="57252"/>
                  <a:pt x="9855" y="57141"/>
                  <a:pt x="10781" y="56997"/>
                </a:cubicBezTo>
                <a:cubicBezTo>
                  <a:pt x="11708" y="56853"/>
                  <a:pt x="12450" y="56693"/>
                  <a:pt x="13009" y="56518"/>
                </a:cubicBezTo>
                <a:cubicBezTo>
                  <a:pt x="13568" y="56342"/>
                  <a:pt x="14056" y="56126"/>
                  <a:pt x="14471" y="55871"/>
                </a:cubicBezTo>
                <a:cubicBezTo>
                  <a:pt x="14918" y="55583"/>
                  <a:pt x="15301" y="55272"/>
                  <a:pt x="15621" y="54936"/>
                </a:cubicBezTo>
                <a:cubicBezTo>
                  <a:pt x="15940" y="54601"/>
                  <a:pt x="16196" y="54178"/>
                  <a:pt x="16388" y="53667"/>
                </a:cubicBezTo>
                <a:cubicBezTo>
                  <a:pt x="16579" y="53156"/>
                  <a:pt x="16731" y="52533"/>
                  <a:pt x="16843" y="51798"/>
                </a:cubicBezTo>
                <a:cubicBezTo>
                  <a:pt x="16955" y="51063"/>
                  <a:pt x="17010" y="50153"/>
                  <a:pt x="17010" y="49067"/>
                </a:cubicBezTo>
                <a:lnTo>
                  <a:pt x="17010" y="14710"/>
                </a:lnTo>
                <a:cubicBezTo>
                  <a:pt x="17010" y="13465"/>
                  <a:pt x="16771" y="12586"/>
                  <a:pt x="16292" y="12075"/>
                </a:cubicBezTo>
                <a:cubicBezTo>
                  <a:pt x="15813" y="11564"/>
                  <a:pt x="15126" y="11308"/>
                  <a:pt x="14231" y="11308"/>
                </a:cubicBezTo>
                <a:cubicBezTo>
                  <a:pt x="13241" y="11308"/>
                  <a:pt x="11772" y="11819"/>
                  <a:pt x="9823" y="12842"/>
                </a:cubicBezTo>
                <a:cubicBezTo>
                  <a:pt x="7874" y="13864"/>
                  <a:pt x="5351" y="15381"/>
                  <a:pt x="2252" y="17394"/>
                </a:cubicBezTo>
                <a:cubicBezTo>
                  <a:pt x="1837" y="16659"/>
                  <a:pt x="1453" y="15924"/>
                  <a:pt x="1102" y="15190"/>
                </a:cubicBezTo>
                <a:cubicBezTo>
                  <a:pt x="751" y="14455"/>
                  <a:pt x="383" y="13704"/>
                  <a:pt x="0" y="12938"/>
                </a:cubicBezTo>
                <a:cubicBezTo>
                  <a:pt x="3961" y="10765"/>
                  <a:pt x="7882" y="8601"/>
                  <a:pt x="11764" y="6445"/>
                </a:cubicBezTo>
                <a:cubicBezTo>
                  <a:pt x="15645" y="4289"/>
                  <a:pt x="19582" y="2140"/>
                  <a:pt x="23575" y="0"/>
                </a:cubicBezTo>
                <a:lnTo>
                  <a:pt x="26498" y="0"/>
                </a:lnTo>
                <a:cubicBezTo>
                  <a:pt x="26434" y="1757"/>
                  <a:pt x="26386" y="3330"/>
                  <a:pt x="26354" y="4720"/>
                </a:cubicBezTo>
                <a:cubicBezTo>
                  <a:pt x="26322" y="6109"/>
                  <a:pt x="26298" y="7459"/>
                  <a:pt x="26282" y="8769"/>
                </a:cubicBezTo>
                <a:cubicBezTo>
                  <a:pt x="26266" y="10078"/>
                  <a:pt x="26258" y="11372"/>
                  <a:pt x="26258" y="12650"/>
                </a:cubicBezTo>
                <a:lnTo>
                  <a:pt x="26258" y="49067"/>
                </a:lnTo>
                <a:close/>
              </a:path>
            </a:pathLst>
          </a:custGeom>
          <a:solidFill xmlns:a="http://schemas.openxmlformats.org/drawingml/2006/main">
            <a:srgbClr val="000000"/>
          </a:solidFill>
          <a:ln xmlns:a="http://schemas.openxmlformats.org/drawingml/2006/main" w="0">
            <a:noFill/>
            <a:prstDash val="solid"/>
          </a:ln>
        </p:spPr>
      </p:sp>
      <p:sp>
        <p:nvSpPr>
          <p:cNvPr id="153" name="text-144 Sailboat">
            <a:extLst xmlns:a="http://schemas.openxmlformats.org/drawingml/2006/main">
              <a:ext uri="{FF2B5EF4-FFF2-40B4-BE49-F238E27FC236}">
                <a16:creationId xmlns:a16="http://schemas.microsoft.com/office/drawing/2014/main" id="{01E8D7D6-8AEE-4145-ADBB-93B2DE4611B0}"/>
              </a:ext>
            </a:extLst>
          </p:cNvPr>
          <p:cNvSpPr>
            <a:spLocks xmlns:a="http://schemas.openxmlformats.org/drawingml/2006/main" noGrp="1"/>
          </p:cNvSpPr>
          <p:nvPr/>
        </p:nvSpPr>
        <p:spPr>
          <a:xfrm xmlns:a="http://schemas.openxmlformats.org/drawingml/2006/main" rot="0">
            <a:off x="7519670" y="4606747"/>
            <a:ext cx="493994" cy="171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3" b="0" i="0">
                <a:solidFill>
                  <a:srgbClr val="000000"/>
                </a:solidFill>
                <a:latin typeface="Comic Sans MS"/>
                <a:ea typeface="Comic Sans MS"/>
                <a:cs typeface="Comic Sans MS"/>
              </a:defRPr>
            </a:defPPr>
            <a:lvl1pPr algn="l">
              <a:defRPr sz="963" b="0" i="0">
                <a:solidFill>
                  <a:srgbClr val="000000"/>
                </a:solidFill>
                <a:latin typeface="Comic Sans MS"/>
                <a:ea typeface="Comic Sans MS"/>
                <a:cs typeface="Comic Sans MS"/>
              </a:defRPr>
            </a:lvl1pPr>
            <a:lvl2pPr algn="l">
              <a:defRPr sz="963" b="0" i="0">
                <a:solidFill>
                  <a:srgbClr val="000000"/>
                </a:solidFill>
                <a:latin typeface="Comic Sans MS"/>
                <a:ea typeface="Comic Sans MS"/>
                <a:cs typeface="Comic Sans MS"/>
              </a:defRPr>
            </a:lvl2pPr>
            <a:lvl3pPr algn="l">
              <a:defRPr sz="963" b="0" i="0">
                <a:solidFill>
                  <a:srgbClr val="000000"/>
                </a:solidFill>
                <a:latin typeface="Comic Sans MS"/>
                <a:ea typeface="Comic Sans MS"/>
                <a:cs typeface="Comic Sans MS"/>
              </a:defRPr>
            </a:lvl3pPr>
            <a:lvl4pPr algn="l">
              <a:defRPr sz="963" b="0" i="0">
                <a:solidFill>
                  <a:srgbClr val="000000"/>
                </a:solidFill>
                <a:latin typeface="Comic Sans MS"/>
                <a:ea typeface="Comic Sans MS"/>
                <a:cs typeface="Comic Sans MS"/>
              </a:defRPr>
            </a:lvl4pPr>
            <a:lvl5pPr algn="l">
              <a:defRPr sz="963" b="0" i="0">
                <a:solidFill>
                  <a:srgbClr val="000000"/>
                </a:solidFill>
                <a:latin typeface="Comic Sans MS"/>
                <a:ea typeface="Comic Sans MS"/>
                <a:cs typeface="Comic Sans MS"/>
              </a:defRPr>
            </a:lvl5pPr>
            <a:lvl6pPr algn="l">
              <a:defRPr sz="963" b="0" i="0">
                <a:solidFill>
                  <a:srgbClr val="000000"/>
                </a:solidFill>
                <a:latin typeface="Comic Sans MS"/>
                <a:ea typeface="Comic Sans MS"/>
                <a:cs typeface="Comic Sans MS"/>
              </a:defRPr>
            </a:lvl6pPr>
            <a:lvl7pPr algn="l">
              <a:defRPr sz="963" b="0" i="0">
                <a:solidFill>
                  <a:srgbClr val="000000"/>
                </a:solidFill>
                <a:latin typeface="Comic Sans MS"/>
                <a:ea typeface="Comic Sans MS"/>
                <a:cs typeface="Comic Sans MS"/>
              </a:defRPr>
            </a:lvl7pPr>
            <a:lvl8pPr algn="l">
              <a:defRPr sz="963" b="0" i="0">
                <a:solidFill>
                  <a:srgbClr val="000000"/>
                </a:solidFill>
                <a:latin typeface="Comic Sans MS"/>
                <a:ea typeface="Comic Sans MS"/>
                <a:cs typeface="Comic Sans MS"/>
              </a:defRPr>
            </a:lvl8pPr>
            <a:lvl9pPr algn="l">
              <a:defRPr sz="963" b="0" i="0">
                <a:solidFill>
                  <a:srgbClr val="000000"/>
                </a:solidFill>
                <a:latin typeface="Comic Sans MS"/>
                <a:ea typeface="Comic Sans MS"/>
                <a:cs typeface="Comic Sans MS"/>
              </a:defRPr>
            </a:lvl9pPr>
          </a:lstStyle>
          <a:p xmlns:a="http://schemas.openxmlformats.org/drawingml/2006/main">
            <a:pPr algn="l">
              <a:lnSpc>
                <a:spcPct val="100000"/>
              </a:lnSpc>
              <a:buNone/>
              <a:defRPr sz="963" b="0" i="0">
                <a:solidFill>
                  <a:srgbClr val="000000"/>
                </a:solidFill>
                <a:latin typeface="Comic Sans MS"/>
                <a:ea typeface="Comic Sans MS"/>
                <a:cs typeface="Comic Sans MS"/>
              </a:defRPr>
            </a:pPr>
            <a:r>
              <a:rPr sz="963" b="0" i="0">
                <a:solidFill>
                  <a:srgbClr val="000000"/>
                </a:solidFill>
                <a:latin typeface="Comic Sans MS"/>
                <a:ea typeface="Comic Sans MS"/>
                <a:cs typeface="Comic Sans MS"/>
              </a:rPr>
              <a:t>Sailboat</a:t>
            </a:r>
          </a:p>
        </p:txBody>
      </p:sp>
      <p:sp>
        <p:nvSpPr>
          <p:cNvPr id="154" name="text-145 Near">
            <a:extLst xmlns:a="http://schemas.openxmlformats.org/drawingml/2006/main">
              <a:ext uri="{FF2B5EF4-FFF2-40B4-BE49-F238E27FC236}">
                <a16:creationId xmlns:a16="http://schemas.microsoft.com/office/drawing/2014/main" id="{073AA003-9165-44FB-B894-7E6ACF73F670}"/>
              </a:ext>
            </a:extLst>
          </p:cNvPr>
          <p:cNvSpPr>
            <a:spLocks xmlns:a="http://schemas.openxmlformats.org/drawingml/2006/main" noGrp="1"/>
          </p:cNvSpPr>
          <p:nvPr/>
        </p:nvSpPr>
        <p:spPr>
          <a:xfrm xmlns:a="http://schemas.openxmlformats.org/drawingml/2006/main" rot="0">
            <a:off x="7459134" y="4753243"/>
            <a:ext cx="309480" cy="1721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8" b="0" i="0">
                <a:solidFill>
                  <a:srgbClr val="000000"/>
                </a:solidFill>
                <a:latin typeface="Comic Sans MS"/>
                <a:ea typeface="Comic Sans MS"/>
                <a:cs typeface="Comic Sans MS"/>
              </a:defRPr>
            </a:defPPr>
            <a:lvl1pPr algn="l">
              <a:defRPr sz="968" b="0" i="0">
                <a:solidFill>
                  <a:srgbClr val="000000"/>
                </a:solidFill>
                <a:latin typeface="Comic Sans MS"/>
                <a:ea typeface="Comic Sans MS"/>
                <a:cs typeface="Comic Sans MS"/>
              </a:defRPr>
            </a:lvl1pPr>
            <a:lvl2pPr algn="l">
              <a:defRPr sz="968" b="0" i="0">
                <a:solidFill>
                  <a:srgbClr val="000000"/>
                </a:solidFill>
                <a:latin typeface="Comic Sans MS"/>
                <a:ea typeface="Comic Sans MS"/>
                <a:cs typeface="Comic Sans MS"/>
              </a:defRPr>
            </a:lvl2pPr>
            <a:lvl3pPr algn="l">
              <a:defRPr sz="968" b="0" i="0">
                <a:solidFill>
                  <a:srgbClr val="000000"/>
                </a:solidFill>
                <a:latin typeface="Comic Sans MS"/>
                <a:ea typeface="Comic Sans MS"/>
                <a:cs typeface="Comic Sans MS"/>
              </a:defRPr>
            </a:lvl3pPr>
            <a:lvl4pPr algn="l">
              <a:defRPr sz="968" b="0" i="0">
                <a:solidFill>
                  <a:srgbClr val="000000"/>
                </a:solidFill>
                <a:latin typeface="Comic Sans MS"/>
                <a:ea typeface="Comic Sans MS"/>
                <a:cs typeface="Comic Sans MS"/>
              </a:defRPr>
            </a:lvl4pPr>
            <a:lvl5pPr algn="l">
              <a:defRPr sz="968" b="0" i="0">
                <a:solidFill>
                  <a:srgbClr val="000000"/>
                </a:solidFill>
                <a:latin typeface="Comic Sans MS"/>
                <a:ea typeface="Comic Sans MS"/>
                <a:cs typeface="Comic Sans MS"/>
              </a:defRPr>
            </a:lvl5pPr>
            <a:lvl6pPr algn="l">
              <a:defRPr sz="968" b="0" i="0">
                <a:solidFill>
                  <a:srgbClr val="000000"/>
                </a:solidFill>
                <a:latin typeface="Comic Sans MS"/>
                <a:ea typeface="Comic Sans MS"/>
                <a:cs typeface="Comic Sans MS"/>
              </a:defRPr>
            </a:lvl6pPr>
            <a:lvl7pPr algn="l">
              <a:defRPr sz="968" b="0" i="0">
                <a:solidFill>
                  <a:srgbClr val="000000"/>
                </a:solidFill>
                <a:latin typeface="Comic Sans MS"/>
                <a:ea typeface="Comic Sans MS"/>
                <a:cs typeface="Comic Sans MS"/>
              </a:defRPr>
            </a:lvl7pPr>
            <a:lvl8pPr algn="l">
              <a:defRPr sz="968" b="0" i="0">
                <a:solidFill>
                  <a:srgbClr val="000000"/>
                </a:solidFill>
                <a:latin typeface="Comic Sans MS"/>
                <a:ea typeface="Comic Sans MS"/>
                <a:cs typeface="Comic Sans MS"/>
              </a:defRPr>
            </a:lvl8pPr>
            <a:lvl9pPr algn="l">
              <a:defRPr sz="968" b="0" i="0">
                <a:solidFill>
                  <a:srgbClr val="000000"/>
                </a:solidFill>
                <a:latin typeface="Comic Sans MS"/>
                <a:ea typeface="Comic Sans MS"/>
                <a:cs typeface="Comic Sans MS"/>
              </a:defRPr>
            </a:lvl9pPr>
          </a:lstStyle>
          <a:p xmlns:a="http://schemas.openxmlformats.org/drawingml/2006/main">
            <a:pPr algn="l">
              <a:lnSpc>
                <a:spcPct val="100000"/>
              </a:lnSpc>
              <a:buNone/>
              <a:defRPr sz="968" b="0" i="0">
                <a:solidFill>
                  <a:srgbClr val="000000"/>
                </a:solidFill>
                <a:latin typeface="Comic Sans MS"/>
                <a:ea typeface="Comic Sans MS"/>
                <a:cs typeface="Comic Sans MS"/>
              </a:defRPr>
            </a:pPr>
            <a:r>
              <a:rPr sz="968" b="0" i="0">
                <a:solidFill>
                  <a:srgbClr val="000000"/>
                </a:solidFill>
                <a:latin typeface="Comic Sans MS"/>
                <a:ea typeface="Comic Sans MS"/>
                <a:cs typeface="Comic Sans MS"/>
              </a:rPr>
              <a:t>Near</a:t>
            </a:r>
          </a:p>
        </p:txBody>
      </p:sp>
      <p:sp>
        <p:nvSpPr>
          <p:cNvPr id="155" name="text-145 Buoy">
            <a:extLst xmlns:a="http://schemas.openxmlformats.org/drawingml/2006/main">
              <a:ext uri="{FF2B5EF4-FFF2-40B4-BE49-F238E27FC236}">
                <a16:creationId xmlns:a16="http://schemas.microsoft.com/office/drawing/2014/main" id="{8D85090B-7F59-4F5D-8F08-8BED700FDE4F}"/>
              </a:ext>
            </a:extLst>
          </p:cNvPr>
          <p:cNvSpPr>
            <a:spLocks xmlns:a="http://schemas.openxmlformats.org/drawingml/2006/main" noGrp="1"/>
          </p:cNvSpPr>
          <p:nvPr/>
        </p:nvSpPr>
        <p:spPr>
          <a:xfrm xmlns:a="http://schemas.openxmlformats.org/drawingml/2006/main" rot="0">
            <a:off x="7782606" y="4753581"/>
            <a:ext cx="291391" cy="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6" b="0" i="0">
                <a:solidFill>
                  <a:srgbClr val="000000"/>
                </a:solidFill>
                <a:latin typeface="Comic Sans MS"/>
                <a:ea typeface="Comic Sans MS"/>
                <a:cs typeface="Comic Sans MS"/>
              </a:defRPr>
            </a:defPPr>
            <a:lvl1pPr algn="l">
              <a:defRPr sz="966" b="0" i="0">
                <a:solidFill>
                  <a:srgbClr val="000000"/>
                </a:solidFill>
                <a:latin typeface="Comic Sans MS"/>
                <a:ea typeface="Comic Sans MS"/>
                <a:cs typeface="Comic Sans MS"/>
              </a:defRPr>
            </a:lvl1pPr>
            <a:lvl2pPr algn="l">
              <a:defRPr sz="966" b="0" i="0">
                <a:solidFill>
                  <a:srgbClr val="000000"/>
                </a:solidFill>
                <a:latin typeface="Comic Sans MS"/>
                <a:ea typeface="Comic Sans MS"/>
                <a:cs typeface="Comic Sans MS"/>
              </a:defRPr>
            </a:lvl2pPr>
            <a:lvl3pPr algn="l">
              <a:defRPr sz="966" b="0" i="0">
                <a:solidFill>
                  <a:srgbClr val="000000"/>
                </a:solidFill>
                <a:latin typeface="Comic Sans MS"/>
                <a:ea typeface="Comic Sans MS"/>
                <a:cs typeface="Comic Sans MS"/>
              </a:defRPr>
            </a:lvl3pPr>
            <a:lvl4pPr algn="l">
              <a:defRPr sz="966" b="0" i="0">
                <a:solidFill>
                  <a:srgbClr val="000000"/>
                </a:solidFill>
                <a:latin typeface="Comic Sans MS"/>
                <a:ea typeface="Comic Sans MS"/>
                <a:cs typeface="Comic Sans MS"/>
              </a:defRPr>
            </a:lvl4pPr>
            <a:lvl5pPr algn="l">
              <a:defRPr sz="966" b="0" i="0">
                <a:solidFill>
                  <a:srgbClr val="000000"/>
                </a:solidFill>
                <a:latin typeface="Comic Sans MS"/>
                <a:ea typeface="Comic Sans MS"/>
                <a:cs typeface="Comic Sans MS"/>
              </a:defRPr>
            </a:lvl5pPr>
            <a:lvl6pPr algn="l">
              <a:defRPr sz="966" b="0" i="0">
                <a:solidFill>
                  <a:srgbClr val="000000"/>
                </a:solidFill>
                <a:latin typeface="Comic Sans MS"/>
                <a:ea typeface="Comic Sans MS"/>
                <a:cs typeface="Comic Sans MS"/>
              </a:defRPr>
            </a:lvl6pPr>
            <a:lvl7pPr algn="l">
              <a:defRPr sz="966" b="0" i="0">
                <a:solidFill>
                  <a:srgbClr val="000000"/>
                </a:solidFill>
                <a:latin typeface="Comic Sans MS"/>
                <a:ea typeface="Comic Sans MS"/>
                <a:cs typeface="Comic Sans MS"/>
              </a:defRPr>
            </a:lvl7pPr>
            <a:lvl8pPr algn="l">
              <a:defRPr sz="966" b="0" i="0">
                <a:solidFill>
                  <a:srgbClr val="000000"/>
                </a:solidFill>
                <a:latin typeface="Comic Sans MS"/>
                <a:ea typeface="Comic Sans MS"/>
                <a:cs typeface="Comic Sans MS"/>
              </a:defRPr>
            </a:lvl8pPr>
            <a:lvl9pPr algn="l">
              <a:defRPr sz="966" b="0" i="0">
                <a:solidFill>
                  <a:srgbClr val="000000"/>
                </a:solidFill>
                <a:latin typeface="Comic Sans MS"/>
                <a:ea typeface="Comic Sans MS"/>
                <a:cs typeface="Comic Sans MS"/>
              </a:defRPr>
            </a:lvl9pPr>
          </a:lstStyle>
          <a:p xmlns:a="http://schemas.openxmlformats.org/drawingml/2006/main">
            <a:pPr algn="l">
              <a:lnSpc>
                <a:spcPct val="100000"/>
              </a:lnSpc>
              <a:buNone/>
              <a:defRPr sz="966" b="0" i="0">
                <a:solidFill>
                  <a:srgbClr val="000000"/>
                </a:solidFill>
                <a:latin typeface="Comic Sans MS"/>
                <a:ea typeface="Comic Sans MS"/>
                <a:cs typeface="Comic Sans MS"/>
              </a:defRPr>
            </a:pPr>
            <a:r>
              <a:rPr sz="966" b="0" i="0">
                <a:solidFill>
                  <a:srgbClr val="000000"/>
                </a:solidFill>
                <a:latin typeface="Comic Sans MS"/>
                <a:ea typeface="Comic Sans MS"/>
                <a:cs typeface="Comic Sans MS"/>
              </a:rPr>
              <a:t>Buoy</a:t>
            </a:r>
          </a:p>
        </p:txBody>
      </p:sp>
      <p:sp>
        <p:nvSpPr>
          <p:cNvPr id="156" name="text-146 T">
            <a:extLst xmlns:a="http://schemas.openxmlformats.org/drawingml/2006/main">
              <a:ext uri="{FF2B5EF4-FFF2-40B4-BE49-F238E27FC236}">
                <a16:creationId xmlns:a16="http://schemas.microsoft.com/office/drawing/2014/main" id="{0107C0CF-FCC6-4F52-AF0F-BC454727D68C}"/>
              </a:ext>
            </a:extLst>
          </p:cNvPr>
          <p:cNvSpPr>
            <a:spLocks xmlns:a="http://schemas.openxmlformats.org/drawingml/2006/main" noGrp="1"/>
          </p:cNvSpPr>
          <p:nvPr/>
        </p:nvSpPr>
        <p:spPr>
          <a:xfrm xmlns:a="http://schemas.openxmlformats.org/drawingml/2006/main" rot="0">
            <a:off x="8323130" y="4631845"/>
            <a:ext cx="63278" cy="103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T</a:t>
            </a:r>
          </a:p>
        </p:txBody>
      </p:sp>
      <p:sp>
        <p:nvSpPr>
          <p:cNvPr id="157" name="text-146 h">
            <a:extLst xmlns:a="http://schemas.openxmlformats.org/drawingml/2006/main">
              <a:ext uri="{FF2B5EF4-FFF2-40B4-BE49-F238E27FC236}">
                <a16:creationId xmlns:a16="http://schemas.microsoft.com/office/drawing/2014/main" id="{6A00D839-4129-4654-8537-518116100B82}"/>
              </a:ext>
            </a:extLst>
          </p:cNvPr>
          <p:cNvSpPr>
            <a:spLocks xmlns:a="http://schemas.openxmlformats.org/drawingml/2006/main" noGrp="1"/>
          </p:cNvSpPr>
          <p:nvPr/>
        </p:nvSpPr>
        <p:spPr>
          <a:xfrm xmlns:a="http://schemas.openxmlformats.org/drawingml/2006/main" rot="0">
            <a:off x="8391638" y="4631816"/>
            <a:ext cx="55772" cy="1031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h</a:t>
            </a:r>
          </a:p>
        </p:txBody>
      </p:sp>
      <p:sp>
        <p:nvSpPr>
          <p:cNvPr id="158" name="text-146 e">
            <a:extLst xmlns:a="http://schemas.openxmlformats.org/drawingml/2006/main">
              <a:ext uri="{FF2B5EF4-FFF2-40B4-BE49-F238E27FC236}">
                <a16:creationId xmlns:a16="http://schemas.microsoft.com/office/drawing/2014/main" id="{FB24CEBB-2ACA-4411-843F-A83DF6720EE9}"/>
              </a:ext>
            </a:extLst>
          </p:cNvPr>
          <p:cNvSpPr>
            <a:spLocks xmlns:a="http://schemas.openxmlformats.org/drawingml/2006/main" noGrp="1"/>
          </p:cNvSpPr>
          <p:nvPr/>
        </p:nvSpPr>
        <p:spPr>
          <a:xfrm xmlns:a="http://schemas.openxmlformats.org/drawingml/2006/main" rot="0">
            <a:off x="8452417" y="4631815"/>
            <a:ext cx="53580" cy="103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e</a:t>
            </a:r>
          </a:p>
        </p:txBody>
      </p:sp>
      <p:sp>
        <p:nvSpPr>
          <p:cNvPr id="159" name="text-147 s">
            <a:extLst xmlns:a="http://schemas.openxmlformats.org/drawingml/2006/main">
              <a:ext uri="{FF2B5EF4-FFF2-40B4-BE49-F238E27FC236}">
                <a16:creationId xmlns:a16="http://schemas.microsoft.com/office/drawing/2014/main" id="{E9013E59-854C-4EE3-8877-7337A619E041}"/>
              </a:ext>
            </a:extLst>
          </p:cNvPr>
          <p:cNvSpPr>
            <a:spLocks xmlns:a="http://schemas.openxmlformats.org/drawingml/2006/main" noGrp="1"/>
          </p:cNvSpPr>
          <p:nvPr/>
        </p:nvSpPr>
        <p:spPr>
          <a:xfrm xmlns:a="http://schemas.openxmlformats.org/drawingml/2006/main" rot="0">
            <a:off x="8564784" y="4631841"/>
            <a:ext cx="49083" cy="103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s</a:t>
            </a:r>
          </a:p>
        </p:txBody>
      </p:sp>
      <p:sp>
        <p:nvSpPr>
          <p:cNvPr id="160" name="text-147 a">
            <a:extLst xmlns:a="http://schemas.openxmlformats.org/drawingml/2006/main">
              <a:ext uri="{FF2B5EF4-FFF2-40B4-BE49-F238E27FC236}">
                <a16:creationId xmlns:a16="http://schemas.microsoft.com/office/drawing/2014/main" id="{101657A1-8340-460E-83EE-B14BD05EB6C3}"/>
              </a:ext>
            </a:extLst>
          </p:cNvPr>
          <p:cNvSpPr>
            <a:spLocks xmlns:a="http://schemas.openxmlformats.org/drawingml/2006/main" noGrp="1"/>
          </p:cNvSpPr>
          <p:nvPr/>
        </p:nvSpPr>
        <p:spPr>
          <a:xfrm xmlns:a="http://schemas.openxmlformats.org/drawingml/2006/main" rot="0">
            <a:off x="8617902" y="4631796"/>
            <a:ext cx="50925" cy="103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a</a:t>
            </a:r>
          </a:p>
        </p:txBody>
      </p:sp>
      <p:sp>
        <p:nvSpPr>
          <p:cNvPr id="161" name="text-147 i">
            <a:extLst xmlns:a="http://schemas.openxmlformats.org/drawingml/2006/main">
              <a:ext uri="{FF2B5EF4-FFF2-40B4-BE49-F238E27FC236}">
                <a16:creationId xmlns:a16="http://schemas.microsoft.com/office/drawing/2014/main" id="{7A9EBC13-3EC3-4C46-AD2E-023AC7143D77}"/>
              </a:ext>
            </a:extLst>
          </p:cNvPr>
          <p:cNvSpPr>
            <a:spLocks xmlns:a="http://schemas.openxmlformats.org/drawingml/2006/main" noGrp="1"/>
          </p:cNvSpPr>
          <p:nvPr/>
        </p:nvSpPr>
        <p:spPr>
          <a:xfrm xmlns:a="http://schemas.openxmlformats.org/drawingml/2006/main" rot="0">
            <a:off x="8674110" y="4631680"/>
            <a:ext cx="33910" cy="103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1" b="0" i="0">
                <a:solidFill>
                  <a:srgbClr val="000000"/>
                </a:solidFill>
                <a:latin typeface="Comic Sans MS"/>
                <a:ea typeface="Comic Sans MS"/>
                <a:cs typeface="Comic Sans MS"/>
              </a:defRPr>
            </a:defPPr>
            <a:lvl1pPr algn="l">
              <a:defRPr sz="581" b="0" i="0">
                <a:solidFill>
                  <a:srgbClr val="000000"/>
                </a:solidFill>
                <a:latin typeface="Comic Sans MS"/>
                <a:ea typeface="Comic Sans MS"/>
                <a:cs typeface="Comic Sans MS"/>
              </a:defRPr>
            </a:lvl1pPr>
            <a:lvl2pPr algn="l">
              <a:defRPr sz="581" b="0" i="0">
                <a:solidFill>
                  <a:srgbClr val="000000"/>
                </a:solidFill>
                <a:latin typeface="Comic Sans MS"/>
                <a:ea typeface="Comic Sans MS"/>
                <a:cs typeface="Comic Sans MS"/>
              </a:defRPr>
            </a:lvl2pPr>
            <a:lvl3pPr algn="l">
              <a:defRPr sz="581" b="0" i="0">
                <a:solidFill>
                  <a:srgbClr val="000000"/>
                </a:solidFill>
                <a:latin typeface="Comic Sans MS"/>
                <a:ea typeface="Comic Sans MS"/>
                <a:cs typeface="Comic Sans MS"/>
              </a:defRPr>
            </a:lvl3pPr>
            <a:lvl4pPr algn="l">
              <a:defRPr sz="581" b="0" i="0">
                <a:solidFill>
                  <a:srgbClr val="000000"/>
                </a:solidFill>
                <a:latin typeface="Comic Sans MS"/>
                <a:ea typeface="Comic Sans MS"/>
                <a:cs typeface="Comic Sans MS"/>
              </a:defRPr>
            </a:lvl4pPr>
            <a:lvl5pPr algn="l">
              <a:defRPr sz="581" b="0" i="0">
                <a:solidFill>
                  <a:srgbClr val="000000"/>
                </a:solidFill>
                <a:latin typeface="Comic Sans MS"/>
                <a:ea typeface="Comic Sans MS"/>
                <a:cs typeface="Comic Sans MS"/>
              </a:defRPr>
            </a:lvl5pPr>
            <a:lvl6pPr algn="l">
              <a:defRPr sz="581" b="0" i="0">
                <a:solidFill>
                  <a:srgbClr val="000000"/>
                </a:solidFill>
                <a:latin typeface="Comic Sans MS"/>
                <a:ea typeface="Comic Sans MS"/>
                <a:cs typeface="Comic Sans MS"/>
              </a:defRPr>
            </a:lvl6pPr>
            <a:lvl7pPr algn="l">
              <a:defRPr sz="581" b="0" i="0">
                <a:solidFill>
                  <a:srgbClr val="000000"/>
                </a:solidFill>
                <a:latin typeface="Comic Sans MS"/>
                <a:ea typeface="Comic Sans MS"/>
                <a:cs typeface="Comic Sans MS"/>
              </a:defRPr>
            </a:lvl7pPr>
            <a:lvl8pPr algn="l">
              <a:defRPr sz="581" b="0" i="0">
                <a:solidFill>
                  <a:srgbClr val="000000"/>
                </a:solidFill>
                <a:latin typeface="Comic Sans MS"/>
                <a:ea typeface="Comic Sans MS"/>
                <a:cs typeface="Comic Sans MS"/>
              </a:defRPr>
            </a:lvl8pPr>
            <a:lvl9pPr algn="l">
              <a:defRPr sz="581" b="0" i="0">
                <a:solidFill>
                  <a:srgbClr val="000000"/>
                </a:solidFill>
                <a:latin typeface="Comic Sans MS"/>
                <a:ea typeface="Comic Sans MS"/>
                <a:cs typeface="Comic Sans MS"/>
              </a:defRPr>
            </a:lvl9pPr>
          </a:lstStyle>
          <a:p xmlns:a="http://schemas.openxmlformats.org/drawingml/2006/main">
            <a:pPr algn="l">
              <a:lnSpc>
                <a:spcPct val="100000"/>
              </a:lnSpc>
              <a:buNone/>
              <a:defRPr sz="581" b="0" i="0">
                <a:solidFill>
                  <a:srgbClr val="000000"/>
                </a:solidFill>
                <a:latin typeface="Comic Sans MS"/>
                <a:ea typeface="Comic Sans MS"/>
                <a:cs typeface="Comic Sans MS"/>
              </a:defRPr>
            </a:pPr>
            <a:r>
              <a:rPr sz="581" b="0" i="0">
                <a:solidFill>
                  <a:srgbClr val="000000"/>
                </a:solidFill>
                <a:latin typeface="Comic Sans MS"/>
                <a:ea typeface="Comic Sans MS"/>
                <a:cs typeface="Comic Sans MS"/>
              </a:rPr>
              <a:t>i</a:t>
            </a:r>
          </a:p>
        </p:txBody>
      </p:sp>
      <p:sp>
        <p:nvSpPr>
          <p:cNvPr id="162" name="text-147 l">
            <a:extLst xmlns:a="http://schemas.openxmlformats.org/drawingml/2006/main">
              <a:ext uri="{FF2B5EF4-FFF2-40B4-BE49-F238E27FC236}">
                <a16:creationId xmlns:a16="http://schemas.microsoft.com/office/drawing/2014/main" id="{3919E37B-1C20-4A80-828F-F4E7FDB36DF6}"/>
              </a:ext>
            </a:extLst>
          </p:cNvPr>
          <p:cNvSpPr>
            <a:spLocks xmlns:a="http://schemas.openxmlformats.org/drawingml/2006/main" noGrp="1"/>
          </p:cNvSpPr>
          <p:nvPr/>
        </p:nvSpPr>
        <p:spPr>
          <a:xfrm xmlns:a="http://schemas.openxmlformats.org/drawingml/2006/main" rot="0">
            <a:off x="8711918" y="4631643"/>
            <a:ext cx="33450" cy="1033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1" b="0" i="0">
                <a:solidFill>
                  <a:srgbClr val="000000"/>
                </a:solidFill>
                <a:latin typeface="Comic Sans MS"/>
                <a:ea typeface="Comic Sans MS"/>
                <a:cs typeface="Comic Sans MS"/>
              </a:defRPr>
            </a:defPPr>
            <a:lvl1pPr algn="l">
              <a:defRPr sz="581" b="0" i="0">
                <a:solidFill>
                  <a:srgbClr val="000000"/>
                </a:solidFill>
                <a:latin typeface="Comic Sans MS"/>
                <a:ea typeface="Comic Sans MS"/>
                <a:cs typeface="Comic Sans MS"/>
              </a:defRPr>
            </a:lvl1pPr>
            <a:lvl2pPr algn="l">
              <a:defRPr sz="581" b="0" i="0">
                <a:solidFill>
                  <a:srgbClr val="000000"/>
                </a:solidFill>
                <a:latin typeface="Comic Sans MS"/>
                <a:ea typeface="Comic Sans MS"/>
                <a:cs typeface="Comic Sans MS"/>
              </a:defRPr>
            </a:lvl2pPr>
            <a:lvl3pPr algn="l">
              <a:defRPr sz="581" b="0" i="0">
                <a:solidFill>
                  <a:srgbClr val="000000"/>
                </a:solidFill>
                <a:latin typeface="Comic Sans MS"/>
                <a:ea typeface="Comic Sans MS"/>
                <a:cs typeface="Comic Sans MS"/>
              </a:defRPr>
            </a:lvl3pPr>
            <a:lvl4pPr algn="l">
              <a:defRPr sz="581" b="0" i="0">
                <a:solidFill>
                  <a:srgbClr val="000000"/>
                </a:solidFill>
                <a:latin typeface="Comic Sans MS"/>
                <a:ea typeface="Comic Sans MS"/>
                <a:cs typeface="Comic Sans MS"/>
              </a:defRPr>
            </a:lvl4pPr>
            <a:lvl5pPr algn="l">
              <a:defRPr sz="581" b="0" i="0">
                <a:solidFill>
                  <a:srgbClr val="000000"/>
                </a:solidFill>
                <a:latin typeface="Comic Sans MS"/>
                <a:ea typeface="Comic Sans MS"/>
                <a:cs typeface="Comic Sans MS"/>
              </a:defRPr>
            </a:lvl5pPr>
            <a:lvl6pPr algn="l">
              <a:defRPr sz="581" b="0" i="0">
                <a:solidFill>
                  <a:srgbClr val="000000"/>
                </a:solidFill>
                <a:latin typeface="Comic Sans MS"/>
                <a:ea typeface="Comic Sans MS"/>
                <a:cs typeface="Comic Sans MS"/>
              </a:defRPr>
            </a:lvl6pPr>
            <a:lvl7pPr algn="l">
              <a:defRPr sz="581" b="0" i="0">
                <a:solidFill>
                  <a:srgbClr val="000000"/>
                </a:solidFill>
                <a:latin typeface="Comic Sans MS"/>
                <a:ea typeface="Comic Sans MS"/>
                <a:cs typeface="Comic Sans MS"/>
              </a:defRPr>
            </a:lvl7pPr>
            <a:lvl8pPr algn="l">
              <a:defRPr sz="581" b="0" i="0">
                <a:solidFill>
                  <a:srgbClr val="000000"/>
                </a:solidFill>
                <a:latin typeface="Comic Sans MS"/>
                <a:ea typeface="Comic Sans MS"/>
                <a:cs typeface="Comic Sans MS"/>
              </a:defRPr>
            </a:lvl8pPr>
            <a:lvl9pPr algn="l">
              <a:defRPr sz="581" b="0" i="0">
                <a:solidFill>
                  <a:srgbClr val="000000"/>
                </a:solidFill>
                <a:latin typeface="Comic Sans MS"/>
                <a:ea typeface="Comic Sans MS"/>
                <a:cs typeface="Comic Sans MS"/>
              </a:defRPr>
            </a:lvl9pPr>
          </a:lstStyle>
          <a:p xmlns:a="http://schemas.openxmlformats.org/drawingml/2006/main">
            <a:pPr algn="l">
              <a:lnSpc>
                <a:spcPct val="100000"/>
              </a:lnSpc>
              <a:buNone/>
              <a:defRPr sz="581" b="0" i="0">
                <a:solidFill>
                  <a:srgbClr val="000000"/>
                </a:solidFill>
                <a:latin typeface="Comic Sans MS"/>
                <a:ea typeface="Comic Sans MS"/>
                <a:cs typeface="Comic Sans MS"/>
              </a:defRPr>
            </a:pPr>
            <a:r>
              <a:rPr sz="581" b="0" i="0">
                <a:solidFill>
                  <a:srgbClr val="000000"/>
                </a:solidFill>
                <a:latin typeface="Comic Sans MS"/>
                <a:ea typeface="Comic Sans MS"/>
                <a:cs typeface="Comic Sans MS"/>
              </a:rPr>
              <a:t>l</a:t>
            </a:r>
          </a:p>
        </p:txBody>
      </p:sp>
      <p:sp>
        <p:nvSpPr>
          <p:cNvPr id="163" name="text-147 b">
            <a:extLst xmlns:a="http://schemas.openxmlformats.org/drawingml/2006/main">
              <a:ext uri="{FF2B5EF4-FFF2-40B4-BE49-F238E27FC236}">
                <a16:creationId xmlns:a16="http://schemas.microsoft.com/office/drawing/2014/main" id="{4E312C57-B267-41F8-B8D7-A902382C117D}"/>
              </a:ext>
            </a:extLst>
          </p:cNvPr>
          <p:cNvSpPr>
            <a:spLocks xmlns:a="http://schemas.openxmlformats.org/drawingml/2006/main" noGrp="1"/>
          </p:cNvSpPr>
          <p:nvPr/>
        </p:nvSpPr>
        <p:spPr>
          <a:xfrm xmlns:a="http://schemas.openxmlformats.org/drawingml/2006/main" rot="0">
            <a:off x="8749726" y="4631806"/>
            <a:ext cx="56924" cy="1031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b</a:t>
            </a:r>
          </a:p>
        </p:txBody>
      </p:sp>
      <p:sp>
        <p:nvSpPr>
          <p:cNvPr id="164" name="text-147 o">
            <a:extLst xmlns:a="http://schemas.openxmlformats.org/drawingml/2006/main">
              <a:ext uri="{FF2B5EF4-FFF2-40B4-BE49-F238E27FC236}">
                <a16:creationId xmlns:a16="http://schemas.microsoft.com/office/drawing/2014/main" id="{13CD271F-48B0-4446-A7A7-07645C681B21}"/>
              </a:ext>
            </a:extLst>
          </p:cNvPr>
          <p:cNvSpPr>
            <a:spLocks xmlns:a="http://schemas.openxmlformats.org/drawingml/2006/main" noGrp="1"/>
          </p:cNvSpPr>
          <p:nvPr/>
        </p:nvSpPr>
        <p:spPr>
          <a:xfrm xmlns:a="http://schemas.openxmlformats.org/drawingml/2006/main" rot="0">
            <a:off x="8810498" y="4631809"/>
            <a:ext cx="51964" cy="1031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o</a:t>
            </a:r>
          </a:p>
        </p:txBody>
      </p:sp>
      <p:sp>
        <p:nvSpPr>
          <p:cNvPr id="165" name="text-147 a">
            <a:extLst xmlns:a="http://schemas.openxmlformats.org/drawingml/2006/main">
              <a:ext uri="{FF2B5EF4-FFF2-40B4-BE49-F238E27FC236}">
                <a16:creationId xmlns:a16="http://schemas.microsoft.com/office/drawing/2014/main" id="{64C57F99-2D9D-4E1E-BAF0-4E6977ED9596}"/>
              </a:ext>
            </a:extLst>
          </p:cNvPr>
          <p:cNvSpPr>
            <a:spLocks xmlns:a="http://schemas.openxmlformats.org/drawingml/2006/main" noGrp="1"/>
          </p:cNvSpPr>
          <p:nvPr/>
        </p:nvSpPr>
        <p:spPr>
          <a:xfrm xmlns:a="http://schemas.openxmlformats.org/drawingml/2006/main" rot="0">
            <a:off x="8866706" y="4631796"/>
            <a:ext cx="50925" cy="103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a</a:t>
            </a:r>
          </a:p>
        </p:txBody>
      </p:sp>
      <p:sp>
        <p:nvSpPr>
          <p:cNvPr id="166" name="text-147 t">
            <a:extLst xmlns:a="http://schemas.openxmlformats.org/drawingml/2006/main">
              <a:ext uri="{FF2B5EF4-FFF2-40B4-BE49-F238E27FC236}">
                <a16:creationId xmlns:a16="http://schemas.microsoft.com/office/drawing/2014/main" id="{6F0C846D-9C1A-44EB-B4CF-CFD0684B7CAE}"/>
              </a:ext>
            </a:extLst>
          </p:cNvPr>
          <p:cNvSpPr>
            <a:spLocks xmlns:a="http://schemas.openxmlformats.org/drawingml/2006/main" noGrp="1"/>
          </p:cNvSpPr>
          <p:nvPr/>
        </p:nvSpPr>
        <p:spPr>
          <a:xfrm xmlns:a="http://schemas.openxmlformats.org/drawingml/2006/main" rot="0">
            <a:off x="8922915" y="4631854"/>
            <a:ext cx="47930" cy="103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t</a:t>
            </a:r>
          </a:p>
        </p:txBody>
      </p:sp>
      <p:sp>
        <p:nvSpPr>
          <p:cNvPr id="167" name="text-148 i">
            <a:extLst xmlns:a="http://schemas.openxmlformats.org/drawingml/2006/main">
              <a:ext uri="{FF2B5EF4-FFF2-40B4-BE49-F238E27FC236}">
                <a16:creationId xmlns:a16="http://schemas.microsoft.com/office/drawing/2014/main" id="{C582A2AE-2DBF-4109-AD6F-B1FBEAE7F438}"/>
              </a:ext>
            </a:extLst>
          </p:cNvPr>
          <p:cNvSpPr>
            <a:spLocks xmlns:a="http://schemas.openxmlformats.org/drawingml/2006/main" noGrp="1"/>
          </p:cNvSpPr>
          <p:nvPr/>
        </p:nvSpPr>
        <p:spPr>
          <a:xfrm xmlns:a="http://schemas.openxmlformats.org/drawingml/2006/main" rot="0">
            <a:off x="9030549" y="4631680"/>
            <a:ext cx="33910" cy="103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1" b="0" i="0">
                <a:solidFill>
                  <a:srgbClr val="000000"/>
                </a:solidFill>
                <a:latin typeface="Comic Sans MS"/>
                <a:ea typeface="Comic Sans MS"/>
                <a:cs typeface="Comic Sans MS"/>
              </a:defRPr>
            </a:defPPr>
            <a:lvl1pPr algn="l">
              <a:defRPr sz="581" b="0" i="0">
                <a:solidFill>
                  <a:srgbClr val="000000"/>
                </a:solidFill>
                <a:latin typeface="Comic Sans MS"/>
                <a:ea typeface="Comic Sans MS"/>
                <a:cs typeface="Comic Sans MS"/>
              </a:defRPr>
            </a:lvl1pPr>
            <a:lvl2pPr algn="l">
              <a:defRPr sz="581" b="0" i="0">
                <a:solidFill>
                  <a:srgbClr val="000000"/>
                </a:solidFill>
                <a:latin typeface="Comic Sans MS"/>
                <a:ea typeface="Comic Sans MS"/>
                <a:cs typeface="Comic Sans MS"/>
              </a:defRPr>
            </a:lvl2pPr>
            <a:lvl3pPr algn="l">
              <a:defRPr sz="581" b="0" i="0">
                <a:solidFill>
                  <a:srgbClr val="000000"/>
                </a:solidFill>
                <a:latin typeface="Comic Sans MS"/>
                <a:ea typeface="Comic Sans MS"/>
                <a:cs typeface="Comic Sans MS"/>
              </a:defRPr>
            </a:lvl3pPr>
            <a:lvl4pPr algn="l">
              <a:defRPr sz="581" b="0" i="0">
                <a:solidFill>
                  <a:srgbClr val="000000"/>
                </a:solidFill>
                <a:latin typeface="Comic Sans MS"/>
                <a:ea typeface="Comic Sans MS"/>
                <a:cs typeface="Comic Sans MS"/>
              </a:defRPr>
            </a:lvl4pPr>
            <a:lvl5pPr algn="l">
              <a:defRPr sz="581" b="0" i="0">
                <a:solidFill>
                  <a:srgbClr val="000000"/>
                </a:solidFill>
                <a:latin typeface="Comic Sans MS"/>
                <a:ea typeface="Comic Sans MS"/>
                <a:cs typeface="Comic Sans MS"/>
              </a:defRPr>
            </a:lvl5pPr>
            <a:lvl6pPr algn="l">
              <a:defRPr sz="581" b="0" i="0">
                <a:solidFill>
                  <a:srgbClr val="000000"/>
                </a:solidFill>
                <a:latin typeface="Comic Sans MS"/>
                <a:ea typeface="Comic Sans MS"/>
                <a:cs typeface="Comic Sans MS"/>
              </a:defRPr>
            </a:lvl6pPr>
            <a:lvl7pPr algn="l">
              <a:defRPr sz="581" b="0" i="0">
                <a:solidFill>
                  <a:srgbClr val="000000"/>
                </a:solidFill>
                <a:latin typeface="Comic Sans MS"/>
                <a:ea typeface="Comic Sans MS"/>
                <a:cs typeface="Comic Sans MS"/>
              </a:defRPr>
            </a:lvl7pPr>
            <a:lvl8pPr algn="l">
              <a:defRPr sz="581" b="0" i="0">
                <a:solidFill>
                  <a:srgbClr val="000000"/>
                </a:solidFill>
                <a:latin typeface="Comic Sans MS"/>
                <a:ea typeface="Comic Sans MS"/>
                <a:cs typeface="Comic Sans MS"/>
              </a:defRPr>
            </a:lvl8pPr>
            <a:lvl9pPr algn="l">
              <a:defRPr sz="581" b="0" i="0">
                <a:solidFill>
                  <a:srgbClr val="000000"/>
                </a:solidFill>
                <a:latin typeface="Comic Sans MS"/>
                <a:ea typeface="Comic Sans MS"/>
                <a:cs typeface="Comic Sans MS"/>
              </a:defRPr>
            </a:lvl9pPr>
          </a:lstStyle>
          <a:p xmlns:a="http://schemas.openxmlformats.org/drawingml/2006/main">
            <a:pPr algn="l">
              <a:lnSpc>
                <a:spcPct val="100000"/>
              </a:lnSpc>
              <a:buNone/>
              <a:defRPr sz="581" b="0" i="0">
                <a:solidFill>
                  <a:srgbClr val="000000"/>
                </a:solidFill>
                <a:latin typeface="Comic Sans MS"/>
                <a:ea typeface="Comic Sans MS"/>
                <a:cs typeface="Comic Sans MS"/>
              </a:defRPr>
            </a:pPr>
            <a:r>
              <a:rPr sz="581" b="0" i="0">
                <a:solidFill>
                  <a:srgbClr val="000000"/>
                </a:solidFill>
                <a:latin typeface="Comic Sans MS"/>
                <a:ea typeface="Comic Sans MS"/>
                <a:cs typeface="Comic Sans MS"/>
              </a:rPr>
              <a:t>i</a:t>
            </a:r>
          </a:p>
        </p:txBody>
      </p:sp>
      <p:sp>
        <p:nvSpPr>
          <p:cNvPr id="168" name="text-148 s">
            <a:extLst xmlns:a="http://schemas.openxmlformats.org/drawingml/2006/main">
              <a:ext uri="{FF2B5EF4-FFF2-40B4-BE49-F238E27FC236}">
                <a16:creationId xmlns:a16="http://schemas.microsoft.com/office/drawing/2014/main" id="{7FC582F8-0707-4201-AB74-AE705671C8A0}"/>
              </a:ext>
            </a:extLst>
          </p:cNvPr>
          <p:cNvSpPr>
            <a:spLocks xmlns:a="http://schemas.openxmlformats.org/drawingml/2006/main" noGrp="1"/>
          </p:cNvSpPr>
          <p:nvPr/>
        </p:nvSpPr>
        <p:spPr>
          <a:xfrm xmlns:a="http://schemas.openxmlformats.org/drawingml/2006/main" rot="0">
            <a:off x="9068328" y="4631841"/>
            <a:ext cx="49083" cy="103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s</a:t>
            </a:r>
          </a:p>
        </p:txBody>
      </p:sp>
      <p:sp>
        <p:nvSpPr>
          <p:cNvPr id="169" name="text-149 rounding">
            <a:extLst xmlns:a="http://schemas.openxmlformats.org/drawingml/2006/main">
              <a:ext uri="{FF2B5EF4-FFF2-40B4-BE49-F238E27FC236}">
                <a16:creationId xmlns:a16="http://schemas.microsoft.com/office/drawing/2014/main" id="{0BC490CF-79E9-4379-8904-DB939FDF9742}"/>
              </a:ext>
            </a:extLst>
          </p:cNvPr>
          <p:cNvSpPr>
            <a:spLocks xmlns:a="http://schemas.openxmlformats.org/drawingml/2006/main" noGrp="1"/>
          </p:cNvSpPr>
          <p:nvPr/>
        </p:nvSpPr>
        <p:spPr>
          <a:xfrm xmlns:a="http://schemas.openxmlformats.org/drawingml/2006/main" rot="0">
            <a:off x="8323130" y="4720540"/>
            <a:ext cx="303843" cy="1025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7" b="0" i="0">
                <a:solidFill>
                  <a:srgbClr val="000000"/>
                </a:solidFill>
                <a:latin typeface="Comic Sans MS"/>
                <a:ea typeface="Comic Sans MS"/>
                <a:cs typeface="Comic Sans MS"/>
              </a:defRPr>
            </a:defPPr>
            <a:lvl1pPr algn="l">
              <a:defRPr sz="577" b="0" i="0">
                <a:solidFill>
                  <a:srgbClr val="000000"/>
                </a:solidFill>
                <a:latin typeface="Comic Sans MS"/>
                <a:ea typeface="Comic Sans MS"/>
                <a:cs typeface="Comic Sans MS"/>
              </a:defRPr>
            </a:lvl1pPr>
            <a:lvl2pPr algn="l">
              <a:defRPr sz="577" b="0" i="0">
                <a:solidFill>
                  <a:srgbClr val="000000"/>
                </a:solidFill>
                <a:latin typeface="Comic Sans MS"/>
                <a:ea typeface="Comic Sans MS"/>
                <a:cs typeface="Comic Sans MS"/>
              </a:defRPr>
            </a:lvl2pPr>
            <a:lvl3pPr algn="l">
              <a:defRPr sz="577" b="0" i="0">
                <a:solidFill>
                  <a:srgbClr val="000000"/>
                </a:solidFill>
                <a:latin typeface="Comic Sans MS"/>
                <a:ea typeface="Comic Sans MS"/>
                <a:cs typeface="Comic Sans MS"/>
              </a:defRPr>
            </a:lvl3pPr>
            <a:lvl4pPr algn="l">
              <a:defRPr sz="577" b="0" i="0">
                <a:solidFill>
                  <a:srgbClr val="000000"/>
                </a:solidFill>
                <a:latin typeface="Comic Sans MS"/>
                <a:ea typeface="Comic Sans MS"/>
                <a:cs typeface="Comic Sans MS"/>
              </a:defRPr>
            </a:lvl4pPr>
            <a:lvl5pPr algn="l">
              <a:defRPr sz="577" b="0" i="0">
                <a:solidFill>
                  <a:srgbClr val="000000"/>
                </a:solidFill>
                <a:latin typeface="Comic Sans MS"/>
                <a:ea typeface="Comic Sans MS"/>
                <a:cs typeface="Comic Sans MS"/>
              </a:defRPr>
            </a:lvl5pPr>
            <a:lvl6pPr algn="l">
              <a:defRPr sz="577" b="0" i="0">
                <a:solidFill>
                  <a:srgbClr val="000000"/>
                </a:solidFill>
                <a:latin typeface="Comic Sans MS"/>
                <a:ea typeface="Comic Sans MS"/>
                <a:cs typeface="Comic Sans MS"/>
              </a:defRPr>
            </a:lvl6pPr>
            <a:lvl7pPr algn="l">
              <a:defRPr sz="577" b="0" i="0">
                <a:solidFill>
                  <a:srgbClr val="000000"/>
                </a:solidFill>
                <a:latin typeface="Comic Sans MS"/>
                <a:ea typeface="Comic Sans MS"/>
                <a:cs typeface="Comic Sans MS"/>
              </a:defRPr>
            </a:lvl7pPr>
            <a:lvl8pPr algn="l">
              <a:defRPr sz="577" b="0" i="0">
                <a:solidFill>
                  <a:srgbClr val="000000"/>
                </a:solidFill>
                <a:latin typeface="Comic Sans MS"/>
                <a:ea typeface="Comic Sans MS"/>
                <a:cs typeface="Comic Sans MS"/>
              </a:defRPr>
            </a:lvl8pPr>
            <a:lvl9pPr algn="l">
              <a:defRPr sz="577" b="0" i="0">
                <a:solidFill>
                  <a:srgbClr val="000000"/>
                </a:solidFill>
                <a:latin typeface="Comic Sans MS"/>
                <a:ea typeface="Comic Sans MS"/>
                <a:cs typeface="Comic Sans MS"/>
              </a:defRPr>
            </a:lvl9pPr>
          </a:lstStyle>
          <a:p xmlns:a="http://schemas.openxmlformats.org/drawingml/2006/main">
            <a:pPr algn="l">
              <a:lnSpc>
                <a:spcPct val="100000"/>
              </a:lnSpc>
              <a:buNone/>
              <a:defRPr sz="577" b="0" i="0">
                <a:solidFill>
                  <a:srgbClr val="000000"/>
                </a:solidFill>
                <a:latin typeface="Comic Sans MS"/>
                <a:ea typeface="Comic Sans MS"/>
                <a:cs typeface="Comic Sans MS"/>
              </a:defRPr>
            </a:pPr>
            <a:r>
              <a:rPr sz="577" b="0" i="0">
                <a:solidFill>
                  <a:srgbClr val="000000"/>
                </a:solidFill>
                <a:latin typeface="Comic Sans MS"/>
                <a:ea typeface="Comic Sans MS"/>
                <a:cs typeface="Comic Sans MS"/>
              </a:rPr>
              <a:t>rounding</a:t>
            </a:r>
          </a:p>
        </p:txBody>
      </p:sp>
      <p:sp>
        <p:nvSpPr>
          <p:cNvPr id="170" name="text-150 a">
            <a:extLst xmlns:a="http://schemas.openxmlformats.org/drawingml/2006/main">
              <a:ext uri="{FF2B5EF4-FFF2-40B4-BE49-F238E27FC236}">
                <a16:creationId xmlns:a16="http://schemas.microsoft.com/office/drawing/2014/main" id="{D20524F6-0BF8-4D89-A43D-A002279CB30F}"/>
              </a:ext>
            </a:extLst>
          </p:cNvPr>
          <p:cNvSpPr>
            <a:spLocks xmlns:a="http://schemas.openxmlformats.org/drawingml/2006/main" noGrp="1"/>
          </p:cNvSpPr>
          <p:nvPr/>
        </p:nvSpPr>
        <p:spPr>
          <a:xfrm xmlns:a="http://schemas.openxmlformats.org/drawingml/2006/main" rot="0">
            <a:off x="8639978" y="4720116"/>
            <a:ext cx="50925" cy="103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a</a:t>
            </a:r>
          </a:p>
        </p:txBody>
      </p:sp>
      <p:sp>
        <p:nvSpPr>
          <p:cNvPr id="171" name="text-151 buoy">
            <a:extLst xmlns:a="http://schemas.openxmlformats.org/drawingml/2006/main">
              <a:ext uri="{FF2B5EF4-FFF2-40B4-BE49-F238E27FC236}">
                <a16:creationId xmlns:a16="http://schemas.microsoft.com/office/drawing/2014/main" id="{7EEB3A20-A866-47B3-9AD9-B0F4A0E50C90}"/>
              </a:ext>
            </a:extLst>
          </p:cNvPr>
          <p:cNvSpPr>
            <a:spLocks xmlns:a="http://schemas.openxmlformats.org/drawingml/2006/main" noGrp="1"/>
          </p:cNvSpPr>
          <p:nvPr/>
        </p:nvSpPr>
        <p:spPr>
          <a:xfrm xmlns:a="http://schemas.openxmlformats.org/drawingml/2006/main" rot="0">
            <a:off x="8705421" y="4720600"/>
            <a:ext cx="171077" cy="1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6" b="0" i="0">
                <a:solidFill>
                  <a:srgbClr val="000000"/>
                </a:solidFill>
                <a:latin typeface="Comic Sans MS"/>
                <a:ea typeface="Comic Sans MS"/>
                <a:cs typeface="Comic Sans MS"/>
              </a:defRPr>
            </a:defPPr>
            <a:lvl1pPr algn="l">
              <a:defRPr sz="576" b="0" i="0">
                <a:solidFill>
                  <a:srgbClr val="000000"/>
                </a:solidFill>
                <a:latin typeface="Comic Sans MS"/>
                <a:ea typeface="Comic Sans MS"/>
                <a:cs typeface="Comic Sans MS"/>
              </a:defRPr>
            </a:lvl1pPr>
            <a:lvl2pPr algn="l">
              <a:defRPr sz="576" b="0" i="0">
                <a:solidFill>
                  <a:srgbClr val="000000"/>
                </a:solidFill>
                <a:latin typeface="Comic Sans MS"/>
                <a:ea typeface="Comic Sans MS"/>
                <a:cs typeface="Comic Sans MS"/>
              </a:defRPr>
            </a:lvl2pPr>
            <a:lvl3pPr algn="l">
              <a:defRPr sz="576" b="0" i="0">
                <a:solidFill>
                  <a:srgbClr val="000000"/>
                </a:solidFill>
                <a:latin typeface="Comic Sans MS"/>
                <a:ea typeface="Comic Sans MS"/>
                <a:cs typeface="Comic Sans MS"/>
              </a:defRPr>
            </a:lvl3pPr>
            <a:lvl4pPr algn="l">
              <a:defRPr sz="576" b="0" i="0">
                <a:solidFill>
                  <a:srgbClr val="000000"/>
                </a:solidFill>
                <a:latin typeface="Comic Sans MS"/>
                <a:ea typeface="Comic Sans MS"/>
                <a:cs typeface="Comic Sans MS"/>
              </a:defRPr>
            </a:lvl4pPr>
            <a:lvl5pPr algn="l">
              <a:defRPr sz="576" b="0" i="0">
                <a:solidFill>
                  <a:srgbClr val="000000"/>
                </a:solidFill>
                <a:latin typeface="Comic Sans MS"/>
                <a:ea typeface="Comic Sans MS"/>
                <a:cs typeface="Comic Sans MS"/>
              </a:defRPr>
            </a:lvl5pPr>
            <a:lvl6pPr algn="l">
              <a:defRPr sz="576" b="0" i="0">
                <a:solidFill>
                  <a:srgbClr val="000000"/>
                </a:solidFill>
                <a:latin typeface="Comic Sans MS"/>
                <a:ea typeface="Comic Sans MS"/>
                <a:cs typeface="Comic Sans MS"/>
              </a:defRPr>
            </a:lvl6pPr>
            <a:lvl7pPr algn="l">
              <a:defRPr sz="576" b="0" i="0">
                <a:solidFill>
                  <a:srgbClr val="000000"/>
                </a:solidFill>
                <a:latin typeface="Comic Sans MS"/>
                <a:ea typeface="Comic Sans MS"/>
                <a:cs typeface="Comic Sans MS"/>
              </a:defRPr>
            </a:lvl7pPr>
            <a:lvl8pPr algn="l">
              <a:defRPr sz="576" b="0" i="0">
                <a:solidFill>
                  <a:srgbClr val="000000"/>
                </a:solidFill>
                <a:latin typeface="Comic Sans MS"/>
                <a:ea typeface="Comic Sans MS"/>
                <a:cs typeface="Comic Sans MS"/>
              </a:defRPr>
            </a:lvl8pPr>
            <a:lvl9pPr algn="l">
              <a:defRPr sz="576" b="0" i="0">
                <a:solidFill>
                  <a:srgbClr val="000000"/>
                </a:solidFill>
                <a:latin typeface="Comic Sans MS"/>
                <a:ea typeface="Comic Sans MS"/>
                <a:cs typeface="Comic Sans MS"/>
              </a:defRPr>
            </a:lvl9pPr>
          </a:lstStyle>
          <a:p xmlns:a="http://schemas.openxmlformats.org/drawingml/2006/main">
            <a:pPr algn="l">
              <a:lnSpc>
                <a:spcPct val="100000"/>
              </a:lnSpc>
              <a:buNone/>
              <a:defRPr sz="576" b="0" i="0">
                <a:solidFill>
                  <a:srgbClr val="000000"/>
                </a:solidFill>
                <a:latin typeface="Comic Sans MS"/>
                <a:ea typeface="Comic Sans MS"/>
                <a:cs typeface="Comic Sans MS"/>
              </a:defRPr>
            </a:pPr>
            <a:r>
              <a:rPr sz="576" b="0" i="0">
                <a:solidFill>
                  <a:srgbClr val="000000"/>
                </a:solidFill>
                <a:latin typeface="Comic Sans MS"/>
                <a:ea typeface="Comic Sans MS"/>
                <a:cs typeface="Comic Sans MS"/>
              </a:rPr>
              <a:t>buoy</a:t>
            </a:r>
          </a:p>
        </p:txBody>
      </p:sp>
      <p:sp>
        <p:nvSpPr>
          <p:cNvPr id="172" name="text-152 during">
            <a:extLst xmlns:a="http://schemas.openxmlformats.org/drawingml/2006/main">
              <a:ext uri="{FF2B5EF4-FFF2-40B4-BE49-F238E27FC236}">
                <a16:creationId xmlns:a16="http://schemas.microsoft.com/office/drawing/2014/main" id="{94E6DF1C-49B2-4414-BFC8-12446D731B38}"/>
              </a:ext>
            </a:extLst>
          </p:cNvPr>
          <p:cNvSpPr>
            <a:spLocks xmlns:a="http://schemas.openxmlformats.org/drawingml/2006/main" noGrp="1"/>
          </p:cNvSpPr>
          <p:nvPr/>
        </p:nvSpPr>
        <p:spPr>
          <a:xfrm xmlns:a="http://schemas.openxmlformats.org/drawingml/2006/main" rot="0">
            <a:off x="8890464" y="4720504"/>
            <a:ext cx="227166" cy="1026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7" b="0" i="0">
                <a:solidFill>
                  <a:srgbClr val="000000"/>
                </a:solidFill>
                <a:latin typeface="Comic Sans MS"/>
                <a:ea typeface="Comic Sans MS"/>
                <a:cs typeface="Comic Sans MS"/>
              </a:defRPr>
            </a:defPPr>
            <a:lvl1pPr algn="l">
              <a:defRPr sz="577" b="0" i="0">
                <a:solidFill>
                  <a:srgbClr val="000000"/>
                </a:solidFill>
                <a:latin typeface="Comic Sans MS"/>
                <a:ea typeface="Comic Sans MS"/>
                <a:cs typeface="Comic Sans MS"/>
              </a:defRPr>
            </a:lvl1pPr>
            <a:lvl2pPr algn="l">
              <a:defRPr sz="577" b="0" i="0">
                <a:solidFill>
                  <a:srgbClr val="000000"/>
                </a:solidFill>
                <a:latin typeface="Comic Sans MS"/>
                <a:ea typeface="Comic Sans MS"/>
                <a:cs typeface="Comic Sans MS"/>
              </a:defRPr>
            </a:lvl2pPr>
            <a:lvl3pPr algn="l">
              <a:defRPr sz="577" b="0" i="0">
                <a:solidFill>
                  <a:srgbClr val="000000"/>
                </a:solidFill>
                <a:latin typeface="Comic Sans MS"/>
                <a:ea typeface="Comic Sans MS"/>
                <a:cs typeface="Comic Sans MS"/>
              </a:defRPr>
            </a:lvl3pPr>
            <a:lvl4pPr algn="l">
              <a:defRPr sz="577" b="0" i="0">
                <a:solidFill>
                  <a:srgbClr val="000000"/>
                </a:solidFill>
                <a:latin typeface="Comic Sans MS"/>
                <a:ea typeface="Comic Sans MS"/>
                <a:cs typeface="Comic Sans MS"/>
              </a:defRPr>
            </a:lvl4pPr>
            <a:lvl5pPr algn="l">
              <a:defRPr sz="577" b="0" i="0">
                <a:solidFill>
                  <a:srgbClr val="000000"/>
                </a:solidFill>
                <a:latin typeface="Comic Sans MS"/>
                <a:ea typeface="Comic Sans MS"/>
                <a:cs typeface="Comic Sans MS"/>
              </a:defRPr>
            </a:lvl5pPr>
            <a:lvl6pPr algn="l">
              <a:defRPr sz="577" b="0" i="0">
                <a:solidFill>
                  <a:srgbClr val="000000"/>
                </a:solidFill>
                <a:latin typeface="Comic Sans MS"/>
                <a:ea typeface="Comic Sans MS"/>
                <a:cs typeface="Comic Sans MS"/>
              </a:defRPr>
            </a:lvl6pPr>
            <a:lvl7pPr algn="l">
              <a:defRPr sz="577" b="0" i="0">
                <a:solidFill>
                  <a:srgbClr val="000000"/>
                </a:solidFill>
                <a:latin typeface="Comic Sans MS"/>
                <a:ea typeface="Comic Sans MS"/>
                <a:cs typeface="Comic Sans MS"/>
              </a:defRPr>
            </a:lvl7pPr>
            <a:lvl8pPr algn="l">
              <a:defRPr sz="577" b="0" i="0">
                <a:solidFill>
                  <a:srgbClr val="000000"/>
                </a:solidFill>
                <a:latin typeface="Comic Sans MS"/>
                <a:ea typeface="Comic Sans MS"/>
                <a:cs typeface="Comic Sans MS"/>
              </a:defRPr>
            </a:lvl8pPr>
            <a:lvl9pPr algn="l">
              <a:defRPr sz="577" b="0" i="0">
                <a:solidFill>
                  <a:srgbClr val="000000"/>
                </a:solidFill>
                <a:latin typeface="Comic Sans MS"/>
                <a:ea typeface="Comic Sans MS"/>
                <a:cs typeface="Comic Sans MS"/>
              </a:defRPr>
            </a:lvl9pPr>
          </a:lstStyle>
          <a:p xmlns:a="http://schemas.openxmlformats.org/drawingml/2006/main">
            <a:pPr algn="l">
              <a:lnSpc>
                <a:spcPct val="100000"/>
              </a:lnSpc>
              <a:buNone/>
              <a:defRPr sz="577" b="0" i="0">
                <a:solidFill>
                  <a:srgbClr val="000000"/>
                </a:solidFill>
                <a:latin typeface="Comic Sans MS"/>
                <a:ea typeface="Comic Sans MS"/>
                <a:cs typeface="Comic Sans MS"/>
              </a:defRPr>
            </a:pPr>
            <a:r>
              <a:rPr sz="577" b="0" i="0">
                <a:solidFill>
                  <a:srgbClr val="000000"/>
                </a:solidFill>
                <a:latin typeface="Comic Sans MS"/>
                <a:ea typeface="Comic Sans MS"/>
                <a:cs typeface="Comic Sans MS"/>
              </a:rPr>
              <a:t>during</a:t>
            </a:r>
          </a:p>
        </p:txBody>
      </p:sp>
      <p:sp>
        <p:nvSpPr>
          <p:cNvPr id="173" name="text-153 the">
            <a:extLst xmlns:a="http://schemas.openxmlformats.org/drawingml/2006/main">
              <a:ext uri="{FF2B5EF4-FFF2-40B4-BE49-F238E27FC236}">
                <a16:creationId xmlns:a16="http://schemas.microsoft.com/office/drawing/2014/main" id="{42F39E2B-86B1-42C3-9FF0-36F2F6EEE236}"/>
              </a:ext>
            </a:extLst>
          </p:cNvPr>
          <p:cNvSpPr>
            <a:spLocks xmlns:a="http://schemas.openxmlformats.org/drawingml/2006/main" noGrp="1"/>
          </p:cNvSpPr>
          <p:nvPr/>
        </p:nvSpPr>
        <p:spPr>
          <a:xfrm xmlns:a="http://schemas.openxmlformats.org/drawingml/2006/main" rot="0">
            <a:off x="8323130" y="4804837"/>
            <a:ext cx="131895" cy="104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5" b="0" i="0">
                <a:solidFill>
                  <a:srgbClr val="000000"/>
                </a:solidFill>
                <a:latin typeface="Comic Sans MS"/>
                <a:ea typeface="Comic Sans MS"/>
                <a:cs typeface="Comic Sans MS"/>
              </a:defRPr>
            </a:defPPr>
            <a:lvl1pPr algn="l">
              <a:defRPr sz="585" b="0" i="0">
                <a:solidFill>
                  <a:srgbClr val="000000"/>
                </a:solidFill>
                <a:latin typeface="Comic Sans MS"/>
                <a:ea typeface="Comic Sans MS"/>
                <a:cs typeface="Comic Sans MS"/>
              </a:defRPr>
            </a:lvl1pPr>
            <a:lvl2pPr algn="l">
              <a:defRPr sz="585" b="0" i="0">
                <a:solidFill>
                  <a:srgbClr val="000000"/>
                </a:solidFill>
                <a:latin typeface="Comic Sans MS"/>
                <a:ea typeface="Comic Sans MS"/>
                <a:cs typeface="Comic Sans MS"/>
              </a:defRPr>
            </a:lvl2pPr>
            <a:lvl3pPr algn="l">
              <a:defRPr sz="585" b="0" i="0">
                <a:solidFill>
                  <a:srgbClr val="000000"/>
                </a:solidFill>
                <a:latin typeface="Comic Sans MS"/>
                <a:ea typeface="Comic Sans MS"/>
                <a:cs typeface="Comic Sans MS"/>
              </a:defRPr>
            </a:lvl3pPr>
            <a:lvl4pPr algn="l">
              <a:defRPr sz="585" b="0" i="0">
                <a:solidFill>
                  <a:srgbClr val="000000"/>
                </a:solidFill>
                <a:latin typeface="Comic Sans MS"/>
                <a:ea typeface="Comic Sans MS"/>
                <a:cs typeface="Comic Sans MS"/>
              </a:defRPr>
            </a:lvl4pPr>
            <a:lvl5pPr algn="l">
              <a:defRPr sz="585" b="0" i="0">
                <a:solidFill>
                  <a:srgbClr val="000000"/>
                </a:solidFill>
                <a:latin typeface="Comic Sans MS"/>
                <a:ea typeface="Comic Sans MS"/>
                <a:cs typeface="Comic Sans MS"/>
              </a:defRPr>
            </a:lvl5pPr>
            <a:lvl6pPr algn="l">
              <a:defRPr sz="585" b="0" i="0">
                <a:solidFill>
                  <a:srgbClr val="000000"/>
                </a:solidFill>
                <a:latin typeface="Comic Sans MS"/>
                <a:ea typeface="Comic Sans MS"/>
                <a:cs typeface="Comic Sans MS"/>
              </a:defRPr>
            </a:lvl6pPr>
            <a:lvl7pPr algn="l">
              <a:defRPr sz="585" b="0" i="0">
                <a:solidFill>
                  <a:srgbClr val="000000"/>
                </a:solidFill>
                <a:latin typeface="Comic Sans MS"/>
                <a:ea typeface="Comic Sans MS"/>
                <a:cs typeface="Comic Sans MS"/>
              </a:defRPr>
            </a:lvl7pPr>
            <a:lvl8pPr algn="l">
              <a:defRPr sz="585" b="0" i="0">
                <a:solidFill>
                  <a:srgbClr val="000000"/>
                </a:solidFill>
                <a:latin typeface="Comic Sans MS"/>
                <a:ea typeface="Comic Sans MS"/>
                <a:cs typeface="Comic Sans MS"/>
              </a:defRPr>
            </a:lvl8pPr>
            <a:lvl9pPr algn="l">
              <a:defRPr sz="585" b="0" i="0">
                <a:solidFill>
                  <a:srgbClr val="000000"/>
                </a:solidFill>
                <a:latin typeface="Comic Sans MS"/>
                <a:ea typeface="Comic Sans MS"/>
                <a:cs typeface="Comic Sans MS"/>
              </a:defRPr>
            </a:lvl9pPr>
          </a:lstStyle>
          <a:p xmlns:a="http://schemas.openxmlformats.org/drawingml/2006/main">
            <a:pPr algn="l">
              <a:lnSpc>
                <a:spcPct val="100000"/>
              </a:lnSpc>
              <a:buNone/>
              <a:defRPr sz="585" b="0" i="0">
                <a:solidFill>
                  <a:srgbClr val="000000"/>
                </a:solidFill>
                <a:latin typeface="Comic Sans MS"/>
                <a:ea typeface="Comic Sans MS"/>
                <a:cs typeface="Comic Sans MS"/>
              </a:defRPr>
            </a:pPr>
            <a:r>
              <a:rPr sz="585" b="0" i="0">
                <a:solidFill>
                  <a:srgbClr val="000000"/>
                </a:solidFill>
                <a:latin typeface="Comic Sans MS"/>
                <a:ea typeface="Comic Sans MS"/>
                <a:cs typeface="Comic Sans MS"/>
              </a:rPr>
              <a:t>the</a:t>
            </a:r>
          </a:p>
        </p:txBody>
      </p:sp>
      <p:sp>
        <p:nvSpPr>
          <p:cNvPr id="174" name="text-154 race">
            <a:extLst xmlns:a="http://schemas.openxmlformats.org/drawingml/2006/main">
              <a:ext uri="{FF2B5EF4-FFF2-40B4-BE49-F238E27FC236}">
                <a16:creationId xmlns:a16="http://schemas.microsoft.com/office/drawing/2014/main" id="{BCC85CFF-447C-4373-8770-527693E40125}"/>
              </a:ext>
            </a:extLst>
          </p:cNvPr>
          <p:cNvSpPr>
            <a:spLocks xmlns:a="http://schemas.openxmlformats.org/drawingml/2006/main" noGrp="1"/>
          </p:cNvSpPr>
          <p:nvPr/>
        </p:nvSpPr>
        <p:spPr>
          <a:xfrm xmlns:a="http://schemas.openxmlformats.org/drawingml/2006/main" rot="0">
            <a:off x="8462664" y="4804915"/>
            <a:ext cx="165677" cy="1039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5" b="0" i="0">
                <a:solidFill>
                  <a:srgbClr val="000000"/>
                </a:solidFill>
                <a:latin typeface="Comic Sans MS"/>
                <a:ea typeface="Comic Sans MS"/>
                <a:cs typeface="Comic Sans MS"/>
              </a:defRPr>
            </a:defPPr>
            <a:lvl1pPr algn="l">
              <a:defRPr sz="585" b="0" i="0">
                <a:solidFill>
                  <a:srgbClr val="000000"/>
                </a:solidFill>
                <a:latin typeface="Comic Sans MS"/>
                <a:ea typeface="Comic Sans MS"/>
                <a:cs typeface="Comic Sans MS"/>
              </a:defRPr>
            </a:lvl1pPr>
            <a:lvl2pPr algn="l">
              <a:defRPr sz="585" b="0" i="0">
                <a:solidFill>
                  <a:srgbClr val="000000"/>
                </a:solidFill>
                <a:latin typeface="Comic Sans MS"/>
                <a:ea typeface="Comic Sans MS"/>
                <a:cs typeface="Comic Sans MS"/>
              </a:defRPr>
            </a:lvl2pPr>
            <a:lvl3pPr algn="l">
              <a:defRPr sz="585" b="0" i="0">
                <a:solidFill>
                  <a:srgbClr val="000000"/>
                </a:solidFill>
                <a:latin typeface="Comic Sans MS"/>
                <a:ea typeface="Comic Sans MS"/>
                <a:cs typeface="Comic Sans MS"/>
              </a:defRPr>
            </a:lvl3pPr>
            <a:lvl4pPr algn="l">
              <a:defRPr sz="585" b="0" i="0">
                <a:solidFill>
                  <a:srgbClr val="000000"/>
                </a:solidFill>
                <a:latin typeface="Comic Sans MS"/>
                <a:ea typeface="Comic Sans MS"/>
                <a:cs typeface="Comic Sans MS"/>
              </a:defRPr>
            </a:lvl4pPr>
            <a:lvl5pPr algn="l">
              <a:defRPr sz="585" b="0" i="0">
                <a:solidFill>
                  <a:srgbClr val="000000"/>
                </a:solidFill>
                <a:latin typeface="Comic Sans MS"/>
                <a:ea typeface="Comic Sans MS"/>
                <a:cs typeface="Comic Sans MS"/>
              </a:defRPr>
            </a:lvl5pPr>
            <a:lvl6pPr algn="l">
              <a:defRPr sz="585" b="0" i="0">
                <a:solidFill>
                  <a:srgbClr val="000000"/>
                </a:solidFill>
                <a:latin typeface="Comic Sans MS"/>
                <a:ea typeface="Comic Sans MS"/>
                <a:cs typeface="Comic Sans MS"/>
              </a:defRPr>
            </a:lvl6pPr>
            <a:lvl7pPr algn="l">
              <a:defRPr sz="585" b="0" i="0">
                <a:solidFill>
                  <a:srgbClr val="000000"/>
                </a:solidFill>
                <a:latin typeface="Comic Sans MS"/>
                <a:ea typeface="Comic Sans MS"/>
                <a:cs typeface="Comic Sans MS"/>
              </a:defRPr>
            </a:lvl7pPr>
            <a:lvl8pPr algn="l">
              <a:defRPr sz="585" b="0" i="0">
                <a:solidFill>
                  <a:srgbClr val="000000"/>
                </a:solidFill>
                <a:latin typeface="Comic Sans MS"/>
                <a:ea typeface="Comic Sans MS"/>
                <a:cs typeface="Comic Sans MS"/>
              </a:defRPr>
            </a:lvl8pPr>
            <a:lvl9pPr algn="l">
              <a:defRPr sz="585" b="0" i="0">
                <a:solidFill>
                  <a:srgbClr val="000000"/>
                </a:solidFill>
                <a:latin typeface="Comic Sans MS"/>
                <a:ea typeface="Comic Sans MS"/>
                <a:cs typeface="Comic Sans MS"/>
              </a:defRPr>
            </a:lvl9pPr>
          </a:lstStyle>
          <a:p xmlns:a="http://schemas.openxmlformats.org/drawingml/2006/main">
            <a:pPr algn="l">
              <a:lnSpc>
                <a:spcPct val="100000"/>
              </a:lnSpc>
              <a:buNone/>
              <a:defRPr sz="585" b="0" i="0">
                <a:solidFill>
                  <a:srgbClr val="000000"/>
                </a:solidFill>
                <a:latin typeface="Comic Sans MS"/>
                <a:ea typeface="Comic Sans MS"/>
                <a:cs typeface="Comic Sans MS"/>
              </a:defRPr>
            </a:pPr>
            <a:r>
              <a:rPr sz="585" b="0" i="0">
                <a:solidFill>
                  <a:srgbClr val="000000"/>
                </a:solidFill>
                <a:latin typeface="Comic Sans MS"/>
                <a:ea typeface="Comic Sans MS"/>
                <a:cs typeface="Comic Sans MS"/>
              </a:rPr>
              <a:t>race</a:t>
            </a:r>
          </a:p>
        </p:txBody>
      </p:sp>
      <p:sp>
        <p:nvSpPr>
          <p:cNvPr id="175" name="text-155 .">
            <a:extLst xmlns:a="http://schemas.openxmlformats.org/drawingml/2006/main">
              <a:ext uri="{FF2B5EF4-FFF2-40B4-BE49-F238E27FC236}">
                <a16:creationId xmlns:a16="http://schemas.microsoft.com/office/drawing/2014/main" id="{B8D2137F-4D74-48EE-A46C-731FED0F935B}"/>
              </a:ext>
            </a:extLst>
          </p:cNvPr>
          <p:cNvSpPr>
            <a:spLocks xmlns:a="http://schemas.openxmlformats.org/drawingml/2006/main" noGrp="1"/>
          </p:cNvSpPr>
          <p:nvPr/>
        </p:nvSpPr>
        <p:spPr>
          <a:xfrm xmlns:a="http://schemas.openxmlformats.org/drawingml/2006/main" rot="0">
            <a:off x="8614464" y="4805408"/>
            <a:ext cx="31605" cy="1032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1" b="0" i="0">
                <a:solidFill>
                  <a:srgbClr val="000000"/>
                </a:solidFill>
                <a:latin typeface="Comic Sans MS"/>
                <a:ea typeface="Comic Sans MS"/>
                <a:cs typeface="Comic Sans MS"/>
              </a:defRPr>
            </a:defPPr>
            <a:lvl1pPr algn="l">
              <a:defRPr sz="581" b="0" i="0">
                <a:solidFill>
                  <a:srgbClr val="000000"/>
                </a:solidFill>
                <a:latin typeface="Comic Sans MS"/>
                <a:ea typeface="Comic Sans MS"/>
                <a:cs typeface="Comic Sans MS"/>
              </a:defRPr>
            </a:lvl1pPr>
            <a:lvl2pPr algn="l">
              <a:defRPr sz="581" b="0" i="0">
                <a:solidFill>
                  <a:srgbClr val="000000"/>
                </a:solidFill>
                <a:latin typeface="Comic Sans MS"/>
                <a:ea typeface="Comic Sans MS"/>
                <a:cs typeface="Comic Sans MS"/>
              </a:defRPr>
            </a:lvl2pPr>
            <a:lvl3pPr algn="l">
              <a:defRPr sz="581" b="0" i="0">
                <a:solidFill>
                  <a:srgbClr val="000000"/>
                </a:solidFill>
                <a:latin typeface="Comic Sans MS"/>
                <a:ea typeface="Comic Sans MS"/>
                <a:cs typeface="Comic Sans MS"/>
              </a:defRPr>
            </a:lvl3pPr>
            <a:lvl4pPr algn="l">
              <a:defRPr sz="581" b="0" i="0">
                <a:solidFill>
                  <a:srgbClr val="000000"/>
                </a:solidFill>
                <a:latin typeface="Comic Sans MS"/>
                <a:ea typeface="Comic Sans MS"/>
                <a:cs typeface="Comic Sans MS"/>
              </a:defRPr>
            </a:lvl4pPr>
            <a:lvl5pPr algn="l">
              <a:defRPr sz="581" b="0" i="0">
                <a:solidFill>
                  <a:srgbClr val="000000"/>
                </a:solidFill>
                <a:latin typeface="Comic Sans MS"/>
                <a:ea typeface="Comic Sans MS"/>
                <a:cs typeface="Comic Sans MS"/>
              </a:defRPr>
            </a:lvl5pPr>
            <a:lvl6pPr algn="l">
              <a:defRPr sz="581" b="0" i="0">
                <a:solidFill>
                  <a:srgbClr val="000000"/>
                </a:solidFill>
                <a:latin typeface="Comic Sans MS"/>
                <a:ea typeface="Comic Sans MS"/>
                <a:cs typeface="Comic Sans MS"/>
              </a:defRPr>
            </a:lvl6pPr>
            <a:lvl7pPr algn="l">
              <a:defRPr sz="581" b="0" i="0">
                <a:solidFill>
                  <a:srgbClr val="000000"/>
                </a:solidFill>
                <a:latin typeface="Comic Sans MS"/>
                <a:ea typeface="Comic Sans MS"/>
                <a:cs typeface="Comic Sans MS"/>
              </a:defRPr>
            </a:lvl7pPr>
            <a:lvl8pPr algn="l">
              <a:defRPr sz="581" b="0" i="0">
                <a:solidFill>
                  <a:srgbClr val="000000"/>
                </a:solidFill>
                <a:latin typeface="Comic Sans MS"/>
                <a:ea typeface="Comic Sans MS"/>
                <a:cs typeface="Comic Sans MS"/>
              </a:defRPr>
            </a:lvl8pPr>
            <a:lvl9pPr algn="l">
              <a:defRPr sz="581" b="0" i="0">
                <a:solidFill>
                  <a:srgbClr val="000000"/>
                </a:solidFill>
                <a:latin typeface="Comic Sans MS"/>
                <a:ea typeface="Comic Sans MS"/>
                <a:cs typeface="Comic Sans MS"/>
              </a:defRPr>
            </a:lvl9pPr>
          </a:lstStyle>
          <a:p xmlns:a="http://schemas.openxmlformats.org/drawingml/2006/main">
            <a:pPr algn="l">
              <a:lnSpc>
                <a:spcPct val="100000"/>
              </a:lnSpc>
              <a:buNone/>
              <a:defRPr sz="581" b="0" i="0">
                <a:solidFill>
                  <a:srgbClr val="000000"/>
                </a:solidFill>
                <a:latin typeface="Comic Sans MS"/>
                <a:ea typeface="Comic Sans MS"/>
                <a:cs typeface="Comic Sans MS"/>
              </a:defRPr>
            </a:pPr>
            <a:r>
              <a:rPr sz="581" b="0" i="0">
                <a:solidFill>
                  <a:srgbClr val="000000"/>
                </a:solidFill>
                <a:latin typeface="Comic Sans MS"/>
                <a:ea typeface="Comic Sans MS"/>
                <a:cs typeface="Comic Sans MS"/>
              </a:rPr>
              <a:t>.</a:t>
            </a:r>
          </a:p>
        </p:txBody>
      </p:sp>
      <p:sp>
        <p:nvSpPr>
          <p:cNvPr id="176" name="text-156 14.4s">
            <a:extLst xmlns:a="http://schemas.openxmlformats.org/drawingml/2006/main">
              <a:ext uri="{FF2B5EF4-FFF2-40B4-BE49-F238E27FC236}">
                <a16:creationId xmlns:a16="http://schemas.microsoft.com/office/drawing/2014/main" id="{13E55253-21D6-4E97-977B-8E1E828748C7}"/>
              </a:ext>
            </a:extLst>
          </p:cNvPr>
          <p:cNvSpPr>
            <a:spLocks xmlns:a="http://schemas.openxmlformats.org/drawingml/2006/main" noGrp="1"/>
          </p:cNvSpPr>
          <p:nvPr/>
        </p:nvSpPr>
        <p:spPr>
          <a:xfrm xmlns:a="http://schemas.openxmlformats.org/drawingml/2006/main" rot="0">
            <a:off x="9619594" y="4681460"/>
            <a:ext cx="336042" cy="181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4" b="0" i="0">
                <a:solidFill>
                  <a:srgbClr val="000000"/>
                </a:solidFill>
                <a:latin typeface="Comic Sans MS"/>
                <a:ea typeface="Comic Sans MS"/>
                <a:cs typeface="Comic Sans MS"/>
              </a:defRPr>
            </a:defPPr>
            <a:lvl1pPr algn="l">
              <a:defRPr sz="1024" b="0" i="0">
                <a:solidFill>
                  <a:srgbClr val="000000"/>
                </a:solidFill>
                <a:latin typeface="Comic Sans MS"/>
                <a:ea typeface="Comic Sans MS"/>
                <a:cs typeface="Comic Sans MS"/>
              </a:defRPr>
            </a:lvl1pPr>
            <a:lvl2pPr algn="l">
              <a:defRPr sz="1024" b="0" i="0">
                <a:solidFill>
                  <a:srgbClr val="000000"/>
                </a:solidFill>
                <a:latin typeface="Comic Sans MS"/>
                <a:ea typeface="Comic Sans MS"/>
                <a:cs typeface="Comic Sans MS"/>
              </a:defRPr>
            </a:lvl2pPr>
            <a:lvl3pPr algn="l">
              <a:defRPr sz="1024" b="0" i="0">
                <a:solidFill>
                  <a:srgbClr val="000000"/>
                </a:solidFill>
                <a:latin typeface="Comic Sans MS"/>
                <a:ea typeface="Comic Sans MS"/>
                <a:cs typeface="Comic Sans MS"/>
              </a:defRPr>
            </a:lvl3pPr>
            <a:lvl4pPr algn="l">
              <a:defRPr sz="1024" b="0" i="0">
                <a:solidFill>
                  <a:srgbClr val="000000"/>
                </a:solidFill>
                <a:latin typeface="Comic Sans MS"/>
                <a:ea typeface="Comic Sans MS"/>
                <a:cs typeface="Comic Sans MS"/>
              </a:defRPr>
            </a:lvl4pPr>
            <a:lvl5pPr algn="l">
              <a:defRPr sz="1024" b="0" i="0">
                <a:solidFill>
                  <a:srgbClr val="000000"/>
                </a:solidFill>
                <a:latin typeface="Comic Sans MS"/>
                <a:ea typeface="Comic Sans MS"/>
                <a:cs typeface="Comic Sans MS"/>
              </a:defRPr>
            </a:lvl5pPr>
            <a:lvl6pPr algn="l">
              <a:defRPr sz="1024" b="0" i="0">
                <a:solidFill>
                  <a:srgbClr val="000000"/>
                </a:solidFill>
                <a:latin typeface="Comic Sans MS"/>
                <a:ea typeface="Comic Sans MS"/>
                <a:cs typeface="Comic Sans MS"/>
              </a:defRPr>
            </a:lvl6pPr>
            <a:lvl7pPr algn="l">
              <a:defRPr sz="1024" b="0" i="0">
                <a:solidFill>
                  <a:srgbClr val="000000"/>
                </a:solidFill>
                <a:latin typeface="Comic Sans MS"/>
                <a:ea typeface="Comic Sans MS"/>
                <a:cs typeface="Comic Sans MS"/>
              </a:defRPr>
            </a:lvl7pPr>
            <a:lvl8pPr algn="l">
              <a:defRPr sz="1024" b="0" i="0">
                <a:solidFill>
                  <a:srgbClr val="000000"/>
                </a:solidFill>
                <a:latin typeface="Comic Sans MS"/>
                <a:ea typeface="Comic Sans MS"/>
                <a:cs typeface="Comic Sans MS"/>
              </a:defRPr>
            </a:lvl8pPr>
            <a:lvl9pPr algn="l">
              <a:defRPr sz="1024" b="0" i="0">
                <a:solidFill>
                  <a:srgbClr val="000000"/>
                </a:solidFill>
                <a:latin typeface="Comic Sans MS"/>
                <a:ea typeface="Comic Sans MS"/>
                <a:cs typeface="Comic Sans MS"/>
              </a:defRPr>
            </a:lvl9pPr>
          </a:lstStyle>
          <a:p xmlns:a="http://schemas.openxmlformats.org/drawingml/2006/main">
            <a:pPr algn="l">
              <a:lnSpc>
                <a:spcPct val="100000"/>
              </a:lnSpc>
              <a:buNone/>
              <a:defRPr sz="1024" b="0" i="0">
                <a:solidFill>
                  <a:srgbClr val="000000"/>
                </a:solidFill>
                <a:latin typeface="Comic Sans MS"/>
                <a:ea typeface="Comic Sans MS"/>
                <a:cs typeface="Comic Sans MS"/>
              </a:defRPr>
            </a:pPr>
            <a:r>
              <a:rPr sz="1024" b="0" i="0">
                <a:solidFill>
                  <a:srgbClr val="000000"/>
                </a:solidFill>
                <a:latin typeface="Comic Sans MS"/>
                <a:ea typeface="Comic Sans MS"/>
                <a:cs typeface="Comic Sans MS"/>
              </a:rPr>
              <a:t>14.4s</a:t>
            </a:r>
          </a:p>
        </p:txBody>
      </p:sp>
      <p:sp>
        <p:nvSpPr>
          <p:cNvPr id="177" name="text-157 [x0,y0,x1,y1]">
            <a:extLst xmlns:a="http://schemas.openxmlformats.org/drawingml/2006/main">
              <a:ext uri="{FF2B5EF4-FFF2-40B4-BE49-F238E27FC236}">
                <a16:creationId xmlns:a16="http://schemas.microsoft.com/office/drawing/2014/main" id="{A9A48437-C0A0-4871-B5E9-87C3B862662F}"/>
              </a:ext>
            </a:extLst>
          </p:cNvPr>
          <p:cNvSpPr>
            <a:spLocks xmlns:a="http://schemas.openxmlformats.org/drawingml/2006/main" noGrp="1"/>
          </p:cNvSpPr>
          <p:nvPr/>
        </p:nvSpPr>
        <p:spPr>
          <a:xfrm xmlns:a="http://schemas.openxmlformats.org/drawingml/2006/main" rot="0">
            <a:off x="10471906" y="4681949"/>
            <a:ext cx="790228" cy="181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0" b="0" i="0">
                <a:solidFill>
                  <a:srgbClr val="000000"/>
                </a:solidFill>
                <a:latin typeface="Comic Sans MS"/>
                <a:ea typeface="Comic Sans MS"/>
                <a:cs typeface="Comic Sans MS"/>
              </a:defRPr>
            </a:defPPr>
            <a:lvl1pPr algn="l">
              <a:defRPr sz="1020" b="0" i="0">
                <a:solidFill>
                  <a:srgbClr val="000000"/>
                </a:solidFill>
                <a:latin typeface="Comic Sans MS"/>
                <a:ea typeface="Comic Sans MS"/>
                <a:cs typeface="Comic Sans MS"/>
              </a:defRPr>
            </a:lvl1pPr>
            <a:lvl2pPr algn="l">
              <a:defRPr sz="1020" b="0" i="0">
                <a:solidFill>
                  <a:srgbClr val="000000"/>
                </a:solidFill>
                <a:latin typeface="Comic Sans MS"/>
                <a:ea typeface="Comic Sans MS"/>
                <a:cs typeface="Comic Sans MS"/>
              </a:defRPr>
            </a:lvl2pPr>
            <a:lvl3pPr algn="l">
              <a:defRPr sz="1020" b="0" i="0">
                <a:solidFill>
                  <a:srgbClr val="000000"/>
                </a:solidFill>
                <a:latin typeface="Comic Sans MS"/>
                <a:ea typeface="Comic Sans MS"/>
                <a:cs typeface="Comic Sans MS"/>
              </a:defRPr>
            </a:lvl3pPr>
            <a:lvl4pPr algn="l">
              <a:defRPr sz="1020" b="0" i="0">
                <a:solidFill>
                  <a:srgbClr val="000000"/>
                </a:solidFill>
                <a:latin typeface="Comic Sans MS"/>
                <a:ea typeface="Comic Sans MS"/>
                <a:cs typeface="Comic Sans MS"/>
              </a:defRPr>
            </a:lvl4pPr>
            <a:lvl5pPr algn="l">
              <a:defRPr sz="1020" b="0" i="0">
                <a:solidFill>
                  <a:srgbClr val="000000"/>
                </a:solidFill>
                <a:latin typeface="Comic Sans MS"/>
                <a:ea typeface="Comic Sans MS"/>
                <a:cs typeface="Comic Sans MS"/>
              </a:defRPr>
            </a:lvl5pPr>
            <a:lvl6pPr algn="l">
              <a:defRPr sz="1020" b="0" i="0">
                <a:solidFill>
                  <a:srgbClr val="000000"/>
                </a:solidFill>
                <a:latin typeface="Comic Sans MS"/>
                <a:ea typeface="Comic Sans MS"/>
                <a:cs typeface="Comic Sans MS"/>
              </a:defRPr>
            </a:lvl6pPr>
            <a:lvl7pPr algn="l">
              <a:defRPr sz="1020" b="0" i="0">
                <a:solidFill>
                  <a:srgbClr val="000000"/>
                </a:solidFill>
                <a:latin typeface="Comic Sans MS"/>
                <a:ea typeface="Comic Sans MS"/>
                <a:cs typeface="Comic Sans MS"/>
              </a:defRPr>
            </a:lvl7pPr>
            <a:lvl8pPr algn="l">
              <a:defRPr sz="1020" b="0" i="0">
                <a:solidFill>
                  <a:srgbClr val="000000"/>
                </a:solidFill>
                <a:latin typeface="Comic Sans MS"/>
                <a:ea typeface="Comic Sans MS"/>
                <a:cs typeface="Comic Sans MS"/>
              </a:defRPr>
            </a:lvl8pPr>
            <a:lvl9pPr algn="l">
              <a:defRPr sz="1020" b="0" i="0">
                <a:solidFill>
                  <a:srgbClr val="000000"/>
                </a:solidFill>
                <a:latin typeface="Comic Sans MS"/>
                <a:ea typeface="Comic Sans MS"/>
                <a:cs typeface="Comic Sans MS"/>
              </a:defRPr>
            </a:lvl9pPr>
          </a:lstStyle>
          <a:p xmlns:a="http://schemas.openxmlformats.org/drawingml/2006/main">
            <a:pPr algn="l">
              <a:lnSpc>
                <a:spcPct val="100000"/>
              </a:lnSpc>
              <a:buNone/>
              <a:defRPr sz="1020" b="0" i="0">
                <a:solidFill>
                  <a:srgbClr val="000000"/>
                </a:solidFill>
                <a:latin typeface="Comic Sans MS"/>
                <a:ea typeface="Comic Sans MS"/>
                <a:cs typeface="Comic Sans MS"/>
              </a:defRPr>
            </a:pPr>
            <a:r>
              <a:rPr sz="1020" b="0" i="0">
                <a:solidFill>
                  <a:srgbClr val="000000"/>
                </a:solidFill>
                <a:latin typeface="Comic Sans MS"/>
                <a:ea typeface="Comic Sans MS"/>
                <a:cs typeface="Comic Sans MS"/>
              </a:rPr>
              <a:t>[x0,y0,x1,y1]</a:t>
            </a:r>
          </a:p>
        </p:txBody>
      </p:sp>
      <p:sp>
        <p:nvSpPr>
          <p:cNvPr id="178" name="text-158 Web">
            <a:extLst xmlns:a="http://schemas.openxmlformats.org/drawingml/2006/main">
              <a:ext uri="{FF2B5EF4-FFF2-40B4-BE49-F238E27FC236}">
                <a16:creationId xmlns:a16="http://schemas.microsoft.com/office/drawing/2014/main" id="{53F26900-3500-4C6B-BB21-11E5079804D3}"/>
              </a:ext>
            </a:extLst>
          </p:cNvPr>
          <p:cNvSpPr>
            <a:spLocks xmlns:a="http://schemas.openxmlformats.org/drawingml/2006/main" noGrp="1"/>
          </p:cNvSpPr>
          <p:nvPr/>
        </p:nvSpPr>
        <p:spPr>
          <a:xfrm xmlns:a="http://schemas.openxmlformats.org/drawingml/2006/main" rot="0">
            <a:off x="6421848" y="5087419"/>
            <a:ext cx="307418" cy="1824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6" b="0" i="0">
                <a:solidFill>
                  <a:srgbClr val="000000"/>
                </a:solidFill>
                <a:latin typeface="Comic Sans MS"/>
                <a:ea typeface="Comic Sans MS"/>
                <a:cs typeface="Comic Sans MS"/>
              </a:defRPr>
            </a:defPPr>
            <a:lvl1pPr algn="l">
              <a:defRPr sz="1026" b="0" i="0">
                <a:solidFill>
                  <a:srgbClr val="000000"/>
                </a:solidFill>
                <a:latin typeface="Comic Sans MS"/>
                <a:ea typeface="Comic Sans MS"/>
                <a:cs typeface="Comic Sans MS"/>
              </a:defRPr>
            </a:lvl1pPr>
            <a:lvl2pPr algn="l">
              <a:defRPr sz="1026" b="0" i="0">
                <a:solidFill>
                  <a:srgbClr val="000000"/>
                </a:solidFill>
                <a:latin typeface="Comic Sans MS"/>
                <a:ea typeface="Comic Sans MS"/>
                <a:cs typeface="Comic Sans MS"/>
              </a:defRPr>
            </a:lvl2pPr>
            <a:lvl3pPr algn="l">
              <a:defRPr sz="1026" b="0" i="0">
                <a:solidFill>
                  <a:srgbClr val="000000"/>
                </a:solidFill>
                <a:latin typeface="Comic Sans MS"/>
                <a:ea typeface="Comic Sans MS"/>
                <a:cs typeface="Comic Sans MS"/>
              </a:defRPr>
            </a:lvl3pPr>
            <a:lvl4pPr algn="l">
              <a:defRPr sz="1026" b="0" i="0">
                <a:solidFill>
                  <a:srgbClr val="000000"/>
                </a:solidFill>
                <a:latin typeface="Comic Sans MS"/>
                <a:ea typeface="Comic Sans MS"/>
                <a:cs typeface="Comic Sans MS"/>
              </a:defRPr>
            </a:lvl4pPr>
            <a:lvl5pPr algn="l">
              <a:defRPr sz="1026" b="0" i="0">
                <a:solidFill>
                  <a:srgbClr val="000000"/>
                </a:solidFill>
                <a:latin typeface="Comic Sans MS"/>
                <a:ea typeface="Comic Sans MS"/>
                <a:cs typeface="Comic Sans MS"/>
              </a:defRPr>
            </a:lvl5pPr>
            <a:lvl6pPr algn="l">
              <a:defRPr sz="1026" b="0" i="0">
                <a:solidFill>
                  <a:srgbClr val="000000"/>
                </a:solidFill>
                <a:latin typeface="Comic Sans MS"/>
                <a:ea typeface="Comic Sans MS"/>
                <a:cs typeface="Comic Sans MS"/>
              </a:defRPr>
            </a:lvl6pPr>
            <a:lvl7pPr algn="l">
              <a:defRPr sz="1026" b="0" i="0">
                <a:solidFill>
                  <a:srgbClr val="000000"/>
                </a:solidFill>
                <a:latin typeface="Comic Sans MS"/>
                <a:ea typeface="Comic Sans MS"/>
                <a:cs typeface="Comic Sans MS"/>
              </a:defRPr>
            </a:lvl7pPr>
            <a:lvl8pPr algn="l">
              <a:defRPr sz="1026" b="0" i="0">
                <a:solidFill>
                  <a:srgbClr val="000000"/>
                </a:solidFill>
                <a:latin typeface="Comic Sans MS"/>
                <a:ea typeface="Comic Sans MS"/>
                <a:cs typeface="Comic Sans MS"/>
              </a:defRPr>
            </a:lvl8pPr>
            <a:lvl9pPr algn="l">
              <a:defRPr sz="1026" b="0" i="0">
                <a:solidFill>
                  <a:srgbClr val="000000"/>
                </a:solidFill>
                <a:latin typeface="Comic Sans MS"/>
                <a:ea typeface="Comic Sans MS"/>
                <a:cs typeface="Comic Sans MS"/>
              </a:defRPr>
            </a:lvl9pPr>
          </a:lstStyle>
          <a:p xmlns:a="http://schemas.openxmlformats.org/drawingml/2006/main">
            <a:pPr algn="l">
              <a:lnSpc>
                <a:spcPct val="100000"/>
              </a:lnSpc>
              <a:buNone/>
              <a:defRPr sz="1026" b="0" i="0">
                <a:solidFill>
                  <a:srgbClr val="000000"/>
                </a:solidFill>
                <a:latin typeface="Comic Sans MS"/>
                <a:ea typeface="Comic Sans MS"/>
                <a:cs typeface="Comic Sans MS"/>
              </a:defRPr>
            </a:pPr>
            <a:r>
              <a:rPr sz="1026" b="0" i="0">
                <a:solidFill>
                  <a:srgbClr val="000000"/>
                </a:solidFill>
                <a:latin typeface="Comic Sans MS"/>
                <a:ea typeface="Comic Sans MS"/>
                <a:cs typeface="Comic Sans MS"/>
              </a:rPr>
              <a:t>Web</a:t>
            </a:r>
          </a:p>
        </p:txBody>
      </p:sp>
      <p:sp>
        <p:nvSpPr>
          <p:cNvPr id="179" name="text-158 Page">
            <a:extLst xmlns:a="http://schemas.openxmlformats.org/drawingml/2006/main">
              <a:ext uri="{FF2B5EF4-FFF2-40B4-BE49-F238E27FC236}">
                <a16:creationId xmlns:a16="http://schemas.microsoft.com/office/drawing/2014/main" id="{CF319615-21AF-4DD0-951E-7B92E32AB1FD}"/>
              </a:ext>
            </a:extLst>
          </p:cNvPr>
          <p:cNvSpPr>
            <a:spLocks xmlns:a="http://schemas.openxmlformats.org/drawingml/2006/main" noGrp="1"/>
          </p:cNvSpPr>
          <p:nvPr/>
        </p:nvSpPr>
        <p:spPr>
          <a:xfrm xmlns:a="http://schemas.openxmlformats.org/drawingml/2006/main" rot="0">
            <a:off x="6740884" y="5086736"/>
            <a:ext cx="299876" cy="183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31" b="0" i="0">
                <a:solidFill>
                  <a:srgbClr val="000000"/>
                </a:solidFill>
                <a:latin typeface="Comic Sans MS"/>
                <a:ea typeface="Comic Sans MS"/>
                <a:cs typeface="Comic Sans MS"/>
              </a:defRPr>
            </a:defPPr>
            <a:lvl1pPr algn="l">
              <a:defRPr sz="1031" b="0" i="0">
                <a:solidFill>
                  <a:srgbClr val="000000"/>
                </a:solidFill>
                <a:latin typeface="Comic Sans MS"/>
                <a:ea typeface="Comic Sans MS"/>
                <a:cs typeface="Comic Sans MS"/>
              </a:defRPr>
            </a:lvl1pPr>
            <a:lvl2pPr algn="l">
              <a:defRPr sz="1031" b="0" i="0">
                <a:solidFill>
                  <a:srgbClr val="000000"/>
                </a:solidFill>
                <a:latin typeface="Comic Sans MS"/>
                <a:ea typeface="Comic Sans MS"/>
                <a:cs typeface="Comic Sans MS"/>
              </a:defRPr>
            </a:lvl2pPr>
            <a:lvl3pPr algn="l">
              <a:defRPr sz="1031" b="0" i="0">
                <a:solidFill>
                  <a:srgbClr val="000000"/>
                </a:solidFill>
                <a:latin typeface="Comic Sans MS"/>
                <a:ea typeface="Comic Sans MS"/>
                <a:cs typeface="Comic Sans MS"/>
              </a:defRPr>
            </a:lvl3pPr>
            <a:lvl4pPr algn="l">
              <a:defRPr sz="1031" b="0" i="0">
                <a:solidFill>
                  <a:srgbClr val="000000"/>
                </a:solidFill>
                <a:latin typeface="Comic Sans MS"/>
                <a:ea typeface="Comic Sans MS"/>
                <a:cs typeface="Comic Sans MS"/>
              </a:defRPr>
            </a:lvl4pPr>
            <a:lvl5pPr algn="l">
              <a:defRPr sz="1031" b="0" i="0">
                <a:solidFill>
                  <a:srgbClr val="000000"/>
                </a:solidFill>
                <a:latin typeface="Comic Sans MS"/>
                <a:ea typeface="Comic Sans MS"/>
                <a:cs typeface="Comic Sans MS"/>
              </a:defRPr>
            </a:lvl5pPr>
            <a:lvl6pPr algn="l">
              <a:defRPr sz="1031" b="0" i="0">
                <a:solidFill>
                  <a:srgbClr val="000000"/>
                </a:solidFill>
                <a:latin typeface="Comic Sans MS"/>
                <a:ea typeface="Comic Sans MS"/>
                <a:cs typeface="Comic Sans MS"/>
              </a:defRPr>
            </a:lvl6pPr>
            <a:lvl7pPr algn="l">
              <a:defRPr sz="1031" b="0" i="0">
                <a:solidFill>
                  <a:srgbClr val="000000"/>
                </a:solidFill>
                <a:latin typeface="Comic Sans MS"/>
                <a:ea typeface="Comic Sans MS"/>
                <a:cs typeface="Comic Sans MS"/>
              </a:defRPr>
            </a:lvl7pPr>
            <a:lvl8pPr algn="l">
              <a:defRPr sz="1031" b="0" i="0">
                <a:solidFill>
                  <a:srgbClr val="000000"/>
                </a:solidFill>
                <a:latin typeface="Comic Sans MS"/>
                <a:ea typeface="Comic Sans MS"/>
                <a:cs typeface="Comic Sans MS"/>
              </a:defRPr>
            </a:lvl8pPr>
            <a:lvl9pPr algn="l">
              <a:defRPr sz="1031" b="0" i="0">
                <a:solidFill>
                  <a:srgbClr val="000000"/>
                </a:solidFill>
                <a:latin typeface="Comic Sans MS"/>
                <a:ea typeface="Comic Sans MS"/>
                <a:cs typeface="Comic Sans MS"/>
              </a:defRPr>
            </a:lvl9pPr>
          </a:lstStyle>
          <a:p xmlns:a="http://schemas.openxmlformats.org/drawingml/2006/main">
            <a:pPr algn="l">
              <a:lnSpc>
                <a:spcPct val="100000"/>
              </a:lnSpc>
              <a:buNone/>
              <a:defRPr sz="1031" b="0" i="0">
                <a:solidFill>
                  <a:srgbClr val="000000"/>
                </a:solidFill>
                <a:latin typeface="Comic Sans MS"/>
                <a:ea typeface="Comic Sans MS"/>
                <a:cs typeface="Comic Sans MS"/>
              </a:defRPr>
            </a:pPr>
            <a:r>
              <a:rPr sz="1031" b="0" i="0">
                <a:solidFill>
                  <a:srgbClr val="000000"/>
                </a:solidFill>
                <a:latin typeface="Comic Sans MS"/>
                <a:ea typeface="Comic Sans MS"/>
                <a:cs typeface="Comic Sans MS"/>
              </a:rPr>
              <a:t>Page</a:t>
            </a:r>
          </a:p>
        </p:txBody>
      </p:sp>
      <p:sp>
        <p:nvSpPr>
          <p:cNvPr id="180" name="path-159">
            <a:extLst xmlns:a="http://schemas.openxmlformats.org/drawingml/2006/main">
              <a:ext uri="{FF2B5EF4-FFF2-40B4-BE49-F238E27FC236}">
                <a16:creationId xmlns:a16="http://schemas.microsoft.com/office/drawing/2014/main" id="{ED075515-90E3-42EE-B440-50646D107849}"/>
              </a:ext>
            </a:extLst>
          </p:cNvPr>
          <p:cNvSpPr>
            <a:spLocks xmlns:a="http://schemas.openxmlformats.org/drawingml/2006/main" noGrp="1"/>
          </p:cNvSpPr>
          <p:nvPr/>
        </p:nvSpPr>
        <p:spPr>
          <a:xfrm xmlns:a="http://schemas.openxmlformats.org/drawingml/2006/main">
            <a:off x="7055804" y="5127796"/>
            <a:ext cx="73989" cy="89934"/>
          </a:xfrm>
          <a:custGeom xmlns:a="http://schemas.openxmlformats.org/drawingml/2006/main">
            <a:pathLst>
              <a:path w="73989" h="89934">
                <a:moveTo>
                  <a:pt x="46317" y="0"/>
                </a:moveTo>
                <a:cubicBezTo>
                  <a:pt x="51544" y="0"/>
                  <a:pt x="55838" y="406"/>
                  <a:pt x="59198" y="1219"/>
                </a:cubicBezTo>
                <a:cubicBezTo>
                  <a:pt x="62558" y="2031"/>
                  <a:pt x="65325" y="3283"/>
                  <a:pt x="67500" y="4974"/>
                </a:cubicBezTo>
                <a:cubicBezTo>
                  <a:pt x="69674" y="6665"/>
                  <a:pt x="71299" y="8807"/>
                  <a:pt x="72375" y="11398"/>
                </a:cubicBezTo>
                <a:cubicBezTo>
                  <a:pt x="73451" y="13990"/>
                  <a:pt x="73989" y="16998"/>
                  <a:pt x="73989" y="20424"/>
                </a:cubicBezTo>
                <a:cubicBezTo>
                  <a:pt x="73989" y="27013"/>
                  <a:pt x="72430" y="32723"/>
                  <a:pt x="69312" y="37555"/>
                </a:cubicBezTo>
                <a:cubicBezTo>
                  <a:pt x="66193" y="42386"/>
                  <a:pt x="61965" y="45944"/>
                  <a:pt x="56629" y="48228"/>
                </a:cubicBezTo>
                <a:cubicBezTo>
                  <a:pt x="51292" y="50512"/>
                  <a:pt x="44890" y="51654"/>
                  <a:pt x="37423" y="51654"/>
                </a:cubicBezTo>
                <a:cubicBezTo>
                  <a:pt x="32943" y="51654"/>
                  <a:pt x="29209" y="51566"/>
                  <a:pt x="26222" y="51391"/>
                </a:cubicBezTo>
                <a:lnTo>
                  <a:pt x="22006" y="70761"/>
                </a:lnTo>
                <a:cubicBezTo>
                  <a:pt x="21610" y="72562"/>
                  <a:pt x="21336" y="73945"/>
                  <a:pt x="21182" y="74912"/>
                </a:cubicBezTo>
                <a:cubicBezTo>
                  <a:pt x="21028" y="75878"/>
                  <a:pt x="20897" y="76921"/>
                  <a:pt x="20787" y="78041"/>
                </a:cubicBezTo>
                <a:cubicBezTo>
                  <a:pt x="20677" y="79161"/>
                  <a:pt x="20622" y="80161"/>
                  <a:pt x="20622" y="81039"/>
                </a:cubicBezTo>
                <a:cubicBezTo>
                  <a:pt x="20622" y="82401"/>
                  <a:pt x="20842" y="83466"/>
                  <a:pt x="21281" y="84235"/>
                </a:cubicBezTo>
                <a:cubicBezTo>
                  <a:pt x="21720" y="85003"/>
                  <a:pt x="22379" y="85563"/>
                  <a:pt x="23258" y="85915"/>
                </a:cubicBezTo>
                <a:cubicBezTo>
                  <a:pt x="24136" y="86266"/>
                  <a:pt x="25651" y="86530"/>
                  <a:pt x="27804" y="86705"/>
                </a:cubicBezTo>
                <a:lnTo>
                  <a:pt x="27079" y="89934"/>
                </a:lnTo>
                <a:lnTo>
                  <a:pt x="0" y="89934"/>
                </a:lnTo>
                <a:lnTo>
                  <a:pt x="725" y="86705"/>
                </a:lnTo>
                <a:cubicBezTo>
                  <a:pt x="2394" y="86442"/>
                  <a:pt x="3646" y="86013"/>
                  <a:pt x="4480" y="85420"/>
                </a:cubicBezTo>
                <a:cubicBezTo>
                  <a:pt x="5315" y="84828"/>
                  <a:pt x="6018" y="84004"/>
                  <a:pt x="6589" y="82950"/>
                </a:cubicBezTo>
                <a:cubicBezTo>
                  <a:pt x="7160" y="81896"/>
                  <a:pt x="7687" y="80611"/>
                  <a:pt x="8170" y="79095"/>
                </a:cubicBezTo>
                <a:cubicBezTo>
                  <a:pt x="8653" y="77580"/>
                  <a:pt x="9378" y="74648"/>
                  <a:pt x="10344" y="70300"/>
                </a:cubicBezTo>
                <a:lnTo>
                  <a:pt x="21545" y="19568"/>
                </a:lnTo>
                <a:cubicBezTo>
                  <a:pt x="22511" y="15176"/>
                  <a:pt x="22994" y="11706"/>
                  <a:pt x="22994" y="9158"/>
                </a:cubicBezTo>
                <a:cubicBezTo>
                  <a:pt x="22994" y="7006"/>
                  <a:pt x="22489" y="5512"/>
                  <a:pt x="21479" y="4678"/>
                </a:cubicBezTo>
                <a:cubicBezTo>
                  <a:pt x="20468" y="3843"/>
                  <a:pt x="18821" y="3360"/>
                  <a:pt x="16537" y="3228"/>
                </a:cubicBezTo>
                <a:lnTo>
                  <a:pt x="17262" y="0"/>
                </a:lnTo>
                <a:lnTo>
                  <a:pt x="46317" y="0"/>
                </a:lnTo>
                <a:moveTo>
                  <a:pt x="34195" y="45922"/>
                </a:moveTo>
                <a:cubicBezTo>
                  <a:pt x="39509" y="45922"/>
                  <a:pt x="43803" y="45373"/>
                  <a:pt x="47075" y="44275"/>
                </a:cubicBezTo>
                <a:cubicBezTo>
                  <a:pt x="50347" y="43177"/>
                  <a:pt x="53027" y="41475"/>
                  <a:pt x="55113" y="39169"/>
                </a:cubicBezTo>
                <a:cubicBezTo>
                  <a:pt x="57200" y="36863"/>
                  <a:pt x="58814" y="34129"/>
                  <a:pt x="59956" y="30966"/>
                </a:cubicBezTo>
                <a:cubicBezTo>
                  <a:pt x="61098" y="27804"/>
                  <a:pt x="61669" y="24334"/>
                  <a:pt x="61669" y="20556"/>
                </a:cubicBezTo>
                <a:cubicBezTo>
                  <a:pt x="61669" y="15461"/>
                  <a:pt x="60373" y="11728"/>
                  <a:pt x="57782" y="9356"/>
                </a:cubicBezTo>
                <a:cubicBezTo>
                  <a:pt x="55190" y="6984"/>
                  <a:pt x="50886" y="5798"/>
                  <a:pt x="44868" y="5798"/>
                </a:cubicBezTo>
                <a:cubicBezTo>
                  <a:pt x="42145" y="5798"/>
                  <a:pt x="39290" y="5864"/>
                  <a:pt x="36303" y="5996"/>
                </a:cubicBezTo>
                <a:lnTo>
                  <a:pt x="27342" y="45922"/>
                </a:lnTo>
                <a:lnTo>
                  <a:pt x="34195" y="45922"/>
                </a:lnTo>
                <a:close/>
              </a:path>
            </a:pathLst>
          </a:custGeom>
          <a:solidFill xmlns:a="http://schemas.openxmlformats.org/drawingml/2006/main">
            <a:srgbClr val="000000"/>
          </a:solidFill>
          <a:ln xmlns:a="http://schemas.openxmlformats.org/drawingml/2006/main" w="0">
            <a:noFill/>
            <a:prstDash val="solid"/>
          </a:ln>
        </p:spPr>
      </p:sp>
      <p:sp>
        <p:nvSpPr>
          <p:cNvPr id="181" name="path-160">
            <a:extLst xmlns:a="http://schemas.openxmlformats.org/drawingml/2006/main">
              <a:ext uri="{FF2B5EF4-FFF2-40B4-BE49-F238E27FC236}">
                <a16:creationId xmlns:a16="http://schemas.microsoft.com/office/drawing/2014/main" id="{177F380D-64A3-461E-BE5C-A5C98C3FCB8C}"/>
              </a:ext>
            </a:extLst>
          </p:cNvPr>
          <p:cNvSpPr>
            <a:spLocks xmlns:a="http://schemas.openxmlformats.org/drawingml/2006/main" noGrp="1"/>
          </p:cNvSpPr>
          <p:nvPr/>
        </p:nvSpPr>
        <p:spPr>
          <a:xfrm xmlns:a="http://schemas.openxmlformats.org/drawingml/2006/main">
            <a:off x="7123684" y="5182508"/>
            <a:ext cx="40633" cy="61717"/>
          </a:xfrm>
          <a:custGeom xmlns:a="http://schemas.openxmlformats.org/drawingml/2006/main">
            <a:pathLst>
              <a:path w="40633" h="61717">
                <a:moveTo>
                  <a:pt x="26258" y="49067"/>
                </a:moveTo>
                <a:cubicBezTo>
                  <a:pt x="26258" y="50057"/>
                  <a:pt x="26290" y="50911"/>
                  <a:pt x="26354" y="51630"/>
                </a:cubicBezTo>
                <a:cubicBezTo>
                  <a:pt x="26418" y="52349"/>
                  <a:pt x="26522" y="52956"/>
                  <a:pt x="26666" y="53451"/>
                </a:cubicBezTo>
                <a:cubicBezTo>
                  <a:pt x="26809" y="53946"/>
                  <a:pt x="27001" y="54369"/>
                  <a:pt x="27241" y="54721"/>
                </a:cubicBezTo>
                <a:cubicBezTo>
                  <a:pt x="27480" y="55072"/>
                  <a:pt x="27760" y="55376"/>
                  <a:pt x="28079" y="55631"/>
                </a:cubicBezTo>
                <a:cubicBezTo>
                  <a:pt x="28463" y="56015"/>
                  <a:pt x="28974" y="56310"/>
                  <a:pt x="29613" y="56518"/>
                </a:cubicBezTo>
                <a:cubicBezTo>
                  <a:pt x="30251" y="56725"/>
                  <a:pt x="31066" y="56901"/>
                  <a:pt x="32056" y="57045"/>
                </a:cubicBezTo>
                <a:cubicBezTo>
                  <a:pt x="33047" y="57189"/>
                  <a:pt x="34236" y="57300"/>
                  <a:pt x="35626" y="57380"/>
                </a:cubicBezTo>
                <a:cubicBezTo>
                  <a:pt x="37016" y="57460"/>
                  <a:pt x="38685" y="57516"/>
                  <a:pt x="40633" y="57548"/>
                </a:cubicBezTo>
                <a:lnTo>
                  <a:pt x="40633" y="61717"/>
                </a:lnTo>
                <a:lnTo>
                  <a:pt x="2635" y="61717"/>
                </a:lnTo>
                <a:lnTo>
                  <a:pt x="2635" y="57548"/>
                </a:lnTo>
                <a:cubicBezTo>
                  <a:pt x="4520" y="57484"/>
                  <a:pt x="6117" y="57412"/>
                  <a:pt x="7427" y="57332"/>
                </a:cubicBezTo>
                <a:cubicBezTo>
                  <a:pt x="8737" y="57252"/>
                  <a:pt x="9855" y="57141"/>
                  <a:pt x="10781" y="56997"/>
                </a:cubicBezTo>
                <a:cubicBezTo>
                  <a:pt x="11708" y="56853"/>
                  <a:pt x="12450" y="56693"/>
                  <a:pt x="13009" y="56518"/>
                </a:cubicBezTo>
                <a:cubicBezTo>
                  <a:pt x="13568" y="56342"/>
                  <a:pt x="14056" y="56126"/>
                  <a:pt x="14471" y="55871"/>
                </a:cubicBezTo>
                <a:cubicBezTo>
                  <a:pt x="14918" y="55583"/>
                  <a:pt x="15301" y="55272"/>
                  <a:pt x="15621" y="54936"/>
                </a:cubicBezTo>
                <a:cubicBezTo>
                  <a:pt x="15940" y="54601"/>
                  <a:pt x="16196" y="54178"/>
                  <a:pt x="16388" y="53667"/>
                </a:cubicBezTo>
                <a:cubicBezTo>
                  <a:pt x="16579" y="53156"/>
                  <a:pt x="16731" y="52533"/>
                  <a:pt x="16843" y="51798"/>
                </a:cubicBezTo>
                <a:cubicBezTo>
                  <a:pt x="16955" y="51063"/>
                  <a:pt x="17010" y="50153"/>
                  <a:pt x="17010" y="49067"/>
                </a:cubicBezTo>
                <a:lnTo>
                  <a:pt x="17010" y="14710"/>
                </a:lnTo>
                <a:cubicBezTo>
                  <a:pt x="17010" y="13465"/>
                  <a:pt x="16771" y="12586"/>
                  <a:pt x="16292" y="12075"/>
                </a:cubicBezTo>
                <a:cubicBezTo>
                  <a:pt x="15813" y="11564"/>
                  <a:pt x="15126" y="11308"/>
                  <a:pt x="14231" y="11308"/>
                </a:cubicBezTo>
                <a:cubicBezTo>
                  <a:pt x="13241" y="11308"/>
                  <a:pt x="11772" y="11819"/>
                  <a:pt x="9823" y="12842"/>
                </a:cubicBezTo>
                <a:cubicBezTo>
                  <a:pt x="7874" y="13864"/>
                  <a:pt x="5351" y="15381"/>
                  <a:pt x="2252" y="17394"/>
                </a:cubicBezTo>
                <a:cubicBezTo>
                  <a:pt x="1837" y="16659"/>
                  <a:pt x="1453" y="15924"/>
                  <a:pt x="1102" y="15190"/>
                </a:cubicBezTo>
                <a:cubicBezTo>
                  <a:pt x="751" y="14455"/>
                  <a:pt x="383" y="13704"/>
                  <a:pt x="0" y="12938"/>
                </a:cubicBezTo>
                <a:cubicBezTo>
                  <a:pt x="3961" y="10765"/>
                  <a:pt x="7882" y="8601"/>
                  <a:pt x="11764" y="6445"/>
                </a:cubicBezTo>
                <a:cubicBezTo>
                  <a:pt x="15645" y="4289"/>
                  <a:pt x="19582" y="2140"/>
                  <a:pt x="23575" y="0"/>
                </a:cubicBezTo>
                <a:lnTo>
                  <a:pt x="26498" y="0"/>
                </a:lnTo>
                <a:cubicBezTo>
                  <a:pt x="26434" y="1757"/>
                  <a:pt x="26386" y="3330"/>
                  <a:pt x="26354" y="4720"/>
                </a:cubicBezTo>
                <a:cubicBezTo>
                  <a:pt x="26322" y="6109"/>
                  <a:pt x="26298" y="7459"/>
                  <a:pt x="26282" y="8769"/>
                </a:cubicBezTo>
                <a:cubicBezTo>
                  <a:pt x="26266" y="10078"/>
                  <a:pt x="26258" y="11372"/>
                  <a:pt x="26258" y="12650"/>
                </a:cubicBezTo>
                <a:lnTo>
                  <a:pt x="26258" y="49067"/>
                </a:lnTo>
                <a:close/>
              </a:path>
            </a:pathLst>
          </a:custGeom>
          <a:solidFill xmlns:a="http://schemas.openxmlformats.org/drawingml/2006/main">
            <a:srgbClr val="000000"/>
          </a:solidFill>
          <a:ln xmlns:a="http://schemas.openxmlformats.org/drawingml/2006/main" w="0">
            <a:noFill/>
            <a:prstDash val="solid"/>
          </a:ln>
        </p:spPr>
      </p:sp>
      <p:sp>
        <p:nvSpPr>
          <p:cNvPr id="182" name="text-161 Sailboat">
            <a:extLst xmlns:a="http://schemas.openxmlformats.org/drawingml/2006/main">
              <a:ext uri="{FF2B5EF4-FFF2-40B4-BE49-F238E27FC236}">
                <a16:creationId xmlns:a16="http://schemas.microsoft.com/office/drawing/2014/main" id="{4AADE6BC-00AF-410F-BC1F-D3CCA14C0829}"/>
              </a:ext>
            </a:extLst>
          </p:cNvPr>
          <p:cNvSpPr>
            <a:spLocks xmlns:a="http://schemas.openxmlformats.org/drawingml/2006/main" noGrp="1"/>
          </p:cNvSpPr>
          <p:nvPr/>
        </p:nvSpPr>
        <p:spPr>
          <a:xfrm xmlns:a="http://schemas.openxmlformats.org/drawingml/2006/main" rot="0">
            <a:off x="7519670" y="5013020"/>
            <a:ext cx="493994" cy="171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3" b="0" i="0">
                <a:solidFill>
                  <a:srgbClr val="000000"/>
                </a:solidFill>
                <a:latin typeface="Comic Sans MS"/>
                <a:ea typeface="Comic Sans MS"/>
                <a:cs typeface="Comic Sans MS"/>
              </a:defRPr>
            </a:defPPr>
            <a:lvl1pPr algn="l">
              <a:defRPr sz="963" b="0" i="0">
                <a:solidFill>
                  <a:srgbClr val="000000"/>
                </a:solidFill>
                <a:latin typeface="Comic Sans MS"/>
                <a:ea typeface="Comic Sans MS"/>
                <a:cs typeface="Comic Sans MS"/>
              </a:defRPr>
            </a:lvl1pPr>
            <a:lvl2pPr algn="l">
              <a:defRPr sz="963" b="0" i="0">
                <a:solidFill>
                  <a:srgbClr val="000000"/>
                </a:solidFill>
                <a:latin typeface="Comic Sans MS"/>
                <a:ea typeface="Comic Sans MS"/>
                <a:cs typeface="Comic Sans MS"/>
              </a:defRPr>
            </a:lvl2pPr>
            <a:lvl3pPr algn="l">
              <a:defRPr sz="963" b="0" i="0">
                <a:solidFill>
                  <a:srgbClr val="000000"/>
                </a:solidFill>
                <a:latin typeface="Comic Sans MS"/>
                <a:ea typeface="Comic Sans MS"/>
                <a:cs typeface="Comic Sans MS"/>
              </a:defRPr>
            </a:lvl3pPr>
            <a:lvl4pPr algn="l">
              <a:defRPr sz="963" b="0" i="0">
                <a:solidFill>
                  <a:srgbClr val="000000"/>
                </a:solidFill>
                <a:latin typeface="Comic Sans MS"/>
                <a:ea typeface="Comic Sans MS"/>
                <a:cs typeface="Comic Sans MS"/>
              </a:defRPr>
            </a:lvl4pPr>
            <a:lvl5pPr algn="l">
              <a:defRPr sz="963" b="0" i="0">
                <a:solidFill>
                  <a:srgbClr val="000000"/>
                </a:solidFill>
                <a:latin typeface="Comic Sans MS"/>
                <a:ea typeface="Comic Sans MS"/>
                <a:cs typeface="Comic Sans MS"/>
              </a:defRPr>
            </a:lvl5pPr>
            <a:lvl6pPr algn="l">
              <a:defRPr sz="963" b="0" i="0">
                <a:solidFill>
                  <a:srgbClr val="000000"/>
                </a:solidFill>
                <a:latin typeface="Comic Sans MS"/>
                <a:ea typeface="Comic Sans MS"/>
                <a:cs typeface="Comic Sans MS"/>
              </a:defRPr>
            </a:lvl6pPr>
            <a:lvl7pPr algn="l">
              <a:defRPr sz="963" b="0" i="0">
                <a:solidFill>
                  <a:srgbClr val="000000"/>
                </a:solidFill>
                <a:latin typeface="Comic Sans MS"/>
                <a:ea typeface="Comic Sans MS"/>
                <a:cs typeface="Comic Sans MS"/>
              </a:defRPr>
            </a:lvl7pPr>
            <a:lvl8pPr algn="l">
              <a:defRPr sz="963" b="0" i="0">
                <a:solidFill>
                  <a:srgbClr val="000000"/>
                </a:solidFill>
                <a:latin typeface="Comic Sans MS"/>
                <a:ea typeface="Comic Sans MS"/>
                <a:cs typeface="Comic Sans MS"/>
              </a:defRPr>
            </a:lvl8pPr>
            <a:lvl9pPr algn="l">
              <a:defRPr sz="963" b="0" i="0">
                <a:solidFill>
                  <a:srgbClr val="000000"/>
                </a:solidFill>
                <a:latin typeface="Comic Sans MS"/>
                <a:ea typeface="Comic Sans MS"/>
                <a:cs typeface="Comic Sans MS"/>
              </a:defRPr>
            </a:lvl9pPr>
          </a:lstStyle>
          <a:p xmlns:a="http://schemas.openxmlformats.org/drawingml/2006/main">
            <a:pPr algn="l">
              <a:lnSpc>
                <a:spcPct val="100000"/>
              </a:lnSpc>
              <a:buNone/>
              <a:defRPr sz="963" b="0" i="0">
                <a:solidFill>
                  <a:srgbClr val="000000"/>
                </a:solidFill>
                <a:latin typeface="Comic Sans MS"/>
                <a:ea typeface="Comic Sans MS"/>
                <a:cs typeface="Comic Sans MS"/>
              </a:defRPr>
            </a:pPr>
            <a:r>
              <a:rPr sz="963" b="0" i="0">
                <a:solidFill>
                  <a:srgbClr val="000000"/>
                </a:solidFill>
                <a:latin typeface="Comic Sans MS"/>
                <a:ea typeface="Comic Sans MS"/>
                <a:cs typeface="Comic Sans MS"/>
              </a:rPr>
              <a:t>Sailboat</a:t>
            </a:r>
          </a:p>
        </p:txBody>
      </p:sp>
      <p:sp>
        <p:nvSpPr>
          <p:cNvPr id="183" name="text-162 Tactics">
            <a:extLst xmlns:a="http://schemas.openxmlformats.org/drawingml/2006/main">
              <a:ext uri="{FF2B5EF4-FFF2-40B4-BE49-F238E27FC236}">
                <a16:creationId xmlns:a16="http://schemas.microsoft.com/office/drawing/2014/main" id="{334055DE-70DE-40EF-A375-E0ABF895F826}"/>
              </a:ext>
            </a:extLst>
          </p:cNvPr>
          <p:cNvSpPr>
            <a:spLocks xmlns:a="http://schemas.openxmlformats.org/drawingml/2006/main" noGrp="1"/>
          </p:cNvSpPr>
          <p:nvPr/>
        </p:nvSpPr>
        <p:spPr>
          <a:xfrm xmlns:a="http://schemas.openxmlformats.org/drawingml/2006/main" rot="0">
            <a:off x="7365600" y="5160021"/>
            <a:ext cx="445345" cy="1714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4" b="0" i="0">
                <a:solidFill>
                  <a:srgbClr val="000000"/>
                </a:solidFill>
                <a:latin typeface="Comic Sans MS"/>
                <a:ea typeface="Comic Sans MS"/>
                <a:cs typeface="Comic Sans MS"/>
              </a:defRPr>
            </a:defPPr>
            <a:lvl1pPr algn="l">
              <a:defRPr sz="964" b="0" i="0">
                <a:solidFill>
                  <a:srgbClr val="000000"/>
                </a:solidFill>
                <a:latin typeface="Comic Sans MS"/>
                <a:ea typeface="Comic Sans MS"/>
                <a:cs typeface="Comic Sans MS"/>
              </a:defRPr>
            </a:lvl1pPr>
            <a:lvl2pPr algn="l">
              <a:defRPr sz="964" b="0" i="0">
                <a:solidFill>
                  <a:srgbClr val="000000"/>
                </a:solidFill>
                <a:latin typeface="Comic Sans MS"/>
                <a:ea typeface="Comic Sans MS"/>
                <a:cs typeface="Comic Sans MS"/>
              </a:defRPr>
            </a:lvl2pPr>
            <a:lvl3pPr algn="l">
              <a:defRPr sz="964" b="0" i="0">
                <a:solidFill>
                  <a:srgbClr val="000000"/>
                </a:solidFill>
                <a:latin typeface="Comic Sans MS"/>
                <a:ea typeface="Comic Sans MS"/>
                <a:cs typeface="Comic Sans MS"/>
              </a:defRPr>
            </a:lvl3pPr>
            <a:lvl4pPr algn="l">
              <a:defRPr sz="964" b="0" i="0">
                <a:solidFill>
                  <a:srgbClr val="000000"/>
                </a:solidFill>
                <a:latin typeface="Comic Sans MS"/>
                <a:ea typeface="Comic Sans MS"/>
                <a:cs typeface="Comic Sans MS"/>
              </a:defRPr>
            </a:lvl4pPr>
            <a:lvl5pPr algn="l">
              <a:defRPr sz="964" b="0" i="0">
                <a:solidFill>
                  <a:srgbClr val="000000"/>
                </a:solidFill>
                <a:latin typeface="Comic Sans MS"/>
                <a:ea typeface="Comic Sans MS"/>
                <a:cs typeface="Comic Sans MS"/>
              </a:defRPr>
            </a:lvl5pPr>
            <a:lvl6pPr algn="l">
              <a:defRPr sz="964" b="0" i="0">
                <a:solidFill>
                  <a:srgbClr val="000000"/>
                </a:solidFill>
                <a:latin typeface="Comic Sans MS"/>
                <a:ea typeface="Comic Sans MS"/>
                <a:cs typeface="Comic Sans MS"/>
              </a:defRPr>
            </a:lvl6pPr>
            <a:lvl7pPr algn="l">
              <a:defRPr sz="964" b="0" i="0">
                <a:solidFill>
                  <a:srgbClr val="000000"/>
                </a:solidFill>
                <a:latin typeface="Comic Sans MS"/>
                <a:ea typeface="Comic Sans MS"/>
                <a:cs typeface="Comic Sans MS"/>
              </a:defRPr>
            </a:lvl7pPr>
            <a:lvl8pPr algn="l">
              <a:defRPr sz="964" b="0" i="0">
                <a:solidFill>
                  <a:srgbClr val="000000"/>
                </a:solidFill>
                <a:latin typeface="Comic Sans MS"/>
                <a:ea typeface="Comic Sans MS"/>
                <a:cs typeface="Comic Sans MS"/>
              </a:defRPr>
            </a:lvl8pPr>
            <a:lvl9pPr algn="l">
              <a:defRPr sz="964" b="0" i="0">
                <a:solidFill>
                  <a:srgbClr val="000000"/>
                </a:solidFill>
                <a:latin typeface="Comic Sans MS"/>
                <a:ea typeface="Comic Sans MS"/>
                <a:cs typeface="Comic Sans MS"/>
              </a:defRPr>
            </a:lvl9pPr>
          </a:lstStyle>
          <a:p xmlns:a="http://schemas.openxmlformats.org/drawingml/2006/main">
            <a:pPr algn="l">
              <a:lnSpc>
                <a:spcPct val="100000"/>
              </a:lnSpc>
              <a:buNone/>
              <a:defRPr sz="964" b="0" i="0">
                <a:solidFill>
                  <a:srgbClr val="000000"/>
                </a:solidFill>
                <a:latin typeface="Comic Sans MS"/>
                <a:ea typeface="Comic Sans MS"/>
                <a:cs typeface="Comic Sans MS"/>
              </a:defRPr>
            </a:pPr>
            <a:r>
              <a:rPr sz="964" b="0" i="0">
                <a:solidFill>
                  <a:srgbClr val="000000"/>
                </a:solidFill>
                <a:latin typeface="Comic Sans MS"/>
                <a:ea typeface="Comic Sans MS"/>
                <a:cs typeface="Comic Sans MS"/>
              </a:rPr>
              <a:t>Tactics</a:t>
            </a:r>
          </a:p>
        </p:txBody>
      </p:sp>
      <p:sp>
        <p:nvSpPr>
          <p:cNvPr id="184" name="text-162 Guide">
            <a:extLst xmlns:a="http://schemas.openxmlformats.org/drawingml/2006/main">
              <a:ext uri="{FF2B5EF4-FFF2-40B4-BE49-F238E27FC236}">
                <a16:creationId xmlns:a16="http://schemas.microsoft.com/office/drawing/2014/main" id="{2565D0FC-B92D-47CB-AF47-E85F1CAC23D5}"/>
              </a:ext>
            </a:extLst>
          </p:cNvPr>
          <p:cNvSpPr>
            <a:spLocks xmlns:a="http://schemas.openxmlformats.org/drawingml/2006/main" noGrp="1"/>
          </p:cNvSpPr>
          <p:nvPr/>
        </p:nvSpPr>
        <p:spPr>
          <a:xfrm xmlns:a="http://schemas.openxmlformats.org/drawingml/2006/main" rot="0">
            <a:off x="7825846" y="5159999"/>
            <a:ext cx="342315" cy="1714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5" b="0" i="0">
                <a:solidFill>
                  <a:srgbClr val="000000"/>
                </a:solidFill>
                <a:latin typeface="Comic Sans MS"/>
                <a:ea typeface="Comic Sans MS"/>
                <a:cs typeface="Comic Sans MS"/>
              </a:defRPr>
            </a:defPPr>
            <a:lvl1pPr algn="l">
              <a:defRPr sz="965" b="0" i="0">
                <a:solidFill>
                  <a:srgbClr val="000000"/>
                </a:solidFill>
                <a:latin typeface="Comic Sans MS"/>
                <a:ea typeface="Comic Sans MS"/>
                <a:cs typeface="Comic Sans MS"/>
              </a:defRPr>
            </a:lvl1pPr>
            <a:lvl2pPr algn="l">
              <a:defRPr sz="965" b="0" i="0">
                <a:solidFill>
                  <a:srgbClr val="000000"/>
                </a:solidFill>
                <a:latin typeface="Comic Sans MS"/>
                <a:ea typeface="Comic Sans MS"/>
                <a:cs typeface="Comic Sans MS"/>
              </a:defRPr>
            </a:lvl2pPr>
            <a:lvl3pPr algn="l">
              <a:defRPr sz="965" b="0" i="0">
                <a:solidFill>
                  <a:srgbClr val="000000"/>
                </a:solidFill>
                <a:latin typeface="Comic Sans MS"/>
                <a:ea typeface="Comic Sans MS"/>
                <a:cs typeface="Comic Sans MS"/>
              </a:defRPr>
            </a:lvl3pPr>
            <a:lvl4pPr algn="l">
              <a:defRPr sz="965" b="0" i="0">
                <a:solidFill>
                  <a:srgbClr val="000000"/>
                </a:solidFill>
                <a:latin typeface="Comic Sans MS"/>
                <a:ea typeface="Comic Sans MS"/>
                <a:cs typeface="Comic Sans MS"/>
              </a:defRPr>
            </a:lvl4pPr>
            <a:lvl5pPr algn="l">
              <a:defRPr sz="965" b="0" i="0">
                <a:solidFill>
                  <a:srgbClr val="000000"/>
                </a:solidFill>
                <a:latin typeface="Comic Sans MS"/>
                <a:ea typeface="Comic Sans MS"/>
                <a:cs typeface="Comic Sans MS"/>
              </a:defRPr>
            </a:lvl5pPr>
            <a:lvl6pPr algn="l">
              <a:defRPr sz="965" b="0" i="0">
                <a:solidFill>
                  <a:srgbClr val="000000"/>
                </a:solidFill>
                <a:latin typeface="Comic Sans MS"/>
                <a:ea typeface="Comic Sans MS"/>
                <a:cs typeface="Comic Sans MS"/>
              </a:defRPr>
            </a:lvl6pPr>
            <a:lvl7pPr algn="l">
              <a:defRPr sz="965" b="0" i="0">
                <a:solidFill>
                  <a:srgbClr val="000000"/>
                </a:solidFill>
                <a:latin typeface="Comic Sans MS"/>
                <a:ea typeface="Comic Sans MS"/>
                <a:cs typeface="Comic Sans MS"/>
              </a:defRPr>
            </a:lvl7pPr>
            <a:lvl8pPr algn="l">
              <a:defRPr sz="965" b="0" i="0">
                <a:solidFill>
                  <a:srgbClr val="000000"/>
                </a:solidFill>
                <a:latin typeface="Comic Sans MS"/>
                <a:ea typeface="Comic Sans MS"/>
                <a:cs typeface="Comic Sans MS"/>
              </a:defRPr>
            </a:lvl8pPr>
            <a:lvl9pPr algn="l">
              <a:defRPr sz="965" b="0" i="0">
                <a:solidFill>
                  <a:srgbClr val="000000"/>
                </a:solidFill>
                <a:latin typeface="Comic Sans MS"/>
                <a:ea typeface="Comic Sans MS"/>
                <a:cs typeface="Comic Sans MS"/>
              </a:defRPr>
            </a:lvl9pPr>
          </a:lstStyle>
          <a:p xmlns:a="http://schemas.openxmlformats.org/drawingml/2006/main">
            <a:pPr algn="l">
              <a:lnSpc>
                <a:spcPct val="100000"/>
              </a:lnSpc>
              <a:buNone/>
              <a:defRPr sz="965" b="0" i="0">
                <a:solidFill>
                  <a:srgbClr val="000000"/>
                </a:solidFill>
                <a:latin typeface="Comic Sans MS"/>
                <a:ea typeface="Comic Sans MS"/>
                <a:cs typeface="Comic Sans MS"/>
              </a:defRPr>
            </a:pPr>
            <a:r>
              <a:rPr sz="965" b="0" i="0">
                <a:solidFill>
                  <a:srgbClr val="000000"/>
                </a:solidFill>
                <a:latin typeface="Comic Sans MS"/>
                <a:ea typeface="Comic Sans MS"/>
                <a:cs typeface="Comic Sans MS"/>
              </a:rPr>
              <a:t>Guide</a:t>
            </a:r>
          </a:p>
        </p:txBody>
      </p:sp>
      <p:sp>
        <p:nvSpPr>
          <p:cNvPr id="185" name="text-163 Sailboats">
            <a:extLst xmlns:a="http://schemas.openxmlformats.org/drawingml/2006/main">
              <a:ext uri="{FF2B5EF4-FFF2-40B4-BE49-F238E27FC236}">
                <a16:creationId xmlns:a16="http://schemas.microsoft.com/office/drawing/2014/main" id="{37F0CCC0-687E-41B5-A24B-AEE14775F6BC}"/>
              </a:ext>
            </a:extLst>
          </p:cNvPr>
          <p:cNvSpPr>
            <a:spLocks xmlns:a="http://schemas.openxmlformats.org/drawingml/2006/main" noGrp="1"/>
          </p:cNvSpPr>
          <p:nvPr/>
        </p:nvSpPr>
        <p:spPr>
          <a:xfrm xmlns:a="http://schemas.openxmlformats.org/drawingml/2006/main" rot="0">
            <a:off x="8323130" y="5030298"/>
            <a:ext cx="368398" cy="11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41" b="0" i="0">
                <a:solidFill>
                  <a:srgbClr val="000000"/>
                </a:solidFill>
                <a:latin typeface="Comic Sans MS"/>
                <a:ea typeface="Comic Sans MS"/>
                <a:cs typeface="Comic Sans MS"/>
              </a:defRPr>
            </a:defPPr>
            <a:lvl1pPr algn="l">
              <a:defRPr sz="641" b="0" i="0">
                <a:solidFill>
                  <a:srgbClr val="000000"/>
                </a:solidFill>
                <a:latin typeface="Comic Sans MS"/>
                <a:ea typeface="Comic Sans MS"/>
                <a:cs typeface="Comic Sans MS"/>
              </a:defRPr>
            </a:lvl1pPr>
            <a:lvl2pPr algn="l">
              <a:defRPr sz="641" b="0" i="0">
                <a:solidFill>
                  <a:srgbClr val="000000"/>
                </a:solidFill>
                <a:latin typeface="Comic Sans MS"/>
                <a:ea typeface="Comic Sans MS"/>
                <a:cs typeface="Comic Sans MS"/>
              </a:defRPr>
            </a:lvl2pPr>
            <a:lvl3pPr algn="l">
              <a:defRPr sz="641" b="0" i="0">
                <a:solidFill>
                  <a:srgbClr val="000000"/>
                </a:solidFill>
                <a:latin typeface="Comic Sans MS"/>
                <a:ea typeface="Comic Sans MS"/>
                <a:cs typeface="Comic Sans MS"/>
              </a:defRPr>
            </a:lvl3pPr>
            <a:lvl4pPr algn="l">
              <a:defRPr sz="641" b="0" i="0">
                <a:solidFill>
                  <a:srgbClr val="000000"/>
                </a:solidFill>
                <a:latin typeface="Comic Sans MS"/>
                <a:ea typeface="Comic Sans MS"/>
                <a:cs typeface="Comic Sans MS"/>
              </a:defRPr>
            </a:lvl4pPr>
            <a:lvl5pPr algn="l">
              <a:defRPr sz="641" b="0" i="0">
                <a:solidFill>
                  <a:srgbClr val="000000"/>
                </a:solidFill>
                <a:latin typeface="Comic Sans MS"/>
                <a:ea typeface="Comic Sans MS"/>
                <a:cs typeface="Comic Sans MS"/>
              </a:defRPr>
            </a:lvl5pPr>
            <a:lvl6pPr algn="l">
              <a:defRPr sz="641" b="0" i="0">
                <a:solidFill>
                  <a:srgbClr val="000000"/>
                </a:solidFill>
                <a:latin typeface="Comic Sans MS"/>
                <a:ea typeface="Comic Sans MS"/>
                <a:cs typeface="Comic Sans MS"/>
              </a:defRPr>
            </a:lvl6pPr>
            <a:lvl7pPr algn="l">
              <a:defRPr sz="641" b="0" i="0">
                <a:solidFill>
                  <a:srgbClr val="000000"/>
                </a:solidFill>
                <a:latin typeface="Comic Sans MS"/>
                <a:ea typeface="Comic Sans MS"/>
                <a:cs typeface="Comic Sans MS"/>
              </a:defRPr>
            </a:lvl7pPr>
            <a:lvl8pPr algn="l">
              <a:defRPr sz="641" b="0" i="0">
                <a:solidFill>
                  <a:srgbClr val="000000"/>
                </a:solidFill>
                <a:latin typeface="Comic Sans MS"/>
                <a:ea typeface="Comic Sans MS"/>
                <a:cs typeface="Comic Sans MS"/>
              </a:defRPr>
            </a:lvl8pPr>
            <a:lvl9pPr algn="l">
              <a:defRPr sz="641" b="0" i="0">
                <a:solidFill>
                  <a:srgbClr val="000000"/>
                </a:solidFill>
                <a:latin typeface="Comic Sans MS"/>
                <a:ea typeface="Comic Sans MS"/>
                <a:cs typeface="Comic Sans MS"/>
              </a:defRPr>
            </a:lvl9pPr>
          </a:lstStyle>
          <a:p xmlns:a="http://schemas.openxmlformats.org/drawingml/2006/main">
            <a:pPr algn="l">
              <a:lnSpc>
                <a:spcPct val="100000"/>
              </a:lnSpc>
              <a:buNone/>
              <a:defRPr sz="641" b="0" i="0">
                <a:solidFill>
                  <a:srgbClr val="000000"/>
                </a:solidFill>
                <a:latin typeface="Comic Sans MS"/>
                <a:ea typeface="Comic Sans MS"/>
                <a:cs typeface="Comic Sans MS"/>
              </a:defRPr>
            </a:pPr>
            <a:r>
              <a:rPr sz="641" b="0" i="0">
                <a:solidFill>
                  <a:srgbClr val="000000"/>
                </a:solidFill>
                <a:latin typeface="Comic Sans MS"/>
                <a:ea typeface="Comic Sans MS"/>
                <a:cs typeface="Comic Sans MS"/>
              </a:rPr>
              <a:t>Sailboats</a:t>
            </a:r>
          </a:p>
        </p:txBody>
      </p:sp>
      <p:sp>
        <p:nvSpPr>
          <p:cNvPr id="186" name="text-164 round">
            <a:extLst xmlns:a="http://schemas.openxmlformats.org/drawingml/2006/main">
              <a:ext uri="{FF2B5EF4-FFF2-40B4-BE49-F238E27FC236}">
                <a16:creationId xmlns:a16="http://schemas.microsoft.com/office/drawing/2014/main" id="{1EF6C5F9-B9F2-4BB0-826D-297B6572E69B}"/>
              </a:ext>
            </a:extLst>
          </p:cNvPr>
          <p:cNvSpPr>
            <a:spLocks xmlns:a="http://schemas.openxmlformats.org/drawingml/2006/main" noGrp="1"/>
          </p:cNvSpPr>
          <p:nvPr/>
        </p:nvSpPr>
        <p:spPr>
          <a:xfrm xmlns:a="http://schemas.openxmlformats.org/drawingml/2006/main" rot="0">
            <a:off x="8721675" y="5031851"/>
            <a:ext cx="224892" cy="1118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29" b="0" i="0">
                <a:solidFill>
                  <a:srgbClr val="000000"/>
                </a:solidFill>
                <a:latin typeface="Comic Sans MS"/>
                <a:ea typeface="Comic Sans MS"/>
                <a:cs typeface="Comic Sans MS"/>
              </a:defRPr>
            </a:defPPr>
            <a:lvl1pPr algn="l">
              <a:defRPr sz="629" b="0" i="0">
                <a:solidFill>
                  <a:srgbClr val="000000"/>
                </a:solidFill>
                <a:latin typeface="Comic Sans MS"/>
                <a:ea typeface="Comic Sans MS"/>
                <a:cs typeface="Comic Sans MS"/>
              </a:defRPr>
            </a:lvl1pPr>
            <a:lvl2pPr algn="l">
              <a:defRPr sz="629" b="0" i="0">
                <a:solidFill>
                  <a:srgbClr val="000000"/>
                </a:solidFill>
                <a:latin typeface="Comic Sans MS"/>
                <a:ea typeface="Comic Sans MS"/>
                <a:cs typeface="Comic Sans MS"/>
              </a:defRPr>
            </a:lvl2pPr>
            <a:lvl3pPr algn="l">
              <a:defRPr sz="629" b="0" i="0">
                <a:solidFill>
                  <a:srgbClr val="000000"/>
                </a:solidFill>
                <a:latin typeface="Comic Sans MS"/>
                <a:ea typeface="Comic Sans MS"/>
                <a:cs typeface="Comic Sans MS"/>
              </a:defRPr>
            </a:lvl3pPr>
            <a:lvl4pPr algn="l">
              <a:defRPr sz="629" b="0" i="0">
                <a:solidFill>
                  <a:srgbClr val="000000"/>
                </a:solidFill>
                <a:latin typeface="Comic Sans MS"/>
                <a:ea typeface="Comic Sans MS"/>
                <a:cs typeface="Comic Sans MS"/>
              </a:defRPr>
            </a:lvl4pPr>
            <a:lvl5pPr algn="l">
              <a:defRPr sz="629" b="0" i="0">
                <a:solidFill>
                  <a:srgbClr val="000000"/>
                </a:solidFill>
                <a:latin typeface="Comic Sans MS"/>
                <a:ea typeface="Comic Sans MS"/>
                <a:cs typeface="Comic Sans MS"/>
              </a:defRPr>
            </a:lvl5pPr>
            <a:lvl6pPr algn="l">
              <a:defRPr sz="629" b="0" i="0">
                <a:solidFill>
                  <a:srgbClr val="000000"/>
                </a:solidFill>
                <a:latin typeface="Comic Sans MS"/>
                <a:ea typeface="Comic Sans MS"/>
                <a:cs typeface="Comic Sans MS"/>
              </a:defRPr>
            </a:lvl6pPr>
            <a:lvl7pPr algn="l">
              <a:defRPr sz="629" b="0" i="0">
                <a:solidFill>
                  <a:srgbClr val="000000"/>
                </a:solidFill>
                <a:latin typeface="Comic Sans MS"/>
                <a:ea typeface="Comic Sans MS"/>
                <a:cs typeface="Comic Sans MS"/>
              </a:defRPr>
            </a:lvl7pPr>
            <a:lvl8pPr algn="l">
              <a:defRPr sz="629" b="0" i="0">
                <a:solidFill>
                  <a:srgbClr val="000000"/>
                </a:solidFill>
                <a:latin typeface="Comic Sans MS"/>
                <a:ea typeface="Comic Sans MS"/>
                <a:cs typeface="Comic Sans MS"/>
              </a:defRPr>
            </a:lvl8pPr>
            <a:lvl9pPr algn="l">
              <a:defRPr sz="629" b="0" i="0">
                <a:solidFill>
                  <a:srgbClr val="000000"/>
                </a:solidFill>
                <a:latin typeface="Comic Sans MS"/>
                <a:ea typeface="Comic Sans MS"/>
                <a:cs typeface="Comic Sans MS"/>
              </a:defRPr>
            </a:lvl9pPr>
          </a:lstStyle>
          <a:p xmlns:a="http://schemas.openxmlformats.org/drawingml/2006/main">
            <a:pPr algn="l">
              <a:lnSpc>
                <a:spcPct val="100000"/>
              </a:lnSpc>
              <a:buNone/>
              <a:defRPr sz="629" b="0" i="0">
                <a:solidFill>
                  <a:srgbClr val="000000"/>
                </a:solidFill>
                <a:latin typeface="Comic Sans MS"/>
                <a:ea typeface="Comic Sans MS"/>
                <a:cs typeface="Comic Sans MS"/>
              </a:defRPr>
            </a:pPr>
            <a:r>
              <a:rPr sz="629" b="0" i="0">
                <a:solidFill>
                  <a:srgbClr val="000000"/>
                </a:solidFill>
                <a:latin typeface="Comic Sans MS"/>
                <a:ea typeface="Comic Sans MS"/>
                <a:cs typeface="Comic Sans MS"/>
              </a:rPr>
              <a:t>round</a:t>
            </a:r>
          </a:p>
        </p:txBody>
      </p:sp>
      <p:sp>
        <p:nvSpPr>
          <p:cNvPr id="187" name="text-165 the">
            <a:extLst xmlns:a="http://schemas.openxmlformats.org/drawingml/2006/main">
              <a:ext uri="{FF2B5EF4-FFF2-40B4-BE49-F238E27FC236}">
                <a16:creationId xmlns:a16="http://schemas.microsoft.com/office/drawing/2014/main" id="{64E07B81-53D5-4E67-AFB3-A25C2CF88073}"/>
              </a:ext>
            </a:extLst>
          </p:cNvPr>
          <p:cNvSpPr>
            <a:spLocks xmlns:a="http://schemas.openxmlformats.org/drawingml/2006/main" noGrp="1"/>
          </p:cNvSpPr>
          <p:nvPr/>
        </p:nvSpPr>
        <p:spPr>
          <a:xfrm xmlns:a="http://schemas.openxmlformats.org/drawingml/2006/main" rot="0">
            <a:off x="8977067" y="5032105"/>
            <a:ext cx="141314" cy="11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27" b="0" i="0">
                <a:solidFill>
                  <a:srgbClr val="000000"/>
                </a:solidFill>
                <a:latin typeface="Comic Sans MS"/>
                <a:ea typeface="Comic Sans MS"/>
                <a:cs typeface="Comic Sans MS"/>
              </a:defRPr>
            </a:defPPr>
            <a:lvl1pPr algn="l">
              <a:defRPr sz="627" b="0" i="0">
                <a:solidFill>
                  <a:srgbClr val="000000"/>
                </a:solidFill>
                <a:latin typeface="Comic Sans MS"/>
                <a:ea typeface="Comic Sans MS"/>
                <a:cs typeface="Comic Sans MS"/>
              </a:defRPr>
            </a:lvl1pPr>
            <a:lvl2pPr algn="l">
              <a:defRPr sz="627" b="0" i="0">
                <a:solidFill>
                  <a:srgbClr val="000000"/>
                </a:solidFill>
                <a:latin typeface="Comic Sans MS"/>
                <a:ea typeface="Comic Sans MS"/>
                <a:cs typeface="Comic Sans MS"/>
              </a:defRPr>
            </a:lvl2pPr>
            <a:lvl3pPr algn="l">
              <a:defRPr sz="627" b="0" i="0">
                <a:solidFill>
                  <a:srgbClr val="000000"/>
                </a:solidFill>
                <a:latin typeface="Comic Sans MS"/>
                <a:ea typeface="Comic Sans MS"/>
                <a:cs typeface="Comic Sans MS"/>
              </a:defRPr>
            </a:lvl3pPr>
            <a:lvl4pPr algn="l">
              <a:defRPr sz="627" b="0" i="0">
                <a:solidFill>
                  <a:srgbClr val="000000"/>
                </a:solidFill>
                <a:latin typeface="Comic Sans MS"/>
                <a:ea typeface="Comic Sans MS"/>
                <a:cs typeface="Comic Sans MS"/>
              </a:defRPr>
            </a:lvl4pPr>
            <a:lvl5pPr algn="l">
              <a:defRPr sz="627" b="0" i="0">
                <a:solidFill>
                  <a:srgbClr val="000000"/>
                </a:solidFill>
                <a:latin typeface="Comic Sans MS"/>
                <a:ea typeface="Comic Sans MS"/>
                <a:cs typeface="Comic Sans MS"/>
              </a:defRPr>
            </a:lvl5pPr>
            <a:lvl6pPr algn="l">
              <a:defRPr sz="627" b="0" i="0">
                <a:solidFill>
                  <a:srgbClr val="000000"/>
                </a:solidFill>
                <a:latin typeface="Comic Sans MS"/>
                <a:ea typeface="Comic Sans MS"/>
                <a:cs typeface="Comic Sans MS"/>
              </a:defRPr>
            </a:lvl6pPr>
            <a:lvl7pPr algn="l">
              <a:defRPr sz="627" b="0" i="0">
                <a:solidFill>
                  <a:srgbClr val="000000"/>
                </a:solidFill>
                <a:latin typeface="Comic Sans MS"/>
                <a:ea typeface="Comic Sans MS"/>
                <a:cs typeface="Comic Sans MS"/>
              </a:defRPr>
            </a:lvl7pPr>
            <a:lvl8pPr algn="l">
              <a:defRPr sz="627" b="0" i="0">
                <a:solidFill>
                  <a:srgbClr val="000000"/>
                </a:solidFill>
                <a:latin typeface="Comic Sans MS"/>
                <a:ea typeface="Comic Sans MS"/>
                <a:cs typeface="Comic Sans MS"/>
              </a:defRPr>
            </a:lvl8pPr>
            <a:lvl9pPr algn="l">
              <a:defRPr sz="627" b="0" i="0">
                <a:solidFill>
                  <a:srgbClr val="000000"/>
                </a:solidFill>
                <a:latin typeface="Comic Sans MS"/>
                <a:ea typeface="Comic Sans MS"/>
                <a:cs typeface="Comic Sans MS"/>
              </a:defRPr>
            </a:lvl9pPr>
          </a:lstStyle>
          <a:p xmlns:a="http://schemas.openxmlformats.org/drawingml/2006/main">
            <a:pPr algn="l">
              <a:lnSpc>
                <a:spcPct val="100000"/>
              </a:lnSpc>
              <a:buNone/>
              <a:defRPr sz="627" b="0" i="0">
                <a:solidFill>
                  <a:srgbClr val="000000"/>
                </a:solidFill>
                <a:latin typeface="Comic Sans MS"/>
                <a:ea typeface="Comic Sans MS"/>
                <a:cs typeface="Comic Sans MS"/>
              </a:defRPr>
            </a:pPr>
            <a:r>
              <a:rPr sz="627" b="0" i="0">
                <a:solidFill>
                  <a:srgbClr val="000000"/>
                </a:solidFill>
                <a:latin typeface="Comic Sans MS"/>
                <a:ea typeface="Comic Sans MS"/>
                <a:cs typeface="Comic Sans MS"/>
              </a:rPr>
              <a:t>the</a:t>
            </a:r>
          </a:p>
        </p:txBody>
      </p:sp>
      <p:sp>
        <p:nvSpPr>
          <p:cNvPr id="188" name="text-166 buoy">
            <a:extLst xmlns:a="http://schemas.openxmlformats.org/drawingml/2006/main">
              <a:ext uri="{FF2B5EF4-FFF2-40B4-BE49-F238E27FC236}">
                <a16:creationId xmlns:a16="http://schemas.microsoft.com/office/drawing/2014/main" id="{8757C636-AEE8-4634-8714-6062F43E7E2D}"/>
              </a:ext>
            </a:extLst>
          </p:cNvPr>
          <p:cNvSpPr>
            <a:spLocks xmlns:a="http://schemas.openxmlformats.org/drawingml/2006/main" noGrp="1"/>
          </p:cNvSpPr>
          <p:nvPr/>
        </p:nvSpPr>
        <p:spPr>
          <a:xfrm xmlns:a="http://schemas.openxmlformats.org/drawingml/2006/main" rot="0">
            <a:off x="8323130" y="5123929"/>
            <a:ext cx="171077" cy="1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6" b="0" i="0">
                <a:solidFill>
                  <a:srgbClr val="000000"/>
                </a:solidFill>
                <a:latin typeface="Comic Sans MS"/>
                <a:ea typeface="Comic Sans MS"/>
                <a:cs typeface="Comic Sans MS"/>
              </a:defRPr>
            </a:defPPr>
            <a:lvl1pPr algn="l">
              <a:defRPr sz="576" b="0" i="0">
                <a:solidFill>
                  <a:srgbClr val="000000"/>
                </a:solidFill>
                <a:latin typeface="Comic Sans MS"/>
                <a:ea typeface="Comic Sans MS"/>
                <a:cs typeface="Comic Sans MS"/>
              </a:defRPr>
            </a:lvl1pPr>
            <a:lvl2pPr algn="l">
              <a:defRPr sz="576" b="0" i="0">
                <a:solidFill>
                  <a:srgbClr val="000000"/>
                </a:solidFill>
                <a:latin typeface="Comic Sans MS"/>
                <a:ea typeface="Comic Sans MS"/>
                <a:cs typeface="Comic Sans MS"/>
              </a:defRPr>
            </a:lvl2pPr>
            <a:lvl3pPr algn="l">
              <a:defRPr sz="576" b="0" i="0">
                <a:solidFill>
                  <a:srgbClr val="000000"/>
                </a:solidFill>
                <a:latin typeface="Comic Sans MS"/>
                <a:ea typeface="Comic Sans MS"/>
                <a:cs typeface="Comic Sans MS"/>
              </a:defRPr>
            </a:lvl3pPr>
            <a:lvl4pPr algn="l">
              <a:defRPr sz="576" b="0" i="0">
                <a:solidFill>
                  <a:srgbClr val="000000"/>
                </a:solidFill>
                <a:latin typeface="Comic Sans MS"/>
                <a:ea typeface="Comic Sans MS"/>
                <a:cs typeface="Comic Sans MS"/>
              </a:defRPr>
            </a:lvl4pPr>
            <a:lvl5pPr algn="l">
              <a:defRPr sz="576" b="0" i="0">
                <a:solidFill>
                  <a:srgbClr val="000000"/>
                </a:solidFill>
                <a:latin typeface="Comic Sans MS"/>
                <a:ea typeface="Comic Sans MS"/>
                <a:cs typeface="Comic Sans MS"/>
              </a:defRPr>
            </a:lvl5pPr>
            <a:lvl6pPr algn="l">
              <a:defRPr sz="576" b="0" i="0">
                <a:solidFill>
                  <a:srgbClr val="000000"/>
                </a:solidFill>
                <a:latin typeface="Comic Sans MS"/>
                <a:ea typeface="Comic Sans MS"/>
                <a:cs typeface="Comic Sans MS"/>
              </a:defRPr>
            </a:lvl6pPr>
            <a:lvl7pPr algn="l">
              <a:defRPr sz="576" b="0" i="0">
                <a:solidFill>
                  <a:srgbClr val="000000"/>
                </a:solidFill>
                <a:latin typeface="Comic Sans MS"/>
                <a:ea typeface="Comic Sans MS"/>
                <a:cs typeface="Comic Sans MS"/>
              </a:defRPr>
            </a:lvl7pPr>
            <a:lvl8pPr algn="l">
              <a:defRPr sz="576" b="0" i="0">
                <a:solidFill>
                  <a:srgbClr val="000000"/>
                </a:solidFill>
                <a:latin typeface="Comic Sans MS"/>
                <a:ea typeface="Comic Sans MS"/>
                <a:cs typeface="Comic Sans MS"/>
              </a:defRPr>
            </a:lvl8pPr>
            <a:lvl9pPr algn="l">
              <a:defRPr sz="576" b="0" i="0">
                <a:solidFill>
                  <a:srgbClr val="000000"/>
                </a:solidFill>
                <a:latin typeface="Comic Sans MS"/>
                <a:ea typeface="Comic Sans MS"/>
                <a:cs typeface="Comic Sans MS"/>
              </a:defRPr>
            </a:lvl9pPr>
          </a:lstStyle>
          <a:p xmlns:a="http://schemas.openxmlformats.org/drawingml/2006/main">
            <a:pPr algn="l">
              <a:lnSpc>
                <a:spcPct val="100000"/>
              </a:lnSpc>
              <a:buNone/>
              <a:defRPr sz="576" b="0" i="0">
                <a:solidFill>
                  <a:srgbClr val="000000"/>
                </a:solidFill>
                <a:latin typeface="Comic Sans MS"/>
                <a:ea typeface="Comic Sans MS"/>
                <a:cs typeface="Comic Sans MS"/>
              </a:defRPr>
            </a:pPr>
            <a:r>
              <a:rPr sz="576" b="0" i="0">
                <a:solidFill>
                  <a:srgbClr val="000000"/>
                </a:solidFill>
                <a:latin typeface="Comic Sans MS"/>
                <a:ea typeface="Comic Sans MS"/>
                <a:cs typeface="Comic Sans MS"/>
              </a:rPr>
              <a:t>buoy</a:t>
            </a:r>
          </a:p>
        </p:txBody>
      </p:sp>
      <p:sp>
        <p:nvSpPr>
          <p:cNvPr id="189" name="text-167 on">
            <a:extLst xmlns:a="http://schemas.openxmlformats.org/drawingml/2006/main">
              <a:ext uri="{FF2B5EF4-FFF2-40B4-BE49-F238E27FC236}">
                <a16:creationId xmlns:a16="http://schemas.microsoft.com/office/drawing/2014/main" id="{A65456B4-7152-4436-884B-7A7DE3DE042C}"/>
              </a:ext>
            </a:extLst>
          </p:cNvPr>
          <p:cNvSpPr>
            <a:spLocks xmlns:a="http://schemas.openxmlformats.org/drawingml/2006/main" noGrp="1"/>
          </p:cNvSpPr>
          <p:nvPr/>
        </p:nvSpPr>
        <p:spPr>
          <a:xfrm xmlns:a="http://schemas.openxmlformats.org/drawingml/2006/main" rot="0">
            <a:off x="8502898" y="5123803"/>
            <a:ext cx="90054" cy="1026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7" b="0" i="0">
                <a:solidFill>
                  <a:srgbClr val="000000"/>
                </a:solidFill>
                <a:latin typeface="Comic Sans MS"/>
                <a:ea typeface="Comic Sans MS"/>
                <a:cs typeface="Comic Sans MS"/>
              </a:defRPr>
            </a:defPPr>
            <a:lvl1pPr algn="l">
              <a:defRPr sz="577" b="0" i="0">
                <a:solidFill>
                  <a:srgbClr val="000000"/>
                </a:solidFill>
                <a:latin typeface="Comic Sans MS"/>
                <a:ea typeface="Comic Sans MS"/>
                <a:cs typeface="Comic Sans MS"/>
              </a:defRPr>
            </a:lvl1pPr>
            <a:lvl2pPr algn="l">
              <a:defRPr sz="577" b="0" i="0">
                <a:solidFill>
                  <a:srgbClr val="000000"/>
                </a:solidFill>
                <a:latin typeface="Comic Sans MS"/>
                <a:ea typeface="Comic Sans MS"/>
                <a:cs typeface="Comic Sans MS"/>
              </a:defRPr>
            </a:lvl2pPr>
            <a:lvl3pPr algn="l">
              <a:defRPr sz="577" b="0" i="0">
                <a:solidFill>
                  <a:srgbClr val="000000"/>
                </a:solidFill>
                <a:latin typeface="Comic Sans MS"/>
                <a:ea typeface="Comic Sans MS"/>
                <a:cs typeface="Comic Sans MS"/>
              </a:defRPr>
            </a:lvl3pPr>
            <a:lvl4pPr algn="l">
              <a:defRPr sz="577" b="0" i="0">
                <a:solidFill>
                  <a:srgbClr val="000000"/>
                </a:solidFill>
                <a:latin typeface="Comic Sans MS"/>
                <a:ea typeface="Comic Sans MS"/>
                <a:cs typeface="Comic Sans MS"/>
              </a:defRPr>
            </a:lvl4pPr>
            <a:lvl5pPr algn="l">
              <a:defRPr sz="577" b="0" i="0">
                <a:solidFill>
                  <a:srgbClr val="000000"/>
                </a:solidFill>
                <a:latin typeface="Comic Sans MS"/>
                <a:ea typeface="Comic Sans MS"/>
                <a:cs typeface="Comic Sans MS"/>
              </a:defRPr>
            </a:lvl5pPr>
            <a:lvl6pPr algn="l">
              <a:defRPr sz="577" b="0" i="0">
                <a:solidFill>
                  <a:srgbClr val="000000"/>
                </a:solidFill>
                <a:latin typeface="Comic Sans MS"/>
                <a:ea typeface="Comic Sans MS"/>
                <a:cs typeface="Comic Sans MS"/>
              </a:defRPr>
            </a:lvl6pPr>
            <a:lvl7pPr algn="l">
              <a:defRPr sz="577" b="0" i="0">
                <a:solidFill>
                  <a:srgbClr val="000000"/>
                </a:solidFill>
                <a:latin typeface="Comic Sans MS"/>
                <a:ea typeface="Comic Sans MS"/>
                <a:cs typeface="Comic Sans MS"/>
              </a:defRPr>
            </a:lvl7pPr>
            <a:lvl8pPr algn="l">
              <a:defRPr sz="577" b="0" i="0">
                <a:solidFill>
                  <a:srgbClr val="000000"/>
                </a:solidFill>
                <a:latin typeface="Comic Sans MS"/>
                <a:ea typeface="Comic Sans MS"/>
                <a:cs typeface="Comic Sans MS"/>
              </a:defRPr>
            </a:lvl8pPr>
            <a:lvl9pPr algn="l">
              <a:defRPr sz="577" b="0" i="0">
                <a:solidFill>
                  <a:srgbClr val="000000"/>
                </a:solidFill>
                <a:latin typeface="Comic Sans MS"/>
                <a:ea typeface="Comic Sans MS"/>
                <a:cs typeface="Comic Sans MS"/>
              </a:defRPr>
            </a:lvl9pPr>
          </a:lstStyle>
          <a:p xmlns:a="http://schemas.openxmlformats.org/drawingml/2006/main">
            <a:pPr algn="l">
              <a:lnSpc>
                <a:spcPct val="100000"/>
              </a:lnSpc>
              <a:buNone/>
              <a:defRPr sz="577" b="0" i="0">
                <a:solidFill>
                  <a:srgbClr val="000000"/>
                </a:solidFill>
                <a:latin typeface="Comic Sans MS"/>
                <a:ea typeface="Comic Sans MS"/>
                <a:cs typeface="Comic Sans MS"/>
              </a:defRPr>
            </a:pPr>
            <a:r>
              <a:rPr sz="577" b="0" i="0">
                <a:solidFill>
                  <a:srgbClr val="000000"/>
                </a:solidFill>
                <a:latin typeface="Comic Sans MS"/>
                <a:ea typeface="Comic Sans MS"/>
                <a:cs typeface="Comic Sans MS"/>
              </a:rPr>
              <a:t>on</a:t>
            </a:r>
          </a:p>
        </p:txBody>
      </p:sp>
      <p:sp>
        <p:nvSpPr>
          <p:cNvPr id="190" name="text-168 a">
            <a:extLst xmlns:a="http://schemas.openxmlformats.org/drawingml/2006/main">
              <a:ext uri="{FF2B5EF4-FFF2-40B4-BE49-F238E27FC236}">
                <a16:creationId xmlns:a16="http://schemas.microsoft.com/office/drawing/2014/main" id="{3B91F5A3-D6EA-4CD2-983E-7A1DF93BFB6E}"/>
              </a:ext>
            </a:extLst>
          </p:cNvPr>
          <p:cNvSpPr>
            <a:spLocks xmlns:a="http://schemas.openxmlformats.org/drawingml/2006/main" noGrp="1"/>
          </p:cNvSpPr>
          <p:nvPr/>
        </p:nvSpPr>
        <p:spPr>
          <a:xfrm xmlns:a="http://schemas.openxmlformats.org/drawingml/2006/main" rot="0">
            <a:off x="8601399" y="5123445"/>
            <a:ext cx="50925" cy="103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0" b="0" i="0">
                <a:solidFill>
                  <a:srgbClr val="000000"/>
                </a:solidFill>
                <a:latin typeface="Comic Sans MS"/>
                <a:ea typeface="Comic Sans MS"/>
                <a:cs typeface="Comic Sans MS"/>
              </a:defRPr>
            </a:defPPr>
            <a:lvl1pPr algn="l">
              <a:defRPr sz="580" b="0" i="0">
                <a:solidFill>
                  <a:srgbClr val="000000"/>
                </a:solidFill>
                <a:latin typeface="Comic Sans MS"/>
                <a:ea typeface="Comic Sans MS"/>
                <a:cs typeface="Comic Sans MS"/>
              </a:defRPr>
            </a:lvl1pPr>
            <a:lvl2pPr algn="l">
              <a:defRPr sz="580" b="0" i="0">
                <a:solidFill>
                  <a:srgbClr val="000000"/>
                </a:solidFill>
                <a:latin typeface="Comic Sans MS"/>
                <a:ea typeface="Comic Sans MS"/>
                <a:cs typeface="Comic Sans MS"/>
              </a:defRPr>
            </a:lvl2pPr>
            <a:lvl3pPr algn="l">
              <a:defRPr sz="580" b="0" i="0">
                <a:solidFill>
                  <a:srgbClr val="000000"/>
                </a:solidFill>
                <a:latin typeface="Comic Sans MS"/>
                <a:ea typeface="Comic Sans MS"/>
                <a:cs typeface="Comic Sans MS"/>
              </a:defRPr>
            </a:lvl3pPr>
            <a:lvl4pPr algn="l">
              <a:defRPr sz="580" b="0" i="0">
                <a:solidFill>
                  <a:srgbClr val="000000"/>
                </a:solidFill>
                <a:latin typeface="Comic Sans MS"/>
                <a:ea typeface="Comic Sans MS"/>
                <a:cs typeface="Comic Sans MS"/>
              </a:defRPr>
            </a:lvl4pPr>
            <a:lvl5pPr algn="l">
              <a:defRPr sz="580" b="0" i="0">
                <a:solidFill>
                  <a:srgbClr val="000000"/>
                </a:solidFill>
                <a:latin typeface="Comic Sans MS"/>
                <a:ea typeface="Comic Sans MS"/>
                <a:cs typeface="Comic Sans MS"/>
              </a:defRPr>
            </a:lvl5pPr>
            <a:lvl6pPr algn="l">
              <a:defRPr sz="580" b="0" i="0">
                <a:solidFill>
                  <a:srgbClr val="000000"/>
                </a:solidFill>
                <a:latin typeface="Comic Sans MS"/>
                <a:ea typeface="Comic Sans MS"/>
                <a:cs typeface="Comic Sans MS"/>
              </a:defRPr>
            </a:lvl6pPr>
            <a:lvl7pPr algn="l">
              <a:defRPr sz="580" b="0" i="0">
                <a:solidFill>
                  <a:srgbClr val="000000"/>
                </a:solidFill>
                <a:latin typeface="Comic Sans MS"/>
                <a:ea typeface="Comic Sans MS"/>
                <a:cs typeface="Comic Sans MS"/>
              </a:defRPr>
            </a:lvl7pPr>
            <a:lvl8pPr algn="l">
              <a:defRPr sz="580" b="0" i="0">
                <a:solidFill>
                  <a:srgbClr val="000000"/>
                </a:solidFill>
                <a:latin typeface="Comic Sans MS"/>
                <a:ea typeface="Comic Sans MS"/>
                <a:cs typeface="Comic Sans MS"/>
              </a:defRPr>
            </a:lvl8pPr>
            <a:lvl9pPr algn="l">
              <a:defRPr sz="580" b="0" i="0">
                <a:solidFill>
                  <a:srgbClr val="000000"/>
                </a:solidFill>
                <a:latin typeface="Comic Sans MS"/>
                <a:ea typeface="Comic Sans MS"/>
                <a:cs typeface="Comic Sans MS"/>
              </a:defRPr>
            </a:lvl9pPr>
          </a:lstStyle>
          <a:p xmlns:a="http://schemas.openxmlformats.org/drawingml/2006/main">
            <a:pPr algn="l">
              <a:lnSpc>
                <a:spcPct val="100000"/>
              </a:lnSpc>
              <a:buNone/>
              <a:defRPr sz="580" b="0" i="0">
                <a:solidFill>
                  <a:srgbClr val="000000"/>
                </a:solidFill>
                <a:latin typeface="Comic Sans MS"/>
                <a:ea typeface="Comic Sans MS"/>
                <a:cs typeface="Comic Sans MS"/>
              </a:defRPr>
            </a:pPr>
            <a:r>
              <a:rPr sz="580" b="0" i="0">
                <a:solidFill>
                  <a:srgbClr val="000000"/>
                </a:solidFill>
                <a:latin typeface="Comic Sans MS"/>
                <a:ea typeface="Comic Sans MS"/>
                <a:cs typeface="Comic Sans MS"/>
              </a:rPr>
              <a:t>a</a:t>
            </a:r>
          </a:p>
        </p:txBody>
      </p:sp>
      <p:sp>
        <p:nvSpPr>
          <p:cNvPr id="191" name="text-169 downwind">
            <a:extLst xmlns:a="http://schemas.openxmlformats.org/drawingml/2006/main">
              <a:ext uri="{FF2B5EF4-FFF2-40B4-BE49-F238E27FC236}">
                <a16:creationId xmlns:a16="http://schemas.microsoft.com/office/drawing/2014/main" id="{A3F1FBC0-7D5D-4195-9873-5C63C3D0523A}"/>
              </a:ext>
            </a:extLst>
          </p:cNvPr>
          <p:cNvSpPr>
            <a:spLocks xmlns:a="http://schemas.openxmlformats.org/drawingml/2006/main" noGrp="1"/>
          </p:cNvSpPr>
          <p:nvPr/>
        </p:nvSpPr>
        <p:spPr>
          <a:xfrm xmlns:a="http://schemas.openxmlformats.org/drawingml/2006/main" rot="0">
            <a:off x="8661568" y="5123715"/>
            <a:ext cx="335546" cy="1027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8" b="0" i="0">
                <a:solidFill>
                  <a:srgbClr val="000000"/>
                </a:solidFill>
                <a:latin typeface="Comic Sans MS"/>
                <a:ea typeface="Comic Sans MS"/>
                <a:cs typeface="Comic Sans MS"/>
              </a:defRPr>
            </a:defPPr>
            <a:lvl1pPr algn="l">
              <a:defRPr sz="578" b="0" i="0">
                <a:solidFill>
                  <a:srgbClr val="000000"/>
                </a:solidFill>
                <a:latin typeface="Comic Sans MS"/>
                <a:ea typeface="Comic Sans MS"/>
                <a:cs typeface="Comic Sans MS"/>
              </a:defRPr>
            </a:lvl1pPr>
            <a:lvl2pPr algn="l">
              <a:defRPr sz="578" b="0" i="0">
                <a:solidFill>
                  <a:srgbClr val="000000"/>
                </a:solidFill>
                <a:latin typeface="Comic Sans MS"/>
                <a:ea typeface="Comic Sans MS"/>
                <a:cs typeface="Comic Sans MS"/>
              </a:defRPr>
            </a:lvl2pPr>
            <a:lvl3pPr algn="l">
              <a:defRPr sz="578" b="0" i="0">
                <a:solidFill>
                  <a:srgbClr val="000000"/>
                </a:solidFill>
                <a:latin typeface="Comic Sans MS"/>
                <a:ea typeface="Comic Sans MS"/>
                <a:cs typeface="Comic Sans MS"/>
              </a:defRPr>
            </a:lvl3pPr>
            <a:lvl4pPr algn="l">
              <a:defRPr sz="578" b="0" i="0">
                <a:solidFill>
                  <a:srgbClr val="000000"/>
                </a:solidFill>
                <a:latin typeface="Comic Sans MS"/>
                <a:ea typeface="Comic Sans MS"/>
                <a:cs typeface="Comic Sans MS"/>
              </a:defRPr>
            </a:lvl4pPr>
            <a:lvl5pPr algn="l">
              <a:defRPr sz="578" b="0" i="0">
                <a:solidFill>
                  <a:srgbClr val="000000"/>
                </a:solidFill>
                <a:latin typeface="Comic Sans MS"/>
                <a:ea typeface="Comic Sans MS"/>
                <a:cs typeface="Comic Sans MS"/>
              </a:defRPr>
            </a:lvl5pPr>
            <a:lvl6pPr algn="l">
              <a:defRPr sz="578" b="0" i="0">
                <a:solidFill>
                  <a:srgbClr val="000000"/>
                </a:solidFill>
                <a:latin typeface="Comic Sans MS"/>
                <a:ea typeface="Comic Sans MS"/>
                <a:cs typeface="Comic Sans MS"/>
              </a:defRPr>
            </a:lvl6pPr>
            <a:lvl7pPr algn="l">
              <a:defRPr sz="578" b="0" i="0">
                <a:solidFill>
                  <a:srgbClr val="000000"/>
                </a:solidFill>
                <a:latin typeface="Comic Sans MS"/>
                <a:ea typeface="Comic Sans MS"/>
                <a:cs typeface="Comic Sans MS"/>
              </a:defRPr>
            </a:lvl7pPr>
            <a:lvl8pPr algn="l">
              <a:defRPr sz="578" b="0" i="0">
                <a:solidFill>
                  <a:srgbClr val="000000"/>
                </a:solidFill>
                <a:latin typeface="Comic Sans MS"/>
                <a:ea typeface="Comic Sans MS"/>
                <a:cs typeface="Comic Sans MS"/>
              </a:defRPr>
            </a:lvl8pPr>
            <a:lvl9pPr algn="l">
              <a:defRPr sz="578" b="0" i="0">
                <a:solidFill>
                  <a:srgbClr val="000000"/>
                </a:solidFill>
                <a:latin typeface="Comic Sans MS"/>
                <a:ea typeface="Comic Sans MS"/>
                <a:cs typeface="Comic Sans MS"/>
              </a:defRPr>
            </a:lvl9pPr>
          </a:lstStyle>
          <a:p xmlns:a="http://schemas.openxmlformats.org/drawingml/2006/main">
            <a:pPr algn="l">
              <a:lnSpc>
                <a:spcPct val="100000"/>
              </a:lnSpc>
              <a:buNone/>
              <a:defRPr sz="578" b="0" i="0">
                <a:solidFill>
                  <a:srgbClr val="000000"/>
                </a:solidFill>
                <a:latin typeface="Comic Sans MS"/>
                <a:ea typeface="Comic Sans MS"/>
                <a:cs typeface="Comic Sans MS"/>
              </a:defRPr>
            </a:pPr>
            <a:r>
              <a:rPr sz="578" b="0" i="0">
                <a:solidFill>
                  <a:srgbClr val="000000"/>
                </a:solidFill>
                <a:latin typeface="Comic Sans MS"/>
                <a:ea typeface="Comic Sans MS"/>
                <a:cs typeface="Comic Sans MS"/>
              </a:rPr>
              <a:t>downwind</a:t>
            </a:r>
          </a:p>
        </p:txBody>
      </p:sp>
      <p:sp>
        <p:nvSpPr>
          <p:cNvPr id="192" name="text-170 leg">
            <a:extLst xmlns:a="http://schemas.openxmlformats.org/drawingml/2006/main">
              <a:ext uri="{FF2B5EF4-FFF2-40B4-BE49-F238E27FC236}">
                <a16:creationId xmlns:a16="http://schemas.microsoft.com/office/drawing/2014/main" id="{EC7A57A8-5873-4168-8B14-40F59DE4B8ED}"/>
              </a:ext>
            </a:extLst>
          </p:cNvPr>
          <p:cNvSpPr>
            <a:spLocks xmlns:a="http://schemas.openxmlformats.org/drawingml/2006/main" noGrp="1"/>
          </p:cNvSpPr>
          <p:nvPr/>
        </p:nvSpPr>
        <p:spPr>
          <a:xfrm xmlns:a="http://schemas.openxmlformats.org/drawingml/2006/main" rot="0">
            <a:off x="9005464" y="5123942"/>
            <a:ext cx="112044" cy="10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6" b="0" i="0">
                <a:solidFill>
                  <a:srgbClr val="000000"/>
                </a:solidFill>
                <a:latin typeface="Comic Sans MS"/>
                <a:ea typeface="Comic Sans MS"/>
                <a:cs typeface="Comic Sans MS"/>
              </a:defRPr>
            </a:defPPr>
            <a:lvl1pPr algn="l">
              <a:defRPr sz="576" b="0" i="0">
                <a:solidFill>
                  <a:srgbClr val="000000"/>
                </a:solidFill>
                <a:latin typeface="Comic Sans MS"/>
                <a:ea typeface="Comic Sans MS"/>
                <a:cs typeface="Comic Sans MS"/>
              </a:defRPr>
            </a:lvl1pPr>
            <a:lvl2pPr algn="l">
              <a:defRPr sz="576" b="0" i="0">
                <a:solidFill>
                  <a:srgbClr val="000000"/>
                </a:solidFill>
                <a:latin typeface="Comic Sans MS"/>
                <a:ea typeface="Comic Sans MS"/>
                <a:cs typeface="Comic Sans MS"/>
              </a:defRPr>
            </a:lvl2pPr>
            <a:lvl3pPr algn="l">
              <a:defRPr sz="576" b="0" i="0">
                <a:solidFill>
                  <a:srgbClr val="000000"/>
                </a:solidFill>
                <a:latin typeface="Comic Sans MS"/>
                <a:ea typeface="Comic Sans MS"/>
                <a:cs typeface="Comic Sans MS"/>
              </a:defRPr>
            </a:lvl3pPr>
            <a:lvl4pPr algn="l">
              <a:defRPr sz="576" b="0" i="0">
                <a:solidFill>
                  <a:srgbClr val="000000"/>
                </a:solidFill>
                <a:latin typeface="Comic Sans MS"/>
                <a:ea typeface="Comic Sans MS"/>
                <a:cs typeface="Comic Sans MS"/>
              </a:defRPr>
            </a:lvl4pPr>
            <a:lvl5pPr algn="l">
              <a:defRPr sz="576" b="0" i="0">
                <a:solidFill>
                  <a:srgbClr val="000000"/>
                </a:solidFill>
                <a:latin typeface="Comic Sans MS"/>
                <a:ea typeface="Comic Sans MS"/>
                <a:cs typeface="Comic Sans MS"/>
              </a:defRPr>
            </a:lvl5pPr>
            <a:lvl6pPr algn="l">
              <a:defRPr sz="576" b="0" i="0">
                <a:solidFill>
                  <a:srgbClr val="000000"/>
                </a:solidFill>
                <a:latin typeface="Comic Sans MS"/>
                <a:ea typeface="Comic Sans MS"/>
                <a:cs typeface="Comic Sans MS"/>
              </a:defRPr>
            </a:lvl6pPr>
            <a:lvl7pPr algn="l">
              <a:defRPr sz="576" b="0" i="0">
                <a:solidFill>
                  <a:srgbClr val="000000"/>
                </a:solidFill>
                <a:latin typeface="Comic Sans MS"/>
                <a:ea typeface="Comic Sans MS"/>
                <a:cs typeface="Comic Sans MS"/>
              </a:defRPr>
            </a:lvl7pPr>
            <a:lvl8pPr algn="l">
              <a:defRPr sz="576" b="0" i="0">
                <a:solidFill>
                  <a:srgbClr val="000000"/>
                </a:solidFill>
                <a:latin typeface="Comic Sans MS"/>
                <a:ea typeface="Comic Sans MS"/>
                <a:cs typeface="Comic Sans MS"/>
              </a:defRPr>
            </a:lvl8pPr>
            <a:lvl9pPr algn="l">
              <a:defRPr sz="576" b="0" i="0">
                <a:solidFill>
                  <a:srgbClr val="000000"/>
                </a:solidFill>
                <a:latin typeface="Comic Sans MS"/>
                <a:ea typeface="Comic Sans MS"/>
                <a:cs typeface="Comic Sans MS"/>
              </a:defRPr>
            </a:lvl9pPr>
          </a:lstStyle>
          <a:p xmlns:a="http://schemas.openxmlformats.org/drawingml/2006/main">
            <a:pPr algn="l">
              <a:lnSpc>
                <a:spcPct val="100000"/>
              </a:lnSpc>
              <a:buNone/>
              <a:defRPr sz="576" b="0" i="0">
                <a:solidFill>
                  <a:srgbClr val="000000"/>
                </a:solidFill>
                <a:latin typeface="Comic Sans MS"/>
                <a:ea typeface="Comic Sans MS"/>
                <a:cs typeface="Comic Sans MS"/>
              </a:defRPr>
            </a:pPr>
            <a:r>
              <a:rPr sz="576" b="0" i="0">
                <a:solidFill>
                  <a:srgbClr val="000000"/>
                </a:solidFill>
                <a:latin typeface="Comic Sans MS"/>
                <a:ea typeface="Comic Sans MS"/>
                <a:cs typeface="Comic Sans MS"/>
              </a:rPr>
              <a:t>leg</a:t>
            </a:r>
          </a:p>
        </p:txBody>
      </p:sp>
      <p:sp>
        <p:nvSpPr>
          <p:cNvPr id="193" name="text-171 of">
            <a:extLst xmlns:a="http://schemas.openxmlformats.org/drawingml/2006/main">
              <a:ext uri="{FF2B5EF4-FFF2-40B4-BE49-F238E27FC236}">
                <a16:creationId xmlns:a16="http://schemas.microsoft.com/office/drawing/2014/main" id="{A43E20BC-7B24-47F7-A1AB-636D4499CEE1}"/>
              </a:ext>
            </a:extLst>
          </p:cNvPr>
          <p:cNvSpPr>
            <a:spLocks xmlns:a="http://schemas.openxmlformats.org/drawingml/2006/main" noGrp="1"/>
          </p:cNvSpPr>
          <p:nvPr/>
        </p:nvSpPr>
        <p:spPr>
          <a:xfrm xmlns:a="http://schemas.openxmlformats.org/drawingml/2006/main" rot="0">
            <a:off x="8323130" y="5212100"/>
            <a:ext cx="88943" cy="1026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7" b="0" i="0">
                <a:solidFill>
                  <a:srgbClr val="000000"/>
                </a:solidFill>
                <a:latin typeface="Comic Sans MS"/>
                <a:ea typeface="Comic Sans MS"/>
                <a:cs typeface="Comic Sans MS"/>
              </a:defRPr>
            </a:defPPr>
            <a:lvl1pPr algn="l">
              <a:defRPr sz="577" b="0" i="0">
                <a:solidFill>
                  <a:srgbClr val="000000"/>
                </a:solidFill>
                <a:latin typeface="Comic Sans MS"/>
                <a:ea typeface="Comic Sans MS"/>
                <a:cs typeface="Comic Sans MS"/>
              </a:defRPr>
            </a:lvl1pPr>
            <a:lvl2pPr algn="l">
              <a:defRPr sz="577" b="0" i="0">
                <a:solidFill>
                  <a:srgbClr val="000000"/>
                </a:solidFill>
                <a:latin typeface="Comic Sans MS"/>
                <a:ea typeface="Comic Sans MS"/>
                <a:cs typeface="Comic Sans MS"/>
              </a:defRPr>
            </a:lvl2pPr>
            <a:lvl3pPr algn="l">
              <a:defRPr sz="577" b="0" i="0">
                <a:solidFill>
                  <a:srgbClr val="000000"/>
                </a:solidFill>
                <a:latin typeface="Comic Sans MS"/>
                <a:ea typeface="Comic Sans MS"/>
                <a:cs typeface="Comic Sans MS"/>
              </a:defRPr>
            </a:lvl3pPr>
            <a:lvl4pPr algn="l">
              <a:defRPr sz="577" b="0" i="0">
                <a:solidFill>
                  <a:srgbClr val="000000"/>
                </a:solidFill>
                <a:latin typeface="Comic Sans MS"/>
                <a:ea typeface="Comic Sans MS"/>
                <a:cs typeface="Comic Sans MS"/>
              </a:defRPr>
            </a:lvl4pPr>
            <a:lvl5pPr algn="l">
              <a:defRPr sz="577" b="0" i="0">
                <a:solidFill>
                  <a:srgbClr val="000000"/>
                </a:solidFill>
                <a:latin typeface="Comic Sans MS"/>
                <a:ea typeface="Comic Sans MS"/>
                <a:cs typeface="Comic Sans MS"/>
              </a:defRPr>
            </a:lvl5pPr>
            <a:lvl6pPr algn="l">
              <a:defRPr sz="577" b="0" i="0">
                <a:solidFill>
                  <a:srgbClr val="000000"/>
                </a:solidFill>
                <a:latin typeface="Comic Sans MS"/>
                <a:ea typeface="Comic Sans MS"/>
                <a:cs typeface="Comic Sans MS"/>
              </a:defRPr>
            </a:lvl6pPr>
            <a:lvl7pPr algn="l">
              <a:defRPr sz="577" b="0" i="0">
                <a:solidFill>
                  <a:srgbClr val="000000"/>
                </a:solidFill>
                <a:latin typeface="Comic Sans MS"/>
                <a:ea typeface="Comic Sans MS"/>
                <a:cs typeface="Comic Sans MS"/>
              </a:defRPr>
            </a:lvl7pPr>
            <a:lvl8pPr algn="l">
              <a:defRPr sz="577" b="0" i="0">
                <a:solidFill>
                  <a:srgbClr val="000000"/>
                </a:solidFill>
                <a:latin typeface="Comic Sans MS"/>
                <a:ea typeface="Comic Sans MS"/>
                <a:cs typeface="Comic Sans MS"/>
              </a:defRPr>
            </a:lvl8pPr>
            <a:lvl9pPr algn="l">
              <a:defRPr sz="577" b="0" i="0">
                <a:solidFill>
                  <a:srgbClr val="000000"/>
                </a:solidFill>
                <a:latin typeface="Comic Sans MS"/>
                <a:ea typeface="Comic Sans MS"/>
                <a:cs typeface="Comic Sans MS"/>
              </a:defRPr>
            </a:lvl9pPr>
          </a:lstStyle>
          <a:p xmlns:a="http://schemas.openxmlformats.org/drawingml/2006/main">
            <a:pPr algn="l">
              <a:lnSpc>
                <a:spcPct val="100000"/>
              </a:lnSpc>
              <a:buNone/>
              <a:defRPr sz="577" b="0" i="0">
                <a:solidFill>
                  <a:srgbClr val="000000"/>
                </a:solidFill>
                <a:latin typeface="Comic Sans MS"/>
                <a:ea typeface="Comic Sans MS"/>
                <a:cs typeface="Comic Sans MS"/>
              </a:defRPr>
            </a:pPr>
            <a:r>
              <a:rPr sz="577" b="0" i="0">
                <a:solidFill>
                  <a:srgbClr val="000000"/>
                </a:solidFill>
                <a:latin typeface="Comic Sans MS"/>
                <a:ea typeface="Comic Sans MS"/>
                <a:cs typeface="Comic Sans MS"/>
              </a:rPr>
              <a:t>of</a:t>
            </a:r>
          </a:p>
        </p:txBody>
      </p:sp>
      <p:sp>
        <p:nvSpPr>
          <p:cNvPr id="194" name="text-172 the">
            <a:extLst xmlns:a="http://schemas.openxmlformats.org/drawingml/2006/main">
              <a:ext uri="{FF2B5EF4-FFF2-40B4-BE49-F238E27FC236}">
                <a16:creationId xmlns:a16="http://schemas.microsoft.com/office/drawing/2014/main" id="{173F7309-7DBF-4DC1-AE99-73C848D4F98D}"/>
              </a:ext>
            </a:extLst>
          </p:cNvPr>
          <p:cNvSpPr>
            <a:spLocks xmlns:a="http://schemas.openxmlformats.org/drawingml/2006/main" noGrp="1"/>
          </p:cNvSpPr>
          <p:nvPr/>
        </p:nvSpPr>
        <p:spPr>
          <a:xfrm xmlns:a="http://schemas.openxmlformats.org/drawingml/2006/main" rot="0">
            <a:off x="8419730" y="5211109"/>
            <a:ext cx="131895" cy="104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5" b="0" i="0">
                <a:solidFill>
                  <a:srgbClr val="000000"/>
                </a:solidFill>
                <a:latin typeface="Comic Sans MS"/>
                <a:ea typeface="Comic Sans MS"/>
                <a:cs typeface="Comic Sans MS"/>
              </a:defRPr>
            </a:defPPr>
            <a:lvl1pPr algn="l">
              <a:defRPr sz="585" b="0" i="0">
                <a:solidFill>
                  <a:srgbClr val="000000"/>
                </a:solidFill>
                <a:latin typeface="Comic Sans MS"/>
                <a:ea typeface="Comic Sans MS"/>
                <a:cs typeface="Comic Sans MS"/>
              </a:defRPr>
            </a:lvl1pPr>
            <a:lvl2pPr algn="l">
              <a:defRPr sz="585" b="0" i="0">
                <a:solidFill>
                  <a:srgbClr val="000000"/>
                </a:solidFill>
                <a:latin typeface="Comic Sans MS"/>
                <a:ea typeface="Comic Sans MS"/>
                <a:cs typeface="Comic Sans MS"/>
              </a:defRPr>
            </a:lvl2pPr>
            <a:lvl3pPr algn="l">
              <a:defRPr sz="585" b="0" i="0">
                <a:solidFill>
                  <a:srgbClr val="000000"/>
                </a:solidFill>
                <a:latin typeface="Comic Sans MS"/>
                <a:ea typeface="Comic Sans MS"/>
                <a:cs typeface="Comic Sans MS"/>
              </a:defRPr>
            </a:lvl3pPr>
            <a:lvl4pPr algn="l">
              <a:defRPr sz="585" b="0" i="0">
                <a:solidFill>
                  <a:srgbClr val="000000"/>
                </a:solidFill>
                <a:latin typeface="Comic Sans MS"/>
                <a:ea typeface="Comic Sans MS"/>
                <a:cs typeface="Comic Sans MS"/>
              </a:defRPr>
            </a:lvl4pPr>
            <a:lvl5pPr algn="l">
              <a:defRPr sz="585" b="0" i="0">
                <a:solidFill>
                  <a:srgbClr val="000000"/>
                </a:solidFill>
                <a:latin typeface="Comic Sans MS"/>
                <a:ea typeface="Comic Sans MS"/>
                <a:cs typeface="Comic Sans MS"/>
              </a:defRPr>
            </a:lvl5pPr>
            <a:lvl6pPr algn="l">
              <a:defRPr sz="585" b="0" i="0">
                <a:solidFill>
                  <a:srgbClr val="000000"/>
                </a:solidFill>
                <a:latin typeface="Comic Sans MS"/>
                <a:ea typeface="Comic Sans MS"/>
                <a:cs typeface="Comic Sans MS"/>
              </a:defRPr>
            </a:lvl6pPr>
            <a:lvl7pPr algn="l">
              <a:defRPr sz="585" b="0" i="0">
                <a:solidFill>
                  <a:srgbClr val="000000"/>
                </a:solidFill>
                <a:latin typeface="Comic Sans MS"/>
                <a:ea typeface="Comic Sans MS"/>
                <a:cs typeface="Comic Sans MS"/>
              </a:defRPr>
            </a:lvl7pPr>
            <a:lvl8pPr algn="l">
              <a:defRPr sz="585" b="0" i="0">
                <a:solidFill>
                  <a:srgbClr val="000000"/>
                </a:solidFill>
                <a:latin typeface="Comic Sans MS"/>
                <a:ea typeface="Comic Sans MS"/>
                <a:cs typeface="Comic Sans MS"/>
              </a:defRPr>
            </a:lvl8pPr>
            <a:lvl9pPr algn="l">
              <a:defRPr sz="585" b="0" i="0">
                <a:solidFill>
                  <a:srgbClr val="000000"/>
                </a:solidFill>
                <a:latin typeface="Comic Sans MS"/>
                <a:ea typeface="Comic Sans MS"/>
                <a:cs typeface="Comic Sans MS"/>
              </a:defRPr>
            </a:lvl9pPr>
          </a:lstStyle>
          <a:p xmlns:a="http://schemas.openxmlformats.org/drawingml/2006/main">
            <a:pPr algn="l">
              <a:lnSpc>
                <a:spcPct val="100000"/>
              </a:lnSpc>
              <a:buNone/>
              <a:defRPr sz="585" b="0" i="0">
                <a:solidFill>
                  <a:srgbClr val="000000"/>
                </a:solidFill>
                <a:latin typeface="Comic Sans MS"/>
                <a:ea typeface="Comic Sans MS"/>
                <a:cs typeface="Comic Sans MS"/>
              </a:defRPr>
            </a:pPr>
            <a:r>
              <a:rPr sz="585" b="0" i="0">
                <a:solidFill>
                  <a:srgbClr val="000000"/>
                </a:solidFill>
                <a:latin typeface="Comic Sans MS"/>
                <a:ea typeface="Comic Sans MS"/>
                <a:cs typeface="Comic Sans MS"/>
              </a:rPr>
              <a:t>the</a:t>
            </a:r>
          </a:p>
        </p:txBody>
      </p:sp>
      <p:sp>
        <p:nvSpPr>
          <p:cNvPr id="195" name="text-173 course">
            <a:extLst xmlns:a="http://schemas.openxmlformats.org/drawingml/2006/main">
              <a:ext uri="{FF2B5EF4-FFF2-40B4-BE49-F238E27FC236}">
                <a16:creationId xmlns:a16="http://schemas.microsoft.com/office/drawing/2014/main" id="{062C6357-E8CF-4BE6-96BD-54A73AB8F381}"/>
              </a:ext>
            </a:extLst>
          </p:cNvPr>
          <p:cNvSpPr>
            <a:spLocks xmlns:a="http://schemas.openxmlformats.org/drawingml/2006/main" noGrp="1"/>
          </p:cNvSpPr>
          <p:nvPr/>
        </p:nvSpPr>
        <p:spPr>
          <a:xfrm xmlns:a="http://schemas.openxmlformats.org/drawingml/2006/main" rot="0">
            <a:off x="8559264" y="5211917"/>
            <a:ext cx="239029" cy="1029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9" b="0" i="0">
                <a:solidFill>
                  <a:srgbClr val="000000"/>
                </a:solidFill>
                <a:latin typeface="Comic Sans MS"/>
                <a:ea typeface="Comic Sans MS"/>
                <a:cs typeface="Comic Sans MS"/>
              </a:defRPr>
            </a:defPPr>
            <a:lvl1pPr algn="l">
              <a:defRPr sz="579" b="0" i="0">
                <a:solidFill>
                  <a:srgbClr val="000000"/>
                </a:solidFill>
                <a:latin typeface="Comic Sans MS"/>
                <a:ea typeface="Comic Sans MS"/>
                <a:cs typeface="Comic Sans MS"/>
              </a:defRPr>
            </a:lvl1pPr>
            <a:lvl2pPr algn="l">
              <a:defRPr sz="579" b="0" i="0">
                <a:solidFill>
                  <a:srgbClr val="000000"/>
                </a:solidFill>
                <a:latin typeface="Comic Sans MS"/>
                <a:ea typeface="Comic Sans MS"/>
                <a:cs typeface="Comic Sans MS"/>
              </a:defRPr>
            </a:lvl2pPr>
            <a:lvl3pPr algn="l">
              <a:defRPr sz="579" b="0" i="0">
                <a:solidFill>
                  <a:srgbClr val="000000"/>
                </a:solidFill>
                <a:latin typeface="Comic Sans MS"/>
                <a:ea typeface="Comic Sans MS"/>
                <a:cs typeface="Comic Sans MS"/>
              </a:defRPr>
            </a:lvl3pPr>
            <a:lvl4pPr algn="l">
              <a:defRPr sz="579" b="0" i="0">
                <a:solidFill>
                  <a:srgbClr val="000000"/>
                </a:solidFill>
                <a:latin typeface="Comic Sans MS"/>
                <a:ea typeface="Comic Sans MS"/>
                <a:cs typeface="Comic Sans MS"/>
              </a:defRPr>
            </a:lvl4pPr>
            <a:lvl5pPr algn="l">
              <a:defRPr sz="579" b="0" i="0">
                <a:solidFill>
                  <a:srgbClr val="000000"/>
                </a:solidFill>
                <a:latin typeface="Comic Sans MS"/>
                <a:ea typeface="Comic Sans MS"/>
                <a:cs typeface="Comic Sans MS"/>
              </a:defRPr>
            </a:lvl5pPr>
            <a:lvl6pPr algn="l">
              <a:defRPr sz="579" b="0" i="0">
                <a:solidFill>
                  <a:srgbClr val="000000"/>
                </a:solidFill>
                <a:latin typeface="Comic Sans MS"/>
                <a:ea typeface="Comic Sans MS"/>
                <a:cs typeface="Comic Sans MS"/>
              </a:defRPr>
            </a:lvl6pPr>
            <a:lvl7pPr algn="l">
              <a:defRPr sz="579" b="0" i="0">
                <a:solidFill>
                  <a:srgbClr val="000000"/>
                </a:solidFill>
                <a:latin typeface="Comic Sans MS"/>
                <a:ea typeface="Comic Sans MS"/>
                <a:cs typeface="Comic Sans MS"/>
              </a:defRPr>
            </a:lvl7pPr>
            <a:lvl8pPr algn="l">
              <a:defRPr sz="579" b="0" i="0">
                <a:solidFill>
                  <a:srgbClr val="000000"/>
                </a:solidFill>
                <a:latin typeface="Comic Sans MS"/>
                <a:ea typeface="Comic Sans MS"/>
                <a:cs typeface="Comic Sans MS"/>
              </a:defRPr>
            </a:lvl8pPr>
            <a:lvl9pPr algn="l">
              <a:defRPr sz="579" b="0" i="0">
                <a:solidFill>
                  <a:srgbClr val="000000"/>
                </a:solidFill>
                <a:latin typeface="Comic Sans MS"/>
                <a:ea typeface="Comic Sans MS"/>
                <a:cs typeface="Comic Sans MS"/>
              </a:defRPr>
            </a:lvl9pPr>
          </a:lstStyle>
          <a:p xmlns:a="http://schemas.openxmlformats.org/drawingml/2006/main">
            <a:pPr algn="l">
              <a:lnSpc>
                <a:spcPct val="100000"/>
              </a:lnSpc>
              <a:buNone/>
              <a:defRPr sz="579" b="0" i="0">
                <a:solidFill>
                  <a:srgbClr val="000000"/>
                </a:solidFill>
                <a:latin typeface="Comic Sans MS"/>
                <a:ea typeface="Comic Sans MS"/>
                <a:cs typeface="Comic Sans MS"/>
              </a:defRPr>
            </a:pPr>
            <a:r>
              <a:rPr sz="579" b="0" i="0">
                <a:solidFill>
                  <a:srgbClr val="000000"/>
                </a:solidFill>
                <a:latin typeface="Comic Sans MS"/>
                <a:ea typeface="Comic Sans MS"/>
                <a:cs typeface="Comic Sans MS"/>
              </a:rPr>
              <a:t>course</a:t>
            </a:r>
          </a:p>
        </p:txBody>
      </p:sp>
      <p:sp>
        <p:nvSpPr>
          <p:cNvPr id="196" name="text-174 .">
            <a:extLst xmlns:a="http://schemas.openxmlformats.org/drawingml/2006/main">
              <a:ext uri="{FF2B5EF4-FFF2-40B4-BE49-F238E27FC236}">
                <a16:creationId xmlns:a16="http://schemas.microsoft.com/office/drawing/2014/main" id="{00A34C18-BAC0-4526-BD68-B1C97B2FBA76}"/>
              </a:ext>
            </a:extLst>
          </p:cNvPr>
          <p:cNvSpPr>
            <a:spLocks xmlns:a="http://schemas.openxmlformats.org/drawingml/2006/main" noGrp="1"/>
          </p:cNvSpPr>
          <p:nvPr/>
        </p:nvSpPr>
        <p:spPr>
          <a:xfrm xmlns:a="http://schemas.openxmlformats.org/drawingml/2006/main" rot="0">
            <a:off x="8784664" y="5211680"/>
            <a:ext cx="31605" cy="1032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81" b="0" i="0">
                <a:solidFill>
                  <a:srgbClr val="000000"/>
                </a:solidFill>
                <a:latin typeface="Comic Sans MS"/>
                <a:ea typeface="Comic Sans MS"/>
                <a:cs typeface="Comic Sans MS"/>
              </a:defRPr>
            </a:defPPr>
            <a:lvl1pPr algn="l">
              <a:defRPr sz="581" b="0" i="0">
                <a:solidFill>
                  <a:srgbClr val="000000"/>
                </a:solidFill>
                <a:latin typeface="Comic Sans MS"/>
                <a:ea typeface="Comic Sans MS"/>
                <a:cs typeface="Comic Sans MS"/>
              </a:defRPr>
            </a:lvl1pPr>
            <a:lvl2pPr algn="l">
              <a:defRPr sz="581" b="0" i="0">
                <a:solidFill>
                  <a:srgbClr val="000000"/>
                </a:solidFill>
                <a:latin typeface="Comic Sans MS"/>
                <a:ea typeface="Comic Sans MS"/>
                <a:cs typeface="Comic Sans MS"/>
              </a:defRPr>
            </a:lvl2pPr>
            <a:lvl3pPr algn="l">
              <a:defRPr sz="581" b="0" i="0">
                <a:solidFill>
                  <a:srgbClr val="000000"/>
                </a:solidFill>
                <a:latin typeface="Comic Sans MS"/>
                <a:ea typeface="Comic Sans MS"/>
                <a:cs typeface="Comic Sans MS"/>
              </a:defRPr>
            </a:lvl3pPr>
            <a:lvl4pPr algn="l">
              <a:defRPr sz="581" b="0" i="0">
                <a:solidFill>
                  <a:srgbClr val="000000"/>
                </a:solidFill>
                <a:latin typeface="Comic Sans MS"/>
                <a:ea typeface="Comic Sans MS"/>
                <a:cs typeface="Comic Sans MS"/>
              </a:defRPr>
            </a:lvl4pPr>
            <a:lvl5pPr algn="l">
              <a:defRPr sz="581" b="0" i="0">
                <a:solidFill>
                  <a:srgbClr val="000000"/>
                </a:solidFill>
                <a:latin typeface="Comic Sans MS"/>
                <a:ea typeface="Comic Sans MS"/>
                <a:cs typeface="Comic Sans MS"/>
              </a:defRPr>
            </a:lvl5pPr>
            <a:lvl6pPr algn="l">
              <a:defRPr sz="581" b="0" i="0">
                <a:solidFill>
                  <a:srgbClr val="000000"/>
                </a:solidFill>
                <a:latin typeface="Comic Sans MS"/>
                <a:ea typeface="Comic Sans MS"/>
                <a:cs typeface="Comic Sans MS"/>
              </a:defRPr>
            </a:lvl6pPr>
            <a:lvl7pPr algn="l">
              <a:defRPr sz="581" b="0" i="0">
                <a:solidFill>
                  <a:srgbClr val="000000"/>
                </a:solidFill>
                <a:latin typeface="Comic Sans MS"/>
                <a:ea typeface="Comic Sans MS"/>
                <a:cs typeface="Comic Sans MS"/>
              </a:defRPr>
            </a:lvl7pPr>
            <a:lvl8pPr algn="l">
              <a:defRPr sz="581" b="0" i="0">
                <a:solidFill>
                  <a:srgbClr val="000000"/>
                </a:solidFill>
                <a:latin typeface="Comic Sans MS"/>
                <a:ea typeface="Comic Sans MS"/>
                <a:cs typeface="Comic Sans MS"/>
              </a:defRPr>
            </a:lvl8pPr>
            <a:lvl9pPr algn="l">
              <a:defRPr sz="581" b="0" i="0">
                <a:solidFill>
                  <a:srgbClr val="000000"/>
                </a:solidFill>
                <a:latin typeface="Comic Sans MS"/>
                <a:ea typeface="Comic Sans MS"/>
                <a:cs typeface="Comic Sans MS"/>
              </a:defRPr>
            </a:lvl9pPr>
          </a:lstStyle>
          <a:p xmlns:a="http://schemas.openxmlformats.org/drawingml/2006/main">
            <a:pPr algn="l">
              <a:lnSpc>
                <a:spcPct val="100000"/>
              </a:lnSpc>
              <a:buNone/>
              <a:defRPr sz="581" b="0" i="0">
                <a:solidFill>
                  <a:srgbClr val="000000"/>
                </a:solidFill>
                <a:latin typeface="Comic Sans MS"/>
                <a:ea typeface="Comic Sans MS"/>
                <a:cs typeface="Comic Sans MS"/>
              </a:defRPr>
            </a:pPr>
            <a:r>
              <a:rPr sz="581" b="0" i="0">
                <a:solidFill>
                  <a:srgbClr val="000000"/>
                </a:solidFill>
                <a:latin typeface="Comic Sans MS"/>
                <a:ea typeface="Comic Sans MS"/>
                <a:cs typeface="Comic Sans MS"/>
              </a:rPr>
              <a:t>.</a:t>
            </a:r>
          </a:p>
        </p:txBody>
      </p:sp>
      <p:sp>
        <p:nvSpPr>
          <p:cNvPr id="197" name="text-175 -">
            <a:extLst xmlns:a="http://schemas.openxmlformats.org/drawingml/2006/main">
              <a:ext uri="{FF2B5EF4-FFF2-40B4-BE49-F238E27FC236}">
                <a16:creationId xmlns:a16="http://schemas.microsoft.com/office/drawing/2014/main" id="{71D1183B-F0FE-4E97-9E20-3C65C760019E}"/>
              </a:ext>
            </a:extLst>
          </p:cNvPr>
          <p:cNvSpPr>
            <a:spLocks xmlns:a="http://schemas.openxmlformats.org/drawingml/2006/main" noGrp="1"/>
          </p:cNvSpPr>
          <p:nvPr/>
        </p:nvSpPr>
        <p:spPr>
          <a:xfrm xmlns:a="http://schemas.openxmlformats.org/drawingml/2006/main" rot="0">
            <a:off x="9747627" y="5082790"/>
            <a:ext cx="80489" cy="188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63" b="0" i="0">
                <a:solidFill>
                  <a:srgbClr val="000000"/>
                </a:solidFill>
                <a:latin typeface="Comic Sans MS"/>
                <a:ea typeface="Comic Sans MS"/>
                <a:cs typeface="Comic Sans MS"/>
              </a:defRPr>
            </a:defPPr>
            <a:lvl1pPr algn="l">
              <a:defRPr sz="1063" b="0" i="0">
                <a:solidFill>
                  <a:srgbClr val="000000"/>
                </a:solidFill>
                <a:latin typeface="Comic Sans MS"/>
                <a:ea typeface="Comic Sans MS"/>
                <a:cs typeface="Comic Sans MS"/>
              </a:defRPr>
            </a:lvl1pPr>
            <a:lvl2pPr algn="l">
              <a:defRPr sz="1063" b="0" i="0">
                <a:solidFill>
                  <a:srgbClr val="000000"/>
                </a:solidFill>
                <a:latin typeface="Comic Sans MS"/>
                <a:ea typeface="Comic Sans MS"/>
                <a:cs typeface="Comic Sans MS"/>
              </a:defRPr>
            </a:lvl2pPr>
            <a:lvl3pPr algn="l">
              <a:defRPr sz="1063" b="0" i="0">
                <a:solidFill>
                  <a:srgbClr val="000000"/>
                </a:solidFill>
                <a:latin typeface="Comic Sans MS"/>
                <a:ea typeface="Comic Sans MS"/>
                <a:cs typeface="Comic Sans MS"/>
              </a:defRPr>
            </a:lvl3pPr>
            <a:lvl4pPr algn="l">
              <a:defRPr sz="1063" b="0" i="0">
                <a:solidFill>
                  <a:srgbClr val="000000"/>
                </a:solidFill>
                <a:latin typeface="Comic Sans MS"/>
                <a:ea typeface="Comic Sans MS"/>
                <a:cs typeface="Comic Sans MS"/>
              </a:defRPr>
            </a:lvl4pPr>
            <a:lvl5pPr algn="l">
              <a:defRPr sz="1063" b="0" i="0">
                <a:solidFill>
                  <a:srgbClr val="000000"/>
                </a:solidFill>
                <a:latin typeface="Comic Sans MS"/>
                <a:ea typeface="Comic Sans MS"/>
                <a:cs typeface="Comic Sans MS"/>
              </a:defRPr>
            </a:lvl5pPr>
            <a:lvl6pPr algn="l">
              <a:defRPr sz="1063" b="0" i="0">
                <a:solidFill>
                  <a:srgbClr val="000000"/>
                </a:solidFill>
                <a:latin typeface="Comic Sans MS"/>
                <a:ea typeface="Comic Sans MS"/>
                <a:cs typeface="Comic Sans MS"/>
              </a:defRPr>
            </a:lvl6pPr>
            <a:lvl7pPr algn="l">
              <a:defRPr sz="1063" b="0" i="0">
                <a:solidFill>
                  <a:srgbClr val="000000"/>
                </a:solidFill>
                <a:latin typeface="Comic Sans MS"/>
                <a:ea typeface="Comic Sans MS"/>
                <a:cs typeface="Comic Sans MS"/>
              </a:defRPr>
            </a:lvl7pPr>
            <a:lvl8pPr algn="l">
              <a:defRPr sz="1063" b="0" i="0">
                <a:solidFill>
                  <a:srgbClr val="000000"/>
                </a:solidFill>
                <a:latin typeface="Comic Sans MS"/>
                <a:ea typeface="Comic Sans MS"/>
                <a:cs typeface="Comic Sans MS"/>
              </a:defRPr>
            </a:lvl8pPr>
            <a:lvl9pPr algn="l">
              <a:defRPr sz="1063" b="0" i="0">
                <a:solidFill>
                  <a:srgbClr val="000000"/>
                </a:solidFill>
                <a:latin typeface="Comic Sans MS"/>
                <a:ea typeface="Comic Sans MS"/>
                <a:cs typeface="Comic Sans MS"/>
              </a:defRPr>
            </a:lvl9pPr>
          </a:lstStyle>
          <a:p xmlns:a="http://schemas.openxmlformats.org/drawingml/2006/main">
            <a:pPr algn="l">
              <a:lnSpc>
                <a:spcPct val="100000"/>
              </a:lnSpc>
              <a:buNone/>
              <a:defRPr sz="1063" b="0" i="0">
                <a:solidFill>
                  <a:srgbClr val="000000"/>
                </a:solidFill>
                <a:latin typeface="Comic Sans MS"/>
                <a:ea typeface="Comic Sans MS"/>
                <a:cs typeface="Comic Sans MS"/>
              </a:defRPr>
            </a:pPr>
            <a:r>
              <a:rPr sz="1063" b="0" i="0">
                <a:solidFill>
                  <a:srgbClr val="000000"/>
                </a:solidFill>
                <a:latin typeface="Comic Sans MS"/>
                <a:ea typeface="Comic Sans MS"/>
                <a:cs typeface="Comic Sans MS"/>
              </a:rPr>
              <a:t>-</a:t>
            </a:r>
          </a:p>
        </p:txBody>
      </p:sp>
      <p:sp>
        <p:nvSpPr>
          <p:cNvPr id="198" name="text-176 -">
            <a:extLst xmlns:a="http://schemas.openxmlformats.org/drawingml/2006/main">
              <a:ext uri="{FF2B5EF4-FFF2-40B4-BE49-F238E27FC236}">
                <a16:creationId xmlns:a16="http://schemas.microsoft.com/office/drawing/2014/main" id="{4E3B5D83-8CCB-4D0A-9846-B9E63B5C5C50}"/>
              </a:ext>
            </a:extLst>
          </p:cNvPr>
          <p:cNvSpPr>
            <a:spLocks xmlns:a="http://schemas.openxmlformats.org/drawingml/2006/main" noGrp="1"/>
          </p:cNvSpPr>
          <p:nvPr/>
        </p:nvSpPr>
        <p:spPr>
          <a:xfrm xmlns:a="http://schemas.openxmlformats.org/drawingml/2006/main" rot="0">
            <a:off x="10827640" y="5082790"/>
            <a:ext cx="80489" cy="188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63" b="0" i="0">
                <a:solidFill>
                  <a:srgbClr val="000000"/>
                </a:solidFill>
                <a:latin typeface="Comic Sans MS"/>
                <a:ea typeface="Comic Sans MS"/>
                <a:cs typeface="Comic Sans MS"/>
              </a:defRPr>
            </a:defPPr>
            <a:lvl1pPr algn="l">
              <a:defRPr sz="1063" b="0" i="0">
                <a:solidFill>
                  <a:srgbClr val="000000"/>
                </a:solidFill>
                <a:latin typeface="Comic Sans MS"/>
                <a:ea typeface="Comic Sans MS"/>
                <a:cs typeface="Comic Sans MS"/>
              </a:defRPr>
            </a:lvl1pPr>
            <a:lvl2pPr algn="l">
              <a:defRPr sz="1063" b="0" i="0">
                <a:solidFill>
                  <a:srgbClr val="000000"/>
                </a:solidFill>
                <a:latin typeface="Comic Sans MS"/>
                <a:ea typeface="Comic Sans MS"/>
                <a:cs typeface="Comic Sans MS"/>
              </a:defRPr>
            </a:lvl2pPr>
            <a:lvl3pPr algn="l">
              <a:defRPr sz="1063" b="0" i="0">
                <a:solidFill>
                  <a:srgbClr val="000000"/>
                </a:solidFill>
                <a:latin typeface="Comic Sans MS"/>
                <a:ea typeface="Comic Sans MS"/>
                <a:cs typeface="Comic Sans MS"/>
              </a:defRPr>
            </a:lvl3pPr>
            <a:lvl4pPr algn="l">
              <a:defRPr sz="1063" b="0" i="0">
                <a:solidFill>
                  <a:srgbClr val="000000"/>
                </a:solidFill>
                <a:latin typeface="Comic Sans MS"/>
                <a:ea typeface="Comic Sans MS"/>
                <a:cs typeface="Comic Sans MS"/>
              </a:defRPr>
            </a:lvl4pPr>
            <a:lvl5pPr algn="l">
              <a:defRPr sz="1063" b="0" i="0">
                <a:solidFill>
                  <a:srgbClr val="000000"/>
                </a:solidFill>
                <a:latin typeface="Comic Sans MS"/>
                <a:ea typeface="Comic Sans MS"/>
                <a:cs typeface="Comic Sans MS"/>
              </a:defRPr>
            </a:lvl5pPr>
            <a:lvl6pPr algn="l">
              <a:defRPr sz="1063" b="0" i="0">
                <a:solidFill>
                  <a:srgbClr val="000000"/>
                </a:solidFill>
                <a:latin typeface="Comic Sans MS"/>
                <a:ea typeface="Comic Sans MS"/>
                <a:cs typeface="Comic Sans MS"/>
              </a:defRPr>
            </a:lvl6pPr>
            <a:lvl7pPr algn="l">
              <a:defRPr sz="1063" b="0" i="0">
                <a:solidFill>
                  <a:srgbClr val="000000"/>
                </a:solidFill>
                <a:latin typeface="Comic Sans MS"/>
                <a:ea typeface="Comic Sans MS"/>
                <a:cs typeface="Comic Sans MS"/>
              </a:defRPr>
            </a:lvl7pPr>
            <a:lvl8pPr algn="l">
              <a:defRPr sz="1063" b="0" i="0">
                <a:solidFill>
                  <a:srgbClr val="000000"/>
                </a:solidFill>
                <a:latin typeface="Comic Sans MS"/>
                <a:ea typeface="Comic Sans MS"/>
                <a:cs typeface="Comic Sans MS"/>
              </a:defRPr>
            </a:lvl8pPr>
            <a:lvl9pPr algn="l">
              <a:defRPr sz="1063" b="0" i="0">
                <a:solidFill>
                  <a:srgbClr val="000000"/>
                </a:solidFill>
                <a:latin typeface="Comic Sans MS"/>
                <a:ea typeface="Comic Sans MS"/>
                <a:cs typeface="Comic Sans MS"/>
              </a:defRPr>
            </a:lvl9pPr>
          </a:lstStyle>
          <a:p xmlns:a="http://schemas.openxmlformats.org/drawingml/2006/main">
            <a:pPr algn="l">
              <a:lnSpc>
                <a:spcPct val="100000"/>
              </a:lnSpc>
              <a:buNone/>
              <a:defRPr sz="1063" b="0" i="0">
                <a:solidFill>
                  <a:srgbClr val="000000"/>
                </a:solidFill>
                <a:latin typeface="Comic Sans MS"/>
                <a:ea typeface="Comic Sans MS"/>
                <a:cs typeface="Comic Sans MS"/>
              </a:defRPr>
            </a:pPr>
            <a:r>
              <a:rPr sz="1063" b="0" i="0">
                <a:solidFill>
                  <a:srgbClr val="000000"/>
                </a:solidFill>
                <a:latin typeface="Comic Sans MS"/>
                <a:ea typeface="Comic Sans MS"/>
                <a:cs typeface="Comic Sans MS"/>
              </a:rPr>
              <a:t>-</a:t>
            </a:r>
          </a:p>
        </p:txBody>
      </p:sp>
      <p:sp>
        <p:nvSpPr>
          <p:cNvPr id="199" name="path-177">
            <a:extLst xmlns:a="http://schemas.openxmlformats.org/drawingml/2006/main">
              <a:ext uri="{FF2B5EF4-FFF2-40B4-BE49-F238E27FC236}">
                <a16:creationId xmlns:a16="http://schemas.microsoft.com/office/drawing/2014/main" id="{4F33C062-EC54-4D9C-8C87-E8B19FC8D403}"/>
              </a:ext>
            </a:extLst>
          </p:cNvPr>
          <p:cNvSpPr>
            <a:spLocks xmlns:a="http://schemas.openxmlformats.org/drawingml/2006/main" noGrp="1"/>
          </p:cNvSpPr>
          <p:nvPr/>
        </p:nvSpPr>
        <p:spPr>
          <a:xfrm xmlns:a="http://schemas.openxmlformats.org/drawingml/2006/main">
            <a:off x="6308216" y="3882226"/>
            <a:ext cx="5055276" cy="1501429"/>
          </a:xfrm>
          <a:custGeom xmlns:a="http://schemas.openxmlformats.org/drawingml/2006/main">
            <a:pathLst>
              <a:path w="5055276" h="1501429">
                <a:moveTo>
                  <a:pt x="0" y="197048"/>
                </a:moveTo>
                <a:cubicBezTo>
                  <a:pt x="0" y="88221"/>
                  <a:pt x="88221" y="0"/>
                  <a:pt x="197047" y="0"/>
                </a:cubicBezTo>
                <a:lnTo>
                  <a:pt x="4858229" y="0"/>
                </a:lnTo>
                <a:cubicBezTo>
                  <a:pt x="4967056" y="0"/>
                  <a:pt x="5055276" y="88221"/>
                  <a:pt x="5055276" y="197048"/>
                </a:cubicBezTo>
                <a:lnTo>
                  <a:pt x="5055276" y="1304380"/>
                </a:lnTo>
                <a:cubicBezTo>
                  <a:pt x="5055276" y="1413207"/>
                  <a:pt x="4967056" y="1501429"/>
                  <a:pt x="4858229" y="1501429"/>
                </a:cubicBezTo>
                <a:lnTo>
                  <a:pt x="197047" y="1501429"/>
                </a:lnTo>
                <a:cubicBezTo>
                  <a:pt x="88221" y="1501429"/>
                  <a:pt x="0" y="1413207"/>
                  <a:pt x="0" y="1304380"/>
                </a:cubicBezTo>
                <a:lnTo>
                  <a:pt x="0" y="197048"/>
                </a:lnTo>
              </a:path>
            </a:pathLst>
          </a:custGeom>
          <a:noFill xmlns:a="http://schemas.openxmlformats.org/drawingml/2006/main"/>
          <a:ln xmlns:a="http://schemas.openxmlformats.org/drawingml/2006/main" w="13800">
            <a:solidFill>
              <a:srgbClr val="0078AE"/>
            </a:solidFill>
            <a:prstDash val="solid"/>
          </a:ln>
        </p:spPr>
      </p:sp>
      <p:sp>
        <p:nvSpPr>
          <p:cNvPr id="200" name="path-178">
            <a:extLst xmlns:a="http://schemas.openxmlformats.org/drawingml/2006/main">
              <a:ext uri="{FF2B5EF4-FFF2-40B4-BE49-F238E27FC236}">
                <a16:creationId xmlns:a16="http://schemas.microsoft.com/office/drawing/2014/main" id="{E6657F44-4FCB-4902-A205-E224B9F00680}"/>
              </a:ext>
            </a:extLst>
          </p:cNvPr>
          <p:cNvSpPr>
            <a:spLocks xmlns:a="http://schemas.openxmlformats.org/drawingml/2006/main" noGrp="1"/>
          </p:cNvSpPr>
          <p:nvPr/>
        </p:nvSpPr>
        <p:spPr>
          <a:xfrm xmlns:a="http://schemas.openxmlformats.org/drawingml/2006/main">
            <a:off x="5942075" y="99388"/>
            <a:ext cx="11485155" cy="5429613"/>
          </a:xfrm>
          <a:custGeom xmlns:a="http://schemas.openxmlformats.org/drawingml/2006/main">
            <a:pathLst>
              <a:path w="11485155" h="5429613">
                <a:moveTo>
                  <a:pt x="0" y="304324"/>
                </a:moveTo>
                <a:cubicBezTo>
                  <a:pt x="0" y="136250"/>
                  <a:pt x="136250" y="0"/>
                  <a:pt x="304324" y="0"/>
                </a:cubicBezTo>
                <a:lnTo>
                  <a:pt x="11180834" y="0"/>
                </a:lnTo>
                <a:cubicBezTo>
                  <a:pt x="11348907" y="0"/>
                  <a:pt x="11485155" y="136250"/>
                  <a:pt x="11485155" y="304324"/>
                </a:cubicBezTo>
                <a:lnTo>
                  <a:pt x="11485155" y="5125289"/>
                </a:lnTo>
                <a:cubicBezTo>
                  <a:pt x="11485155" y="5293363"/>
                  <a:pt x="11348907" y="5429613"/>
                  <a:pt x="11180834" y="5429613"/>
                </a:cubicBezTo>
                <a:lnTo>
                  <a:pt x="304324" y="5429613"/>
                </a:lnTo>
                <a:cubicBezTo>
                  <a:pt x="136250" y="5429613"/>
                  <a:pt x="0" y="5293363"/>
                  <a:pt x="0" y="5125289"/>
                </a:cubicBezTo>
                <a:lnTo>
                  <a:pt x="0" y="304324"/>
                </a:lnTo>
              </a:path>
            </a:pathLst>
          </a:custGeom>
          <a:noFill xmlns:a="http://schemas.openxmlformats.org/drawingml/2006/main"/>
          <a:ln xmlns:a="http://schemas.openxmlformats.org/drawingml/2006/main" w="18400">
            <a:solidFill>
              <a:srgbClr val="215F9A"/>
            </a:solidFill>
            <a:prstDash val="solid"/>
          </a:ln>
        </p:spPr>
      </p:sp>
      <p:sp>
        <p:nvSpPr>
          <p:cNvPr id="201" name="text-179 Evidence">
            <a:extLst xmlns:a="http://schemas.openxmlformats.org/drawingml/2006/main">
              <a:ext uri="{FF2B5EF4-FFF2-40B4-BE49-F238E27FC236}">
                <a16:creationId xmlns:a16="http://schemas.microsoft.com/office/drawing/2014/main" id="{604C5402-9BBF-4E1E-BBB7-6E75A9F5EBC2}"/>
              </a:ext>
            </a:extLst>
          </p:cNvPr>
          <p:cNvSpPr>
            <a:spLocks xmlns:a="http://schemas.openxmlformats.org/drawingml/2006/main" noGrp="1"/>
          </p:cNvSpPr>
          <p:nvPr/>
        </p:nvSpPr>
        <p:spPr>
          <a:xfrm xmlns:a="http://schemas.openxmlformats.org/drawingml/2006/main" rot="0">
            <a:off x="8791092" y="135025"/>
            <a:ext cx="1054181" cy="343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5" b="0" i="0">
                <a:solidFill>
                  <a:srgbClr val="000000"/>
                </a:solidFill>
                <a:latin typeface="Comic Sans MS"/>
                <a:ea typeface="Comic Sans MS"/>
                <a:cs typeface="Comic Sans MS"/>
              </a:defRPr>
            </a:defPPr>
            <a:lvl1pPr algn="l">
              <a:defRPr sz="1935" b="0" i="0">
                <a:solidFill>
                  <a:srgbClr val="000000"/>
                </a:solidFill>
                <a:latin typeface="Comic Sans MS"/>
                <a:ea typeface="Comic Sans MS"/>
                <a:cs typeface="Comic Sans MS"/>
              </a:defRPr>
            </a:lvl1pPr>
            <a:lvl2pPr algn="l">
              <a:defRPr sz="1935" b="0" i="0">
                <a:solidFill>
                  <a:srgbClr val="000000"/>
                </a:solidFill>
                <a:latin typeface="Comic Sans MS"/>
                <a:ea typeface="Comic Sans MS"/>
                <a:cs typeface="Comic Sans MS"/>
              </a:defRPr>
            </a:lvl2pPr>
            <a:lvl3pPr algn="l">
              <a:defRPr sz="1935" b="0" i="0">
                <a:solidFill>
                  <a:srgbClr val="000000"/>
                </a:solidFill>
                <a:latin typeface="Comic Sans MS"/>
                <a:ea typeface="Comic Sans MS"/>
                <a:cs typeface="Comic Sans MS"/>
              </a:defRPr>
            </a:lvl3pPr>
            <a:lvl4pPr algn="l">
              <a:defRPr sz="1935" b="0" i="0">
                <a:solidFill>
                  <a:srgbClr val="000000"/>
                </a:solidFill>
                <a:latin typeface="Comic Sans MS"/>
                <a:ea typeface="Comic Sans MS"/>
                <a:cs typeface="Comic Sans MS"/>
              </a:defRPr>
            </a:lvl4pPr>
            <a:lvl5pPr algn="l">
              <a:defRPr sz="1935" b="0" i="0">
                <a:solidFill>
                  <a:srgbClr val="000000"/>
                </a:solidFill>
                <a:latin typeface="Comic Sans MS"/>
                <a:ea typeface="Comic Sans MS"/>
                <a:cs typeface="Comic Sans MS"/>
              </a:defRPr>
            </a:lvl5pPr>
            <a:lvl6pPr algn="l">
              <a:defRPr sz="1935" b="0" i="0">
                <a:solidFill>
                  <a:srgbClr val="000000"/>
                </a:solidFill>
                <a:latin typeface="Comic Sans MS"/>
                <a:ea typeface="Comic Sans MS"/>
                <a:cs typeface="Comic Sans MS"/>
              </a:defRPr>
            </a:lvl6pPr>
            <a:lvl7pPr algn="l">
              <a:defRPr sz="1935" b="0" i="0">
                <a:solidFill>
                  <a:srgbClr val="000000"/>
                </a:solidFill>
                <a:latin typeface="Comic Sans MS"/>
                <a:ea typeface="Comic Sans MS"/>
                <a:cs typeface="Comic Sans MS"/>
              </a:defRPr>
            </a:lvl7pPr>
            <a:lvl8pPr algn="l">
              <a:defRPr sz="1935" b="0" i="0">
                <a:solidFill>
                  <a:srgbClr val="000000"/>
                </a:solidFill>
                <a:latin typeface="Comic Sans MS"/>
                <a:ea typeface="Comic Sans MS"/>
                <a:cs typeface="Comic Sans MS"/>
              </a:defRPr>
            </a:lvl8pPr>
            <a:lvl9pPr algn="l">
              <a:defRPr sz="1935" b="0" i="0">
                <a:solidFill>
                  <a:srgbClr val="000000"/>
                </a:solidFill>
                <a:latin typeface="Comic Sans MS"/>
                <a:ea typeface="Comic Sans MS"/>
                <a:cs typeface="Comic Sans MS"/>
              </a:defRPr>
            </a:lvl9pPr>
          </a:lstStyle>
          <a:p xmlns:a="http://schemas.openxmlformats.org/drawingml/2006/main">
            <a:pPr algn="l">
              <a:lnSpc>
                <a:spcPct val="100000"/>
              </a:lnSpc>
              <a:buNone/>
              <a:defRPr sz="1935" b="0" i="0">
                <a:solidFill>
                  <a:srgbClr val="000000"/>
                </a:solidFill>
                <a:latin typeface="Comic Sans MS"/>
                <a:ea typeface="Comic Sans MS"/>
                <a:cs typeface="Comic Sans MS"/>
              </a:defRPr>
            </a:pPr>
            <a:r>
              <a:rPr sz="1935" b="0" i="0">
                <a:solidFill>
                  <a:srgbClr val="000000"/>
                </a:solidFill>
                <a:latin typeface="Comic Sans MS"/>
                <a:ea typeface="Comic Sans MS"/>
                <a:cs typeface="Comic Sans MS"/>
              </a:rPr>
              <a:t>Evidence</a:t>
            </a:r>
          </a:p>
        </p:txBody>
      </p:sp>
      <p:sp>
        <p:nvSpPr>
          <p:cNvPr id="202" name="text-180 -">
            <a:extLst xmlns:a="http://schemas.openxmlformats.org/drawingml/2006/main">
              <a:ext uri="{FF2B5EF4-FFF2-40B4-BE49-F238E27FC236}">
                <a16:creationId xmlns:a16="http://schemas.microsoft.com/office/drawing/2014/main" id="{606E7C7A-BBA4-4255-A5A7-A5A744607FDC}"/>
              </a:ext>
            </a:extLst>
          </p:cNvPr>
          <p:cNvSpPr>
            <a:spLocks xmlns:a="http://schemas.openxmlformats.org/drawingml/2006/main" noGrp="1"/>
          </p:cNvSpPr>
          <p:nvPr/>
        </p:nvSpPr>
        <p:spPr>
          <a:xfrm xmlns:a="http://schemas.openxmlformats.org/drawingml/2006/main" rot="0">
            <a:off x="9801560" y="135222"/>
            <a:ext cx="146374" cy="343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3" b="0" i="0">
                <a:solidFill>
                  <a:srgbClr val="000000"/>
                </a:solidFill>
                <a:latin typeface="Comic Sans MS"/>
                <a:ea typeface="Comic Sans MS"/>
                <a:cs typeface="Comic Sans MS"/>
              </a:defRPr>
            </a:defPPr>
            <a:lvl1pPr algn="l">
              <a:defRPr sz="1933" b="0" i="0">
                <a:solidFill>
                  <a:srgbClr val="000000"/>
                </a:solidFill>
                <a:latin typeface="Comic Sans MS"/>
                <a:ea typeface="Comic Sans MS"/>
                <a:cs typeface="Comic Sans MS"/>
              </a:defRPr>
            </a:lvl1pPr>
            <a:lvl2pPr algn="l">
              <a:defRPr sz="1933" b="0" i="0">
                <a:solidFill>
                  <a:srgbClr val="000000"/>
                </a:solidFill>
                <a:latin typeface="Comic Sans MS"/>
                <a:ea typeface="Comic Sans MS"/>
                <a:cs typeface="Comic Sans MS"/>
              </a:defRPr>
            </a:lvl2pPr>
            <a:lvl3pPr algn="l">
              <a:defRPr sz="1933" b="0" i="0">
                <a:solidFill>
                  <a:srgbClr val="000000"/>
                </a:solidFill>
                <a:latin typeface="Comic Sans MS"/>
                <a:ea typeface="Comic Sans MS"/>
                <a:cs typeface="Comic Sans MS"/>
              </a:defRPr>
            </a:lvl3pPr>
            <a:lvl4pPr algn="l">
              <a:defRPr sz="1933" b="0" i="0">
                <a:solidFill>
                  <a:srgbClr val="000000"/>
                </a:solidFill>
                <a:latin typeface="Comic Sans MS"/>
                <a:ea typeface="Comic Sans MS"/>
                <a:cs typeface="Comic Sans MS"/>
              </a:defRPr>
            </a:lvl4pPr>
            <a:lvl5pPr algn="l">
              <a:defRPr sz="1933" b="0" i="0">
                <a:solidFill>
                  <a:srgbClr val="000000"/>
                </a:solidFill>
                <a:latin typeface="Comic Sans MS"/>
                <a:ea typeface="Comic Sans MS"/>
                <a:cs typeface="Comic Sans MS"/>
              </a:defRPr>
            </a:lvl5pPr>
            <a:lvl6pPr algn="l">
              <a:defRPr sz="1933" b="0" i="0">
                <a:solidFill>
                  <a:srgbClr val="000000"/>
                </a:solidFill>
                <a:latin typeface="Comic Sans MS"/>
                <a:ea typeface="Comic Sans MS"/>
                <a:cs typeface="Comic Sans MS"/>
              </a:defRPr>
            </a:lvl6pPr>
            <a:lvl7pPr algn="l">
              <a:defRPr sz="1933" b="0" i="0">
                <a:solidFill>
                  <a:srgbClr val="000000"/>
                </a:solidFill>
                <a:latin typeface="Comic Sans MS"/>
                <a:ea typeface="Comic Sans MS"/>
                <a:cs typeface="Comic Sans MS"/>
              </a:defRPr>
            </a:lvl7pPr>
            <a:lvl8pPr algn="l">
              <a:defRPr sz="1933" b="0" i="0">
                <a:solidFill>
                  <a:srgbClr val="000000"/>
                </a:solidFill>
                <a:latin typeface="Comic Sans MS"/>
                <a:ea typeface="Comic Sans MS"/>
                <a:cs typeface="Comic Sans MS"/>
              </a:defRPr>
            </a:lvl8pPr>
            <a:lvl9pPr algn="l">
              <a:defRPr sz="1933" b="0" i="0">
                <a:solidFill>
                  <a:srgbClr val="000000"/>
                </a:solidFill>
                <a:latin typeface="Comic Sans MS"/>
                <a:ea typeface="Comic Sans MS"/>
                <a:cs typeface="Comic Sans MS"/>
              </a:defRPr>
            </a:lvl9pPr>
          </a:lstStyle>
          <a:p xmlns:a="http://schemas.openxmlformats.org/drawingml/2006/main">
            <a:pPr algn="l">
              <a:lnSpc>
                <a:spcPct val="100000"/>
              </a:lnSpc>
              <a:buNone/>
              <a:defRPr sz="1933" b="0" i="0">
                <a:solidFill>
                  <a:srgbClr val="000000"/>
                </a:solidFill>
                <a:latin typeface="Comic Sans MS"/>
                <a:ea typeface="Comic Sans MS"/>
                <a:cs typeface="Comic Sans MS"/>
              </a:defRPr>
            </a:pPr>
            <a:r>
              <a:rPr sz="1933" b="0" i="0">
                <a:solidFill>
                  <a:srgbClr val="000000"/>
                </a:solidFill>
                <a:latin typeface="Comic Sans MS"/>
                <a:ea typeface="Comic Sans MS"/>
                <a:cs typeface="Comic Sans MS"/>
              </a:rPr>
              <a:t>-</a:t>
            </a:r>
          </a:p>
        </p:txBody>
      </p:sp>
      <p:sp>
        <p:nvSpPr>
          <p:cNvPr id="203" name="text-181 aware">
            <a:extLst xmlns:a="http://schemas.openxmlformats.org/drawingml/2006/main">
              <a:ext uri="{FF2B5EF4-FFF2-40B4-BE49-F238E27FC236}">
                <a16:creationId xmlns:a16="http://schemas.microsoft.com/office/drawing/2014/main" id="{63477AB5-9996-4D03-B418-9FEE4754464B}"/>
              </a:ext>
            </a:extLst>
          </p:cNvPr>
          <p:cNvSpPr>
            <a:spLocks xmlns:a="http://schemas.openxmlformats.org/drawingml/2006/main" noGrp="1"/>
          </p:cNvSpPr>
          <p:nvPr/>
        </p:nvSpPr>
        <p:spPr>
          <a:xfrm xmlns:a="http://schemas.openxmlformats.org/drawingml/2006/main" rot="0">
            <a:off x="9904293" y="135341"/>
            <a:ext cx="715367" cy="3435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2" b="0" i="0">
                <a:solidFill>
                  <a:srgbClr val="000000"/>
                </a:solidFill>
                <a:latin typeface="Comic Sans MS"/>
                <a:ea typeface="Comic Sans MS"/>
                <a:cs typeface="Comic Sans MS"/>
              </a:defRPr>
            </a:defPPr>
            <a:lvl1pPr algn="l">
              <a:defRPr sz="1932" b="0" i="0">
                <a:solidFill>
                  <a:srgbClr val="000000"/>
                </a:solidFill>
                <a:latin typeface="Comic Sans MS"/>
                <a:ea typeface="Comic Sans MS"/>
                <a:cs typeface="Comic Sans MS"/>
              </a:defRPr>
            </a:lvl1pPr>
            <a:lvl2pPr algn="l">
              <a:defRPr sz="1932" b="0" i="0">
                <a:solidFill>
                  <a:srgbClr val="000000"/>
                </a:solidFill>
                <a:latin typeface="Comic Sans MS"/>
                <a:ea typeface="Comic Sans MS"/>
                <a:cs typeface="Comic Sans MS"/>
              </a:defRPr>
            </a:lvl2pPr>
            <a:lvl3pPr algn="l">
              <a:defRPr sz="1932" b="0" i="0">
                <a:solidFill>
                  <a:srgbClr val="000000"/>
                </a:solidFill>
                <a:latin typeface="Comic Sans MS"/>
                <a:ea typeface="Comic Sans MS"/>
                <a:cs typeface="Comic Sans MS"/>
              </a:defRPr>
            </a:lvl3pPr>
            <a:lvl4pPr algn="l">
              <a:defRPr sz="1932" b="0" i="0">
                <a:solidFill>
                  <a:srgbClr val="000000"/>
                </a:solidFill>
                <a:latin typeface="Comic Sans MS"/>
                <a:ea typeface="Comic Sans MS"/>
                <a:cs typeface="Comic Sans MS"/>
              </a:defRPr>
            </a:lvl4pPr>
            <a:lvl5pPr algn="l">
              <a:defRPr sz="1932" b="0" i="0">
                <a:solidFill>
                  <a:srgbClr val="000000"/>
                </a:solidFill>
                <a:latin typeface="Comic Sans MS"/>
                <a:ea typeface="Comic Sans MS"/>
                <a:cs typeface="Comic Sans MS"/>
              </a:defRPr>
            </a:lvl5pPr>
            <a:lvl6pPr algn="l">
              <a:defRPr sz="1932" b="0" i="0">
                <a:solidFill>
                  <a:srgbClr val="000000"/>
                </a:solidFill>
                <a:latin typeface="Comic Sans MS"/>
                <a:ea typeface="Comic Sans MS"/>
                <a:cs typeface="Comic Sans MS"/>
              </a:defRPr>
            </a:lvl6pPr>
            <a:lvl7pPr algn="l">
              <a:defRPr sz="1932" b="0" i="0">
                <a:solidFill>
                  <a:srgbClr val="000000"/>
                </a:solidFill>
                <a:latin typeface="Comic Sans MS"/>
                <a:ea typeface="Comic Sans MS"/>
                <a:cs typeface="Comic Sans MS"/>
              </a:defRPr>
            </a:lvl7pPr>
            <a:lvl8pPr algn="l">
              <a:defRPr sz="1932" b="0" i="0">
                <a:solidFill>
                  <a:srgbClr val="000000"/>
                </a:solidFill>
                <a:latin typeface="Comic Sans MS"/>
                <a:ea typeface="Comic Sans MS"/>
                <a:cs typeface="Comic Sans MS"/>
              </a:defRPr>
            </a:lvl8pPr>
            <a:lvl9pPr algn="l">
              <a:defRPr sz="1932" b="0" i="0">
                <a:solidFill>
                  <a:srgbClr val="000000"/>
                </a:solidFill>
                <a:latin typeface="Comic Sans MS"/>
                <a:ea typeface="Comic Sans MS"/>
                <a:cs typeface="Comic Sans MS"/>
              </a:defRPr>
            </a:lvl9pPr>
          </a:lstStyle>
          <a:p xmlns:a="http://schemas.openxmlformats.org/drawingml/2006/main">
            <a:pPr algn="l">
              <a:lnSpc>
                <a:spcPct val="100000"/>
              </a:lnSpc>
              <a:buNone/>
              <a:defRPr sz="1932" b="0" i="0">
                <a:solidFill>
                  <a:srgbClr val="000000"/>
                </a:solidFill>
                <a:latin typeface="Comic Sans MS"/>
                <a:ea typeface="Comic Sans MS"/>
                <a:cs typeface="Comic Sans MS"/>
              </a:defRPr>
            </a:pPr>
            <a:r>
              <a:rPr sz="1932" b="0" i="0">
                <a:solidFill>
                  <a:srgbClr val="000000"/>
                </a:solidFill>
                <a:latin typeface="Comic Sans MS"/>
                <a:ea typeface="Comic Sans MS"/>
                <a:cs typeface="Comic Sans MS"/>
              </a:rPr>
              <a:t>aware</a:t>
            </a:r>
          </a:p>
        </p:txBody>
      </p:sp>
      <p:sp>
        <p:nvSpPr>
          <p:cNvPr id="204" name="text-182 Visual">
            <a:extLst xmlns:a="http://schemas.openxmlformats.org/drawingml/2006/main">
              <a:ext uri="{FF2B5EF4-FFF2-40B4-BE49-F238E27FC236}">
                <a16:creationId xmlns:a16="http://schemas.microsoft.com/office/drawing/2014/main" id="{DC8ECE19-B495-4743-8150-24402977608E}"/>
              </a:ext>
            </a:extLst>
          </p:cNvPr>
          <p:cNvSpPr>
            <a:spLocks xmlns:a="http://schemas.openxmlformats.org/drawingml/2006/main" noGrp="1"/>
          </p:cNvSpPr>
          <p:nvPr/>
        </p:nvSpPr>
        <p:spPr>
          <a:xfrm xmlns:a="http://schemas.openxmlformats.org/drawingml/2006/main" rot="0">
            <a:off x="10649494" y="135217"/>
            <a:ext cx="712487" cy="343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3" b="0" i="0">
                <a:solidFill>
                  <a:srgbClr val="000000"/>
                </a:solidFill>
                <a:latin typeface="Comic Sans MS"/>
                <a:ea typeface="Comic Sans MS"/>
                <a:cs typeface="Comic Sans MS"/>
              </a:defRPr>
            </a:defPPr>
            <a:lvl1pPr algn="l">
              <a:defRPr sz="1933" b="0" i="0">
                <a:solidFill>
                  <a:srgbClr val="000000"/>
                </a:solidFill>
                <a:latin typeface="Comic Sans MS"/>
                <a:ea typeface="Comic Sans MS"/>
                <a:cs typeface="Comic Sans MS"/>
              </a:defRPr>
            </a:lvl1pPr>
            <a:lvl2pPr algn="l">
              <a:defRPr sz="1933" b="0" i="0">
                <a:solidFill>
                  <a:srgbClr val="000000"/>
                </a:solidFill>
                <a:latin typeface="Comic Sans MS"/>
                <a:ea typeface="Comic Sans MS"/>
                <a:cs typeface="Comic Sans MS"/>
              </a:defRPr>
            </a:lvl2pPr>
            <a:lvl3pPr algn="l">
              <a:defRPr sz="1933" b="0" i="0">
                <a:solidFill>
                  <a:srgbClr val="000000"/>
                </a:solidFill>
                <a:latin typeface="Comic Sans MS"/>
                <a:ea typeface="Comic Sans MS"/>
                <a:cs typeface="Comic Sans MS"/>
              </a:defRPr>
            </a:lvl3pPr>
            <a:lvl4pPr algn="l">
              <a:defRPr sz="1933" b="0" i="0">
                <a:solidFill>
                  <a:srgbClr val="000000"/>
                </a:solidFill>
                <a:latin typeface="Comic Sans MS"/>
                <a:ea typeface="Comic Sans MS"/>
                <a:cs typeface="Comic Sans MS"/>
              </a:defRPr>
            </a:lvl4pPr>
            <a:lvl5pPr algn="l">
              <a:defRPr sz="1933" b="0" i="0">
                <a:solidFill>
                  <a:srgbClr val="000000"/>
                </a:solidFill>
                <a:latin typeface="Comic Sans MS"/>
                <a:ea typeface="Comic Sans MS"/>
                <a:cs typeface="Comic Sans MS"/>
              </a:defRPr>
            </a:lvl5pPr>
            <a:lvl6pPr algn="l">
              <a:defRPr sz="1933" b="0" i="0">
                <a:solidFill>
                  <a:srgbClr val="000000"/>
                </a:solidFill>
                <a:latin typeface="Comic Sans MS"/>
                <a:ea typeface="Comic Sans MS"/>
                <a:cs typeface="Comic Sans MS"/>
              </a:defRPr>
            </a:lvl6pPr>
            <a:lvl7pPr algn="l">
              <a:defRPr sz="1933" b="0" i="0">
                <a:solidFill>
                  <a:srgbClr val="000000"/>
                </a:solidFill>
                <a:latin typeface="Comic Sans MS"/>
                <a:ea typeface="Comic Sans MS"/>
                <a:cs typeface="Comic Sans MS"/>
              </a:defRPr>
            </a:lvl7pPr>
            <a:lvl8pPr algn="l">
              <a:defRPr sz="1933" b="0" i="0">
                <a:solidFill>
                  <a:srgbClr val="000000"/>
                </a:solidFill>
                <a:latin typeface="Comic Sans MS"/>
                <a:ea typeface="Comic Sans MS"/>
                <a:cs typeface="Comic Sans MS"/>
              </a:defRPr>
            </a:lvl8pPr>
            <a:lvl9pPr algn="l">
              <a:defRPr sz="1933" b="0" i="0">
                <a:solidFill>
                  <a:srgbClr val="000000"/>
                </a:solidFill>
                <a:latin typeface="Comic Sans MS"/>
                <a:ea typeface="Comic Sans MS"/>
                <a:cs typeface="Comic Sans MS"/>
              </a:defRPr>
            </a:lvl9pPr>
          </a:lstStyle>
          <a:p xmlns:a="http://schemas.openxmlformats.org/drawingml/2006/main">
            <a:pPr algn="l">
              <a:lnSpc>
                <a:spcPct val="100000"/>
              </a:lnSpc>
              <a:buNone/>
              <a:defRPr sz="1933" b="0" i="0">
                <a:solidFill>
                  <a:srgbClr val="000000"/>
                </a:solidFill>
                <a:latin typeface="Comic Sans MS"/>
                <a:ea typeface="Comic Sans MS"/>
                <a:cs typeface="Comic Sans MS"/>
              </a:defRPr>
            </a:pPr>
            <a:r>
              <a:rPr sz="1933" b="0" i="0">
                <a:solidFill>
                  <a:srgbClr val="000000"/>
                </a:solidFill>
                <a:latin typeface="Comic Sans MS"/>
                <a:ea typeface="Comic Sans MS"/>
                <a:cs typeface="Comic Sans MS"/>
              </a:rPr>
              <a:t>Visual</a:t>
            </a:r>
          </a:p>
        </p:txBody>
      </p:sp>
      <p:sp>
        <p:nvSpPr>
          <p:cNvPr id="205" name="text-183 -">
            <a:extLst xmlns:a="http://schemas.openxmlformats.org/drawingml/2006/main">
              <a:ext uri="{FF2B5EF4-FFF2-40B4-BE49-F238E27FC236}">
                <a16:creationId xmlns:a16="http://schemas.microsoft.com/office/drawing/2014/main" id="{26228754-BCAB-4CFF-9B25-5EC7AF94A9C5}"/>
              </a:ext>
            </a:extLst>
          </p:cNvPr>
          <p:cNvSpPr>
            <a:spLocks xmlns:a="http://schemas.openxmlformats.org/drawingml/2006/main" noGrp="1"/>
          </p:cNvSpPr>
          <p:nvPr/>
        </p:nvSpPr>
        <p:spPr>
          <a:xfrm xmlns:a="http://schemas.openxmlformats.org/drawingml/2006/main" rot="0">
            <a:off x="11318028" y="135222"/>
            <a:ext cx="146374" cy="343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3" b="0" i="0">
                <a:solidFill>
                  <a:srgbClr val="000000"/>
                </a:solidFill>
                <a:latin typeface="Comic Sans MS"/>
                <a:ea typeface="Comic Sans MS"/>
                <a:cs typeface="Comic Sans MS"/>
              </a:defRPr>
            </a:defPPr>
            <a:lvl1pPr algn="l">
              <a:defRPr sz="1933" b="0" i="0">
                <a:solidFill>
                  <a:srgbClr val="000000"/>
                </a:solidFill>
                <a:latin typeface="Comic Sans MS"/>
                <a:ea typeface="Comic Sans MS"/>
                <a:cs typeface="Comic Sans MS"/>
              </a:defRPr>
            </a:lvl1pPr>
            <a:lvl2pPr algn="l">
              <a:defRPr sz="1933" b="0" i="0">
                <a:solidFill>
                  <a:srgbClr val="000000"/>
                </a:solidFill>
                <a:latin typeface="Comic Sans MS"/>
                <a:ea typeface="Comic Sans MS"/>
                <a:cs typeface="Comic Sans MS"/>
              </a:defRPr>
            </a:lvl2pPr>
            <a:lvl3pPr algn="l">
              <a:defRPr sz="1933" b="0" i="0">
                <a:solidFill>
                  <a:srgbClr val="000000"/>
                </a:solidFill>
                <a:latin typeface="Comic Sans MS"/>
                <a:ea typeface="Comic Sans MS"/>
                <a:cs typeface="Comic Sans MS"/>
              </a:defRPr>
            </a:lvl3pPr>
            <a:lvl4pPr algn="l">
              <a:defRPr sz="1933" b="0" i="0">
                <a:solidFill>
                  <a:srgbClr val="000000"/>
                </a:solidFill>
                <a:latin typeface="Comic Sans MS"/>
                <a:ea typeface="Comic Sans MS"/>
                <a:cs typeface="Comic Sans MS"/>
              </a:defRPr>
            </a:lvl4pPr>
            <a:lvl5pPr algn="l">
              <a:defRPr sz="1933" b="0" i="0">
                <a:solidFill>
                  <a:srgbClr val="000000"/>
                </a:solidFill>
                <a:latin typeface="Comic Sans MS"/>
                <a:ea typeface="Comic Sans MS"/>
                <a:cs typeface="Comic Sans MS"/>
              </a:defRPr>
            </a:lvl5pPr>
            <a:lvl6pPr algn="l">
              <a:defRPr sz="1933" b="0" i="0">
                <a:solidFill>
                  <a:srgbClr val="000000"/>
                </a:solidFill>
                <a:latin typeface="Comic Sans MS"/>
                <a:ea typeface="Comic Sans MS"/>
                <a:cs typeface="Comic Sans MS"/>
              </a:defRPr>
            </a:lvl6pPr>
            <a:lvl7pPr algn="l">
              <a:defRPr sz="1933" b="0" i="0">
                <a:solidFill>
                  <a:srgbClr val="000000"/>
                </a:solidFill>
                <a:latin typeface="Comic Sans MS"/>
                <a:ea typeface="Comic Sans MS"/>
                <a:cs typeface="Comic Sans MS"/>
              </a:defRPr>
            </a:lvl7pPr>
            <a:lvl8pPr algn="l">
              <a:defRPr sz="1933" b="0" i="0">
                <a:solidFill>
                  <a:srgbClr val="000000"/>
                </a:solidFill>
                <a:latin typeface="Comic Sans MS"/>
                <a:ea typeface="Comic Sans MS"/>
                <a:cs typeface="Comic Sans MS"/>
              </a:defRPr>
            </a:lvl8pPr>
            <a:lvl9pPr algn="l">
              <a:defRPr sz="1933" b="0" i="0">
                <a:solidFill>
                  <a:srgbClr val="000000"/>
                </a:solidFill>
                <a:latin typeface="Comic Sans MS"/>
                <a:ea typeface="Comic Sans MS"/>
                <a:cs typeface="Comic Sans MS"/>
              </a:defRPr>
            </a:lvl9pPr>
          </a:lstStyle>
          <a:p xmlns:a="http://schemas.openxmlformats.org/drawingml/2006/main">
            <a:pPr algn="l">
              <a:lnSpc>
                <a:spcPct val="100000"/>
              </a:lnSpc>
              <a:buNone/>
              <a:defRPr sz="1933" b="0" i="0">
                <a:solidFill>
                  <a:srgbClr val="000000"/>
                </a:solidFill>
                <a:latin typeface="Comic Sans MS"/>
                <a:ea typeface="Comic Sans MS"/>
                <a:cs typeface="Comic Sans MS"/>
              </a:defRPr>
            </a:pPr>
            <a:r>
              <a:rPr sz="1933" b="0" i="0">
                <a:solidFill>
                  <a:srgbClr val="000000"/>
                </a:solidFill>
                <a:latin typeface="Comic Sans MS"/>
                <a:ea typeface="Comic Sans MS"/>
                <a:cs typeface="Comic Sans MS"/>
              </a:rPr>
              <a:t>-</a:t>
            </a:r>
          </a:p>
        </p:txBody>
      </p:sp>
      <p:sp>
        <p:nvSpPr>
          <p:cNvPr id="206" name="text-184 Grounded">
            <a:extLst xmlns:a="http://schemas.openxmlformats.org/drawingml/2006/main">
              <a:ext uri="{FF2B5EF4-FFF2-40B4-BE49-F238E27FC236}">
                <a16:creationId xmlns:a16="http://schemas.microsoft.com/office/drawing/2014/main" id="{BF4E592D-1628-4CA9-A8E3-6EE60A25B2FE}"/>
              </a:ext>
            </a:extLst>
          </p:cNvPr>
          <p:cNvSpPr>
            <a:spLocks xmlns:a="http://schemas.openxmlformats.org/drawingml/2006/main" noGrp="1"/>
          </p:cNvSpPr>
          <p:nvPr/>
        </p:nvSpPr>
        <p:spPr>
          <a:xfrm xmlns:a="http://schemas.openxmlformats.org/drawingml/2006/main" rot="0">
            <a:off x="11420761" y="135089"/>
            <a:ext cx="1137546" cy="343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4" b="0" i="0">
                <a:solidFill>
                  <a:srgbClr val="000000"/>
                </a:solidFill>
                <a:latin typeface="Comic Sans MS"/>
                <a:ea typeface="Comic Sans MS"/>
                <a:cs typeface="Comic Sans MS"/>
              </a:defRPr>
            </a:defPPr>
            <a:lvl1pPr algn="l">
              <a:defRPr sz="1934" b="0" i="0">
                <a:solidFill>
                  <a:srgbClr val="000000"/>
                </a:solidFill>
                <a:latin typeface="Comic Sans MS"/>
                <a:ea typeface="Comic Sans MS"/>
                <a:cs typeface="Comic Sans MS"/>
              </a:defRPr>
            </a:lvl1pPr>
            <a:lvl2pPr algn="l">
              <a:defRPr sz="1934" b="0" i="0">
                <a:solidFill>
                  <a:srgbClr val="000000"/>
                </a:solidFill>
                <a:latin typeface="Comic Sans MS"/>
                <a:ea typeface="Comic Sans MS"/>
                <a:cs typeface="Comic Sans MS"/>
              </a:defRPr>
            </a:lvl2pPr>
            <a:lvl3pPr algn="l">
              <a:defRPr sz="1934" b="0" i="0">
                <a:solidFill>
                  <a:srgbClr val="000000"/>
                </a:solidFill>
                <a:latin typeface="Comic Sans MS"/>
                <a:ea typeface="Comic Sans MS"/>
                <a:cs typeface="Comic Sans MS"/>
              </a:defRPr>
            </a:lvl3pPr>
            <a:lvl4pPr algn="l">
              <a:defRPr sz="1934" b="0" i="0">
                <a:solidFill>
                  <a:srgbClr val="000000"/>
                </a:solidFill>
                <a:latin typeface="Comic Sans MS"/>
                <a:ea typeface="Comic Sans MS"/>
                <a:cs typeface="Comic Sans MS"/>
              </a:defRPr>
            </a:lvl4pPr>
            <a:lvl5pPr algn="l">
              <a:defRPr sz="1934" b="0" i="0">
                <a:solidFill>
                  <a:srgbClr val="000000"/>
                </a:solidFill>
                <a:latin typeface="Comic Sans MS"/>
                <a:ea typeface="Comic Sans MS"/>
                <a:cs typeface="Comic Sans MS"/>
              </a:defRPr>
            </a:lvl5pPr>
            <a:lvl6pPr algn="l">
              <a:defRPr sz="1934" b="0" i="0">
                <a:solidFill>
                  <a:srgbClr val="000000"/>
                </a:solidFill>
                <a:latin typeface="Comic Sans MS"/>
                <a:ea typeface="Comic Sans MS"/>
                <a:cs typeface="Comic Sans MS"/>
              </a:defRPr>
            </a:lvl6pPr>
            <a:lvl7pPr algn="l">
              <a:defRPr sz="1934" b="0" i="0">
                <a:solidFill>
                  <a:srgbClr val="000000"/>
                </a:solidFill>
                <a:latin typeface="Comic Sans MS"/>
                <a:ea typeface="Comic Sans MS"/>
                <a:cs typeface="Comic Sans MS"/>
              </a:defRPr>
            </a:lvl7pPr>
            <a:lvl8pPr algn="l">
              <a:defRPr sz="1934" b="0" i="0">
                <a:solidFill>
                  <a:srgbClr val="000000"/>
                </a:solidFill>
                <a:latin typeface="Comic Sans MS"/>
                <a:ea typeface="Comic Sans MS"/>
                <a:cs typeface="Comic Sans MS"/>
              </a:defRPr>
            </a:lvl8pPr>
            <a:lvl9pPr algn="l">
              <a:defRPr sz="1934" b="0" i="0">
                <a:solidFill>
                  <a:srgbClr val="000000"/>
                </a:solidFill>
                <a:latin typeface="Comic Sans MS"/>
                <a:ea typeface="Comic Sans MS"/>
                <a:cs typeface="Comic Sans MS"/>
              </a:defRPr>
            </a:lvl9pPr>
          </a:lstStyle>
          <a:p xmlns:a="http://schemas.openxmlformats.org/drawingml/2006/main">
            <a:pPr algn="l">
              <a:lnSpc>
                <a:spcPct val="100000"/>
              </a:lnSpc>
              <a:buNone/>
              <a:defRPr sz="1934" b="0" i="0">
                <a:solidFill>
                  <a:srgbClr val="000000"/>
                </a:solidFill>
                <a:latin typeface="Comic Sans MS"/>
                <a:ea typeface="Comic Sans MS"/>
                <a:cs typeface="Comic Sans MS"/>
              </a:defRPr>
            </a:pPr>
            <a:r>
              <a:rPr sz="1934" b="0" i="0">
                <a:solidFill>
                  <a:srgbClr val="000000"/>
                </a:solidFill>
                <a:latin typeface="Comic Sans MS"/>
                <a:ea typeface="Comic Sans MS"/>
                <a:cs typeface="Comic Sans MS"/>
              </a:rPr>
              <a:t>Grounded</a:t>
            </a:r>
          </a:p>
        </p:txBody>
      </p:sp>
      <p:sp>
        <p:nvSpPr>
          <p:cNvPr id="207" name="text-185 Rubric">
            <a:extLst xmlns:a="http://schemas.openxmlformats.org/drawingml/2006/main">
              <a:ext uri="{FF2B5EF4-FFF2-40B4-BE49-F238E27FC236}">
                <a16:creationId xmlns:a16="http://schemas.microsoft.com/office/drawing/2014/main" id="{4A00679A-5891-4922-B919-265105DB9350}"/>
              </a:ext>
            </a:extLst>
          </p:cNvPr>
          <p:cNvSpPr>
            <a:spLocks xmlns:a="http://schemas.openxmlformats.org/drawingml/2006/main" noGrp="1"/>
          </p:cNvSpPr>
          <p:nvPr/>
        </p:nvSpPr>
        <p:spPr>
          <a:xfrm xmlns:a="http://schemas.openxmlformats.org/drawingml/2006/main" rot="0">
            <a:off x="12587628" y="135070"/>
            <a:ext cx="784924" cy="343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4" b="0" i="0">
                <a:solidFill>
                  <a:srgbClr val="000000"/>
                </a:solidFill>
                <a:latin typeface="Comic Sans MS"/>
                <a:ea typeface="Comic Sans MS"/>
                <a:cs typeface="Comic Sans MS"/>
              </a:defRPr>
            </a:defPPr>
            <a:lvl1pPr algn="l">
              <a:defRPr sz="1934" b="0" i="0">
                <a:solidFill>
                  <a:srgbClr val="000000"/>
                </a:solidFill>
                <a:latin typeface="Comic Sans MS"/>
                <a:ea typeface="Comic Sans MS"/>
                <a:cs typeface="Comic Sans MS"/>
              </a:defRPr>
            </a:lvl1pPr>
            <a:lvl2pPr algn="l">
              <a:defRPr sz="1934" b="0" i="0">
                <a:solidFill>
                  <a:srgbClr val="000000"/>
                </a:solidFill>
                <a:latin typeface="Comic Sans MS"/>
                <a:ea typeface="Comic Sans MS"/>
                <a:cs typeface="Comic Sans MS"/>
              </a:defRPr>
            </a:lvl2pPr>
            <a:lvl3pPr algn="l">
              <a:defRPr sz="1934" b="0" i="0">
                <a:solidFill>
                  <a:srgbClr val="000000"/>
                </a:solidFill>
                <a:latin typeface="Comic Sans MS"/>
                <a:ea typeface="Comic Sans MS"/>
                <a:cs typeface="Comic Sans MS"/>
              </a:defRPr>
            </a:lvl3pPr>
            <a:lvl4pPr algn="l">
              <a:defRPr sz="1934" b="0" i="0">
                <a:solidFill>
                  <a:srgbClr val="000000"/>
                </a:solidFill>
                <a:latin typeface="Comic Sans MS"/>
                <a:ea typeface="Comic Sans MS"/>
                <a:cs typeface="Comic Sans MS"/>
              </a:defRPr>
            </a:lvl4pPr>
            <a:lvl5pPr algn="l">
              <a:defRPr sz="1934" b="0" i="0">
                <a:solidFill>
                  <a:srgbClr val="000000"/>
                </a:solidFill>
                <a:latin typeface="Comic Sans MS"/>
                <a:ea typeface="Comic Sans MS"/>
                <a:cs typeface="Comic Sans MS"/>
              </a:defRPr>
            </a:lvl5pPr>
            <a:lvl6pPr algn="l">
              <a:defRPr sz="1934" b="0" i="0">
                <a:solidFill>
                  <a:srgbClr val="000000"/>
                </a:solidFill>
                <a:latin typeface="Comic Sans MS"/>
                <a:ea typeface="Comic Sans MS"/>
                <a:cs typeface="Comic Sans MS"/>
              </a:defRPr>
            </a:lvl6pPr>
            <a:lvl7pPr algn="l">
              <a:defRPr sz="1934" b="0" i="0">
                <a:solidFill>
                  <a:srgbClr val="000000"/>
                </a:solidFill>
                <a:latin typeface="Comic Sans MS"/>
                <a:ea typeface="Comic Sans MS"/>
                <a:cs typeface="Comic Sans MS"/>
              </a:defRPr>
            </a:lvl7pPr>
            <a:lvl8pPr algn="l">
              <a:defRPr sz="1934" b="0" i="0">
                <a:solidFill>
                  <a:srgbClr val="000000"/>
                </a:solidFill>
                <a:latin typeface="Comic Sans MS"/>
                <a:ea typeface="Comic Sans MS"/>
                <a:cs typeface="Comic Sans MS"/>
              </a:defRPr>
            </a:lvl8pPr>
            <a:lvl9pPr algn="l">
              <a:defRPr sz="1934" b="0" i="0">
                <a:solidFill>
                  <a:srgbClr val="000000"/>
                </a:solidFill>
                <a:latin typeface="Comic Sans MS"/>
                <a:ea typeface="Comic Sans MS"/>
                <a:cs typeface="Comic Sans MS"/>
              </a:defRPr>
            </a:lvl9pPr>
          </a:lstStyle>
          <a:p xmlns:a="http://schemas.openxmlformats.org/drawingml/2006/main">
            <a:pPr algn="l">
              <a:lnSpc>
                <a:spcPct val="100000"/>
              </a:lnSpc>
              <a:buNone/>
              <a:defRPr sz="1934" b="0" i="0">
                <a:solidFill>
                  <a:srgbClr val="000000"/>
                </a:solidFill>
                <a:latin typeface="Comic Sans MS"/>
                <a:ea typeface="Comic Sans MS"/>
                <a:cs typeface="Comic Sans MS"/>
              </a:defRPr>
            </a:pPr>
            <a:r>
              <a:rPr sz="1934" b="0" i="0">
                <a:solidFill>
                  <a:srgbClr val="000000"/>
                </a:solidFill>
                <a:latin typeface="Comic Sans MS"/>
                <a:ea typeface="Comic Sans MS"/>
                <a:cs typeface="Comic Sans MS"/>
              </a:rPr>
              <a:t>Rubric</a:t>
            </a:r>
          </a:p>
        </p:txBody>
      </p:sp>
      <p:sp>
        <p:nvSpPr>
          <p:cNvPr id="208" name="text-186 reward">
            <a:extLst xmlns:a="http://schemas.openxmlformats.org/drawingml/2006/main">
              <a:ext uri="{FF2B5EF4-FFF2-40B4-BE49-F238E27FC236}">
                <a16:creationId xmlns:a16="http://schemas.microsoft.com/office/drawing/2014/main" id="{F1BFE3DF-3D66-44D7-8A3E-CEC6F8F8017E}"/>
              </a:ext>
            </a:extLst>
          </p:cNvPr>
          <p:cNvSpPr>
            <a:spLocks xmlns:a="http://schemas.openxmlformats.org/drawingml/2006/main" noGrp="1"/>
          </p:cNvSpPr>
          <p:nvPr/>
        </p:nvSpPr>
        <p:spPr>
          <a:xfrm xmlns:a="http://schemas.openxmlformats.org/drawingml/2006/main" rot="0">
            <a:off x="13401828" y="135233"/>
            <a:ext cx="852172" cy="34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33" b="0" i="0">
                <a:solidFill>
                  <a:srgbClr val="000000"/>
                </a:solidFill>
                <a:latin typeface="Comic Sans MS"/>
                <a:ea typeface="Comic Sans MS"/>
                <a:cs typeface="Comic Sans MS"/>
              </a:defRPr>
            </a:defPPr>
            <a:lvl1pPr algn="l">
              <a:defRPr sz="1933" b="0" i="0">
                <a:solidFill>
                  <a:srgbClr val="000000"/>
                </a:solidFill>
                <a:latin typeface="Comic Sans MS"/>
                <a:ea typeface="Comic Sans MS"/>
                <a:cs typeface="Comic Sans MS"/>
              </a:defRPr>
            </a:lvl1pPr>
            <a:lvl2pPr algn="l">
              <a:defRPr sz="1933" b="0" i="0">
                <a:solidFill>
                  <a:srgbClr val="000000"/>
                </a:solidFill>
                <a:latin typeface="Comic Sans MS"/>
                <a:ea typeface="Comic Sans MS"/>
                <a:cs typeface="Comic Sans MS"/>
              </a:defRPr>
            </a:lvl2pPr>
            <a:lvl3pPr algn="l">
              <a:defRPr sz="1933" b="0" i="0">
                <a:solidFill>
                  <a:srgbClr val="000000"/>
                </a:solidFill>
                <a:latin typeface="Comic Sans MS"/>
                <a:ea typeface="Comic Sans MS"/>
                <a:cs typeface="Comic Sans MS"/>
              </a:defRPr>
            </a:lvl3pPr>
            <a:lvl4pPr algn="l">
              <a:defRPr sz="1933" b="0" i="0">
                <a:solidFill>
                  <a:srgbClr val="000000"/>
                </a:solidFill>
                <a:latin typeface="Comic Sans MS"/>
                <a:ea typeface="Comic Sans MS"/>
                <a:cs typeface="Comic Sans MS"/>
              </a:defRPr>
            </a:lvl4pPr>
            <a:lvl5pPr algn="l">
              <a:defRPr sz="1933" b="0" i="0">
                <a:solidFill>
                  <a:srgbClr val="000000"/>
                </a:solidFill>
                <a:latin typeface="Comic Sans MS"/>
                <a:ea typeface="Comic Sans MS"/>
                <a:cs typeface="Comic Sans MS"/>
              </a:defRPr>
            </a:lvl5pPr>
            <a:lvl6pPr algn="l">
              <a:defRPr sz="1933" b="0" i="0">
                <a:solidFill>
                  <a:srgbClr val="000000"/>
                </a:solidFill>
                <a:latin typeface="Comic Sans MS"/>
                <a:ea typeface="Comic Sans MS"/>
                <a:cs typeface="Comic Sans MS"/>
              </a:defRPr>
            </a:lvl6pPr>
            <a:lvl7pPr algn="l">
              <a:defRPr sz="1933" b="0" i="0">
                <a:solidFill>
                  <a:srgbClr val="000000"/>
                </a:solidFill>
                <a:latin typeface="Comic Sans MS"/>
                <a:ea typeface="Comic Sans MS"/>
                <a:cs typeface="Comic Sans MS"/>
              </a:defRPr>
            </a:lvl7pPr>
            <a:lvl8pPr algn="l">
              <a:defRPr sz="1933" b="0" i="0">
                <a:solidFill>
                  <a:srgbClr val="000000"/>
                </a:solidFill>
                <a:latin typeface="Comic Sans MS"/>
                <a:ea typeface="Comic Sans MS"/>
                <a:cs typeface="Comic Sans MS"/>
              </a:defRPr>
            </a:lvl8pPr>
            <a:lvl9pPr algn="l">
              <a:defRPr sz="1933" b="0" i="0">
                <a:solidFill>
                  <a:srgbClr val="000000"/>
                </a:solidFill>
                <a:latin typeface="Comic Sans MS"/>
                <a:ea typeface="Comic Sans MS"/>
                <a:cs typeface="Comic Sans MS"/>
              </a:defRPr>
            </a:lvl9pPr>
          </a:lstStyle>
          <a:p xmlns:a="http://schemas.openxmlformats.org/drawingml/2006/main">
            <a:pPr algn="l">
              <a:lnSpc>
                <a:spcPct val="100000"/>
              </a:lnSpc>
              <a:buNone/>
              <a:defRPr sz="1933" b="0" i="0">
                <a:solidFill>
                  <a:srgbClr val="000000"/>
                </a:solidFill>
                <a:latin typeface="Comic Sans MS"/>
                <a:ea typeface="Comic Sans MS"/>
                <a:cs typeface="Comic Sans MS"/>
              </a:defRPr>
            </a:pPr>
            <a:r>
              <a:rPr sz="1933" b="0" i="0">
                <a:solidFill>
                  <a:srgbClr val="000000"/>
                </a:solidFill>
                <a:latin typeface="Comic Sans MS"/>
                <a:ea typeface="Comic Sans MS"/>
                <a:cs typeface="Comic Sans MS"/>
              </a:rPr>
              <a:t>reward</a:t>
            </a:r>
          </a:p>
        </p:txBody>
      </p:sp>
      <p:sp>
        <p:nvSpPr>
          <p:cNvPr id="209" name="path-187">
            <a:extLst xmlns:a="http://schemas.openxmlformats.org/drawingml/2006/main">
              <a:ext uri="{FF2B5EF4-FFF2-40B4-BE49-F238E27FC236}">
                <a16:creationId xmlns:a16="http://schemas.microsoft.com/office/drawing/2014/main" id="{A829896B-3CF4-4AB9-99D9-054C46828EF9}"/>
              </a:ext>
            </a:extLst>
          </p:cNvPr>
          <p:cNvSpPr>
            <a:spLocks xmlns:a="http://schemas.openxmlformats.org/drawingml/2006/main" noGrp="1"/>
          </p:cNvSpPr>
          <p:nvPr/>
        </p:nvSpPr>
        <p:spPr>
          <a:xfrm xmlns:a="http://schemas.openxmlformats.org/drawingml/2006/main">
            <a:off x="6188855" y="498400"/>
            <a:ext cx="5285015" cy="2956945"/>
          </a:xfrm>
          <a:custGeom xmlns:a="http://schemas.openxmlformats.org/drawingml/2006/main">
            <a:pathLst>
              <a:path w="5285015" h="2956945">
                <a:moveTo>
                  <a:pt x="0" y="388071"/>
                </a:moveTo>
                <a:cubicBezTo>
                  <a:pt x="0" y="173745"/>
                  <a:pt x="173745" y="0"/>
                  <a:pt x="388070" y="0"/>
                </a:cubicBezTo>
                <a:lnTo>
                  <a:pt x="4896944" y="0"/>
                </a:lnTo>
                <a:cubicBezTo>
                  <a:pt x="5111269" y="0"/>
                  <a:pt x="5285015" y="173745"/>
                  <a:pt x="5285015" y="388071"/>
                </a:cubicBezTo>
                <a:lnTo>
                  <a:pt x="5285015" y="2568875"/>
                </a:lnTo>
                <a:cubicBezTo>
                  <a:pt x="5285015" y="2783200"/>
                  <a:pt x="5111269" y="2956945"/>
                  <a:pt x="4896944" y="2956945"/>
                </a:cubicBezTo>
                <a:lnTo>
                  <a:pt x="388070" y="2956945"/>
                </a:lnTo>
                <a:cubicBezTo>
                  <a:pt x="173745" y="2956945"/>
                  <a:pt x="0" y="2783200"/>
                  <a:pt x="0" y="2568875"/>
                </a:cubicBezTo>
                <a:lnTo>
                  <a:pt x="0" y="388071"/>
                </a:lnTo>
              </a:path>
            </a:pathLst>
          </a:custGeom>
          <a:noFill xmlns:a="http://schemas.openxmlformats.org/drawingml/2006/main"/>
          <a:ln xmlns:a="http://schemas.openxmlformats.org/drawingml/2006/main" w="13800">
            <a:solidFill>
              <a:srgbClr val="3B7D23"/>
            </a:solidFill>
            <a:prstDash val="solid"/>
          </a:ln>
        </p:spPr>
      </p:sp>
      <p:sp>
        <p:nvSpPr>
          <p:cNvPr id="210" name="path-188">
            <a:extLst xmlns:a="http://schemas.openxmlformats.org/drawingml/2006/main">
              <a:ext uri="{FF2B5EF4-FFF2-40B4-BE49-F238E27FC236}">
                <a16:creationId xmlns:a16="http://schemas.microsoft.com/office/drawing/2014/main" id="{8F68B9BB-BD86-4654-9FA8-1FBD3D0C8753}"/>
              </a:ext>
            </a:extLst>
          </p:cNvPr>
          <p:cNvSpPr>
            <a:spLocks xmlns:a="http://schemas.openxmlformats.org/drawingml/2006/main" noGrp="1"/>
          </p:cNvSpPr>
          <p:nvPr/>
        </p:nvSpPr>
        <p:spPr>
          <a:xfrm xmlns:a="http://schemas.openxmlformats.org/drawingml/2006/main">
            <a:off x="11838263" y="597724"/>
            <a:ext cx="5337367" cy="1679722"/>
          </a:xfrm>
          <a:custGeom xmlns:a="http://schemas.openxmlformats.org/drawingml/2006/main">
            <a:pathLst>
              <a:path w="5337367" h="1679722">
                <a:moveTo>
                  <a:pt x="0" y="220447"/>
                </a:moveTo>
                <a:cubicBezTo>
                  <a:pt x="0" y="98697"/>
                  <a:pt x="98697" y="0"/>
                  <a:pt x="220447" y="0"/>
                </a:cubicBezTo>
                <a:lnTo>
                  <a:pt x="5116920" y="0"/>
                </a:lnTo>
                <a:cubicBezTo>
                  <a:pt x="5238669" y="0"/>
                  <a:pt x="5337367" y="98697"/>
                  <a:pt x="5337367" y="220447"/>
                </a:cubicBezTo>
                <a:lnTo>
                  <a:pt x="5337367" y="1459275"/>
                </a:lnTo>
                <a:cubicBezTo>
                  <a:pt x="5337367" y="1581025"/>
                  <a:pt x="5238669" y="1679722"/>
                  <a:pt x="5116920" y="1679722"/>
                </a:cubicBezTo>
                <a:lnTo>
                  <a:pt x="220447" y="1679722"/>
                </a:lnTo>
                <a:cubicBezTo>
                  <a:pt x="98697" y="1679722"/>
                  <a:pt x="0" y="1581025"/>
                  <a:pt x="0" y="1459275"/>
                </a:cubicBezTo>
                <a:lnTo>
                  <a:pt x="0" y="220447"/>
                </a:lnTo>
              </a:path>
            </a:pathLst>
          </a:custGeom>
          <a:noFill xmlns:a="http://schemas.openxmlformats.org/drawingml/2006/main"/>
          <a:ln xmlns:a="http://schemas.openxmlformats.org/drawingml/2006/main" w="13800">
            <a:solidFill>
              <a:srgbClr val="DF6923"/>
            </a:solidFill>
            <a:prstDash val="solid"/>
          </a:ln>
        </p:spPr>
      </p:sp>
      <p:sp>
        <p:nvSpPr>
          <p:cNvPr id="211" name="path-189">
            <a:extLst xmlns:a="http://schemas.openxmlformats.org/drawingml/2006/main">
              <a:ext uri="{FF2B5EF4-FFF2-40B4-BE49-F238E27FC236}">
                <a16:creationId xmlns:a16="http://schemas.microsoft.com/office/drawing/2014/main" id="{EEAD48C7-C2DD-4870-BFBF-D29ABE9B22BD}"/>
              </a:ext>
            </a:extLst>
          </p:cNvPr>
          <p:cNvSpPr>
            <a:spLocks xmlns:a="http://schemas.openxmlformats.org/drawingml/2006/main" noGrp="1"/>
          </p:cNvSpPr>
          <p:nvPr/>
        </p:nvSpPr>
        <p:spPr>
          <a:xfrm xmlns:a="http://schemas.openxmlformats.org/drawingml/2006/main">
            <a:off x="11811110" y="2439355"/>
            <a:ext cx="5364525" cy="1679722"/>
          </a:xfrm>
          <a:custGeom xmlns:a="http://schemas.openxmlformats.org/drawingml/2006/main">
            <a:pathLst>
              <a:path w="5364525" h="1679722">
                <a:moveTo>
                  <a:pt x="0" y="220448"/>
                </a:moveTo>
                <a:cubicBezTo>
                  <a:pt x="0" y="98698"/>
                  <a:pt x="98697" y="0"/>
                  <a:pt x="220448" y="0"/>
                </a:cubicBezTo>
                <a:lnTo>
                  <a:pt x="5144076" y="0"/>
                </a:lnTo>
                <a:cubicBezTo>
                  <a:pt x="5265826" y="0"/>
                  <a:pt x="5364525" y="98698"/>
                  <a:pt x="5364525" y="220448"/>
                </a:cubicBezTo>
                <a:lnTo>
                  <a:pt x="5364525" y="1459274"/>
                </a:lnTo>
                <a:cubicBezTo>
                  <a:pt x="5364525" y="1581024"/>
                  <a:pt x="5265826" y="1679722"/>
                  <a:pt x="5144076" y="1679722"/>
                </a:cubicBezTo>
                <a:lnTo>
                  <a:pt x="220448" y="1679722"/>
                </a:lnTo>
                <a:cubicBezTo>
                  <a:pt x="98697" y="1679722"/>
                  <a:pt x="0" y="1581024"/>
                  <a:pt x="0" y="1459274"/>
                </a:cubicBezTo>
                <a:lnTo>
                  <a:pt x="0" y="220448"/>
                </a:lnTo>
              </a:path>
            </a:pathLst>
          </a:custGeom>
          <a:noFill xmlns:a="http://schemas.openxmlformats.org/drawingml/2006/main"/>
          <a:ln xmlns:a="http://schemas.openxmlformats.org/drawingml/2006/main" w="13800">
            <a:solidFill>
              <a:srgbClr val="1F5FBF"/>
            </a:solidFill>
            <a:prstDash val="solid"/>
          </a:ln>
        </p:spPr>
      </p:sp>
      <p:sp>
        <p:nvSpPr>
          <p:cNvPr id="212" name="text-190 Reference">
            <a:extLst xmlns:a="http://schemas.openxmlformats.org/drawingml/2006/main">
              <a:ext uri="{FF2B5EF4-FFF2-40B4-BE49-F238E27FC236}">
                <a16:creationId xmlns:a16="http://schemas.microsoft.com/office/drawing/2014/main" id="{54705A3D-75B9-4693-B01F-B742D79DA115}"/>
              </a:ext>
            </a:extLst>
          </p:cNvPr>
          <p:cNvSpPr>
            <a:spLocks xmlns:a="http://schemas.openxmlformats.org/drawingml/2006/main" noGrp="1"/>
          </p:cNvSpPr>
          <p:nvPr/>
        </p:nvSpPr>
        <p:spPr>
          <a:xfrm xmlns:a="http://schemas.openxmlformats.org/drawingml/2006/main" rot="0">
            <a:off x="8051914" y="543540"/>
            <a:ext cx="987793" cy="275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8" b="0" i="0">
                <a:solidFill>
                  <a:srgbClr val="3B7D23"/>
                </a:solidFill>
                <a:latin typeface="Comic Sans MS"/>
                <a:ea typeface="Comic Sans MS"/>
                <a:cs typeface="Comic Sans MS"/>
              </a:defRPr>
            </a:defPPr>
            <a:lvl1pPr algn="l">
              <a:defRPr sz="1548" b="0" i="0">
                <a:solidFill>
                  <a:srgbClr val="3B7D23"/>
                </a:solidFill>
                <a:latin typeface="Comic Sans MS"/>
                <a:ea typeface="Comic Sans MS"/>
                <a:cs typeface="Comic Sans MS"/>
              </a:defRPr>
            </a:lvl1pPr>
            <a:lvl2pPr algn="l">
              <a:defRPr sz="1548" b="0" i="0">
                <a:solidFill>
                  <a:srgbClr val="3B7D23"/>
                </a:solidFill>
                <a:latin typeface="Comic Sans MS"/>
                <a:ea typeface="Comic Sans MS"/>
                <a:cs typeface="Comic Sans MS"/>
              </a:defRPr>
            </a:lvl2pPr>
            <a:lvl3pPr algn="l">
              <a:defRPr sz="1548" b="0" i="0">
                <a:solidFill>
                  <a:srgbClr val="3B7D23"/>
                </a:solidFill>
                <a:latin typeface="Comic Sans MS"/>
                <a:ea typeface="Comic Sans MS"/>
                <a:cs typeface="Comic Sans MS"/>
              </a:defRPr>
            </a:lvl3pPr>
            <a:lvl4pPr algn="l">
              <a:defRPr sz="1548" b="0" i="0">
                <a:solidFill>
                  <a:srgbClr val="3B7D23"/>
                </a:solidFill>
                <a:latin typeface="Comic Sans MS"/>
                <a:ea typeface="Comic Sans MS"/>
                <a:cs typeface="Comic Sans MS"/>
              </a:defRPr>
            </a:lvl4pPr>
            <a:lvl5pPr algn="l">
              <a:defRPr sz="1548" b="0" i="0">
                <a:solidFill>
                  <a:srgbClr val="3B7D23"/>
                </a:solidFill>
                <a:latin typeface="Comic Sans MS"/>
                <a:ea typeface="Comic Sans MS"/>
                <a:cs typeface="Comic Sans MS"/>
              </a:defRPr>
            </a:lvl5pPr>
            <a:lvl6pPr algn="l">
              <a:defRPr sz="1548" b="0" i="0">
                <a:solidFill>
                  <a:srgbClr val="3B7D23"/>
                </a:solidFill>
                <a:latin typeface="Comic Sans MS"/>
                <a:ea typeface="Comic Sans MS"/>
                <a:cs typeface="Comic Sans MS"/>
              </a:defRPr>
            </a:lvl6pPr>
            <a:lvl7pPr algn="l">
              <a:defRPr sz="1548" b="0" i="0">
                <a:solidFill>
                  <a:srgbClr val="3B7D23"/>
                </a:solidFill>
                <a:latin typeface="Comic Sans MS"/>
                <a:ea typeface="Comic Sans MS"/>
                <a:cs typeface="Comic Sans MS"/>
              </a:defRPr>
            </a:lvl7pPr>
            <a:lvl8pPr algn="l">
              <a:defRPr sz="1548" b="0" i="0">
                <a:solidFill>
                  <a:srgbClr val="3B7D23"/>
                </a:solidFill>
                <a:latin typeface="Comic Sans MS"/>
                <a:ea typeface="Comic Sans MS"/>
                <a:cs typeface="Comic Sans MS"/>
              </a:defRPr>
            </a:lvl8pPr>
            <a:lvl9pPr algn="l">
              <a:defRPr sz="1548" b="0" i="0">
                <a:solidFill>
                  <a:srgbClr val="3B7D23"/>
                </a:solidFill>
                <a:latin typeface="Comic Sans MS"/>
                <a:ea typeface="Comic Sans MS"/>
                <a:cs typeface="Comic Sans MS"/>
              </a:defRPr>
            </a:lvl9pPr>
          </a:lstStyle>
          <a:p xmlns:a="http://schemas.openxmlformats.org/drawingml/2006/main">
            <a:pPr algn="l">
              <a:lnSpc>
                <a:spcPct val="100000"/>
              </a:lnSpc>
              <a:buNone/>
              <a:defRPr sz="1548" b="0" i="0">
                <a:solidFill>
                  <a:srgbClr val="3B7D23"/>
                </a:solidFill>
                <a:latin typeface="Comic Sans MS"/>
                <a:ea typeface="Comic Sans MS"/>
                <a:cs typeface="Comic Sans MS"/>
              </a:defRPr>
            </a:pPr>
            <a:r>
              <a:rPr sz="1548" b="0" i="0">
                <a:solidFill>
                  <a:srgbClr val="3B7D23"/>
                </a:solidFill>
                <a:latin typeface="Comic Sans MS"/>
                <a:ea typeface="Comic Sans MS"/>
                <a:cs typeface="Comic Sans MS"/>
              </a:rPr>
              <a:t>Reference</a:t>
            </a:r>
          </a:p>
        </p:txBody>
      </p:sp>
      <p:sp>
        <p:nvSpPr>
          <p:cNvPr id="213" name="text-190 VGEG">
            <a:extLst xmlns:a="http://schemas.openxmlformats.org/drawingml/2006/main">
              <a:ext uri="{FF2B5EF4-FFF2-40B4-BE49-F238E27FC236}">
                <a16:creationId xmlns:a16="http://schemas.microsoft.com/office/drawing/2014/main" id="{952B2F7E-3BC1-415C-AD5B-6A47577F7654}"/>
              </a:ext>
            </a:extLst>
          </p:cNvPr>
          <p:cNvSpPr>
            <a:spLocks xmlns:a="http://schemas.openxmlformats.org/drawingml/2006/main" noGrp="1"/>
          </p:cNvSpPr>
          <p:nvPr/>
        </p:nvSpPr>
        <p:spPr>
          <a:xfrm xmlns:a="http://schemas.openxmlformats.org/drawingml/2006/main" rot="0">
            <a:off x="9062393" y="543896"/>
            <a:ext cx="552063" cy="2748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3B7D23"/>
                </a:solidFill>
                <a:latin typeface="Comic Sans MS"/>
                <a:ea typeface="Comic Sans MS"/>
                <a:cs typeface="Comic Sans MS"/>
              </a:defRPr>
            </a:defPPr>
            <a:lvl1pPr algn="l">
              <a:defRPr sz="1546" b="0" i="0">
                <a:solidFill>
                  <a:srgbClr val="3B7D23"/>
                </a:solidFill>
                <a:latin typeface="Comic Sans MS"/>
                <a:ea typeface="Comic Sans MS"/>
                <a:cs typeface="Comic Sans MS"/>
              </a:defRPr>
            </a:lvl1pPr>
            <a:lvl2pPr algn="l">
              <a:defRPr sz="1546" b="0" i="0">
                <a:solidFill>
                  <a:srgbClr val="3B7D23"/>
                </a:solidFill>
                <a:latin typeface="Comic Sans MS"/>
                <a:ea typeface="Comic Sans MS"/>
                <a:cs typeface="Comic Sans MS"/>
              </a:defRPr>
            </a:lvl2pPr>
            <a:lvl3pPr algn="l">
              <a:defRPr sz="1546" b="0" i="0">
                <a:solidFill>
                  <a:srgbClr val="3B7D23"/>
                </a:solidFill>
                <a:latin typeface="Comic Sans MS"/>
                <a:ea typeface="Comic Sans MS"/>
                <a:cs typeface="Comic Sans MS"/>
              </a:defRPr>
            </a:lvl3pPr>
            <a:lvl4pPr algn="l">
              <a:defRPr sz="1546" b="0" i="0">
                <a:solidFill>
                  <a:srgbClr val="3B7D23"/>
                </a:solidFill>
                <a:latin typeface="Comic Sans MS"/>
                <a:ea typeface="Comic Sans MS"/>
                <a:cs typeface="Comic Sans MS"/>
              </a:defRPr>
            </a:lvl4pPr>
            <a:lvl5pPr algn="l">
              <a:defRPr sz="1546" b="0" i="0">
                <a:solidFill>
                  <a:srgbClr val="3B7D23"/>
                </a:solidFill>
                <a:latin typeface="Comic Sans MS"/>
                <a:ea typeface="Comic Sans MS"/>
                <a:cs typeface="Comic Sans MS"/>
              </a:defRPr>
            </a:lvl5pPr>
            <a:lvl6pPr algn="l">
              <a:defRPr sz="1546" b="0" i="0">
                <a:solidFill>
                  <a:srgbClr val="3B7D23"/>
                </a:solidFill>
                <a:latin typeface="Comic Sans MS"/>
                <a:ea typeface="Comic Sans MS"/>
                <a:cs typeface="Comic Sans MS"/>
              </a:defRPr>
            </a:lvl6pPr>
            <a:lvl7pPr algn="l">
              <a:defRPr sz="1546" b="0" i="0">
                <a:solidFill>
                  <a:srgbClr val="3B7D23"/>
                </a:solidFill>
                <a:latin typeface="Comic Sans MS"/>
                <a:ea typeface="Comic Sans MS"/>
                <a:cs typeface="Comic Sans MS"/>
              </a:defRPr>
            </a:lvl7pPr>
            <a:lvl8pPr algn="l">
              <a:defRPr sz="1546" b="0" i="0">
                <a:solidFill>
                  <a:srgbClr val="3B7D23"/>
                </a:solidFill>
                <a:latin typeface="Comic Sans MS"/>
                <a:ea typeface="Comic Sans MS"/>
                <a:cs typeface="Comic Sans MS"/>
              </a:defRPr>
            </a:lvl8pPr>
            <a:lvl9pPr algn="l">
              <a:defRPr sz="1546" b="0" i="0">
                <a:solidFill>
                  <a:srgbClr val="3B7D23"/>
                </a:solidFill>
                <a:latin typeface="Comic Sans MS"/>
                <a:ea typeface="Comic Sans MS"/>
                <a:cs typeface="Comic Sans MS"/>
              </a:defRPr>
            </a:lvl9pPr>
          </a:lstStyle>
          <a:p xmlns:a="http://schemas.openxmlformats.org/drawingml/2006/main">
            <a:pPr algn="l">
              <a:lnSpc>
                <a:spcPct val="100000"/>
              </a:lnSpc>
              <a:buNone/>
              <a:defRPr sz="1546" b="0" i="0">
                <a:solidFill>
                  <a:srgbClr val="3B7D23"/>
                </a:solidFill>
                <a:latin typeface="Comic Sans MS"/>
                <a:ea typeface="Comic Sans MS"/>
                <a:cs typeface="Comic Sans MS"/>
              </a:defRPr>
            </a:pPr>
            <a:r>
              <a:rPr sz="1546" b="0" i="0">
                <a:solidFill>
                  <a:srgbClr val="3B7D23"/>
                </a:solidFill>
                <a:latin typeface="Comic Sans MS"/>
                <a:ea typeface="Comic Sans MS"/>
                <a:cs typeface="Comic Sans MS"/>
              </a:rPr>
              <a:t>VGEG</a:t>
            </a:r>
          </a:p>
        </p:txBody>
      </p:sp>
      <p:sp>
        <p:nvSpPr>
          <p:cNvPr id="214" name="text-191 Reference">
            <a:extLst xmlns:a="http://schemas.openxmlformats.org/drawingml/2006/main">
              <a:ext uri="{FF2B5EF4-FFF2-40B4-BE49-F238E27FC236}">
                <a16:creationId xmlns:a16="http://schemas.microsoft.com/office/drawing/2014/main" id="{E36FA89A-7CB3-40D6-BD7D-4C638670A60B}"/>
              </a:ext>
            </a:extLst>
          </p:cNvPr>
          <p:cNvSpPr>
            <a:spLocks xmlns:a="http://schemas.openxmlformats.org/drawingml/2006/main" noGrp="1"/>
          </p:cNvSpPr>
          <p:nvPr/>
        </p:nvSpPr>
        <p:spPr>
          <a:xfrm xmlns:a="http://schemas.openxmlformats.org/drawingml/2006/main" rot="0">
            <a:off x="8051914" y="543540"/>
            <a:ext cx="987793" cy="275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8" b="0" i="0">
                <a:solidFill>
                  <a:srgbClr val="3B7D23"/>
                </a:solidFill>
                <a:latin typeface="Comic Sans MS"/>
                <a:ea typeface="Comic Sans MS"/>
                <a:cs typeface="Comic Sans MS"/>
              </a:defRPr>
            </a:defPPr>
            <a:lvl1pPr algn="l">
              <a:defRPr sz="1548" b="0" i="0">
                <a:solidFill>
                  <a:srgbClr val="3B7D23"/>
                </a:solidFill>
                <a:latin typeface="Comic Sans MS"/>
                <a:ea typeface="Comic Sans MS"/>
                <a:cs typeface="Comic Sans MS"/>
              </a:defRPr>
            </a:lvl1pPr>
            <a:lvl2pPr algn="l">
              <a:defRPr sz="1548" b="0" i="0">
                <a:solidFill>
                  <a:srgbClr val="3B7D23"/>
                </a:solidFill>
                <a:latin typeface="Comic Sans MS"/>
                <a:ea typeface="Comic Sans MS"/>
                <a:cs typeface="Comic Sans MS"/>
              </a:defRPr>
            </a:lvl2pPr>
            <a:lvl3pPr algn="l">
              <a:defRPr sz="1548" b="0" i="0">
                <a:solidFill>
                  <a:srgbClr val="3B7D23"/>
                </a:solidFill>
                <a:latin typeface="Comic Sans MS"/>
                <a:ea typeface="Comic Sans MS"/>
                <a:cs typeface="Comic Sans MS"/>
              </a:defRPr>
            </a:lvl3pPr>
            <a:lvl4pPr algn="l">
              <a:defRPr sz="1548" b="0" i="0">
                <a:solidFill>
                  <a:srgbClr val="3B7D23"/>
                </a:solidFill>
                <a:latin typeface="Comic Sans MS"/>
                <a:ea typeface="Comic Sans MS"/>
                <a:cs typeface="Comic Sans MS"/>
              </a:defRPr>
            </a:lvl4pPr>
            <a:lvl5pPr algn="l">
              <a:defRPr sz="1548" b="0" i="0">
                <a:solidFill>
                  <a:srgbClr val="3B7D23"/>
                </a:solidFill>
                <a:latin typeface="Comic Sans MS"/>
                <a:ea typeface="Comic Sans MS"/>
                <a:cs typeface="Comic Sans MS"/>
              </a:defRPr>
            </a:lvl5pPr>
            <a:lvl6pPr algn="l">
              <a:defRPr sz="1548" b="0" i="0">
                <a:solidFill>
                  <a:srgbClr val="3B7D23"/>
                </a:solidFill>
                <a:latin typeface="Comic Sans MS"/>
                <a:ea typeface="Comic Sans MS"/>
                <a:cs typeface="Comic Sans MS"/>
              </a:defRPr>
            </a:lvl6pPr>
            <a:lvl7pPr algn="l">
              <a:defRPr sz="1548" b="0" i="0">
                <a:solidFill>
                  <a:srgbClr val="3B7D23"/>
                </a:solidFill>
                <a:latin typeface="Comic Sans MS"/>
                <a:ea typeface="Comic Sans MS"/>
                <a:cs typeface="Comic Sans MS"/>
              </a:defRPr>
            </a:lvl7pPr>
            <a:lvl8pPr algn="l">
              <a:defRPr sz="1548" b="0" i="0">
                <a:solidFill>
                  <a:srgbClr val="3B7D23"/>
                </a:solidFill>
                <a:latin typeface="Comic Sans MS"/>
                <a:ea typeface="Comic Sans MS"/>
                <a:cs typeface="Comic Sans MS"/>
              </a:defRPr>
            </a:lvl8pPr>
            <a:lvl9pPr algn="l">
              <a:defRPr sz="1548" b="0" i="0">
                <a:solidFill>
                  <a:srgbClr val="3B7D23"/>
                </a:solidFill>
                <a:latin typeface="Comic Sans MS"/>
                <a:ea typeface="Comic Sans MS"/>
                <a:cs typeface="Comic Sans MS"/>
              </a:defRPr>
            </a:lvl9pPr>
          </a:lstStyle>
          <a:p xmlns:a="http://schemas.openxmlformats.org/drawingml/2006/main">
            <a:pPr algn="l">
              <a:lnSpc>
                <a:spcPct val="100000"/>
              </a:lnSpc>
              <a:buNone/>
              <a:defRPr sz="1548" b="0" i="0">
                <a:solidFill>
                  <a:srgbClr val="3B7D23"/>
                </a:solidFill>
                <a:latin typeface="Comic Sans MS"/>
                <a:ea typeface="Comic Sans MS"/>
                <a:cs typeface="Comic Sans MS"/>
              </a:defRPr>
            </a:pPr>
            <a:r>
              <a:rPr sz="1548" b="0" i="0">
                <a:solidFill>
                  <a:srgbClr val="3B7D23"/>
                </a:solidFill>
                <a:latin typeface="Comic Sans MS"/>
                <a:ea typeface="Comic Sans MS"/>
                <a:cs typeface="Comic Sans MS"/>
              </a:rPr>
              <a:t>Reference</a:t>
            </a:r>
          </a:p>
        </p:txBody>
      </p:sp>
      <p:sp>
        <p:nvSpPr>
          <p:cNvPr id="215" name="text-191 VGEG">
            <a:extLst xmlns:a="http://schemas.openxmlformats.org/drawingml/2006/main">
              <a:ext uri="{FF2B5EF4-FFF2-40B4-BE49-F238E27FC236}">
                <a16:creationId xmlns:a16="http://schemas.microsoft.com/office/drawing/2014/main" id="{2E12F718-B924-46F8-BBA7-F13508E32D5F}"/>
              </a:ext>
            </a:extLst>
          </p:cNvPr>
          <p:cNvSpPr>
            <a:spLocks xmlns:a="http://schemas.openxmlformats.org/drawingml/2006/main" noGrp="1"/>
          </p:cNvSpPr>
          <p:nvPr/>
        </p:nvSpPr>
        <p:spPr>
          <a:xfrm xmlns:a="http://schemas.openxmlformats.org/drawingml/2006/main" rot="0">
            <a:off x="9062393" y="543896"/>
            <a:ext cx="552063" cy="2748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3B7D23"/>
                </a:solidFill>
                <a:latin typeface="Comic Sans MS"/>
                <a:ea typeface="Comic Sans MS"/>
                <a:cs typeface="Comic Sans MS"/>
              </a:defRPr>
            </a:defPPr>
            <a:lvl1pPr algn="l">
              <a:defRPr sz="1546" b="0" i="0">
                <a:solidFill>
                  <a:srgbClr val="3B7D23"/>
                </a:solidFill>
                <a:latin typeface="Comic Sans MS"/>
                <a:ea typeface="Comic Sans MS"/>
                <a:cs typeface="Comic Sans MS"/>
              </a:defRPr>
            </a:lvl1pPr>
            <a:lvl2pPr algn="l">
              <a:defRPr sz="1546" b="0" i="0">
                <a:solidFill>
                  <a:srgbClr val="3B7D23"/>
                </a:solidFill>
                <a:latin typeface="Comic Sans MS"/>
                <a:ea typeface="Comic Sans MS"/>
                <a:cs typeface="Comic Sans MS"/>
              </a:defRPr>
            </a:lvl2pPr>
            <a:lvl3pPr algn="l">
              <a:defRPr sz="1546" b="0" i="0">
                <a:solidFill>
                  <a:srgbClr val="3B7D23"/>
                </a:solidFill>
                <a:latin typeface="Comic Sans MS"/>
                <a:ea typeface="Comic Sans MS"/>
                <a:cs typeface="Comic Sans MS"/>
              </a:defRPr>
            </a:lvl3pPr>
            <a:lvl4pPr algn="l">
              <a:defRPr sz="1546" b="0" i="0">
                <a:solidFill>
                  <a:srgbClr val="3B7D23"/>
                </a:solidFill>
                <a:latin typeface="Comic Sans MS"/>
                <a:ea typeface="Comic Sans MS"/>
                <a:cs typeface="Comic Sans MS"/>
              </a:defRPr>
            </a:lvl4pPr>
            <a:lvl5pPr algn="l">
              <a:defRPr sz="1546" b="0" i="0">
                <a:solidFill>
                  <a:srgbClr val="3B7D23"/>
                </a:solidFill>
                <a:latin typeface="Comic Sans MS"/>
                <a:ea typeface="Comic Sans MS"/>
                <a:cs typeface="Comic Sans MS"/>
              </a:defRPr>
            </a:lvl5pPr>
            <a:lvl6pPr algn="l">
              <a:defRPr sz="1546" b="0" i="0">
                <a:solidFill>
                  <a:srgbClr val="3B7D23"/>
                </a:solidFill>
                <a:latin typeface="Comic Sans MS"/>
                <a:ea typeface="Comic Sans MS"/>
                <a:cs typeface="Comic Sans MS"/>
              </a:defRPr>
            </a:lvl6pPr>
            <a:lvl7pPr algn="l">
              <a:defRPr sz="1546" b="0" i="0">
                <a:solidFill>
                  <a:srgbClr val="3B7D23"/>
                </a:solidFill>
                <a:latin typeface="Comic Sans MS"/>
                <a:ea typeface="Comic Sans MS"/>
                <a:cs typeface="Comic Sans MS"/>
              </a:defRPr>
            </a:lvl7pPr>
            <a:lvl8pPr algn="l">
              <a:defRPr sz="1546" b="0" i="0">
                <a:solidFill>
                  <a:srgbClr val="3B7D23"/>
                </a:solidFill>
                <a:latin typeface="Comic Sans MS"/>
                <a:ea typeface="Comic Sans MS"/>
                <a:cs typeface="Comic Sans MS"/>
              </a:defRPr>
            </a:lvl8pPr>
            <a:lvl9pPr algn="l">
              <a:defRPr sz="1546" b="0" i="0">
                <a:solidFill>
                  <a:srgbClr val="3B7D23"/>
                </a:solidFill>
                <a:latin typeface="Comic Sans MS"/>
                <a:ea typeface="Comic Sans MS"/>
                <a:cs typeface="Comic Sans MS"/>
              </a:defRPr>
            </a:lvl9pPr>
          </a:lstStyle>
          <a:p xmlns:a="http://schemas.openxmlformats.org/drawingml/2006/main">
            <a:pPr algn="l">
              <a:lnSpc>
                <a:spcPct val="100000"/>
              </a:lnSpc>
              <a:buNone/>
              <a:defRPr sz="1546" b="0" i="0">
                <a:solidFill>
                  <a:srgbClr val="3B7D23"/>
                </a:solidFill>
                <a:latin typeface="Comic Sans MS"/>
                <a:ea typeface="Comic Sans MS"/>
                <a:cs typeface="Comic Sans MS"/>
              </a:defRPr>
            </a:pPr>
            <a:r>
              <a:rPr sz="1546" b="0" i="0">
                <a:solidFill>
                  <a:srgbClr val="3B7D23"/>
                </a:solidFill>
                <a:latin typeface="Comic Sans MS"/>
                <a:ea typeface="Comic Sans MS"/>
                <a:cs typeface="Comic Sans MS"/>
              </a:rPr>
              <a:t>VGEG</a:t>
            </a:r>
          </a:p>
        </p:txBody>
      </p:sp>
      <p:sp>
        <p:nvSpPr>
          <p:cNvPr id="216" name="text-192 Claim">
            <a:extLst xmlns:a="http://schemas.openxmlformats.org/drawingml/2006/main">
              <a:ext uri="{FF2B5EF4-FFF2-40B4-BE49-F238E27FC236}">
                <a16:creationId xmlns:a16="http://schemas.microsoft.com/office/drawing/2014/main" id="{EE049247-AC0B-436C-98ED-DD456C81673D}"/>
              </a:ext>
            </a:extLst>
          </p:cNvPr>
          <p:cNvSpPr>
            <a:spLocks xmlns:a="http://schemas.openxmlformats.org/drawingml/2006/main" noGrp="1"/>
          </p:cNvSpPr>
          <p:nvPr/>
        </p:nvSpPr>
        <p:spPr>
          <a:xfrm xmlns:a="http://schemas.openxmlformats.org/drawingml/2006/main" rot="0">
            <a:off x="13391562" y="717247"/>
            <a:ext cx="516006" cy="2753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8" b="0" i="0">
                <a:solidFill>
                  <a:srgbClr val="DF6923"/>
                </a:solidFill>
                <a:latin typeface="Comic Sans MS"/>
                <a:ea typeface="Comic Sans MS"/>
                <a:cs typeface="Comic Sans MS"/>
              </a:defRPr>
            </a:defPPr>
            <a:lvl1pPr algn="l">
              <a:defRPr sz="1548" b="0" i="0">
                <a:solidFill>
                  <a:srgbClr val="DF6923"/>
                </a:solidFill>
                <a:latin typeface="Comic Sans MS"/>
                <a:ea typeface="Comic Sans MS"/>
                <a:cs typeface="Comic Sans MS"/>
              </a:defRPr>
            </a:lvl1pPr>
            <a:lvl2pPr algn="l">
              <a:defRPr sz="1548" b="0" i="0">
                <a:solidFill>
                  <a:srgbClr val="DF6923"/>
                </a:solidFill>
                <a:latin typeface="Comic Sans MS"/>
                <a:ea typeface="Comic Sans MS"/>
                <a:cs typeface="Comic Sans MS"/>
              </a:defRPr>
            </a:lvl2pPr>
            <a:lvl3pPr algn="l">
              <a:defRPr sz="1548" b="0" i="0">
                <a:solidFill>
                  <a:srgbClr val="DF6923"/>
                </a:solidFill>
                <a:latin typeface="Comic Sans MS"/>
                <a:ea typeface="Comic Sans MS"/>
                <a:cs typeface="Comic Sans MS"/>
              </a:defRPr>
            </a:lvl3pPr>
            <a:lvl4pPr algn="l">
              <a:defRPr sz="1548" b="0" i="0">
                <a:solidFill>
                  <a:srgbClr val="DF6923"/>
                </a:solidFill>
                <a:latin typeface="Comic Sans MS"/>
                <a:ea typeface="Comic Sans MS"/>
                <a:cs typeface="Comic Sans MS"/>
              </a:defRPr>
            </a:lvl4pPr>
            <a:lvl5pPr algn="l">
              <a:defRPr sz="1548" b="0" i="0">
                <a:solidFill>
                  <a:srgbClr val="DF6923"/>
                </a:solidFill>
                <a:latin typeface="Comic Sans MS"/>
                <a:ea typeface="Comic Sans MS"/>
                <a:cs typeface="Comic Sans MS"/>
              </a:defRPr>
            </a:lvl5pPr>
            <a:lvl6pPr algn="l">
              <a:defRPr sz="1548" b="0" i="0">
                <a:solidFill>
                  <a:srgbClr val="DF6923"/>
                </a:solidFill>
                <a:latin typeface="Comic Sans MS"/>
                <a:ea typeface="Comic Sans MS"/>
                <a:cs typeface="Comic Sans MS"/>
              </a:defRPr>
            </a:lvl6pPr>
            <a:lvl7pPr algn="l">
              <a:defRPr sz="1548" b="0" i="0">
                <a:solidFill>
                  <a:srgbClr val="DF6923"/>
                </a:solidFill>
                <a:latin typeface="Comic Sans MS"/>
                <a:ea typeface="Comic Sans MS"/>
                <a:cs typeface="Comic Sans MS"/>
              </a:defRPr>
            </a:lvl7pPr>
            <a:lvl8pPr algn="l">
              <a:defRPr sz="1548" b="0" i="0">
                <a:solidFill>
                  <a:srgbClr val="DF6923"/>
                </a:solidFill>
                <a:latin typeface="Comic Sans MS"/>
                <a:ea typeface="Comic Sans MS"/>
                <a:cs typeface="Comic Sans MS"/>
              </a:defRPr>
            </a:lvl8pPr>
            <a:lvl9pPr algn="l">
              <a:defRPr sz="1548" b="0" i="0">
                <a:solidFill>
                  <a:srgbClr val="DF6923"/>
                </a:solidFill>
                <a:latin typeface="Comic Sans MS"/>
                <a:ea typeface="Comic Sans MS"/>
                <a:cs typeface="Comic Sans MS"/>
              </a:defRPr>
            </a:lvl9pPr>
          </a:lstStyle>
          <a:p xmlns:a="http://schemas.openxmlformats.org/drawingml/2006/main">
            <a:pPr algn="l">
              <a:lnSpc>
                <a:spcPct val="100000"/>
              </a:lnSpc>
              <a:buNone/>
              <a:defRPr sz="1548" b="0" i="0">
                <a:solidFill>
                  <a:srgbClr val="DF6923"/>
                </a:solidFill>
                <a:latin typeface="Comic Sans MS"/>
                <a:ea typeface="Comic Sans MS"/>
                <a:cs typeface="Comic Sans MS"/>
              </a:defRPr>
            </a:pPr>
            <a:r>
              <a:rPr sz="1548" b="0" i="0">
                <a:solidFill>
                  <a:srgbClr val="DF6923"/>
                </a:solidFill>
                <a:latin typeface="Comic Sans MS"/>
                <a:ea typeface="Comic Sans MS"/>
                <a:cs typeface="Comic Sans MS"/>
              </a:rPr>
              <a:t>Claim</a:t>
            </a:r>
          </a:p>
        </p:txBody>
      </p:sp>
      <p:sp>
        <p:nvSpPr>
          <p:cNvPr id="217" name="text-192 &amp;">
            <a:extLst xmlns:a="http://schemas.openxmlformats.org/drawingml/2006/main">
              <a:ext uri="{FF2B5EF4-FFF2-40B4-BE49-F238E27FC236}">
                <a16:creationId xmlns:a16="http://schemas.microsoft.com/office/drawing/2014/main" id="{69022647-0E3C-45BF-935E-447CA4F09F49}"/>
              </a:ext>
            </a:extLst>
          </p:cNvPr>
          <p:cNvSpPr>
            <a:spLocks xmlns:a="http://schemas.openxmlformats.org/drawingml/2006/main" noGrp="1"/>
          </p:cNvSpPr>
          <p:nvPr/>
        </p:nvSpPr>
        <p:spPr>
          <a:xfrm xmlns:a="http://schemas.openxmlformats.org/drawingml/2006/main" rot="0">
            <a:off x="13931295" y="717452"/>
            <a:ext cx="163776" cy="2750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DF6923"/>
                </a:solidFill>
                <a:latin typeface="Comic Sans MS"/>
                <a:ea typeface="Comic Sans MS"/>
                <a:cs typeface="Comic Sans MS"/>
              </a:defRPr>
            </a:defPPr>
            <a:lvl1pPr algn="l">
              <a:defRPr sz="1547" b="0" i="0">
                <a:solidFill>
                  <a:srgbClr val="DF6923"/>
                </a:solidFill>
                <a:latin typeface="Comic Sans MS"/>
                <a:ea typeface="Comic Sans MS"/>
                <a:cs typeface="Comic Sans MS"/>
              </a:defRPr>
            </a:lvl1pPr>
            <a:lvl2pPr algn="l">
              <a:defRPr sz="1547" b="0" i="0">
                <a:solidFill>
                  <a:srgbClr val="DF6923"/>
                </a:solidFill>
                <a:latin typeface="Comic Sans MS"/>
                <a:ea typeface="Comic Sans MS"/>
                <a:cs typeface="Comic Sans MS"/>
              </a:defRPr>
            </a:lvl2pPr>
            <a:lvl3pPr algn="l">
              <a:defRPr sz="1547" b="0" i="0">
                <a:solidFill>
                  <a:srgbClr val="DF6923"/>
                </a:solidFill>
                <a:latin typeface="Comic Sans MS"/>
                <a:ea typeface="Comic Sans MS"/>
                <a:cs typeface="Comic Sans MS"/>
              </a:defRPr>
            </a:lvl3pPr>
            <a:lvl4pPr algn="l">
              <a:defRPr sz="1547" b="0" i="0">
                <a:solidFill>
                  <a:srgbClr val="DF6923"/>
                </a:solidFill>
                <a:latin typeface="Comic Sans MS"/>
                <a:ea typeface="Comic Sans MS"/>
                <a:cs typeface="Comic Sans MS"/>
              </a:defRPr>
            </a:lvl4pPr>
            <a:lvl5pPr algn="l">
              <a:defRPr sz="1547" b="0" i="0">
                <a:solidFill>
                  <a:srgbClr val="DF6923"/>
                </a:solidFill>
                <a:latin typeface="Comic Sans MS"/>
                <a:ea typeface="Comic Sans MS"/>
                <a:cs typeface="Comic Sans MS"/>
              </a:defRPr>
            </a:lvl5pPr>
            <a:lvl6pPr algn="l">
              <a:defRPr sz="1547" b="0" i="0">
                <a:solidFill>
                  <a:srgbClr val="DF6923"/>
                </a:solidFill>
                <a:latin typeface="Comic Sans MS"/>
                <a:ea typeface="Comic Sans MS"/>
                <a:cs typeface="Comic Sans MS"/>
              </a:defRPr>
            </a:lvl6pPr>
            <a:lvl7pPr algn="l">
              <a:defRPr sz="1547" b="0" i="0">
                <a:solidFill>
                  <a:srgbClr val="DF6923"/>
                </a:solidFill>
                <a:latin typeface="Comic Sans MS"/>
                <a:ea typeface="Comic Sans MS"/>
                <a:cs typeface="Comic Sans MS"/>
              </a:defRPr>
            </a:lvl7pPr>
            <a:lvl8pPr algn="l">
              <a:defRPr sz="1547" b="0" i="0">
                <a:solidFill>
                  <a:srgbClr val="DF6923"/>
                </a:solidFill>
                <a:latin typeface="Comic Sans MS"/>
                <a:ea typeface="Comic Sans MS"/>
                <a:cs typeface="Comic Sans MS"/>
              </a:defRPr>
            </a:lvl8pPr>
            <a:lvl9pPr algn="l">
              <a:defRPr sz="1547" b="0" i="0">
                <a:solidFill>
                  <a:srgbClr val="DF6923"/>
                </a:solidFill>
                <a:latin typeface="Comic Sans MS"/>
                <a:ea typeface="Comic Sans MS"/>
                <a:cs typeface="Comic Sans MS"/>
              </a:defRPr>
            </a:lvl9pPr>
          </a:lstStyle>
          <a:p xmlns:a="http://schemas.openxmlformats.org/drawingml/2006/main">
            <a:pPr algn="l">
              <a:lnSpc>
                <a:spcPct val="100000"/>
              </a:lnSpc>
              <a:buNone/>
              <a:defRPr sz="1547" b="0" i="0">
                <a:solidFill>
                  <a:srgbClr val="DF6923"/>
                </a:solidFill>
                <a:latin typeface="Comic Sans MS"/>
                <a:ea typeface="Comic Sans MS"/>
                <a:cs typeface="Comic Sans MS"/>
              </a:defRPr>
            </a:pPr>
            <a:r>
              <a:rPr sz="1547" b="0" i="0">
                <a:solidFill>
                  <a:srgbClr val="DF6923"/>
                </a:solidFill>
                <a:latin typeface="Comic Sans MS"/>
                <a:ea typeface="Comic Sans MS"/>
                <a:cs typeface="Comic Sans MS"/>
              </a:rPr>
              <a:t>&amp;</a:t>
            </a:r>
          </a:p>
        </p:txBody>
      </p:sp>
      <p:sp>
        <p:nvSpPr>
          <p:cNvPr id="218" name="text-192 Evidence">
            <a:extLst xmlns:a="http://schemas.openxmlformats.org/drawingml/2006/main">
              <a:ext uri="{FF2B5EF4-FFF2-40B4-BE49-F238E27FC236}">
                <a16:creationId xmlns:a16="http://schemas.microsoft.com/office/drawing/2014/main" id="{4750C7A9-B2B9-4317-83B5-35711C91FE25}"/>
              </a:ext>
            </a:extLst>
          </p:cNvPr>
          <p:cNvSpPr>
            <a:spLocks xmlns:a="http://schemas.openxmlformats.org/drawingml/2006/main" noGrp="1"/>
          </p:cNvSpPr>
          <p:nvPr/>
        </p:nvSpPr>
        <p:spPr>
          <a:xfrm xmlns:a="http://schemas.openxmlformats.org/drawingml/2006/main" rot="0">
            <a:off x="14118377" y="717569"/>
            <a:ext cx="842064" cy="274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DF6923"/>
                </a:solidFill>
                <a:latin typeface="Comic Sans MS"/>
                <a:ea typeface="Comic Sans MS"/>
                <a:cs typeface="Comic Sans MS"/>
              </a:defRPr>
            </a:defPPr>
            <a:lvl1pPr algn="l">
              <a:defRPr sz="1546" b="0" i="0">
                <a:solidFill>
                  <a:srgbClr val="DF6923"/>
                </a:solidFill>
                <a:latin typeface="Comic Sans MS"/>
                <a:ea typeface="Comic Sans MS"/>
                <a:cs typeface="Comic Sans MS"/>
              </a:defRPr>
            </a:lvl1pPr>
            <a:lvl2pPr algn="l">
              <a:defRPr sz="1546" b="0" i="0">
                <a:solidFill>
                  <a:srgbClr val="DF6923"/>
                </a:solidFill>
                <a:latin typeface="Comic Sans MS"/>
                <a:ea typeface="Comic Sans MS"/>
                <a:cs typeface="Comic Sans MS"/>
              </a:defRPr>
            </a:lvl2pPr>
            <a:lvl3pPr algn="l">
              <a:defRPr sz="1546" b="0" i="0">
                <a:solidFill>
                  <a:srgbClr val="DF6923"/>
                </a:solidFill>
                <a:latin typeface="Comic Sans MS"/>
                <a:ea typeface="Comic Sans MS"/>
                <a:cs typeface="Comic Sans MS"/>
              </a:defRPr>
            </a:lvl3pPr>
            <a:lvl4pPr algn="l">
              <a:defRPr sz="1546" b="0" i="0">
                <a:solidFill>
                  <a:srgbClr val="DF6923"/>
                </a:solidFill>
                <a:latin typeface="Comic Sans MS"/>
                <a:ea typeface="Comic Sans MS"/>
                <a:cs typeface="Comic Sans MS"/>
              </a:defRPr>
            </a:lvl4pPr>
            <a:lvl5pPr algn="l">
              <a:defRPr sz="1546" b="0" i="0">
                <a:solidFill>
                  <a:srgbClr val="DF6923"/>
                </a:solidFill>
                <a:latin typeface="Comic Sans MS"/>
                <a:ea typeface="Comic Sans MS"/>
                <a:cs typeface="Comic Sans MS"/>
              </a:defRPr>
            </a:lvl5pPr>
            <a:lvl6pPr algn="l">
              <a:defRPr sz="1546" b="0" i="0">
                <a:solidFill>
                  <a:srgbClr val="DF6923"/>
                </a:solidFill>
                <a:latin typeface="Comic Sans MS"/>
                <a:ea typeface="Comic Sans MS"/>
                <a:cs typeface="Comic Sans MS"/>
              </a:defRPr>
            </a:lvl6pPr>
            <a:lvl7pPr algn="l">
              <a:defRPr sz="1546" b="0" i="0">
                <a:solidFill>
                  <a:srgbClr val="DF6923"/>
                </a:solidFill>
                <a:latin typeface="Comic Sans MS"/>
                <a:ea typeface="Comic Sans MS"/>
                <a:cs typeface="Comic Sans MS"/>
              </a:defRPr>
            </a:lvl7pPr>
            <a:lvl8pPr algn="l">
              <a:defRPr sz="1546" b="0" i="0">
                <a:solidFill>
                  <a:srgbClr val="DF6923"/>
                </a:solidFill>
                <a:latin typeface="Comic Sans MS"/>
                <a:ea typeface="Comic Sans MS"/>
                <a:cs typeface="Comic Sans MS"/>
              </a:defRPr>
            </a:lvl8pPr>
            <a:lvl9pPr algn="l">
              <a:defRPr sz="1546" b="0" i="0">
                <a:solidFill>
                  <a:srgbClr val="DF6923"/>
                </a:solidFill>
                <a:latin typeface="Comic Sans MS"/>
                <a:ea typeface="Comic Sans MS"/>
                <a:cs typeface="Comic Sans MS"/>
              </a:defRPr>
            </a:lvl9pPr>
          </a:lstStyle>
          <a:p xmlns:a="http://schemas.openxmlformats.org/drawingml/2006/main">
            <a:pPr algn="l">
              <a:lnSpc>
                <a:spcPct val="100000"/>
              </a:lnSpc>
              <a:buNone/>
              <a:defRPr sz="1546" b="0" i="0">
                <a:solidFill>
                  <a:srgbClr val="DF6923"/>
                </a:solidFill>
                <a:latin typeface="Comic Sans MS"/>
                <a:ea typeface="Comic Sans MS"/>
                <a:cs typeface="Comic Sans MS"/>
              </a:defRPr>
            </a:pPr>
            <a:r>
              <a:rPr sz="1546" b="0" i="0">
                <a:solidFill>
                  <a:srgbClr val="DF6923"/>
                </a:solidFill>
                <a:latin typeface="Comic Sans MS"/>
                <a:ea typeface="Comic Sans MS"/>
                <a:cs typeface="Comic Sans MS"/>
              </a:rPr>
              <a:t>Evidence</a:t>
            </a:r>
          </a:p>
        </p:txBody>
      </p:sp>
      <p:sp>
        <p:nvSpPr>
          <p:cNvPr id="219" name="text-192 Judge">
            <a:extLst xmlns:a="http://schemas.openxmlformats.org/drawingml/2006/main">
              <a:ext uri="{FF2B5EF4-FFF2-40B4-BE49-F238E27FC236}">
                <a16:creationId xmlns:a16="http://schemas.microsoft.com/office/drawing/2014/main" id="{161EEBB1-42A9-4073-93AB-D81B753BFEE7}"/>
              </a:ext>
            </a:extLst>
          </p:cNvPr>
          <p:cNvSpPr>
            <a:spLocks xmlns:a="http://schemas.openxmlformats.org/drawingml/2006/main" noGrp="1"/>
          </p:cNvSpPr>
          <p:nvPr/>
        </p:nvSpPr>
        <p:spPr>
          <a:xfrm xmlns:a="http://schemas.openxmlformats.org/drawingml/2006/main" rot="0">
            <a:off x="14983188" y="717401"/>
            <a:ext cx="595229" cy="2750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DF6923"/>
                </a:solidFill>
                <a:latin typeface="Comic Sans MS"/>
                <a:ea typeface="Comic Sans MS"/>
                <a:cs typeface="Comic Sans MS"/>
              </a:defRPr>
            </a:defPPr>
            <a:lvl1pPr algn="l">
              <a:defRPr sz="1547" b="0" i="0">
                <a:solidFill>
                  <a:srgbClr val="DF6923"/>
                </a:solidFill>
                <a:latin typeface="Comic Sans MS"/>
                <a:ea typeface="Comic Sans MS"/>
                <a:cs typeface="Comic Sans MS"/>
              </a:defRPr>
            </a:lvl1pPr>
            <a:lvl2pPr algn="l">
              <a:defRPr sz="1547" b="0" i="0">
                <a:solidFill>
                  <a:srgbClr val="DF6923"/>
                </a:solidFill>
                <a:latin typeface="Comic Sans MS"/>
                <a:ea typeface="Comic Sans MS"/>
                <a:cs typeface="Comic Sans MS"/>
              </a:defRPr>
            </a:lvl2pPr>
            <a:lvl3pPr algn="l">
              <a:defRPr sz="1547" b="0" i="0">
                <a:solidFill>
                  <a:srgbClr val="DF6923"/>
                </a:solidFill>
                <a:latin typeface="Comic Sans MS"/>
                <a:ea typeface="Comic Sans MS"/>
                <a:cs typeface="Comic Sans MS"/>
              </a:defRPr>
            </a:lvl3pPr>
            <a:lvl4pPr algn="l">
              <a:defRPr sz="1547" b="0" i="0">
                <a:solidFill>
                  <a:srgbClr val="DF6923"/>
                </a:solidFill>
                <a:latin typeface="Comic Sans MS"/>
                <a:ea typeface="Comic Sans MS"/>
                <a:cs typeface="Comic Sans MS"/>
              </a:defRPr>
            </a:lvl4pPr>
            <a:lvl5pPr algn="l">
              <a:defRPr sz="1547" b="0" i="0">
                <a:solidFill>
                  <a:srgbClr val="DF6923"/>
                </a:solidFill>
                <a:latin typeface="Comic Sans MS"/>
                <a:ea typeface="Comic Sans MS"/>
                <a:cs typeface="Comic Sans MS"/>
              </a:defRPr>
            </a:lvl5pPr>
            <a:lvl6pPr algn="l">
              <a:defRPr sz="1547" b="0" i="0">
                <a:solidFill>
                  <a:srgbClr val="DF6923"/>
                </a:solidFill>
                <a:latin typeface="Comic Sans MS"/>
                <a:ea typeface="Comic Sans MS"/>
                <a:cs typeface="Comic Sans MS"/>
              </a:defRPr>
            </a:lvl6pPr>
            <a:lvl7pPr algn="l">
              <a:defRPr sz="1547" b="0" i="0">
                <a:solidFill>
                  <a:srgbClr val="DF6923"/>
                </a:solidFill>
                <a:latin typeface="Comic Sans MS"/>
                <a:ea typeface="Comic Sans MS"/>
                <a:cs typeface="Comic Sans MS"/>
              </a:defRPr>
            </a:lvl7pPr>
            <a:lvl8pPr algn="l">
              <a:defRPr sz="1547" b="0" i="0">
                <a:solidFill>
                  <a:srgbClr val="DF6923"/>
                </a:solidFill>
                <a:latin typeface="Comic Sans MS"/>
                <a:ea typeface="Comic Sans MS"/>
                <a:cs typeface="Comic Sans MS"/>
              </a:defRPr>
            </a:lvl8pPr>
            <a:lvl9pPr algn="l">
              <a:defRPr sz="1547" b="0" i="0">
                <a:solidFill>
                  <a:srgbClr val="DF6923"/>
                </a:solidFill>
                <a:latin typeface="Comic Sans MS"/>
                <a:ea typeface="Comic Sans MS"/>
                <a:cs typeface="Comic Sans MS"/>
              </a:defRPr>
            </a:lvl9pPr>
          </a:lstStyle>
          <a:p xmlns:a="http://schemas.openxmlformats.org/drawingml/2006/main">
            <a:pPr algn="l">
              <a:lnSpc>
                <a:spcPct val="100000"/>
              </a:lnSpc>
              <a:buNone/>
              <a:defRPr sz="1547" b="0" i="0">
                <a:solidFill>
                  <a:srgbClr val="DF6923"/>
                </a:solidFill>
                <a:latin typeface="Comic Sans MS"/>
                <a:ea typeface="Comic Sans MS"/>
                <a:cs typeface="Comic Sans MS"/>
              </a:defRPr>
            </a:pPr>
            <a:r>
              <a:rPr sz="1547" b="0" i="0">
                <a:solidFill>
                  <a:srgbClr val="DF6923"/>
                </a:solidFill>
                <a:latin typeface="Comic Sans MS"/>
                <a:ea typeface="Comic Sans MS"/>
                <a:cs typeface="Comic Sans MS"/>
              </a:rPr>
              <a:t>Judge</a:t>
            </a:r>
          </a:p>
        </p:txBody>
      </p:sp>
      <p:sp>
        <p:nvSpPr>
          <p:cNvPr id="220" name="text-193 Claim">
            <a:extLst xmlns:a="http://schemas.openxmlformats.org/drawingml/2006/main">
              <a:ext uri="{FF2B5EF4-FFF2-40B4-BE49-F238E27FC236}">
                <a16:creationId xmlns:a16="http://schemas.microsoft.com/office/drawing/2014/main" id="{68B43D42-BE73-4F85-B1FF-E5187AD613CE}"/>
              </a:ext>
            </a:extLst>
          </p:cNvPr>
          <p:cNvSpPr>
            <a:spLocks xmlns:a="http://schemas.openxmlformats.org/drawingml/2006/main" noGrp="1"/>
          </p:cNvSpPr>
          <p:nvPr/>
        </p:nvSpPr>
        <p:spPr>
          <a:xfrm xmlns:a="http://schemas.openxmlformats.org/drawingml/2006/main" rot="0">
            <a:off x="13391562" y="717247"/>
            <a:ext cx="516006" cy="2753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8" b="0" i="0">
                <a:solidFill>
                  <a:srgbClr val="DF6923"/>
                </a:solidFill>
                <a:latin typeface="Comic Sans MS"/>
                <a:ea typeface="Comic Sans MS"/>
                <a:cs typeface="Comic Sans MS"/>
              </a:defRPr>
            </a:defPPr>
            <a:lvl1pPr algn="l">
              <a:defRPr sz="1548" b="0" i="0">
                <a:solidFill>
                  <a:srgbClr val="DF6923"/>
                </a:solidFill>
                <a:latin typeface="Comic Sans MS"/>
                <a:ea typeface="Comic Sans MS"/>
                <a:cs typeface="Comic Sans MS"/>
              </a:defRPr>
            </a:lvl1pPr>
            <a:lvl2pPr algn="l">
              <a:defRPr sz="1548" b="0" i="0">
                <a:solidFill>
                  <a:srgbClr val="DF6923"/>
                </a:solidFill>
                <a:latin typeface="Comic Sans MS"/>
                <a:ea typeface="Comic Sans MS"/>
                <a:cs typeface="Comic Sans MS"/>
              </a:defRPr>
            </a:lvl2pPr>
            <a:lvl3pPr algn="l">
              <a:defRPr sz="1548" b="0" i="0">
                <a:solidFill>
                  <a:srgbClr val="DF6923"/>
                </a:solidFill>
                <a:latin typeface="Comic Sans MS"/>
                <a:ea typeface="Comic Sans MS"/>
                <a:cs typeface="Comic Sans MS"/>
              </a:defRPr>
            </a:lvl3pPr>
            <a:lvl4pPr algn="l">
              <a:defRPr sz="1548" b="0" i="0">
                <a:solidFill>
                  <a:srgbClr val="DF6923"/>
                </a:solidFill>
                <a:latin typeface="Comic Sans MS"/>
                <a:ea typeface="Comic Sans MS"/>
                <a:cs typeface="Comic Sans MS"/>
              </a:defRPr>
            </a:lvl4pPr>
            <a:lvl5pPr algn="l">
              <a:defRPr sz="1548" b="0" i="0">
                <a:solidFill>
                  <a:srgbClr val="DF6923"/>
                </a:solidFill>
                <a:latin typeface="Comic Sans MS"/>
                <a:ea typeface="Comic Sans MS"/>
                <a:cs typeface="Comic Sans MS"/>
              </a:defRPr>
            </a:lvl5pPr>
            <a:lvl6pPr algn="l">
              <a:defRPr sz="1548" b="0" i="0">
                <a:solidFill>
                  <a:srgbClr val="DF6923"/>
                </a:solidFill>
                <a:latin typeface="Comic Sans MS"/>
                <a:ea typeface="Comic Sans MS"/>
                <a:cs typeface="Comic Sans MS"/>
              </a:defRPr>
            </a:lvl6pPr>
            <a:lvl7pPr algn="l">
              <a:defRPr sz="1548" b="0" i="0">
                <a:solidFill>
                  <a:srgbClr val="DF6923"/>
                </a:solidFill>
                <a:latin typeface="Comic Sans MS"/>
                <a:ea typeface="Comic Sans MS"/>
                <a:cs typeface="Comic Sans MS"/>
              </a:defRPr>
            </a:lvl7pPr>
            <a:lvl8pPr algn="l">
              <a:defRPr sz="1548" b="0" i="0">
                <a:solidFill>
                  <a:srgbClr val="DF6923"/>
                </a:solidFill>
                <a:latin typeface="Comic Sans MS"/>
                <a:ea typeface="Comic Sans MS"/>
                <a:cs typeface="Comic Sans MS"/>
              </a:defRPr>
            </a:lvl8pPr>
            <a:lvl9pPr algn="l">
              <a:defRPr sz="1548" b="0" i="0">
                <a:solidFill>
                  <a:srgbClr val="DF6923"/>
                </a:solidFill>
                <a:latin typeface="Comic Sans MS"/>
                <a:ea typeface="Comic Sans MS"/>
                <a:cs typeface="Comic Sans MS"/>
              </a:defRPr>
            </a:lvl9pPr>
          </a:lstStyle>
          <a:p xmlns:a="http://schemas.openxmlformats.org/drawingml/2006/main">
            <a:pPr algn="l">
              <a:lnSpc>
                <a:spcPct val="100000"/>
              </a:lnSpc>
              <a:buNone/>
              <a:defRPr sz="1548" b="0" i="0">
                <a:solidFill>
                  <a:srgbClr val="DF6923"/>
                </a:solidFill>
                <a:latin typeface="Comic Sans MS"/>
                <a:ea typeface="Comic Sans MS"/>
                <a:cs typeface="Comic Sans MS"/>
              </a:defRPr>
            </a:pPr>
            <a:r>
              <a:rPr sz="1548" b="0" i="0">
                <a:solidFill>
                  <a:srgbClr val="DF6923"/>
                </a:solidFill>
                <a:latin typeface="Comic Sans MS"/>
                <a:ea typeface="Comic Sans MS"/>
                <a:cs typeface="Comic Sans MS"/>
              </a:rPr>
              <a:t>Claim</a:t>
            </a:r>
          </a:p>
        </p:txBody>
      </p:sp>
      <p:sp>
        <p:nvSpPr>
          <p:cNvPr id="221" name="text-193 &amp;">
            <a:extLst xmlns:a="http://schemas.openxmlformats.org/drawingml/2006/main">
              <a:ext uri="{FF2B5EF4-FFF2-40B4-BE49-F238E27FC236}">
                <a16:creationId xmlns:a16="http://schemas.microsoft.com/office/drawing/2014/main" id="{AB3BE483-8060-4BE0-93D9-014B4017BBC3}"/>
              </a:ext>
            </a:extLst>
          </p:cNvPr>
          <p:cNvSpPr>
            <a:spLocks xmlns:a="http://schemas.openxmlformats.org/drawingml/2006/main" noGrp="1"/>
          </p:cNvSpPr>
          <p:nvPr/>
        </p:nvSpPr>
        <p:spPr>
          <a:xfrm xmlns:a="http://schemas.openxmlformats.org/drawingml/2006/main" rot="0">
            <a:off x="13931295" y="717452"/>
            <a:ext cx="163776" cy="2750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DF6923"/>
                </a:solidFill>
                <a:latin typeface="Comic Sans MS"/>
                <a:ea typeface="Comic Sans MS"/>
                <a:cs typeface="Comic Sans MS"/>
              </a:defRPr>
            </a:defPPr>
            <a:lvl1pPr algn="l">
              <a:defRPr sz="1547" b="0" i="0">
                <a:solidFill>
                  <a:srgbClr val="DF6923"/>
                </a:solidFill>
                <a:latin typeface="Comic Sans MS"/>
                <a:ea typeface="Comic Sans MS"/>
                <a:cs typeface="Comic Sans MS"/>
              </a:defRPr>
            </a:lvl1pPr>
            <a:lvl2pPr algn="l">
              <a:defRPr sz="1547" b="0" i="0">
                <a:solidFill>
                  <a:srgbClr val="DF6923"/>
                </a:solidFill>
                <a:latin typeface="Comic Sans MS"/>
                <a:ea typeface="Comic Sans MS"/>
                <a:cs typeface="Comic Sans MS"/>
              </a:defRPr>
            </a:lvl2pPr>
            <a:lvl3pPr algn="l">
              <a:defRPr sz="1547" b="0" i="0">
                <a:solidFill>
                  <a:srgbClr val="DF6923"/>
                </a:solidFill>
                <a:latin typeface="Comic Sans MS"/>
                <a:ea typeface="Comic Sans MS"/>
                <a:cs typeface="Comic Sans MS"/>
              </a:defRPr>
            </a:lvl3pPr>
            <a:lvl4pPr algn="l">
              <a:defRPr sz="1547" b="0" i="0">
                <a:solidFill>
                  <a:srgbClr val="DF6923"/>
                </a:solidFill>
                <a:latin typeface="Comic Sans MS"/>
                <a:ea typeface="Comic Sans MS"/>
                <a:cs typeface="Comic Sans MS"/>
              </a:defRPr>
            </a:lvl4pPr>
            <a:lvl5pPr algn="l">
              <a:defRPr sz="1547" b="0" i="0">
                <a:solidFill>
                  <a:srgbClr val="DF6923"/>
                </a:solidFill>
                <a:latin typeface="Comic Sans MS"/>
                <a:ea typeface="Comic Sans MS"/>
                <a:cs typeface="Comic Sans MS"/>
              </a:defRPr>
            </a:lvl5pPr>
            <a:lvl6pPr algn="l">
              <a:defRPr sz="1547" b="0" i="0">
                <a:solidFill>
                  <a:srgbClr val="DF6923"/>
                </a:solidFill>
                <a:latin typeface="Comic Sans MS"/>
                <a:ea typeface="Comic Sans MS"/>
                <a:cs typeface="Comic Sans MS"/>
              </a:defRPr>
            </a:lvl6pPr>
            <a:lvl7pPr algn="l">
              <a:defRPr sz="1547" b="0" i="0">
                <a:solidFill>
                  <a:srgbClr val="DF6923"/>
                </a:solidFill>
                <a:latin typeface="Comic Sans MS"/>
                <a:ea typeface="Comic Sans MS"/>
                <a:cs typeface="Comic Sans MS"/>
              </a:defRPr>
            </a:lvl7pPr>
            <a:lvl8pPr algn="l">
              <a:defRPr sz="1547" b="0" i="0">
                <a:solidFill>
                  <a:srgbClr val="DF6923"/>
                </a:solidFill>
                <a:latin typeface="Comic Sans MS"/>
                <a:ea typeface="Comic Sans MS"/>
                <a:cs typeface="Comic Sans MS"/>
              </a:defRPr>
            </a:lvl8pPr>
            <a:lvl9pPr algn="l">
              <a:defRPr sz="1547" b="0" i="0">
                <a:solidFill>
                  <a:srgbClr val="DF6923"/>
                </a:solidFill>
                <a:latin typeface="Comic Sans MS"/>
                <a:ea typeface="Comic Sans MS"/>
                <a:cs typeface="Comic Sans MS"/>
              </a:defRPr>
            </a:lvl9pPr>
          </a:lstStyle>
          <a:p xmlns:a="http://schemas.openxmlformats.org/drawingml/2006/main">
            <a:pPr algn="l">
              <a:lnSpc>
                <a:spcPct val="100000"/>
              </a:lnSpc>
              <a:buNone/>
              <a:defRPr sz="1547" b="0" i="0">
                <a:solidFill>
                  <a:srgbClr val="DF6923"/>
                </a:solidFill>
                <a:latin typeface="Comic Sans MS"/>
                <a:ea typeface="Comic Sans MS"/>
                <a:cs typeface="Comic Sans MS"/>
              </a:defRPr>
            </a:pPr>
            <a:r>
              <a:rPr sz="1547" b="0" i="0">
                <a:solidFill>
                  <a:srgbClr val="DF6923"/>
                </a:solidFill>
                <a:latin typeface="Comic Sans MS"/>
                <a:ea typeface="Comic Sans MS"/>
                <a:cs typeface="Comic Sans MS"/>
              </a:rPr>
              <a:t>&amp;</a:t>
            </a:r>
          </a:p>
        </p:txBody>
      </p:sp>
      <p:sp>
        <p:nvSpPr>
          <p:cNvPr id="222" name="text-193 Evidence">
            <a:extLst xmlns:a="http://schemas.openxmlformats.org/drawingml/2006/main">
              <a:ext uri="{FF2B5EF4-FFF2-40B4-BE49-F238E27FC236}">
                <a16:creationId xmlns:a16="http://schemas.microsoft.com/office/drawing/2014/main" id="{5045D37D-9E69-447F-A46C-D46272941629}"/>
              </a:ext>
            </a:extLst>
          </p:cNvPr>
          <p:cNvSpPr>
            <a:spLocks xmlns:a="http://schemas.openxmlformats.org/drawingml/2006/main" noGrp="1"/>
          </p:cNvSpPr>
          <p:nvPr/>
        </p:nvSpPr>
        <p:spPr>
          <a:xfrm xmlns:a="http://schemas.openxmlformats.org/drawingml/2006/main" rot="0">
            <a:off x="14118377" y="717569"/>
            <a:ext cx="842064" cy="274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DF6923"/>
                </a:solidFill>
                <a:latin typeface="Comic Sans MS"/>
                <a:ea typeface="Comic Sans MS"/>
                <a:cs typeface="Comic Sans MS"/>
              </a:defRPr>
            </a:defPPr>
            <a:lvl1pPr algn="l">
              <a:defRPr sz="1546" b="0" i="0">
                <a:solidFill>
                  <a:srgbClr val="DF6923"/>
                </a:solidFill>
                <a:latin typeface="Comic Sans MS"/>
                <a:ea typeface="Comic Sans MS"/>
                <a:cs typeface="Comic Sans MS"/>
              </a:defRPr>
            </a:lvl1pPr>
            <a:lvl2pPr algn="l">
              <a:defRPr sz="1546" b="0" i="0">
                <a:solidFill>
                  <a:srgbClr val="DF6923"/>
                </a:solidFill>
                <a:latin typeface="Comic Sans MS"/>
                <a:ea typeface="Comic Sans MS"/>
                <a:cs typeface="Comic Sans MS"/>
              </a:defRPr>
            </a:lvl2pPr>
            <a:lvl3pPr algn="l">
              <a:defRPr sz="1546" b="0" i="0">
                <a:solidFill>
                  <a:srgbClr val="DF6923"/>
                </a:solidFill>
                <a:latin typeface="Comic Sans MS"/>
                <a:ea typeface="Comic Sans MS"/>
                <a:cs typeface="Comic Sans MS"/>
              </a:defRPr>
            </a:lvl3pPr>
            <a:lvl4pPr algn="l">
              <a:defRPr sz="1546" b="0" i="0">
                <a:solidFill>
                  <a:srgbClr val="DF6923"/>
                </a:solidFill>
                <a:latin typeface="Comic Sans MS"/>
                <a:ea typeface="Comic Sans MS"/>
                <a:cs typeface="Comic Sans MS"/>
              </a:defRPr>
            </a:lvl4pPr>
            <a:lvl5pPr algn="l">
              <a:defRPr sz="1546" b="0" i="0">
                <a:solidFill>
                  <a:srgbClr val="DF6923"/>
                </a:solidFill>
                <a:latin typeface="Comic Sans MS"/>
                <a:ea typeface="Comic Sans MS"/>
                <a:cs typeface="Comic Sans MS"/>
              </a:defRPr>
            </a:lvl5pPr>
            <a:lvl6pPr algn="l">
              <a:defRPr sz="1546" b="0" i="0">
                <a:solidFill>
                  <a:srgbClr val="DF6923"/>
                </a:solidFill>
                <a:latin typeface="Comic Sans MS"/>
                <a:ea typeface="Comic Sans MS"/>
                <a:cs typeface="Comic Sans MS"/>
              </a:defRPr>
            </a:lvl6pPr>
            <a:lvl7pPr algn="l">
              <a:defRPr sz="1546" b="0" i="0">
                <a:solidFill>
                  <a:srgbClr val="DF6923"/>
                </a:solidFill>
                <a:latin typeface="Comic Sans MS"/>
                <a:ea typeface="Comic Sans MS"/>
                <a:cs typeface="Comic Sans MS"/>
              </a:defRPr>
            </a:lvl7pPr>
            <a:lvl8pPr algn="l">
              <a:defRPr sz="1546" b="0" i="0">
                <a:solidFill>
                  <a:srgbClr val="DF6923"/>
                </a:solidFill>
                <a:latin typeface="Comic Sans MS"/>
                <a:ea typeface="Comic Sans MS"/>
                <a:cs typeface="Comic Sans MS"/>
              </a:defRPr>
            </a:lvl8pPr>
            <a:lvl9pPr algn="l">
              <a:defRPr sz="1546" b="0" i="0">
                <a:solidFill>
                  <a:srgbClr val="DF6923"/>
                </a:solidFill>
                <a:latin typeface="Comic Sans MS"/>
                <a:ea typeface="Comic Sans MS"/>
                <a:cs typeface="Comic Sans MS"/>
              </a:defRPr>
            </a:lvl9pPr>
          </a:lstStyle>
          <a:p xmlns:a="http://schemas.openxmlformats.org/drawingml/2006/main">
            <a:pPr algn="l">
              <a:lnSpc>
                <a:spcPct val="100000"/>
              </a:lnSpc>
              <a:buNone/>
              <a:defRPr sz="1546" b="0" i="0">
                <a:solidFill>
                  <a:srgbClr val="DF6923"/>
                </a:solidFill>
                <a:latin typeface="Comic Sans MS"/>
                <a:ea typeface="Comic Sans MS"/>
                <a:cs typeface="Comic Sans MS"/>
              </a:defRPr>
            </a:pPr>
            <a:r>
              <a:rPr sz="1546" b="0" i="0">
                <a:solidFill>
                  <a:srgbClr val="DF6923"/>
                </a:solidFill>
                <a:latin typeface="Comic Sans MS"/>
                <a:ea typeface="Comic Sans MS"/>
                <a:cs typeface="Comic Sans MS"/>
              </a:rPr>
              <a:t>Evidence</a:t>
            </a:r>
          </a:p>
        </p:txBody>
      </p:sp>
      <p:sp>
        <p:nvSpPr>
          <p:cNvPr id="223" name="text-193 Judge">
            <a:extLst xmlns:a="http://schemas.openxmlformats.org/drawingml/2006/main">
              <a:ext uri="{FF2B5EF4-FFF2-40B4-BE49-F238E27FC236}">
                <a16:creationId xmlns:a16="http://schemas.microsoft.com/office/drawing/2014/main" id="{2CF3D31C-A8D5-4E17-9565-418D565A8545}"/>
              </a:ext>
            </a:extLst>
          </p:cNvPr>
          <p:cNvSpPr>
            <a:spLocks xmlns:a="http://schemas.openxmlformats.org/drawingml/2006/main" noGrp="1"/>
          </p:cNvSpPr>
          <p:nvPr/>
        </p:nvSpPr>
        <p:spPr>
          <a:xfrm xmlns:a="http://schemas.openxmlformats.org/drawingml/2006/main" rot="0">
            <a:off x="14983188" y="717401"/>
            <a:ext cx="595229" cy="2750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DF6923"/>
                </a:solidFill>
                <a:latin typeface="Comic Sans MS"/>
                <a:ea typeface="Comic Sans MS"/>
                <a:cs typeface="Comic Sans MS"/>
              </a:defRPr>
            </a:defPPr>
            <a:lvl1pPr algn="l">
              <a:defRPr sz="1547" b="0" i="0">
                <a:solidFill>
                  <a:srgbClr val="DF6923"/>
                </a:solidFill>
                <a:latin typeface="Comic Sans MS"/>
                <a:ea typeface="Comic Sans MS"/>
                <a:cs typeface="Comic Sans MS"/>
              </a:defRPr>
            </a:lvl1pPr>
            <a:lvl2pPr algn="l">
              <a:defRPr sz="1547" b="0" i="0">
                <a:solidFill>
                  <a:srgbClr val="DF6923"/>
                </a:solidFill>
                <a:latin typeface="Comic Sans MS"/>
                <a:ea typeface="Comic Sans MS"/>
                <a:cs typeface="Comic Sans MS"/>
              </a:defRPr>
            </a:lvl2pPr>
            <a:lvl3pPr algn="l">
              <a:defRPr sz="1547" b="0" i="0">
                <a:solidFill>
                  <a:srgbClr val="DF6923"/>
                </a:solidFill>
                <a:latin typeface="Comic Sans MS"/>
                <a:ea typeface="Comic Sans MS"/>
                <a:cs typeface="Comic Sans MS"/>
              </a:defRPr>
            </a:lvl3pPr>
            <a:lvl4pPr algn="l">
              <a:defRPr sz="1547" b="0" i="0">
                <a:solidFill>
                  <a:srgbClr val="DF6923"/>
                </a:solidFill>
                <a:latin typeface="Comic Sans MS"/>
                <a:ea typeface="Comic Sans MS"/>
                <a:cs typeface="Comic Sans MS"/>
              </a:defRPr>
            </a:lvl4pPr>
            <a:lvl5pPr algn="l">
              <a:defRPr sz="1547" b="0" i="0">
                <a:solidFill>
                  <a:srgbClr val="DF6923"/>
                </a:solidFill>
                <a:latin typeface="Comic Sans MS"/>
                <a:ea typeface="Comic Sans MS"/>
                <a:cs typeface="Comic Sans MS"/>
              </a:defRPr>
            </a:lvl5pPr>
            <a:lvl6pPr algn="l">
              <a:defRPr sz="1547" b="0" i="0">
                <a:solidFill>
                  <a:srgbClr val="DF6923"/>
                </a:solidFill>
                <a:latin typeface="Comic Sans MS"/>
                <a:ea typeface="Comic Sans MS"/>
                <a:cs typeface="Comic Sans MS"/>
              </a:defRPr>
            </a:lvl6pPr>
            <a:lvl7pPr algn="l">
              <a:defRPr sz="1547" b="0" i="0">
                <a:solidFill>
                  <a:srgbClr val="DF6923"/>
                </a:solidFill>
                <a:latin typeface="Comic Sans MS"/>
                <a:ea typeface="Comic Sans MS"/>
                <a:cs typeface="Comic Sans MS"/>
              </a:defRPr>
            </a:lvl7pPr>
            <a:lvl8pPr algn="l">
              <a:defRPr sz="1547" b="0" i="0">
                <a:solidFill>
                  <a:srgbClr val="DF6923"/>
                </a:solidFill>
                <a:latin typeface="Comic Sans MS"/>
                <a:ea typeface="Comic Sans MS"/>
                <a:cs typeface="Comic Sans MS"/>
              </a:defRPr>
            </a:lvl8pPr>
            <a:lvl9pPr algn="l">
              <a:defRPr sz="1547" b="0" i="0">
                <a:solidFill>
                  <a:srgbClr val="DF6923"/>
                </a:solidFill>
                <a:latin typeface="Comic Sans MS"/>
                <a:ea typeface="Comic Sans MS"/>
                <a:cs typeface="Comic Sans MS"/>
              </a:defRPr>
            </a:lvl9pPr>
          </a:lstStyle>
          <a:p xmlns:a="http://schemas.openxmlformats.org/drawingml/2006/main">
            <a:pPr algn="l">
              <a:lnSpc>
                <a:spcPct val="100000"/>
              </a:lnSpc>
              <a:buNone/>
              <a:defRPr sz="1547" b="0" i="0">
                <a:solidFill>
                  <a:srgbClr val="DF6923"/>
                </a:solidFill>
                <a:latin typeface="Comic Sans MS"/>
                <a:ea typeface="Comic Sans MS"/>
                <a:cs typeface="Comic Sans MS"/>
              </a:defRPr>
            </a:pPr>
            <a:r>
              <a:rPr sz="1547" b="0" i="0">
                <a:solidFill>
                  <a:srgbClr val="DF6923"/>
                </a:solidFill>
                <a:latin typeface="Comic Sans MS"/>
                <a:ea typeface="Comic Sans MS"/>
                <a:cs typeface="Comic Sans MS"/>
              </a:rPr>
              <a:t>Judge</a:t>
            </a:r>
          </a:p>
        </p:txBody>
      </p:sp>
      <p:sp>
        <p:nvSpPr>
          <p:cNvPr id="224" name="text-194 Visual">
            <a:extLst xmlns:a="http://schemas.openxmlformats.org/drawingml/2006/main">
              <a:ext uri="{FF2B5EF4-FFF2-40B4-BE49-F238E27FC236}">
                <a16:creationId xmlns:a16="http://schemas.microsoft.com/office/drawing/2014/main" id="{8CCBC5DD-CCEC-45DE-A3BA-7504F9B1A76D}"/>
              </a:ext>
            </a:extLst>
          </p:cNvPr>
          <p:cNvSpPr>
            <a:spLocks xmlns:a="http://schemas.openxmlformats.org/drawingml/2006/main" noGrp="1"/>
          </p:cNvSpPr>
          <p:nvPr/>
        </p:nvSpPr>
        <p:spPr>
          <a:xfrm xmlns:a="http://schemas.openxmlformats.org/drawingml/2006/main" rot="0">
            <a:off x="13413028" y="2483611"/>
            <a:ext cx="570609" cy="275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9" b="0" i="0">
                <a:solidFill>
                  <a:srgbClr val="163E64"/>
                </a:solidFill>
                <a:latin typeface="Comic Sans MS"/>
                <a:ea typeface="Comic Sans MS"/>
                <a:cs typeface="Comic Sans MS"/>
              </a:defRPr>
            </a:defPPr>
            <a:lvl1pPr algn="l">
              <a:defRPr sz="1549" b="0" i="0">
                <a:solidFill>
                  <a:srgbClr val="163E64"/>
                </a:solidFill>
                <a:latin typeface="Comic Sans MS"/>
                <a:ea typeface="Comic Sans MS"/>
                <a:cs typeface="Comic Sans MS"/>
              </a:defRPr>
            </a:lvl1pPr>
            <a:lvl2pPr algn="l">
              <a:defRPr sz="1549" b="0" i="0">
                <a:solidFill>
                  <a:srgbClr val="163E64"/>
                </a:solidFill>
                <a:latin typeface="Comic Sans MS"/>
                <a:ea typeface="Comic Sans MS"/>
                <a:cs typeface="Comic Sans MS"/>
              </a:defRPr>
            </a:lvl2pPr>
            <a:lvl3pPr algn="l">
              <a:defRPr sz="1549" b="0" i="0">
                <a:solidFill>
                  <a:srgbClr val="163E64"/>
                </a:solidFill>
                <a:latin typeface="Comic Sans MS"/>
                <a:ea typeface="Comic Sans MS"/>
                <a:cs typeface="Comic Sans MS"/>
              </a:defRPr>
            </a:lvl3pPr>
            <a:lvl4pPr algn="l">
              <a:defRPr sz="1549" b="0" i="0">
                <a:solidFill>
                  <a:srgbClr val="163E64"/>
                </a:solidFill>
                <a:latin typeface="Comic Sans MS"/>
                <a:ea typeface="Comic Sans MS"/>
                <a:cs typeface="Comic Sans MS"/>
              </a:defRPr>
            </a:lvl4pPr>
            <a:lvl5pPr algn="l">
              <a:defRPr sz="1549" b="0" i="0">
                <a:solidFill>
                  <a:srgbClr val="163E64"/>
                </a:solidFill>
                <a:latin typeface="Comic Sans MS"/>
                <a:ea typeface="Comic Sans MS"/>
                <a:cs typeface="Comic Sans MS"/>
              </a:defRPr>
            </a:lvl5pPr>
            <a:lvl6pPr algn="l">
              <a:defRPr sz="1549" b="0" i="0">
                <a:solidFill>
                  <a:srgbClr val="163E64"/>
                </a:solidFill>
                <a:latin typeface="Comic Sans MS"/>
                <a:ea typeface="Comic Sans MS"/>
                <a:cs typeface="Comic Sans MS"/>
              </a:defRPr>
            </a:lvl6pPr>
            <a:lvl7pPr algn="l">
              <a:defRPr sz="1549" b="0" i="0">
                <a:solidFill>
                  <a:srgbClr val="163E64"/>
                </a:solidFill>
                <a:latin typeface="Comic Sans MS"/>
                <a:ea typeface="Comic Sans MS"/>
                <a:cs typeface="Comic Sans MS"/>
              </a:defRPr>
            </a:lvl7pPr>
            <a:lvl8pPr algn="l">
              <a:defRPr sz="1549" b="0" i="0">
                <a:solidFill>
                  <a:srgbClr val="163E64"/>
                </a:solidFill>
                <a:latin typeface="Comic Sans MS"/>
                <a:ea typeface="Comic Sans MS"/>
                <a:cs typeface="Comic Sans MS"/>
              </a:defRPr>
            </a:lvl8pPr>
            <a:lvl9pPr algn="l">
              <a:defRPr sz="1549" b="0" i="0">
                <a:solidFill>
                  <a:srgbClr val="163E64"/>
                </a:solidFill>
                <a:latin typeface="Comic Sans MS"/>
                <a:ea typeface="Comic Sans MS"/>
                <a:cs typeface="Comic Sans MS"/>
              </a:defRPr>
            </a:lvl9pPr>
          </a:lstStyle>
          <a:p xmlns:a="http://schemas.openxmlformats.org/drawingml/2006/main">
            <a:pPr algn="l">
              <a:lnSpc>
                <a:spcPct val="100000"/>
              </a:lnSpc>
              <a:buNone/>
              <a:defRPr sz="1549" b="0" i="0">
                <a:solidFill>
                  <a:srgbClr val="163E64"/>
                </a:solidFill>
                <a:latin typeface="Comic Sans MS"/>
                <a:ea typeface="Comic Sans MS"/>
                <a:cs typeface="Comic Sans MS"/>
              </a:defRPr>
            </a:pPr>
            <a:r>
              <a:rPr sz="1549" b="0" i="0">
                <a:solidFill>
                  <a:srgbClr val="163E64"/>
                </a:solidFill>
                <a:latin typeface="Comic Sans MS"/>
                <a:ea typeface="Comic Sans MS"/>
                <a:cs typeface="Comic Sans MS"/>
              </a:rPr>
              <a:t>Visual</a:t>
            </a:r>
          </a:p>
        </p:txBody>
      </p:sp>
      <p:sp>
        <p:nvSpPr>
          <p:cNvPr id="225" name="text-195 Visual">
            <a:extLst xmlns:a="http://schemas.openxmlformats.org/drawingml/2006/main">
              <a:ext uri="{FF2B5EF4-FFF2-40B4-BE49-F238E27FC236}">
                <a16:creationId xmlns:a16="http://schemas.microsoft.com/office/drawing/2014/main" id="{7A566AFF-1B56-4480-A977-EAAE41F6190F}"/>
              </a:ext>
            </a:extLst>
          </p:cNvPr>
          <p:cNvSpPr>
            <a:spLocks xmlns:a="http://schemas.openxmlformats.org/drawingml/2006/main" noGrp="1"/>
          </p:cNvSpPr>
          <p:nvPr/>
        </p:nvSpPr>
        <p:spPr>
          <a:xfrm xmlns:a="http://schemas.openxmlformats.org/drawingml/2006/main" rot="0">
            <a:off x="13413028" y="2483611"/>
            <a:ext cx="570609" cy="275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9" b="0" i="0">
                <a:solidFill>
                  <a:srgbClr val="163E64"/>
                </a:solidFill>
                <a:latin typeface="Comic Sans MS"/>
                <a:ea typeface="Comic Sans MS"/>
                <a:cs typeface="Comic Sans MS"/>
              </a:defRPr>
            </a:defPPr>
            <a:lvl1pPr algn="l">
              <a:defRPr sz="1549" b="0" i="0">
                <a:solidFill>
                  <a:srgbClr val="163E64"/>
                </a:solidFill>
                <a:latin typeface="Comic Sans MS"/>
                <a:ea typeface="Comic Sans MS"/>
                <a:cs typeface="Comic Sans MS"/>
              </a:defRPr>
            </a:lvl1pPr>
            <a:lvl2pPr algn="l">
              <a:defRPr sz="1549" b="0" i="0">
                <a:solidFill>
                  <a:srgbClr val="163E64"/>
                </a:solidFill>
                <a:latin typeface="Comic Sans MS"/>
                <a:ea typeface="Comic Sans MS"/>
                <a:cs typeface="Comic Sans MS"/>
              </a:defRPr>
            </a:lvl2pPr>
            <a:lvl3pPr algn="l">
              <a:defRPr sz="1549" b="0" i="0">
                <a:solidFill>
                  <a:srgbClr val="163E64"/>
                </a:solidFill>
                <a:latin typeface="Comic Sans MS"/>
                <a:ea typeface="Comic Sans MS"/>
                <a:cs typeface="Comic Sans MS"/>
              </a:defRPr>
            </a:lvl3pPr>
            <a:lvl4pPr algn="l">
              <a:defRPr sz="1549" b="0" i="0">
                <a:solidFill>
                  <a:srgbClr val="163E64"/>
                </a:solidFill>
                <a:latin typeface="Comic Sans MS"/>
                <a:ea typeface="Comic Sans MS"/>
                <a:cs typeface="Comic Sans MS"/>
              </a:defRPr>
            </a:lvl4pPr>
            <a:lvl5pPr algn="l">
              <a:defRPr sz="1549" b="0" i="0">
                <a:solidFill>
                  <a:srgbClr val="163E64"/>
                </a:solidFill>
                <a:latin typeface="Comic Sans MS"/>
                <a:ea typeface="Comic Sans MS"/>
                <a:cs typeface="Comic Sans MS"/>
              </a:defRPr>
            </a:lvl5pPr>
            <a:lvl6pPr algn="l">
              <a:defRPr sz="1549" b="0" i="0">
                <a:solidFill>
                  <a:srgbClr val="163E64"/>
                </a:solidFill>
                <a:latin typeface="Comic Sans MS"/>
                <a:ea typeface="Comic Sans MS"/>
                <a:cs typeface="Comic Sans MS"/>
              </a:defRPr>
            </a:lvl6pPr>
            <a:lvl7pPr algn="l">
              <a:defRPr sz="1549" b="0" i="0">
                <a:solidFill>
                  <a:srgbClr val="163E64"/>
                </a:solidFill>
                <a:latin typeface="Comic Sans MS"/>
                <a:ea typeface="Comic Sans MS"/>
                <a:cs typeface="Comic Sans MS"/>
              </a:defRPr>
            </a:lvl7pPr>
            <a:lvl8pPr algn="l">
              <a:defRPr sz="1549" b="0" i="0">
                <a:solidFill>
                  <a:srgbClr val="163E64"/>
                </a:solidFill>
                <a:latin typeface="Comic Sans MS"/>
                <a:ea typeface="Comic Sans MS"/>
                <a:cs typeface="Comic Sans MS"/>
              </a:defRPr>
            </a:lvl8pPr>
            <a:lvl9pPr algn="l">
              <a:defRPr sz="1549" b="0" i="0">
                <a:solidFill>
                  <a:srgbClr val="163E64"/>
                </a:solidFill>
                <a:latin typeface="Comic Sans MS"/>
                <a:ea typeface="Comic Sans MS"/>
                <a:cs typeface="Comic Sans MS"/>
              </a:defRPr>
            </a:lvl9pPr>
          </a:lstStyle>
          <a:p xmlns:a="http://schemas.openxmlformats.org/drawingml/2006/main">
            <a:pPr algn="l">
              <a:lnSpc>
                <a:spcPct val="100000"/>
              </a:lnSpc>
              <a:buNone/>
              <a:defRPr sz="1549" b="0" i="0">
                <a:solidFill>
                  <a:srgbClr val="163E64"/>
                </a:solidFill>
                <a:latin typeface="Comic Sans MS"/>
                <a:ea typeface="Comic Sans MS"/>
                <a:cs typeface="Comic Sans MS"/>
              </a:defRPr>
            </a:pPr>
            <a:r>
              <a:rPr sz="1549" b="0" i="0">
                <a:solidFill>
                  <a:srgbClr val="163E64"/>
                </a:solidFill>
                <a:latin typeface="Comic Sans MS"/>
                <a:ea typeface="Comic Sans MS"/>
                <a:cs typeface="Comic Sans MS"/>
              </a:rPr>
              <a:t>Visual</a:t>
            </a:r>
          </a:p>
        </p:txBody>
      </p:sp>
      <p:sp>
        <p:nvSpPr>
          <p:cNvPr id="226" name="text-196 -">
            <a:extLst xmlns:a="http://schemas.openxmlformats.org/drawingml/2006/main">
              <a:ext uri="{FF2B5EF4-FFF2-40B4-BE49-F238E27FC236}">
                <a16:creationId xmlns:a16="http://schemas.microsoft.com/office/drawing/2014/main" id="{A60331D8-18E6-430F-84E1-005A3736238C}"/>
              </a:ext>
            </a:extLst>
          </p:cNvPr>
          <p:cNvSpPr>
            <a:spLocks xmlns:a="http://schemas.openxmlformats.org/drawingml/2006/main" noGrp="1"/>
          </p:cNvSpPr>
          <p:nvPr/>
        </p:nvSpPr>
        <p:spPr>
          <a:xfrm xmlns:a="http://schemas.openxmlformats.org/drawingml/2006/main" rot="0">
            <a:off x="13948161" y="2483977"/>
            <a:ext cx="117084" cy="2748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163E64"/>
                </a:solidFill>
                <a:latin typeface="Comic Sans MS"/>
                <a:ea typeface="Comic Sans MS"/>
                <a:cs typeface="Comic Sans MS"/>
              </a:defRPr>
            </a:defPPr>
            <a:lvl1pPr algn="l">
              <a:defRPr sz="1546" b="0" i="0">
                <a:solidFill>
                  <a:srgbClr val="163E64"/>
                </a:solidFill>
                <a:latin typeface="Comic Sans MS"/>
                <a:ea typeface="Comic Sans MS"/>
                <a:cs typeface="Comic Sans MS"/>
              </a:defRPr>
            </a:lvl1pPr>
            <a:lvl2pPr algn="l">
              <a:defRPr sz="1546" b="0" i="0">
                <a:solidFill>
                  <a:srgbClr val="163E64"/>
                </a:solidFill>
                <a:latin typeface="Comic Sans MS"/>
                <a:ea typeface="Comic Sans MS"/>
                <a:cs typeface="Comic Sans MS"/>
              </a:defRPr>
            </a:lvl2pPr>
            <a:lvl3pPr algn="l">
              <a:defRPr sz="1546" b="0" i="0">
                <a:solidFill>
                  <a:srgbClr val="163E64"/>
                </a:solidFill>
                <a:latin typeface="Comic Sans MS"/>
                <a:ea typeface="Comic Sans MS"/>
                <a:cs typeface="Comic Sans MS"/>
              </a:defRPr>
            </a:lvl3pPr>
            <a:lvl4pPr algn="l">
              <a:defRPr sz="1546" b="0" i="0">
                <a:solidFill>
                  <a:srgbClr val="163E64"/>
                </a:solidFill>
                <a:latin typeface="Comic Sans MS"/>
                <a:ea typeface="Comic Sans MS"/>
                <a:cs typeface="Comic Sans MS"/>
              </a:defRPr>
            </a:lvl4pPr>
            <a:lvl5pPr algn="l">
              <a:defRPr sz="1546" b="0" i="0">
                <a:solidFill>
                  <a:srgbClr val="163E64"/>
                </a:solidFill>
                <a:latin typeface="Comic Sans MS"/>
                <a:ea typeface="Comic Sans MS"/>
                <a:cs typeface="Comic Sans MS"/>
              </a:defRPr>
            </a:lvl5pPr>
            <a:lvl6pPr algn="l">
              <a:defRPr sz="1546" b="0" i="0">
                <a:solidFill>
                  <a:srgbClr val="163E64"/>
                </a:solidFill>
                <a:latin typeface="Comic Sans MS"/>
                <a:ea typeface="Comic Sans MS"/>
                <a:cs typeface="Comic Sans MS"/>
              </a:defRPr>
            </a:lvl6pPr>
            <a:lvl7pPr algn="l">
              <a:defRPr sz="1546" b="0" i="0">
                <a:solidFill>
                  <a:srgbClr val="163E64"/>
                </a:solidFill>
                <a:latin typeface="Comic Sans MS"/>
                <a:ea typeface="Comic Sans MS"/>
                <a:cs typeface="Comic Sans MS"/>
              </a:defRPr>
            </a:lvl7pPr>
            <a:lvl8pPr algn="l">
              <a:defRPr sz="1546" b="0" i="0">
                <a:solidFill>
                  <a:srgbClr val="163E64"/>
                </a:solidFill>
                <a:latin typeface="Comic Sans MS"/>
                <a:ea typeface="Comic Sans MS"/>
                <a:cs typeface="Comic Sans MS"/>
              </a:defRPr>
            </a:lvl8pPr>
            <a:lvl9pPr algn="l">
              <a:defRPr sz="1546" b="0" i="0">
                <a:solidFill>
                  <a:srgbClr val="163E64"/>
                </a:solidFill>
                <a:latin typeface="Comic Sans MS"/>
                <a:ea typeface="Comic Sans MS"/>
                <a:cs typeface="Comic Sans MS"/>
              </a:defRPr>
            </a:lvl9pPr>
          </a:lstStyle>
          <a:p xmlns:a="http://schemas.openxmlformats.org/drawingml/2006/main">
            <a:pPr algn="l">
              <a:lnSpc>
                <a:spcPct val="100000"/>
              </a:lnSpc>
              <a:buNone/>
              <a:defRPr sz="1546" b="0" i="0">
                <a:solidFill>
                  <a:srgbClr val="163E64"/>
                </a:solidFill>
                <a:latin typeface="Comic Sans MS"/>
                <a:ea typeface="Comic Sans MS"/>
                <a:cs typeface="Comic Sans MS"/>
              </a:defRPr>
            </a:pPr>
            <a:r>
              <a:rPr sz="1546" b="0" i="0">
                <a:solidFill>
                  <a:srgbClr val="163E64"/>
                </a:solidFill>
                <a:latin typeface="Comic Sans MS"/>
                <a:ea typeface="Comic Sans MS"/>
                <a:cs typeface="Comic Sans MS"/>
              </a:rPr>
              <a:t>-</a:t>
            </a:r>
          </a:p>
        </p:txBody>
      </p:sp>
      <p:sp>
        <p:nvSpPr>
          <p:cNvPr id="227" name="text-197 -">
            <a:extLst xmlns:a="http://schemas.openxmlformats.org/drawingml/2006/main">
              <a:ext uri="{FF2B5EF4-FFF2-40B4-BE49-F238E27FC236}">
                <a16:creationId xmlns:a16="http://schemas.microsoft.com/office/drawing/2014/main" id="{F2419D9F-BD79-4BB9-B183-AC0589900D4C}"/>
              </a:ext>
            </a:extLst>
          </p:cNvPr>
          <p:cNvSpPr>
            <a:spLocks xmlns:a="http://schemas.openxmlformats.org/drawingml/2006/main" noGrp="1"/>
          </p:cNvSpPr>
          <p:nvPr/>
        </p:nvSpPr>
        <p:spPr>
          <a:xfrm xmlns:a="http://schemas.openxmlformats.org/drawingml/2006/main" rot="0">
            <a:off x="13948161" y="2483977"/>
            <a:ext cx="117084" cy="2748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163E64"/>
                </a:solidFill>
                <a:latin typeface="Comic Sans MS"/>
                <a:ea typeface="Comic Sans MS"/>
                <a:cs typeface="Comic Sans MS"/>
              </a:defRPr>
            </a:defPPr>
            <a:lvl1pPr algn="l">
              <a:defRPr sz="1546" b="0" i="0">
                <a:solidFill>
                  <a:srgbClr val="163E64"/>
                </a:solidFill>
                <a:latin typeface="Comic Sans MS"/>
                <a:ea typeface="Comic Sans MS"/>
                <a:cs typeface="Comic Sans MS"/>
              </a:defRPr>
            </a:lvl1pPr>
            <a:lvl2pPr algn="l">
              <a:defRPr sz="1546" b="0" i="0">
                <a:solidFill>
                  <a:srgbClr val="163E64"/>
                </a:solidFill>
                <a:latin typeface="Comic Sans MS"/>
                <a:ea typeface="Comic Sans MS"/>
                <a:cs typeface="Comic Sans MS"/>
              </a:defRPr>
            </a:lvl2pPr>
            <a:lvl3pPr algn="l">
              <a:defRPr sz="1546" b="0" i="0">
                <a:solidFill>
                  <a:srgbClr val="163E64"/>
                </a:solidFill>
                <a:latin typeface="Comic Sans MS"/>
                <a:ea typeface="Comic Sans MS"/>
                <a:cs typeface="Comic Sans MS"/>
              </a:defRPr>
            </a:lvl3pPr>
            <a:lvl4pPr algn="l">
              <a:defRPr sz="1546" b="0" i="0">
                <a:solidFill>
                  <a:srgbClr val="163E64"/>
                </a:solidFill>
                <a:latin typeface="Comic Sans MS"/>
                <a:ea typeface="Comic Sans MS"/>
                <a:cs typeface="Comic Sans MS"/>
              </a:defRPr>
            </a:lvl4pPr>
            <a:lvl5pPr algn="l">
              <a:defRPr sz="1546" b="0" i="0">
                <a:solidFill>
                  <a:srgbClr val="163E64"/>
                </a:solidFill>
                <a:latin typeface="Comic Sans MS"/>
                <a:ea typeface="Comic Sans MS"/>
                <a:cs typeface="Comic Sans MS"/>
              </a:defRPr>
            </a:lvl5pPr>
            <a:lvl6pPr algn="l">
              <a:defRPr sz="1546" b="0" i="0">
                <a:solidFill>
                  <a:srgbClr val="163E64"/>
                </a:solidFill>
                <a:latin typeface="Comic Sans MS"/>
                <a:ea typeface="Comic Sans MS"/>
                <a:cs typeface="Comic Sans MS"/>
              </a:defRPr>
            </a:lvl6pPr>
            <a:lvl7pPr algn="l">
              <a:defRPr sz="1546" b="0" i="0">
                <a:solidFill>
                  <a:srgbClr val="163E64"/>
                </a:solidFill>
                <a:latin typeface="Comic Sans MS"/>
                <a:ea typeface="Comic Sans MS"/>
                <a:cs typeface="Comic Sans MS"/>
              </a:defRPr>
            </a:lvl7pPr>
            <a:lvl8pPr algn="l">
              <a:defRPr sz="1546" b="0" i="0">
                <a:solidFill>
                  <a:srgbClr val="163E64"/>
                </a:solidFill>
                <a:latin typeface="Comic Sans MS"/>
                <a:ea typeface="Comic Sans MS"/>
                <a:cs typeface="Comic Sans MS"/>
              </a:defRPr>
            </a:lvl8pPr>
            <a:lvl9pPr algn="l">
              <a:defRPr sz="1546" b="0" i="0">
                <a:solidFill>
                  <a:srgbClr val="163E64"/>
                </a:solidFill>
                <a:latin typeface="Comic Sans MS"/>
                <a:ea typeface="Comic Sans MS"/>
                <a:cs typeface="Comic Sans MS"/>
              </a:defRPr>
            </a:lvl9pPr>
          </a:lstStyle>
          <a:p xmlns:a="http://schemas.openxmlformats.org/drawingml/2006/main">
            <a:pPr algn="l">
              <a:lnSpc>
                <a:spcPct val="100000"/>
              </a:lnSpc>
              <a:buNone/>
              <a:defRPr sz="1546" b="0" i="0">
                <a:solidFill>
                  <a:srgbClr val="163E64"/>
                </a:solidFill>
                <a:latin typeface="Comic Sans MS"/>
                <a:ea typeface="Comic Sans MS"/>
                <a:cs typeface="Comic Sans MS"/>
              </a:defRPr>
            </a:pPr>
            <a:r>
              <a:rPr sz="1546" b="0" i="0">
                <a:solidFill>
                  <a:srgbClr val="163E64"/>
                </a:solidFill>
                <a:latin typeface="Comic Sans MS"/>
                <a:ea typeface="Comic Sans MS"/>
                <a:cs typeface="Comic Sans MS"/>
              </a:rPr>
              <a:t>-</a:t>
            </a:r>
          </a:p>
        </p:txBody>
      </p:sp>
      <p:sp>
        <p:nvSpPr>
          <p:cNvPr id="228" name="text-198 Grounded">
            <a:extLst xmlns:a="http://schemas.openxmlformats.org/drawingml/2006/main">
              <a:ext uri="{FF2B5EF4-FFF2-40B4-BE49-F238E27FC236}">
                <a16:creationId xmlns:a16="http://schemas.microsoft.com/office/drawing/2014/main" id="{7FF9F6C9-8CF8-47E8-912F-6860E0442B95}"/>
              </a:ext>
            </a:extLst>
          </p:cNvPr>
          <p:cNvSpPr>
            <a:spLocks xmlns:a="http://schemas.openxmlformats.org/drawingml/2006/main" noGrp="1"/>
          </p:cNvSpPr>
          <p:nvPr/>
        </p:nvSpPr>
        <p:spPr>
          <a:xfrm xmlns:a="http://schemas.openxmlformats.org/drawingml/2006/main" rot="0">
            <a:off x="14029429" y="2483787"/>
            <a:ext cx="909799" cy="275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163E64"/>
                </a:solidFill>
                <a:latin typeface="Comic Sans MS"/>
                <a:ea typeface="Comic Sans MS"/>
                <a:cs typeface="Comic Sans MS"/>
              </a:defRPr>
            </a:defPPr>
            <a:lvl1pPr algn="l">
              <a:defRPr sz="1547" b="0" i="0">
                <a:solidFill>
                  <a:srgbClr val="163E64"/>
                </a:solidFill>
                <a:latin typeface="Comic Sans MS"/>
                <a:ea typeface="Comic Sans MS"/>
                <a:cs typeface="Comic Sans MS"/>
              </a:defRPr>
            </a:lvl1pPr>
            <a:lvl2pPr algn="l">
              <a:defRPr sz="1547" b="0" i="0">
                <a:solidFill>
                  <a:srgbClr val="163E64"/>
                </a:solidFill>
                <a:latin typeface="Comic Sans MS"/>
                <a:ea typeface="Comic Sans MS"/>
                <a:cs typeface="Comic Sans MS"/>
              </a:defRPr>
            </a:lvl2pPr>
            <a:lvl3pPr algn="l">
              <a:defRPr sz="1547" b="0" i="0">
                <a:solidFill>
                  <a:srgbClr val="163E64"/>
                </a:solidFill>
                <a:latin typeface="Comic Sans MS"/>
                <a:ea typeface="Comic Sans MS"/>
                <a:cs typeface="Comic Sans MS"/>
              </a:defRPr>
            </a:lvl3pPr>
            <a:lvl4pPr algn="l">
              <a:defRPr sz="1547" b="0" i="0">
                <a:solidFill>
                  <a:srgbClr val="163E64"/>
                </a:solidFill>
                <a:latin typeface="Comic Sans MS"/>
                <a:ea typeface="Comic Sans MS"/>
                <a:cs typeface="Comic Sans MS"/>
              </a:defRPr>
            </a:lvl4pPr>
            <a:lvl5pPr algn="l">
              <a:defRPr sz="1547" b="0" i="0">
                <a:solidFill>
                  <a:srgbClr val="163E64"/>
                </a:solidFill>
                <a:latin typeface="Comic Sans MS"/>
                <a:ea typeface="Comic Sans MS"/>
                <a:cs typeface="Comic Sans MS"/>
              </a:defRPr>
            </a:lvl5pPr>
            <a:lvl6pPr algn="l">
              <a:defRPr sz="1547" b="0" i="0">
                <a:solidFill>
                  <a:srgbClr val="163E64"/>
                </a:solidFill>
                <a:latin typeface="Comic Sans MS"/>
                <a:ea typeface="Comic Sans MS"/>
                <a:cs typeface="Comic Sans MS"/>
              </a:defRPr>
            </a:lvl6pPr>
            <a:lvl7pPr algn="l">
              <a:defRPr sz="1547" b="0" i="0">
                <a:solidFill>
                  <a:srgbClr val="163E64"/>
                </a:solidFill>
                <a:latin typeface="Comic Sans MS"/>
                <a:ea typeface="Comic Sans MS"/>
                <a:cs typeface="Comic Sans MS"/>
              </a:defRPr>
            </a:lvl7pPr>
            <a:lvl8pPr algn="l">
              <a:defRPr sz="1547" b="0" i="0">
                <a:solidFill>
                  <a:srgbClr val="163E64"/>
                </a:solidFill>
                <a:latin typeface="Comic Sans MS"/>
                <a:ea typeface="Comic Sans MS"/>
                <a:cs typeface="Comic Sans MS"/>
              </a:defRPr>
            </a:lvl8pPr>
            <a:lvl9pPr algn="l">
              <a:defRPr sz="1547" b="0" i="0">
                <a:solidFill>
                  <a:srgbClr val="163E64"/>
                </a:solidFill>
                <a:latin typeface="Comic Sans MS"/>
                <a:ea typeface="Comic Sans MS"/>
                <a:cs typeface="Comic Sans MS"/>
              </a:defRPr>
            </a:lvl9pPr>
          </a:lstStyle>
          <a:p xmlns:a="http://schemas.openxmlformats.org/drawingml/2006/main">
            <a:pPr algn="l">
              <a:lnSpc>
                <a:spcPct val="100000"/>
              </a:lnSpc>
              <a:buNone/>
              <a:defRPr sz="1547" b="0" i="0">
                <a:solidFill>
                  <a:srgbClr val="163E64"/>
                </a:solidFill>
                <a:latin typeface="Comic Sans MS"/>
                <a:ea typeface="Comic Sans MS"/>
                <a:cs typeface="Comic Sans MS"/>
              </a:defRPr>
            </a:pPr>
            <a:r>
              <a:rPr sz="1547" b="0" i="0">
                <a:solidFill>
                  <a:srgbClr val="163E64"/>
                </a:solidFill>
                <a:latin typeface="Comic Sans MS"/>
                <a:ea typeface="Comic Sans MS"/>
                <a:cs typeface="Comic Sans MS"/>
              </a:rPr>
              <a:t>Grounded</a:t>
            </a:r>
          </a:p>
        </p:txBody>
      </p:sp>
      <p:sp>
        <p:nvSpPr>
          <p:cNvPr id="229" name="text-198 Judge">
            <a:extLst xmlns:a="http://schemas.openxmlformats.org/drawingml/2006/main">
              <a:ext uri="{FF2B5EF4-FFF2-40B4-BE49-F238E27FC236}">
                <a16:creationId xmlns:a16="http://schemas.microsoft.com/office/drawing/2014/main" id="{679BF259-65E4-4434-BB15-BF9D162285E9}"/>
              </a:ext>
            </a:extLst>
          </p:cNvPr>
          <p:cNvSpPr>
            <a:spLocks xmlns:a="http://schemas.openxmlformats.org/drawingml/2006/main" noGrp="1"/>
          </p:cNvSpPr>
          <p:nvPr/>
        </p:nvSpPr>
        <p:spPr>
          <a:xfrm xmlns:a="http://schemas.openxmlformats.org/drawingml/2006/main" rot="0">
            <a:off x="14961754" y="2483795"/>
            <a:ext cx="595251" cy="275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163E64"/>
                </a:solidFill>
                <a:latin typeface="Comic Sans MS"/>
                <a:ea typeface="Comic Sans MS"/>
                <a:cs typeface="Comic Sans MS"/>
              </a:defRPr>
            </a:defPPr>
            <a:lvl1pPr algn="l">
              <a:defRPr sz="1547" b="0" i="0">
                <a:solidFill>
                  <a:srgbClr val="163E64"/>
                </a:solidFill>
                <a:latin typeface="Comic Sans MS"/>
                <a:ea typeface="Comic Sans MS"/>
                <a:cs typeface="Comic Sans MS"/>
              </a:defRPr>
            </a:lvl1pPr>
            <a:lvl2pPr algn="l">
              <a:defRPr sz="1547" b="0" i="0">
                <a:solidFill>
                  <a:srgbClr val="163E64"/>
                </a:solidFill>
                <a:latin typeface="Comic Sans MS"/>
                <a:ea typeface="Comic Sans MS"/>
                <a:cs typeface="Comic Sans MS"/>
              </a:defRPr>
            </a:lvl2pPr>
            <a:lvl3pPr algn="l">
              <a:defRPr sz="1547" b="0" i="0">
                <a:solidFill>
                  <a:srgbClr val="163E64"/>
                </a:solidFill>
                <a:latin typeface="Comic Sans MS"/>
                <a:ea typeface="Comic Sans MS"/>
                <a:cs typeface="Comic Sans MS"/>
              </a:defRPr>
            </a:lvl3pPr>
            <a:lvl4pPr algn="l">
              <a:defRPr sz="1547" b="0" i="0">
                <a:solidFill>
                  <a:srgbClr val="163E64"/>
                </a:solidFill>
                <a:latin typeface="Comic Sans MS"/>
                <a:ea typeface="Comic Sans MS"/>
                <a:cs typeface="Comic Sans MS"/>
              </a:defRPr>
            </a:lvl4pPr>
            <a:lvl5pPr algn="l">
              <a:defRPr sz="1547" b="0" i="0">
                <a:solidFill>
                  <a:srgbClr val="163E64"/>
                </a:solidFill>
                <a:latin typeface="Comic Sans MS"/>
                <a:ea typeface="Comic Sans MS"/>
                <a:cs typeface="Comic Sans MS"/>
              </a:defRPr>
            </a:lvl5pPr>
            <a:lvl6pPr algn="l">
              <a:defRPr sz="1547" b="0" i="0">
                <a:solidFill>
                  <a:srgbClr val="163E64"/>
                </a:solidFill>
                <a:latin typeface="Comic Sans MS"/>
                <a:ea typeface="Comic Sans MS"/>
                <a:cs typeface="Comic Sans MS"/>
              </a:defRPr>
            </a:lvl6pPr>
            <a:lvl7pPr algn="l">
              <a:defRPr sz="1547" b="0" i="0">
                <a:solidFill>
                  <a:srgbClr val="163E64"/>
                </a:solidFill>
                <a:latin typeface="Comic Sans MS"/>
                <a:ea typeface="Comic Sans MS"/>
                <a:cs typeface="Comic Sans MS"/>
              </a:defRPr>
            </a:lvl7pPr>
            <a:lvl8pPr algn="l">
              <a:defRPr sz="1547" b="0" i="0">
                <a:solidFill>
                  <a:srgbClr val="163E64"/>
                </a:solidFill>
                <a:latin typeface="Comic Sans MS"/>
                <a:ea typeface="Comic Sans MS"/>
                <a:cs typeface="Comic Sans MS"/>
              </a:defRPr>
            </a:lvl8pPr>
            <a:lvl9pPr algn="l">
              <a:defRPr sz="1547" b="0" i="0">
                <a:solidFill>
                  <a:srgbClr val="163E64"/>
                </a:solidFill>
                <a:latin typeface="Comic Sans MS"/>
                <a:ea typeface="Comic Sans MS"/>
                <a:cs typeface="Comic Sans MS"/>
              </a:defRPr>
            </a:lvl9pPr>
          </a:lstStyle>
          <a:p xmlns:a="http://schemas.openxmlformats.org/drawingml/2006/main">
            <a:pPr algn="l">
              <a:lnSpc>
                <a:spcPct val="100000"/>
              </a:lnSpc>
              <a:buNone/>
              <a:defRPr sz="1547" b="0" i="0">
                <a:solidFill>
                  <a:srgbClr val="163E64"/>
                </a:solidFill>
                <a:latin typeface="Comic Sans MS"/>
                <a:ea typeface="Comic Sans MS"/>
                <a:cs typeface="Comic Sans MS"/>
              </a:defRPr>
            </a:pPr>
            <a:r>
              <a:rPr sz="1547" b="0" i="0">
                <a:solidFill>
                  <a:srgbClr val="163E64"/>
                </a:solidFill>
                <a:latin typeface="Comic Sans MS"/>
                <a:ea typeface="Comic Sans MS"/>
                <a:cs typeface="Comic Sans MS"/>
              </a:rPr>
              <a:t>Judge</a:t>
            </a:r>
          </a:p>
        </p:txBody>
      </p:sp>
      <p:sp>
        <p:nvSpPr>
          <p:cNvPr id="230" name="text-199 Grounded">
            <a:extLst xmlns:a="http://schemas.openxmlformats.org/drawingml/2006/main">
              <a:ext uri="{FF2B5EF4-FFF2-40B4-BE49-F238E27FC236}">
                <a16:creationId xmlns:a16="http://schemas.microsoft.com/office/drawing/2014/main" id="{9A435807-AD9A-4E05-9865-99CF3232235C}"/>
              </a:ext>
            </a:extLst>
          </p:cNvPr>
          <p:cNvSpPr>
            <a:spLocks xmlns:a="http://schemas.openxmlformats.org/drawingml/2006/main" noGrp="1"/>
          </p:cNvSpPr>
          <p:nvPr/>
        </p:nvSpPr>
        <p:spPr>
          <a:xfrm xmlns:a="http://schemas.openxmlformats.org/drawingml/2006/main" rot="0">
            <a:off x="14029429" y="2483787"/>
            <a:ext cx="909799" cy="275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163E64"/>
                </a:solidFill>
                <a:latin typeface="Comic Sans MS"/>
                <a:ea typeface="Comic Sans MS"/>
                <a:cs typeface="Comic Sans MS"/>
              </a:defRPr>
            </a:defPPr>
            <a:lvl1pPr algn="l">
              <a:defRPr sz="1547" b="0" i="0">
                <a:solidFill>
                  <a:srgbClr val="163E64"/>
                </a:solidFill>
                <a:latin typeface="Comic Sans MS"/>
                <a:ea typeface="Comic Sans MS"/>
                <a:cs typeface="Comic Sans MS"/>
              </a:defRPr>
            </a:lvl1pPr>
            <a:lvl2pPr algn="l">
              <a:defRPr sz="1547" b="0" i="0">
                <a:solidFill>
                  <a:srgbClr val="163E64"/>
                </a:solidFill>
                <a:latin typeface="Comic Sans MS"/>
                <a:ea typeface="Comic Sans MS"/>
                <a:cs typeface="Comic Sans MS"/>
              </a:defRPr>
            </a:lvl2pPr>
            <a:lvl3pPr algn="l">
              <a:defRPr sz="1547" b="0" i="0">
                <a:solidFill>
                  <a:srgbClr val="163E64"/>
                </a:solidFill>
                <a:latin typeface="Comic Sans MS"/>
                <a:ea typeface="Comic Sans MS"/>
                <a:cs typeface="Comic Sans MS"/>
              </a:defRPr>
            </a:lvl3pPr>
            <a:lvl4pPr algn="l">
              <a:defRPr sz="1547" b="0" i="0">
                <a:solidFill>
                  <a:srgbClr val="163E64"/>
                </a:solidFill>
                <a:latin typeface="Comic Sans MS"/>
                <a:ea typeface="Comic Sans MS"/>
                <a:cs typeface="Comic Sans MS"/>
              </a:defRPr>
            </a:lvl4pPr>
            <a:lvl5pPr algn="l">
              <a:defRPr sz="1547" b="0" i="0">
                <a:solidFill>
                  <a:srgbClr val="163E64"/>
                </a:solidFill>
                <a:latin typeface="Comic Sans MS"/>
                <a:ea typeface="Comic Sans MS"/>
                <a:cs typeface="Comic Sans MS"/>
              </a:defRPr>
            </a:lvl5pPr>
            <a:lvl6pPr algn="l">
              <a:defRPr sz="1547" b="0" i="0">
                <a:solidFill>
                  <a:srgbClr val="163E64"/>
                </a:solidFill>
                <a:latin typeface="Comic Sans MS"/>
                <a:ea typeface="Comic Sans MS"/>
                <a:cs typeface="Comic Sans MS"/>
              </a:defRPr>
            </a:lvl6pPr>
            <a:lvl7pPr algn="l">
              <a:defRPr sz="1547" b="0" i="0">
                <a:solidFill>
                  <a:srgbClr val="163E64"/>
                </a:solidFill>
                <a:latin typeface="Comic Sans MS"/>
                <a:ea typeface="Comic Sans MS"/>
                <a:cs typeface="Comic Sans MS"/>
              </a:defRPr>
            </a:lvl7pPr>
            <a:lvl8pPr algn="l">
              <a:defRPr sz="1547" b="0" i="0">
                <a:solidFill>
                  <a:srgbClr val="163E64"/>
                </a:solidFill>
                <a:latin typeface="Comic Sans MS"/>
                <a:ea typeface="Comic Sans MS"/>
                <a:cs typeface="Comic Sans MS"/>
              </a:defRPr>
            </a:lvl8pPr>
            <a:lvl9pPr algn="l">
              <a:defRPr sz="1547" b="0" i="0">
                <a:solidFill>
                  <a:srgbClr val="163E64"/>
                </a:solidFill>
                <a:latin typeface="Comic Sans MS"/>
                <a:ea typeface="Comic Sans MS"/>
                <a:cs typeface="Comic Sans MS"/>
              </a:defRPr>
            </a:lvl9pPr>
          </a:lstStyle>
          <a:p xmlns:a="http://schemas.openxmlformats.org/drawingml/2006/main">
            <a:pPr algn="l">
              <a:lnSpc>
                <a:spcPct val="100000"/>
              </a:lnSpc>
              <a:buNone/>
              <a:defRPr sz="1547" b="0" i="0">
                <a:solidFill>
                  <a:srgbClr val="163E64"/>
                </a:solidFill>
                <a:latin typeface="Comic Sans MS"/>
                <a:ea typeface="Comic Sans MS"/>
                <a:cs typeface="Comic Sans MS"/>
              </a:defRPr>
            </a:pPr>
            <a:r>
              <a:rPr sz="1547" b="0" i="0">
                <a:solidFill>
                  <a:srgbClr val="163E64"/>
                </a:solidFill>
                <a:latin typeface="Comic Sans MS"/>
                <a:ea typeface="Comic Sans MS"/>
                <a:cs typeface="Comic Sans MS"/>
              </a:rPr>
              <a:t>Grounded</a:t>
            </a:r>
          </a:p>
        </p:txBody>
      </p:sp>
      <p:sp>
        <p:nvSpPr>
          <p:cNvPr id="231" name="text-199 Judge">
            <a:extLst xmlns:a="http://schemas.openxmlformats.org/drawingml/2006/main">
              <a:ext uri="{FF2B5EF4-FFF2-40B4-BE49-F238E27FC236}">
                <a16:creationId xmlns:a16="http://schemas.microsoft.com/office/drawing/2014/main" id="{65780463-6E56-429C-B985-03667B357E28}"/>
              </a:ext>
            </a:extLst>
          </p:cNvPr>
          <p:cNvSpPr>
            <a:spLocks xmlns:a="http://schemas.openxmlformats.org/drawingml/2006/main" noGrp="1"/>
          </p:cNvSpPr>
          <p:nvPr/>
        </p:nvSpPr>
        <p:spPr>
          <a:xfrm xmlns:a="http://schemas.openxmlformats.org/drawingml/2006/main" rot="0">
            <a:off x="14961754" y="2483795"/>
            <a:ext cx="595251" cy="275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163E64"/>
                </a:solidFill>
                <a:latin typeface="Comic Sans MS"/>
                <a:ea typeface="Comic Sans MS"/>
                <a:cs typeface="Comic Sans MS"/>
              </a:defRPr>
            </a:defPPr>
            <a:lvl1pPr algn="l">
              <a:defRPr sz="1547" b="0" i="0">
                <a:solidFill>
                  <a:srgbClr val="163E64"/>
                </a:solidFill>
                <a:latin typeface="Comic Sans MS"/>
                <a:ea typeface="Comic Sans MS"/>
                <a:cs typeface="Comic Sans MS"/>
              </a:defRPr>
            </a:lvl1pPr>
            <a:lvl2pPr algn="l">
              <a:defRPr sz="1547" b="0" i="0">
                <a:solidFill>
                  <a:srgbClr val="163E64"/>
                </a:solidFill>
                <a:latin typeface="Comic Sans MS"/>
                <a:ea typeface="Comic Sans MS"/>
                <a:cs typeface="Comic Sans MS"/>
              </a:defRPr>
            </a:lvl2pPr>
            <a:lvl3pPr algn="l">
              <a:defRPr sz="1547" b="0" i="0">
                <a:solidFill>
                  <a:srgbClr val="163E64"/>
                </a:solidFill>
                <a:latin typeface="Comic Sans MS"/>
                <a:ea typeface="Comic Sans MS"/>
                <a:cs typeface="Comic Sans MS"/>
              </a:defRPr>
            </a:lvl3pPr>
            <a:lvl4pPr algn="l">
              <a:defRPr sz="1547" b="0" i="0">
                <a:solidFill>
                  <a:srgbClr val="163E64"/>
                </a:solidFill>
                <a:latin typeface="Comic Sans MS"/>
                <a:ea typeface="Comic Sans MS"/>
                <a:cs typeface="Comic Sans MS"/>
              </a:defRPr>
            </a:lvl4pPr>
            <a:lvl5pPr algn="l">
              <a:defRPr sz="1547" b="0" i="0">
                <a:solidFill>
                  <a:srgbClr val="163E64"/>
                </a:solidFill>
                <a:latin typeface="Comic Sans MS"/>
                <a:ea typeface="Comic Sans MS"/>
                <a:cs typeface="Comic Sans MS"/>
              </a:defRPr>
            </a:lvl5pPr>
            <a:lvl6pPr algn="l">
              <a:defRPr sz="1547" b="0" i="0">
                <a:solidFill>
                  <a:srgbClr val="163E64"/>
                </a:solidFill>
                <a:latin typeface="Comic Sans MS"/>
                <a:ea typeface="Comic Sans MS"/>
                <a:cs typeface="Comic Sans MS"/>
              </a:defRPr>
            </a:lvl6pPr>
            <a:lvl7pPr algn="l">
              <a:defRPr sz="1547" b="0" i="0">
                <a:solidFill>
                  <a:srgbClr val="163E64"/>
                </a:solidFill>
                <a:latin typeface="Comic Sans MS"/>
                <a:ea typeface="Comic Sans MS"/>
                <a:cs typeface="Comic Sans MS"/>
              </a:defRPr>
            </a:lvl7pPr>
            <a:lvl8pPr algn="l">
              <a:defRPr sz="1547" b="0" i="0">
                <a:solidFill>
                  <a:srgbClr val="163E64"/>
                </a:solidFill>
                <a:latin typeface="Comic Sans MS"/>
                <a:ea typeface="Comic Sans MS"/>
                <a:cs typeface="Comic Sans MS"/>
              </a:defRPr>
            </a:lvl8pPr>
            <a:lvl9pPr algn="l">
              <a:defRPr sz="1547" b="0" i="0">
                <a:solidFill>
                  <a:srgbClr val="163E64"/>
                </a:solidFill>
                <a:latin typeface="Comic Sans MS"/>
                <a:ea typeface="Comic Sans MS"/>
                <a:cs typeface="Comic Sans MS"/>
              </a:defRPr>
            </a:lvl9pPr>
          </a:lstStyle>
          <a:p xmlns:a="http://schemas.openxmlformats.org/drawingml/2006/main">
            <a:pPr algn="l">
              <a:lnSpc>
                <a:spcPct val="100000"/>
              </a:lnSpc>
              <a:buNone/>
              <a:defRPr sz="1547" b="0" i="0">
                <a:solidFill>
                  <a:srgbClr val="163E64"/>
                </a:solidFill>
                <a:latin typeface="Comic Sans MS"/>
                <a:ea typeface="Comic Sans MS"/>
                <a:cs typeface="Comic Sans MS"/>
              </a:defRPr>
            </a:pPr>
            <a:r>
              <a:rPr sz="1547" b="0" i="0">
                <a:solidFill>
                  <a:srgbClr val="163E64"/>
                </a:solidFill>
                <a:latin typeface="Comic Sans MS"/>
                <a:ea typeface="Comic Sans MS"/>
                <a:cs typeface="Comic Sans MS"/>
              </a:rPr>
              <a:t>Judge</a:t>
            </a:r>
          </a:p>
        </p:txBody>
      </p:sp>
      <p:pic>
        <p:nvPicPr>
          <p:cNvPr id="232" name="">
            <a:extLst xmlns:a="http://schemas.openxmlformats.org/drawingml/2006/main">
              <a:ext uri="{FF2B5EF4-FFF2-40B4-BE49-F238E27FC236}">
                <a16:creationId xmlns:a16="http://schemas.microsoft.com/office/drawing/2014/main" id="{FDE01717-9918-42BF-9302-B0129861A6A1}"/>
              </a:ext>
            </a:extLst>
          </p:cNvPr>
          <p:cNvPicPr>
            <a:picLocks xmlns:a="http://schemas.openxmlformats.org/drawingml/2006/main" noChangeAspect="1"/>
          </p:cNvPicPr>
          <p:nvPr/>
        </p:nvPicPr>
        <p:blipFill>
          <a:blip xmlns:r="http://schemas.openxmlformats.org/officeDocument/2006/relationships" xmlns:a="http://schemas.openxmlformats.org/drawingml/2006/main" r:embed="R9a4291a7b9de4a9c"/>
          <a:stretch xmlns:a="http://schemas.openxmlformats.org/drawingml/2006/main"/>
        </p:blipFill>
        <p:spPr>
          <a:xfrm xmlns:a="http://schemas.openxmlformats.org/drawingml/2006/main">
            <a:off x="12039600" y="857250"/>
            <a:ext cx="990600" cy="990600"/>
          </a:xfrm>
          <a:prstGeom xmlns:a="http://schemas.openxmlformats.org/drawingml/2006/main" prst="rect">
            <a:avLst/>
          </a:prstGeom>
        </p:spPr>
      </p:pic>
      <p:pic>
        <p:nvPicPr>
          <p:cNvPr id="233" name="">
            <a:extLst xmlns:a="http://schemas.openxmlformats.org/drawingml/2006/main">
              <a:ext uri="{FF2B5EF4-FFF2-40B4-BE49-F238E27FC236}">
                <a16:creationId xmlns:a16="http://schemas.microsoft.com/office/drawing/2014/main" id="{0ADE83EE-994C-478C-B11D-BED3607A7061}"/>
              </a:ext>
            </a:extLst>
          </p:cNvPr>
          <p:cNvPicPr>
            <a:picLocks xmlns:a="http://schemas.openxmlformats.org/drawingml/2006/main" noChangeAspect="1"/>
          </p:cNvPicPr>
          <p:nvPr/>
        </p:nvPicPr>
        <p:blipFill>
          <a:blip xmlns:r="http://schemas.openxmlformats.org/officeDocument/2006/relationships" xmlns:a="http://schemas.openxmlformats.org/drawingml/2006/main" r:embed="R03075bda87c1479f"/>
          <a:stretch xmlns:a="http://schemas.openxmlformats.org/drawingml/2006/main"/>
        </p:blipFill>
        <p:spPr>
          <a:xfrm xmlns:a="http://schemas.openxmlformats.org/drawingml/2006/main">
            <a:off x="13354050" y="1076325"/>
            <a:ext cx="295275" cy="295275"/>
          </a:xfrm>
          <a:prstGeom xmlns:a="http://schemas.openxmlformats.org/drawingml/2006/main" prst="rect">
            <a:avLst/>
          </a:prstGeom>
        </p:spPr>
      </p:pic>
      <p:sp>
        <p:nvSpPr>
          <p:cNvPr id="234" name="text-202 Claim">
            <a:extLst xmlns:a="http://schemas.openxmlformats.org/drawingml/2006/main">
              <a:ext uri="{FF2B5EF4-FFF2-40B4-BE49-F238E27FC236}">
                <a16:creationId xmlns:a16="http://schemas.microsoft.com/office/drawing/2014/main" id="{F2746E6D-93F5-4D4E-A4DB-2FF87162C0E9}"/>
              </a:ext>
            </a:extLst>
          </p:cNvPr>
          <p:cNvSpPr>
            <a:spLocks xmlns:a="http://schemas.openxmlformats.org/drawingml/2006/main" noGrp="1"/>
          </p:cNvSpPr>
          <p:nvPr/>
        </p:nvSpPr>
        <p:spPr>
          <a:xfrm xmlns:a="http://schemas.openxmlformats.org/drawingml/2006/main" rot="0">
            <a:off x="13835418" y="1079022"/>
            <a:ext cx="516112" cy="27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9" b="0" i="0">
                <a:solidFill>
                  <a:srgbClr val="000000"/>
                </a:solidFill>
                <a:latin typeface="Comic Sans MS"/>
                <a:ea typeface="Comic Sans MS"/>
                <a:cs typeface="Comic Sans MS"/>
              </a:defRPr>
            </a:defPPr>
            <a:lvl1pPr algn="l">
              <a:defRPr sz="1549" b="0" i="0">
                <a:solidFill>
                  <a:srgbClr val="000000"/>
                </a:solidFill>
                <a:latin typeface="Comic Sans MS"/>
                <a:ea typeface="Comic Sans MS"/>
                <a:cs typeface="Comic Sans MS"/>
              </a:defRPr>
            </a:lvl1pPr>
            <a:lvl2pPr algn="l">
              <a:defRPr sz="1549" b="0" i="0">
                <a:solidFill>
                  <a:srgbClr val="000000"/>
                </a:solidFill>
                <a:latin typeface="Comic Sans MS"/>
                <a:ea typeface="Comic Sans MS"/>
                <a:cs typeface="Comic Sans MS"/>
              </a:defRPr>
            </a:lvl2pPr>
            <a:lvl3pPr algn="l">
              <a:defRPr sz="1549" b="0" i="0">
                <a:solidFill>
                  <a:srgbClr val="000000"/>
                </a:solidFill>
                <a:latin typeface="Comic Sans MS"/>
                <a:ea typeface="Comic Sans MS"/>
                <a:cs typeface="Comic Sans MS"/>
              </a:defRPr>
            </a:lvl3pPr>
            <a:lvl4pPr algn="l">
              <a:defRPr sz="1549" b="0" i="0">
                <a:solidFill>
                  <a:srgbClr val="000000"/>
                </a:solidFill>
                <a:latin typeface="Comic Sans MS"/>
                <a:ea typeface="Comic Sans MS"/>
                <a:cs typeface="Comic Sans MS"/>
              </a:defRPr>
            </a:lvl4pPr>
            <a:lvl5pPr algn="l">
              <a:defRPr sz="1549" b="0" i="0">
                <a:solidFill>
                  <a:srgbClr val="000000"/>
                </a:solidFill>
                <a:latin typeface="Comic Sans MS"/>
                <a:ea typeface="Comic Sans MS"/>
                <a:cs typeface="Comic Sans MS"/>
              </a:defRPr>
            </a:lvl5pPr>
            <a:lvl6pPr algn="l">
              <a:defRPr sz="1549" b="0" i="0">
                <a:solidFill>
                  <a:srgbClr val="000000"/>
                </a:solidFill>
                <a:latin typeface="Comic Sans MS"/>
                <a:ea typeface="Comic Sans MS"/>
                <a:cs typeface="Comic Sans MS"/>
              </a:defRPr>
            </a:lvl6pPr>
            <a:lvl7pPr algn="l">
              <a:defRPr sz="1549" b="0" i="0">
                <a:solidFill>
                  <a:srgbClr val="000000"/>
                </a:solidFill>
                <a:latin typeface="Comic Sans MS"/>
                <a:ea typeface="Comic Sans MS"/>
                <a:cs typeface="Comic Sans MS"/>
              </a:defRPr>
            </a:lvl7pPr>
            <a:lvl8pPr algn="l">
              <a:defRPr sz="1549" b="0" i="0">
                <a:solidFill>
                  <a:srgbClr val="000000"/>
                </a:solidFill>
                <a:latin typeface="Comic Sans MS"/>
                <a:ea typeface="Comic Sans MS"/>
                <a:cs typeface="Comic Sans MS"/>
              </a:defRPr>
            </a:lvl8pPr>
            <a:lvl9pPr algn="l">
              <a:defRPr sz="1549" b="0" i="0">
                <a:solidFill>
                  <a:srgbClr val="000000"/>
                </a:solidFill>
                <a:latin typeface="Comic Sans MS"/>
                <a:ea typeface="Comic Sans MS"/>
                <a:cs typeface="Comic Sans MS"/>
              </a:defRPr>
            </a:lvl9pPr>
          </a:lstStyle>
          <a:p xmlns:a="http://schemas.openxmlformats.org/drawingml/2006/main">
            <a:pPr algn="l">
              <a:lnSpc>
                <a:spcPct val="100000"/>
              </a:lnSpc>
              <a:buNone/>
              <a:defRPr sz="1549" b="0" i="0">
                <a:solidFill>
                  <a:srgbClr val="000000"/>
                </a:solidFill>
                <a:latin typeface="Comic Sans MS"/>
                <a:ea typeface="Comic Sans MS"/>
                <a:cs typeface="Comic Sans MS"/>
              </a:defRPr>
            </a:pPr>
            <a:r>
              <a:rPr sz="1549" b="0" i="0">
                <a:solidFill>
                  <a:srgbClr val="000000"/>
                </a:solidFill>
                <a:latin typeface="Comic Sans MS"/>
                <a:ea typeface="Comic Sans MS"/>
                <a:cs typeface="Comic Sans MS"/>
              </a:rPr>
              <a:t>Claim</a:t>
            </a:r>
          </a:p>
        </p:txBody>
      </p:sp>
      <p:sp>
        <p:nvSpPr>
          <p:cNvPr id="235" name="text-202 supported">
            <a:extLst xmlns:a="http://schemas.openxmlformats.org/drawingml/2006/main">
              <a:ext uri="{FF2B5EF4-FFF2-40B4-BE49-F238E27FC236}">
                <a16:creationId xmlns:a16="http://schemas.microsoft.com/office/drawing/2014/main" id="{BB76BBDC-37B4-4BA0-ABFA-0C6467116F06}"/>
              </a:ext>
            </a:extLst>
          </p:cNvPr>
          <p:cNvSpPr>
            <a:spLocks xmlns:a="http://schemas.openxmlformats.org/drawingml/2006/main" noGrp="1"/>
          </p:cNvSpPr>
          <p:nvPr/>
        </p:nvSpPr>
        <p:spPr>
          <a:xfrm xmlns:a="http://schemas.openxmlformats.org/drawingml/2006/main" rot="0">
            <a:off x="14373699" y="1079608"/>
            <a:ext cx="954258" cy="2745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4" b="0" i="0">
                <a:solidFill>
                  <a:srgbClr val="000000"/>
                </a:solidFill>
                <a:latin typeface="Comic Sans MS"/>
                <a:ea typeface="Comic Sans MS"/>
                <a:cs typeface="Comic Sans MS"/>
              </a:defRPr>
            </a:defPPr>
            <a:lvl1pPr algn="l">
              <a:defRPr sz="1544" b="0" i="0">
                <a:solidFill>
                  <a:srgbClr val="000000"/>
                </a:solidFill>
                <a:latin typeface="Comic Sans MS"/>
                <a:ea typeface="Comic Sans MS"/>
                <a:cs typeface="Comic Sans MS"/>
              </a:defRPr>
            </a:lvl1pPr>
            <a:lvl2pPr algn="l">
              <a:defRPr sz="1544" b="0" i="0">
                <a:solidFill>
                  <a:srgbClr val="000000"/>
                </a:solidFill>
                <a:latin typeface="Comic Sans MS"/>
                <a:ea typeface="Comic Sans MS"/>
                <a:cs typeface="Comic Sans MS"/>
              </a:defRPr>
            </a:lvl2pPr>
            <a:lvl3pPr algn="l">
              <a:defRPr sz="1544" b="0" i="0">
                <a:solidFill>
                  <a:srgbClr val="000000"/>
                </a:solidFill>
                <a:latin typeface="Comic Sans MS"/>
                <a:ea typeface="Comic Sans MS"/>
                <a:cs typeface="Comic Sans MS"/>
              </a:defRPr>
            </a:lvl3pPr>
            <a:lvl4pPr algn="l">
              <a:defRPr sz="1544" b="0" i="0">
                <a:solidFill>
                  <a:srgbClr val="000000"/>
                </a:solidFill>
                <a:latin typeface="Comic Sans MS"/>
                <a:ea typeface="Comic Sans MS"/>
                <a:cs typeface="Comic Sans MS"/>
              </a:defRPr>
            </a:lvl4pPr>
            <a:lvl5pPr algn="l">
              <a:defRPr sz="1544" b="0" i="0">
                <a:solidFill>
                  <a:srgbClr val="000000"/>
                </a:solidFill>
                <a:latin typeface="Comic Sans MS"/>
                <a:ea typeface="Comic Sans MS"/>
                <a:cs typeface="Comic Sans MS"/>
              </a:defRPr>
            </a:lvl5pPr>
            <a:lvl6pPr algn="l">
              <a:defRPr sz="1544" b="0" i="0">
                <a:solidFill>
                  <a:srgbClr val="000000"/>
                </a:solidFill>
                <a:latin typeface="Comic Sans MS"/>
                <a:ea typeface="Comic Sans MS"/>
                <a:cs typeface="Comic Sans MS"/>
              </a:defRPr>
            </a:lvl6pPr>
            <a:lvl7pPr algn="l">
              <a:defRPr sz="1544" b="0" i="0">
                <a:solidFill>
                  <a:srgbClr val="000000"/>
                </a:solidFill>
                <a:latin typeface="Comic Sans MS"/>
                <a:ea typeface="Comic Sans MS"/>
                <a:cs typeface="Comic Sans MS"/>
              </a:defRPr>
            </a:lvl7pPr>
            <a:lvl8pPr algn="l">
              <a:defRPr sz="1544" b="0" i="0">
                <a:solidFill>
                  <a:srgbClr val="000000"/>
                </a:solidFill>
                <a:latin typeface="Comic Sans MS"/>
                <a:ea typeface="Comic Sans MS"/>
                <a:cs typeface="Comic Sans MS"/>
              </a:defRPr>
            </a:lvl8pPr>
            <a:lvl9pPr algn="l">
              <a:defRPr sz="1544" b="0" i="0">
                <a:solidFill>
                  <a:srgbClr val="000000"/>
                </a:solidFill>
                <a:latin typeface="Comic Sans MS"/>
                <a:ea typeface="Comic Sans MS"/>
                <a:cs typeface="Comic Sans MS"/>
              </a:defRPr>
            </a:lvl9pPr>
          </a:lstStyle>
          <a:p xmlns:a="http://schemas.openxmlformats.org/drawingml/2006/main">
            <a:pPr algn="l">
              <a:lnSpc>
                <a:spcPct val="100000"/>
              </a:lnSpc>
              <a:buNone/>
              <a:defRPr sz="1544" b="0" i="0">
                <a:solidFill>
                  <a:srgbClr val="000000"/>
                </a:solidFill>
                <a:latin typeface="Comic Sans MS"/>
                <a:ea typeface="Comic Sans MS"/>
                <a:cs typeface="Comic Sans MS"/>
              </a:defRPr>
            </a:pPr>
            <a:r>
              <a:rPr sz="1544" b="0" i="0">
                <a:solidFill>
                  <a:srgbClr val="000000"/>
                </a:solidFill>
                <a:latin typeface="Comic Sans MS"/>
                <a:ea typeface="Comic Sans MS"/>
                <a:cs typeface="Comic Sans MS"/>
              </a:rPr>
              <a:t>supported</a:t>
            </a:r>
          </a:p>
        </p:txBody>
      </p:sp>
      <p:pic>
        <p:nvPicPr>
          <p:cNvPr id="236" name="">
            <a:extLst xmlns:a="http://schemas.openxmlformats.org/drawingml/2006/main">
              <a:ext uri="{FF2B5EF4-FFF2-40B4-BE49-F238E27FC236}">
                <a16:creationId xmlns:a16="http://schemas.microsoft.com/office/drawing/2014/main" id="{85527D22-241C-4DA2-828B-469E7EC75F0A}"/>
              </a:ext>
            </a:extLst>
          </p:cNvPr>
          <p:cNvPicPr>
            <a:picLocks xmlns:a="http://schemas.openxmlformats.org/drawingml/2006/main" noChangeAspect="1"/>
          </p:cNvPicPr>
          <p:nvPr/>
        </p:nvPicPr>
        <p:blipFill>
          <a:blip xmlns:r="http://schemas.openxmlformats.org/officeDocument/2006/relationships" xmlns:a="http://schemas.openxmlformats.org/drawingml/2006/main" r:embed="R8aa921dab96049ef"/>
          <a:stretch xmlns:a="http://schemas.openxmlformats.org/drawingml/2006/main"/>
        </p:blipFill>
        <p:spPr>
          <a:xfrm xmlns:a="http://schemas.openxmlformats.org/drawingml/2006/main">
            <a:off x="13354050" y="1476375"/>
            <a:ext cx="295275" cy="304800"/>
          </a:xfrm>
          <a:prstGeom xmlns:a="http://schemas.openxmlformats.org/drawingml/2006/main" prst="rect">
            <a:avLst/>
          </a:prstGeom>
        </p:spPr>
      </p:pic>
      <p:sp>
        <p:nvSpPr>
          <p:cNvPr id="237" name="text-204 URL">
            <a:extLst xmlns:a="http://schemas.openxmlformats.org/drawingml/2006/main">
              <a:ext uri="{FF2B5EF4-FFF2-40B4-BE49-F238E27FC236}">
                <a16:creationId xmlns:a16="http://schemas.microsoft.com/office/drawing/2014/main" id="{C1D2D943-8E40-409D-891E-67B82A60BCA3}"/>
              </a:ext>
            </a:extLst>
          </p:cNvPr>
          <p:cNvSpPr>
            <a:spLocks xmlns:a="http://schemas.openxmlformats.org/drawingml/2006/main" noGrp="1"/>
          </p:cNvSpPr>
          <p:nvPr/>
        </p:nvSpPr>
        <p:spPr>
          <a:xfrm xmlns:a="http://schemas.openxmlformats.org/drawingml/2006/main" rot="0">
            <a:off x="13810124" y="1480283"/>
            <a:ext cx="410230" cy="2741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2" b="0" i="0">
                <a:solidFill>
                  <a:srgbClr val="000000"/>
                </a:solidFill>
                <a:latin typeface="Comic Sans MS"/>
                <a:ea typeface="Comic Sans MS"/>
                <a:cs typeface="Comic Sans MS"/>
              </a:defRPr>
            </a:defPPr>
            <a:lvl1pPr algn="l">
              <a:defRPr sz="1542" b="0" i="0">
                <a:solidFill>
                  <a:srgbClr val="000000"/>
                </a:solidFill>
                <a:latin typeface="Comic Sans MS"/>
                <a:ea typeface="Comic Sans MS"/>
                <a:cs typeface="Comic Sans MS"/>
              </a:defRPr>
            </a:lvl1pPr>
            <a:lvl2pPr algn="l">
              <a:defRPr sz="1542" b="0" i="0">
                <a:solidFill>
                  <a:srgbClr val="000000"/>
                </a:solidFill>
                <a:latin typeface="Comic Sans MS"/>
                <a:ea typeface="Comic Sans MS"/>
                <a:cs typeface="Comic Sans MS"/>
              </a:defRPr>
            </a:lvl2pPr>
            <a:lvl3pPr algn="l">
              <a:defRPr sz="1542" b="0" i="0">
                <a:solidFill>
                  <a:srgbClr val="000000"/>
                </a:solidFill>
                <a:latin typeface="Comic Sans MS"/>
                <a:ea typeface="Comic Sans MS"/>
                <a:cs typeface="Comic Sans MS"/>
              </a:defRPr>
            </a:lvl3pPr>
            <a:lvl4pPr algn="l">
              <a:defRPr sz="1542" b="0" i="0">
                <a:solidFill>
                  <a:srgbClr val="000000"/>
                </a:solidFill>
                <a:latin typeface="Comic Sans MS"/>
                <a:ea typeface="Comic Sans MS"/>
                <a:cs typeface="Comic Sans MS"/>
              </a:defRPr>
            </a:lvl4pPr>
            <a:lvl5pPr algn="l">
              <a:defRPr sz="1542" b="0" i="0">
                <a:solidFill>
                  <a:srgbClr val="000000"/>
                </a:solidFill>
                <a:latin typeface="Comic Sans MS"/>
                <a:ea typeface="Comic Sans MS"/>
                <a:cs typeface="Comic Sans MS"/>
              </a:defRPr>
            </a:lvl5pPr>
            <a:lvl6pPr algn="l">
              <a:defRPr sz="1542" b="0" i="0">
                <a:solidFill>
                  <a:srgbClr val="000000"/>
                </a:solidFill>
                <a:latin typeface="Comic Sans MS"/>
                <a:ea typeface="Comic Sans MS"/>
                <a:cs typeface="Comic Sans MS"/>
              </a:defRPr>
            </a:lvl6pPr>
            <a:lvl7pPr algn="l">
              <a:defRPr sz="1542" b="0" i="0">
                <a:solidFill>
                  <a:srgbClr val="000000"/>
                </a:solidFill>
                <a:latin typeface="Comic Sans MS"/>
                <a:ea typeface="Comic Sans MS"/>
                <a:cs typeface="Comic Sans MS"/>
              </a:defRPr>
            </a:lvl7pPr>
            <a:lvl8pPr algn="l">
              <a:defRPr sz="1542" b="0" i="0">
                <a:solidFill>
                  <a:srgbClr val="000000"/>
                </a:solidFill>
                <a:latin typeface="Comic Sans MS"/>
                <a:ea typeface="Comic Sans MS"/>
                <a:cs typeface="Comic Sans MS"/>
              </a:defRPr>
            </a:lvl8pPr>
            <a:lvl9pPr algn="l">
              <a:defRPr sz="1542" b="0" i="0">
                <a:solidFill>
                  <a:srgbClr val="000000"/>
                </a:solidFill>
                <a:latin typeface="Comic Sans MS"/>
                <a:ea typeface="Comic Sans MS"/>
                <a:cs typeface="Comic Sans MS"/>
              </a:defRPr>
            </a:lvl9pPr>
          </a:lstStyle>
          <a:p xmlns:a="http://schemas.openxmlformats.org/drawingml/2006/main">
            <a:pPr algn="l">
              <a:lnSpc>
                <a:spcPct val="100000"/>
              </a:lnSpc>
              <a:buNone/>
              <a:defRPr sz="1542" b="0" i="0">
                <a:solidFill>
                  <a:srgbClr val="000000"/>
                </a:solidFill>
                <a:latin typeface="Comic Sans MS"/>
                <a:ea typeface="Comic Sans MS"/>
                <a:cs typeface="Comic Sans MS"/>
              </a:defRPr>
            </a:pPr>
            <a:r>
              <a:rPr sz="1542" b="0" i="0">
                <a:solidFill>
                  <a:srgbClr val="000000"/>
                </a:solidFill>
                <a:latin typeface="Comic Sans MS"/>
                <a:ea typeface="Comic Sans MS"/>
                <a:cs typeface="Comic Sans MS"/>
              </a:rPr>
              <a:t>URL</a:t>
            </a:r>
          </a:p>
        </p:txBody>
      </p:sp>
      <p:sp>
        <p:nvSpPr>
          <p:cNvPr id="238" name="text-204 /">
            <a:extLst xmlns:a="http://schemas.openxmlformats.org/drawingml/2006/main">
              <a:ext uri="{FF2B5EF4-FFF2-40B4-BE49-F238E27FC236}">
                <a16:creationId xmlns:a16="http://schemas.microsoft.com/office/drawing/2014/main" id="{4B089676-C708-4724-9275-DB0958EA7D79}"/>
              </a:ext>
            </a:extLst>
          </p:cNvPr>
          <p:cNvSpPr>
            <a:spLocks xmlns:a="http://schemas.openxmlformats.org/drawingml/2006/main" noGrp="1"/>
          </p:cNvSpPr>
          <p:nvPr/>
        </p:nvSpPr>
        <p:spPr>
          <a:xfrm xmlns:a="http://schemas.openxmlformats.org/drawingml/2006/main" rot="0">
            <a:off x="14244189" y="1479749"/>
            <a:ext cx="135775" cy="274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000000"/>
                </a:solidFill>
                <a:latin typeface="Comic Sans MS"/>
                <a:ea typeface="Comic Sans MS"/>
                <a:cs typeface="Comic Sans MS"/>
              </a:defRPr>
            </a:defPPr>
            <a:lvl1pPr algn="l">
              <a:defRPr sz="1546" b="0" i="0">
                <a:solidFill>
                  <a:srgbClr val="000000"/>
                </a:solidFill>
                <a:latin typeface="Comic Sans MS"/>
                <a:ea typeface="Comic Sans MS"/>
                <a:cs typeface="Comic Sans MS"/>
              </a:defRPr>
            </a:lvl1pPr>
            <a:lvl2pPr algn="l">
              <a:defRPr sz="1546" b="0" i="0">
                <a:solidFill>
                  <a:srgbClr val="000000"/>
                </a:solidFill>
                <a:latin typeface="Comic Sans MS"/>
                <a:ea typeface="Comic Sans MS"/>
                <a:cs typeface="Comic Sans MS"/>
              </a:defRPr>
            </a:lvl2pPr>
            <a:lvl3pPr algn="l">
              <a:defRPr sz="1546" b="0" i="0">
                <a:solidFill>
                  <a:srgbClr val="000000"/>
                </a:solidFill>
                <a:latin typeface="Comic Sans MS"/>
                <a:ea typeface="Comic Sans MS"/>
                <a:cs typeface="Comic Sans MS"/>
              </a:defRPr>
            </a:lvl3pPr>
            <a:lvl4pPr algn="l">
              <a:defRPr sz="1546" b="0" i="0">
                <a:solidFill>
                  <a:srgbClr val="000000"/>
                </a:solidFill>
                <a:latin typeface="Comic Sans MS"/>
                <a:ea typeface="Comic Sans MS"/>
                <a:cs typeface="Comic Sans MS"/>
              </a:defRPr>
            </a:lvl4pPr>
            <a:lvl5pPr algn="l">
              <a:defRPr sz="1546" b="0" i="0">
                <a:solidFill>
                  <a:srgbClr val="000000"/>
                </a:solidFill>
                <a:latin typeface="Comic Sans MS"/>
                <a:ea typeface="Comic Sans MS"/>
                <a:cs typeface="Comic Sans MS"/>
              </a:defRPr>
            </a:lvl5pPr>
            <a:lvl6pPr algn="l">
              <a:defRPr sz="1546" b="0" i="0">
                <a:solidFill>
                  <a:srgbClr val="000000"/>
                </a:solidFill>
                <a:latin typeface="Comic Sans MS"/>
                <a:ea typeface="Comic Sans MS"/>
                <a:cs typeface="Comic Sans MS"/>
              </a:defRPr>
            </a:lvl6pPr>
            <a:lvl7pPr algn="l">
              <a:defRPr sz="1546" b="0" i="0">
                <a:solidFill>
                  <a:srgbClr val="000000"/>
                </a:solidFill>
                <a:latin typeface="Comic Sans MS"/>
                <a:ea typeface="Comic Sans MS"/>
                <a:cs typeface="Comic Sans MS"/>
              </a:defRPr>
            </a:lvl7pPr>
            <a:lvl8pPr algn="l">
              <a:defRPr sz="1546" b="0" i="0">
                <a:solidFill>
                  <a:srgbClr val="000000"/>
                </a:solidFill>
                <a:latin typeface="Comic Sans MS"/>
                <a:ea typeface="Comic Sans MS"/>
                <a:cs typeface="Comic Sans MS"/>
              </a:defRPr>
            </a:lvl8pPr>
            <a:lvl9pPr algn="l">
              <a:defRPr sz="1546" b="0" i="0">
                <a:solidFill>
                  <a:srgbClr val="000000"/>
                </a:solidFill>
                <a:latin typeface="Comic Sans MS"/>
                <a:ea typeface="Comic Sans MS"/>
                <a:cs typeface="Comic Sans MS"/>
              </a:defRPr>
            </a:lvl9pPr>
          </a:lstStyle>
          <a:p xmlns:a="http://schemas.openxmlformats.org/drawingml/2006/main">
            <a:pPr algn="l">
              <a:lnSpc>
                <a:spcPct val="100000"/>
              </a:lnSpc>
              <a:buNone/>
              <a:defRPr sz="1546" b="0" i="0">
                <a:solidFill>
                  <a:srgbClr val="000000"/>
                </a:solidFill>
                <a:latin typeface="Comic Sans MS"/>
                <a:ea typeface="Comic Sans MS"/>
                <a:cs typeface="Comic Sans MS"/>
              </a:defRPr>
            </a:pPr>
            <a:r>
              <a:rPr sz="1546" b="0" i="0">
                <a:solidFill>
                  <a:srgbClr val="000000"/>
                </a:solidFill>
                <a:latin typeface="Comic Sans MS"/>
                <a:ea typeface="Comic Sans MS"/>
                <a:cs typeface="Comic Sans MS"/>
              </a:rPr>
              <a:t>/</a:t>
            </a:r>
          </a:p>
        </p:txBody>
      </p:sp>
      <p:sp>
        <p:nvSpPr>
          <p:cNvPr id="239" name="text-204 title">
            <a:extLst xmlns:a="http://schemas.openxmlformats.org/drawingml/2006/main">
              <a:ext uri="{FF2B5EF4-FFF2-40B4-BE49-F238E27FC236}">
                <a16:creationId xmlns:a16="http://schemas.microsoft.com/office/drawing/2014/main" id="{2AF7253D-B05C-4951-986E-C264E236BB32}"/>
              </a:ext>
            </a:extLst>
          </p:cNvPr>
          <p:cNvSpPr>
            <a:spLocks xmlns:a="http://schemas.openxmlformats.org/drawingml/2006/main" noGrp="1"/>
          </p:cNvSpPr>
          <p:nvPr/>
        </p:nvSpPr>
        <p:spPr>
          <a:xfrm xmlns:a="http://schemas.openxmlformats.org/drawingml/2006/main" rot="0">
            <a:off x="14403714" y="1480183"/>
            <a:ext cx="435541" cy="2742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3" b="0" i="0">
                <a:solidFill>
                  <a:srgbClr val="000000"/>
                </a:solidFill>
                <a:latin typeface="Comic Sans MS"/>
                <a:ea typeface="Comic Sans MS"/>
                <a:cs typeface="Comic Sans MS"/>
              </a:defRPr>
            </a:defPPr>
            <a:lvl1pPr algn="l">
              <a:defRPr sz="1543" b="0" i="0">
                <a:solidFill>
                  <a:srgbClr val="000000"/>
                </a:solidFill>
                <a:latin typeface="Comic Sans MS"/>
                <a:ea typeface="Comic Sans MS"/>
                <a:cs typeface="Comic Sans MS"/>
              </a:defRPr>
            </a:lvl1pPr>
            <a:lvl2pPr algn="l">
              <a:defRPr sz="1543" b="0" i="0">
                <a:solidFill>
                  <a:srgbClr val="000000"/>
                </a:solidFill>
                <a:latin typeface="Comic Sans MS"/>
                <a:ea typeface="Comic Sans MS"/>
                <a:cs typeface="Comic Sans MS"/>
              </a:defRPr>
            </a:lvl2pPr>
            <a:lvl3pPr algn="l">
              <a:defRPr sz="1543" b="0" i="0">
                <a:solidFill>
                  <a:srgbClr val="000000"/>
                </a:solidFill>
                <a:latin typeface="Comic Sans MS"/>
                <a:ea typeface="Comic Sans MS"/>
                <a:cs typeface="Comic Sans MS"/>
              </a:defRPr>
            </a:lvl3pPr>
            <a:lvl4pPr algn="l">
              <a:defRPr sz="1543" b="0" i="0">
                <a:solidFill>
                  <a:srgbClr val="000000"/>
                </a:solidFill>
                <a:latin typeface="Comic Sans MS"/>
                <a:ea typeface="Comic Sans MS"/>
                <a:cs typeface="Comic Sans MS"/>
              </a:defRPr>
            </a:lvl4pPr>
            <a:lvl5pPr algn="l">
              <a:defRPr sz="1543" b="0" i="0">
                <a:solidFill>
                  <a:srgbClr val="000000"/>
                </a:solidFill>
                <a:latin typeface="Comic Sans MS"/>
                <a:ea typeface="Comic Sans MS"/>
                <a:cs typeface="Comic Sans MS"/>
              </a:defRPr>
            </a:lvl5pPr>
            <a:lvl6pPr algn="l">
              <a:defRPr sz="1543" b="0" i="0">
                <a:solidFill>
                  <a:srgbClr val="000000"/>
                </a:solidFill>
                <a:latin typeface="Comic Sans MS"/>
                <a:ea typeface="Comic Sans MS"/>
                <a:cs typeface="Comic Sans MS"/>
              </a:defRPr>
            </a:lvl6pPr>
            <a:lvl7pPr algn="l">
              <a:defRPr sz="1543" b="0" i="0">
                <a:solidFill>
                  <a:srgbClr val="000000"/>
                </a:solidFill>
                <a:latin typeface="Comic Sans MS"/>
                <a:ea typeface="Comic Sans MS"/>
                <a:cs typeface="Comic Sans MS"/>
              </a:defRPr>
            </a:lvl7pPr>
            <a:lvl8pPr algn="l">
              <a:defRPr sz="1543" b="0" i="0">
                <a:solidFill>
                  <a:srgbClr val="000000"/>
                </a:solidFill>
                <a:latin typeface="Comic Sans MS"/>
                <a:ea typeface="Comic Sans MS"/>
                <a:cs typeface="Comic Sans MS"/>
              </a:defRPr>
            </a:lvl8pPr>
            <a:lvl9pPr algn="l">
              <a:defRPr sz="1543" b="0" i="0">
                <a:solidFill>
                  <a:srgbClr val="000000"/>
                </a:solidFill>
                <a:latin typeface="Comic Sans MS"/>
                <a:ea typeface="Comic Sans MS"/>
                <a:cs typeface="Comic Sans MS"/>
              </a:defRPr>
            </a:lvl9pPr>
          </a:lstStyle>
          <a:p xmlns:a="http://schemas.openxmlformats.org/drawingml/2006/main">
            <a:pPr algn="l">
              <a:lnSpc>
                <a:spcPct val="100000"/>
              </a:lnSpc>
              <a:buNone/>
              <a:defRPr sz="1543" b="0" i="0">
                <a:solidFill>
                  <a:srgbClr val="000000"/>
                </a:solidFill>
                <a:latin typeface="Comic Sans MS"/>
                <a:ea typeface="Comic Sans MS"/>
                <a:cs typeface="Comic Sans MS"/>
              </a:defRPr>
            </a:pPr>
            <a:r>
              <a:rPr sz="1543" b="0" i="0">
                <a:solidFill>
                  <a:srgbClr val="000000"/>
                </a:solidFill>
                <a:latin typeface="Comic Sans MS"/>
                <a:ea typeface="Comic Sans MS"/>
                <a:cs typeface="Comic Sans MS"/>
              </a:rPr>
              <a:t>title</a:t>
            </a:r>
          </a:p>
        </p:txBody>
      </p:sp>
      <p:sp>
        <p:nvSpPr>
          <p:cNvPr id="240" name="text-204 /">
            <a:extLst xmlns:a="http://schemas.openxmlformats.org/drawingml/2006/main">
              <a:ext uri="{FF2B5EF4-FFF2-40B4-BE49-F238E27FC236}">
                <a16:creationId xmlns:a16="http://schemas.microsoft.com/office/drawing/2014/main" id="{CB155FE5-6212-4D0D-9A45-29BAFF82CFA6}"/>
              </a:ext>
            </a:extLst>
          </p:cNvPr>
          <p:cNvSpPr>
            <a:spLocks xmlns:a="http://schemas.openxmlformats.org/drawingml/2006/main" noGrp="1"/>
          </p:cNvSpPr>
          <p:nvPr/>
        </p:nvSpPr>
        <p:spPr>
          <a:xfrm xmlns:a="http://schemas.openxmlformats.org/drawingml/2006/main" rot="0">
            <a:off x="14862272" y="1479749"/>
            <a:ext cx="135775" cy="274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000000"/>
                </a:solidFill>
                <a:latin typeface="Comic Sans MS"/>
                <a:ea typeface="Comic Sans MS"/>
                <a:cs typeface="Comic Sans MS"/>
              </a:defRPr>
            </a:defPPr>
            <a:lvl1pPr algn="l">
              <a:defRPr sz="1546" b="0" i="0">
                <a:solidFill>
                  <a:srgbClr val="000000"/>
                </a:solidFill>
                <a:latin typeface="Comic Sans MS"/>
                <a:ea typeface="Comic Sans MS"/>
                <a:cs typeface="Comic Sans MS"/>
              </a:defRPr>
            </a:lvl1pPr>
            <a:lvl2pPr algn="l">
              <a:defRPr sz="1546" b="0" i="0">
                <a:solidFill>
                  <a:srgbClr val="000000"/>
                </a:solidFill>
                <a:latin typeface="Comic Sans MS"/>
                <a:ea typeface="Comic Sans MS"/>
                <a:cs typeface="Comic Sans MS"/>
              </a:defRPr>
            </a:lvl2pPr>
            <a:lvl3pPr algn="l">
              <a:defRPr sz="1546" b="0" i="0">
                <a:solidFill>
                  <a:srgbClr val="000000"/>
                </a:solidFill>
                <a:latin typeface="Comic Sans MS"/>
                <a:ea typeface="Comic Sans MS"/>
                <a:cs typeface="Comic Sans MS"/>
              </a:defRPr>
            </a:lvl3pPr>
            <a:lvl4pPr algn="l">
              <a:defRPr sz="1546" b="0" i="0">
                <a:solidFill>
                  <a:srgbClr val="000000"/>
                </a:solidFill>
                <a:latin typeface="Comic Sans MS"/>
                <a:ea typeface="Comic Sans MS"/>
                <a:cs typeface="Comic Sans MS"/>
              </a:defRPr>
            </a:lvl4pPr>
            <a:lvl5pPr algn="l">
              <a:defRPr sz="1546" b="0" i="0">
                <a:solidFill>
                  <a:srgbClr val="000000"/>
                </a:solidFill>
                <a:latin typeface="Comic Sans MS"/>
                <a:ea typeface="Comic Sans MS"/>
                <a:cs typeface="Comic Sans MS"/>
              </a:defRPr>
            </a:lvl5pPr>
            <a:lvl6pPr algn="l">
              <a:defRPr sz="1546" b="0" i="0">
                <a:solidFill>
                  <a:srgbClr val="000000"/>
                </a:solidFill>
                <a:latin typeface="Comic Sans MS"/>
                <a:ea typeface="Comic Sans MS"/>
                <a:cs typeface="Comic Sans MS"/>
              </a:defRPr>
            </a:lvl6pPr>
            <a:lvl7pPr algn="l">
              <a:defRPr sz="1546" b="0" i="0">
                <a:solidFill>
                  <a:srgbClr val="000000"/>
                </a:solidFill>
                <a:latin typeface="Comic Sans MS"/>
                <a:ea typeface="Comic Sans MS"/>
                <a:cs typeface="Comic Sans MS"/>
              </a:defRPr>
            </a:lvl7pPr>
            <a:lvl8pPr algn="l">
              <a:defRPr sz="1546" b="0" i="0">
                <a:solidFill>
                  <a:srgbClr val="000000"/>
                </a:solidFill>
                <a:latin typeface="Comic Sans MS"/>
                <a:ea typeface="Comic Sans MS"/>
                <a:cs typeface="Comic Sans MS"/>
              </a:defRPr>
            </a:lvl8pPr>
            <a:lvl9pPr algn="l">
              <a:defRPr sz="1546" b="0" i="0">
                <a:solidFill>
                  <a:srgbClr val="000000"/>
                </a:solidFill>
                <a:latin typeface="Comic Sans MS"/>
                <a:ea typeface="Comic Sans MS"/>
                <a:cs typeface="Comic Sans MS"/>
              </a:defRPr>
            </a:lvl9pPr>
          </a:lstStyle>
          <a:p xmlns:a="http://schemas.openxmlformats.org/drawingml/2006/main">
            <a:pPr algn="l">
              <a:lnSpc>
                <a:spcPct val="100000"/>
              </a:lnSpc>
              <a:buNone/>
              <a:defRPr sz="1546" b="0" i="0">
                <a:solidFill>
                  <a:srgbClr val="000000"/>
                </a:solidFill>
                <a:latin typeface="Comic Sans MS"/>
                <a:ea typeface="Comic Sans MS"/>
                <a:cs typeface="Comic Sans MS"/>
              </a:defRPr>
            </a:pPr>
            <a:r>
              <a:rPr sz="1546" b="0" i="0">
                <a:solidFill>
                  <a:srgbClr val="000000"/>
                </a:solidFill>
                <a:latin typeface="Comic Sans MS"/>
                <a:ea typeface="Comic Sans MS"/>
                <a:cs typeface="Comic Sans MS"/>
              </a:rPr>
              <a:t>/</a:t>
            </a:r>
          </a:p>
        </p:txBody>
      </p:sp>
      <p:sp>
        <p:nvSpPr>
          <p:cNvPr id="241" name="text-204 summary">
            <a:extLst xmlns:a="http://schemas.openxmlformats.org/drawingml/2006/main">
              <a:ext uri="{FF2B5EF4-FFF2-40B4-BE49-F238E27FC236}">
                <a16:creationId xmlns:a16="http://schemas.microsoft.com/office/drawing/2014/main" id="{64497E17-AA16-4306-AC32-7C86D56C31B0}"/>
              </a:ext>
            </a:extLst>
          </p:cNvPr>
          <p:cNvSpPr>
            <a:spLocks xmlns:a="http://schemas.openxmlformats.org/drawingml/2006/main" noGrp="1"/>
          </p:cNvSpPr>
          <p:nvPr/>
        </p:nvSpPr>
        <p:spPr>
          <a:xfrm xmlns:a="http://schemas.openxmlformats.org/drawingml/2006/main" rot="0">
            <a:off x="15021797" y="1479628"/>
            <a:ext cx="835134" cy="2750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000000"/>
                </a:solidFill>
                <a:latin typeface="Comic Sans MS"/>
                <a:ea typeface="Comic Sans MS"/>
                <a:cs typeface="Comic Sans MS"/>
              </a:defRPr>
            </a:defPPr>
            <a:lvl1pPr algn="l">
              <a:defRPr sz="1547" b="0" i="0">
                <a:solidFill>
                  <a:srgbClr val="000000"/>
                </a:solidFill>
                <a:latin typeface="Comic Sans MS"/>
                <a:ea typeface="Comic Sans MS"/>
                <a:cs typeface="Comic Sans MS"/>
              </a:defRPr>
            </a:lvl1pPr>
            <a:lvl2pPr algn="l">
              <a:defRPr sz="1547" b="0" i="0">
                <a:solidFill>
                  <a:srgbClr val="000000"/>
                </a:solidFill>
                <a:latin typeface="Comic Sans MS"/>
                <a:ea typeface="Comic Sans MS"/>
                <a:cs typeface="Comic Sans MS"/>
              </a:defRPr>
            </a:lvl2pPr>
            <a:lvl3pPr algn="l">
              <a:defRPr sz="1547" b="0" i="0">
                <a:solidFill>
                  <a:srgbClr val="000000"/>
                </a:solidFill>
                <a:latin typeface="Comic Sans MS"/>
                <a:ea typeface="Comic Sans MS"/>
                <a:cs typeface="Comic Sans MS"/>
              </a:defRPr>
            </a:lvl3pPr>
            <a:lvl4pPr algn="l">
              <a:defRPr sz="1547" b="0" i="0">
                <a:solidFill>
                  <a:srgbClr val="000000"/>
                </a:solidFill>
                <a:latin typeface="Comic Sans MS"/>
                <a:ea typeface="Comic Sans MS"/>
                <a:cs typeface="Comic Sans MS"/>
              </a:defRPr>
            </a:lvl4pPr>
            <a:lvl5pPr algn="l">
              <a:defRPr sz="1547" b="0" i="0">
                <a:solidFill>
                  <a:srgbClr val="000000"/>
                </a:solidFill>
                <a:latin typeface="Comic Sans MS"/>
                <a:ea typeface="Comic Sans MS"/>
                <a:cs typeface="Comic Sans MS"/>
              </a:defRPr>
            </a:lvl5pPr>
            <a:lvl6pPr algn="l">
              <a:defRPr sz="1547" b="0" i="0">
                <a:solidFill>
                  <a:srgbClr val="000000"/>
                </a:solidFill>
                <a:latin typeface="Comic Sans MS"/>
                <a:ea typeface="Comic Sans MS"/>
                <a:cs typeface="Comic Sans MS"/>
              </a:defRPr>
            </a:lvl6pPr>
            <a:lvl7pPr algn="l">
              <a:defRPr sz="1547" b="0" i="0">
                <a:solidFill>
                  <a:srgbClr val="000000"/>
                </a:solidFill>
                <a:latin typeface="Comic Sans MS"/>
                <a:ea typeface="Comic Sans MS"/>
                <a:cs typeface="Comic Sans MS"/>
              </a:defRPr>
            </a:lvl7pPr>
            <a:lvl8pPr algn="l">
              <a:defRPr sz="1547" b="0" i="0">
                <a:solidFill>
                  <a:srgbClr val="000000"/>
                </a:solidFill>
                <a:latin typeface="Comic Sans MS"/>
                <a:ea typeface="Comic Sans MS"/>
                <a:cs typeface="Comic Sans MS"/>
              </a:defRPr>
            </a:lvl8pPr>
            <a:lvl9pPr algn="l">
              <a:defRPr sz="1547" b="0" i="0">
                <a:solidFill>
                  <a:srgbClr val="000000"/>
                </a:solidFill>
                <a:latin typeface="Comic Sans MS"/>
                <a:ea typeface="Comic Sans MS"/>
                <a:cs typeface="Comic Sans MS"/>
              </a:defRPr>
            </a:lvl9pPr>
          </a:lstStyle>
          <a:p xmlns:a="http://schemas.openxmlformats.org/drawingml/2006/main">
            <a:pPr algn="l">
              <a:lnSpc>
                <a:spcPct val="100000"/>
              </a:lnSpc>
              <a:buNone/>
              <a:defRPr sz="1547" b="0" i="0">
                <a:solidFill>
                  <a:srgbClr val="000000"/>
                </a:solidFill>
                <a:latin typeface="Comic Sans MS"/>
                <a:ea typeface="Comic Sans MS"/>
                <a:cs typeface="Comic Sans MS"/>
              </a:defRPr>
            </a:pPr>
            <a:r>
              <a:rPr sz="1547" b="0" i="0">
                <a:solidFill>
                  <a:srgbClr val="000000"/>
                </a:solidFill>
                <a:latin typeface="Comic Sans MS"/>
                <a:ea typeface="Comic Sans MS"/>
                <a:cs typeface="Comic Sans MS"/>
              </a:rPr>
              <a:t>summary</a:t>
            </a:r>
          </a:p>
        </p:txBody>
      </p:sp>
      <p:sp>
        <p:nvSpPr>
          <p:cNvPr id="242" name="text-204 match">
            <a:extLst xmlns:a="http://schemas.openxmlformats.org/drawingml/2006/main">
              <a:ext uri="{FF2B5EF4-FFF2-40B4-BE49-F238E27FC236}">
                <a16:creationId xmlns:a16="http://schemas.microsoft.com/office/drawing/2014/main" id="{E82DC395-00AF-4894-AB2B-A988BD03771E}"/>
              </a:ext>
            </a:extLst>
          </p:cNvPr>
          <p:cNvSpPr>
            <a:spLocks xmlns:a="http://schemas.openxmlformats.org/drawingml/2006/main" noGrp="1"/>
          </p:cNvSpPr>
          <p:nvPr/>
        </p:nvSpPr>
        <p:spPr>
          <a:xfrm xmlns:a="http://schemas.openxmlformats.org/drawingml/2006/main" rot="0">
            <a:off x="15880504" y="1479759"/>
            <a:ext cx="594747" cy="2748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000000"/>
                </a:solidFill>
                <a:latin typeface="Comic Sans MS"/>
                <a:ea typeface="Comic Sans MS"/>
                <a:cs typeface="Comic Sans MS"/>
              </a:defRPr>
            </a:defPPr>
            <a:lvl1pPr algn="l">
              <a:defRPr sz="1546" b="0" i="0">
                <a:solidFill>
                  <a:srgbClr val="000000"/>
                </a:solidFill>
                <a:latin typeface="Comic Sans MS"/>
                <a:ea typeface="Comic Sans MS"/>
                <a:cs typeface="Comic Sans MS"/>
              </a:defRPr>
            </a:lvl1pPr>
            <a:lvl2pPr algn="l">
              <a:defRPr sz="1546" b="0" i="0">
                <a:solidFill>
                  <a:srgbClr val="000000"/>
                </a:solidFill>
                <a:latin typeface="Comic Sans MS"/>
                <a:ea typeface="Comic Sans MS"/>
                <a:cs typeface="Comic Sans MS"/>
              </a:defRPr>
            </a:lvl2pPr>
            <a:lvl3pPr algn="l">
              <a:defRPr sz="1546" b="0" i="0">
                <a:solidFill>
                  <a:srgbClr val="000000"/>
                </a:solidFill>
                <a:latin typeface="Comic Sans MS"/>
                <a:ea typeface="Comic Sans MS"/>
                <a:cs typeface="Comic Sans MS"/>
              </a:defRPr>
            </a:lvl3pPr>
            <a:lvl4pPr algn="l">
              <a:defRPr sz="1546" b="0" i="0">
                <a:solidFill>
                  <a:srgbClr val="000000"/>
                </a:solidFill>
                <a:latin typeface="Comic Sans MS"/>
                <a:ea typeface="Comic Sans MS"/>
                <a:cs typeface="Comic Sans MS"/>
              </a:defRPr>
            </a:lvl4pPr>
            <a:lvl5pPr algn="l">
              <a:defRPr sz="1546" b="0" i="0">
                <a:solidFill>
                  <a:srgbClr val="000000"/>
                </a:solidFill>
                <a:latin typeface="Comic Sans MS"/>
                <a:ea typeface="Comic Sans MS"/>
                <a:cs typeface="Comic Sans MS"/>
              </a:defRPr>
            </a:lvl5pPr>
            <a:lvl6pPr algn="l">
              <a:defRPr sz="1546" b="0" i="0">
                <a:solidFill>
                  <a:srgbClr val="000000"/>
                </a:solidFill>
                <a:latin typeface="Comic Sans MS"/>
                <a:ea typeface="Comic Sans MS"/>
                <a:cs typeface="Comic Sans MS"/>
              </a:defRPr>
            </a:lvl6pPr>
            <a:lvl7pPr algn="l">
              <a:defRPr sz="1546" b="0" i="0">
                <a:solidFill>
                  <a:srgbClr val="000000"/>
                </a:solidFill>
                <a:latin typeface="Comic Sans MS"/>
                <a:ea typeface="Comic Sans MS"/>
                <a:cs typeface="Comic Sans MS"/>
              </a:defRPr>
            </a:lvl7pPr>
            <a:lvl8pPr algn="l">
              <a:defRPr sz="1546" b="0" i="0">
                <a:solidFill>
                  <a:srgbClr val="000000"/>
                </a:solidFill>
                <a:latin typeface="Comic Sans MS"/>
                <a:ea typeface="Comic Sans MS"/>
                <a:cs typeface="Comic Sans MS"/>
              </a:defRPr>
            </a:lvl8pPr>
            <a:lvl9pPr algn="l">
              <a:defRPr sz="1546" b="0" i="0">
                <a:solidFill>
                  <a:srgbClr val="000000"/>
                </a:solidFill>
                <a:latin typeface="Comic Sans MS"/>
                <a:ea typeface="Comic Sans MS"/>
                <a:cs typeface="Comic Sans MS"/>
              </a:defRPr>
            </a:lvl9pPr>
          </a:lstStyle>
          <a:p xmlns:a="http://schemas.openxmlformats.org/drawingml/2006/main">
            <a:pPr algn="l">
              <a:lnSpc>
                <a:spcPct val="100000"/>
              </a:lnSpc>
              <a:buNone/>
              <a:defRPr sz="1546" b="0" i="0">
                <a:solidFill>
                  <a:srgbClr val="000000"/>
                </a:solidFill>
                <a:latin typeface="Comic Sans MS"/>
                <a:ea typeface="Comic Sans MS"/>
                <a:cs typeface="Comic Sans MS"/>
              </a:defRPr>
            </a:pPr>
            <a:r>
              <a:rPr sz="1546" b="0" i="0">
                <a:solidFill>
                  <a:srgbClr val="000000"/>
                </a:solidFill>
                <a:latin typeface="Comic Sans MS"/>
                <a:ea typeface="Comic Sans MS"/>
                <a:cs typeface="Comic Sans MS"/>
              </a:rPr>
              <a:t>match</a:t>
            </a:r>
          </a:p>
        </p:txBody>
      </p:sp>
      <p:pic>
        <p:nvPicPr>
          <p:cNvPr id="243" name="">
            <a:extLst xmlns:a="http://schemas.openxmlformats.org/drawingml/2006/main">
              <a:ext uri="{FF2B5EF4-FFF2-40B4-BE49-F238E27FC236}">
                <a16:creationId xmlns:a16="http://schemas.microsoft.com/office/drawing/2014/main" id="{D9218AA9-D668-477D-BE0E-90C15989C3B5}"/>
              </a:ext>
            </a:extLst>
          </p:cNvPr>
          <p:cNvPicPr>
            <a:picLocks xmlns:a="http://schemas.openxmlformats.org/drawingml/2006/main" noChangeAspect="1"/>
          </p:cNvPicPr>
          <p:nvPr/>
        </p:nvPicPr>
        <p:blipFill>
          <a:blip xmlns:r="http://schemas.openxmlformats.org/officeDocument/2006/relationships" xmlns:a="http://schemas.openxmlformats.org/drawingml/2006/main" r:embed="Rdcf89c21dcf34b3b"/>
          <a:stretch xmlns:a="http://schemas.openxmlformats.org/drawingml/2006/main"/>
        </p:blipFill>
        <p:spPr>
          <a:xfrm xmlns:a="http://schemas.openxmlformats.org/drawingml/2006/main">
            <a:off x="13363575" y="1857375"/>
            <a:ext cx="295275" cy="295275"/>
          </a:xfrm>
          <a:prstGeom xmlns:a="http://schemas.openxmlformats.org/drawingml/2006/main" prst="rect">
            <a:avLst/>
          </a:prstGeom>
        </p:spPr>
      </p:pic>
      <p:sp>
        <p:nvSpPr>
          <p:cNvPr id="244" name="text-206 No">
            <a:extLst xmlns:a="http://schemas.openxmlformats.org/drawingml/2006/main">
              <a:ext uri="{FF2B5EF4-FFF2-40B4-BE49-F238E27FC236}">
                <a16:creationId xmlns:a16="http://schemas.microsoft.com/office/drawing/2014/main" id="{361A7480-C292-420C-9C90-B2C581730E49}"/>
              </a:ext>
            </a:extLst>
          </p:cNvPr>
          <p:cNvSpPr>
            <a:spLocks xmlns:a="http://schemas.openxmlformats.org/drawingml/2006/main" noGrp="1"/>
          </p:cNvSpPr>
          <p:nvPr/>
        </p:nvSpPr>
        <p:spPr>
          <a:xfrm xmlns:a="http://schemas.openxmlformats.org/drawingml/2006/main" rot="0">
            <a:off x="13854751" y="1868318"/>
            <a:ext cx="294967" cy="274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000000"/>
                </a:solidFill>
                <a:latin typeface="Comic Sans MS"/>
                <a:ea typeface="Comic Sans MS"/>
                <a:cs typeface="Comic Sans MS"/>
              </a:defRPr>
            </a:defPPr>
            <a:lvl1pPr algn="l">
              <a:defRPr sz="1546" b="0" i="0">
                <a:solidFill>
                  <a:srgbClr val="000000"/>
                </a:solidFill>
                <a:latin typeface="Comic Sans MS"/>
                <a:ea typeface="Comic Sans MS"/>
                <a:cs typeface="Comic Sans MS"/>
              </a:defRPr>
            </a:lvl1pPr>
            <a:lvl2pPr algn="l">
              <a:defRPr sz="1546" b="0" i="0">
                <a:solidFill>
                  <a:srgbClr val="000000"/>
                </a:solidFill>
                <a:latin typeface="Comic Sans MS"/>
                <a:ea typeface="Comic Sans MS"/>
                <a:cs typeface="Comic Sans MS"/>
              </a:defRPr>
            </a:lvl2pPr>
            <a:lvl3pPr algn="l">
              <a:defRPr sz="1546" b="0" i="0">
                <a:solidFill>
                  <a:srgbClr val="000000"/>
                </a:solidFill>
                <a:latin typeface="Comic Sans MS"/>
                <a:ea typeface="Comic Sans MS"/>
                <a:cs typeface="Comic Sans MS"/>
              </a:defRPr>
            </a:lvl3pPr>
            <a:lvl4pPr algn="l">
              <a:defRPr sz="1546" b="0" i="0">
                <a:solidFill>
                  <a:srgbClr val="000000"/>
                </a:solidFill>
                <a:latin typeface="Comic Sans MS"/>
                <a:ea typeface="Comic Sans MS"/>
                <a:cs typeface="Comic Sans MS"/>
              </a:defRPr>
            </a:lvl4pPr>
            <a:lvl5pPr algn="l">
              <a:defRPr sz="1546" b="0" i="0">
                <a:solidFill>
                  <a:srgbClr val="000000"/>
                </a:solidFill>
                <a:latin typeface="Comic Sans MS"/>
                <a:ea typeface="Comic Sans MS"/>
                <a:cs typeface="Comic Sans MS"/>
              </a:defRPr>
            </a:lvl5pPr>
            <a:lvl6pPr algn="l">
              <a:defRPr sz="1546" b="0" i="0">
                <a:solidFill>
                  <a:srgbClr val="000000"/>
                </a:solidFill>
                <a:latin typeface="Comic Sans MS"/>
                <a:ea typeface="Comic Sans MS"/>
                <a:cs typeface="Comic Sans MS"/>
              </a:defRPr>
            </a:lvl6pPr>
            <a:lvl7pPr algn="l">
              <a:defRPr sz="1546" b="0" i="0">
                <a:solidFill>
                  <a:srgbClr val="000000"/>
                </a:solidFill>
                <a:latin typeface="Comic Sans MS"/>
                <a:ea typeface="Comic Sans MS"/>
                <a:cs typeface="Comic Sans MS"/>
              </a:defRPr>
            </a:lvl7pPr>
            <a:lvl8pPr algn="l">
              <a:defRPr sz="1546" b="0" i="0">
                <a:solidFill>
                  <a:srgbClr val="000000"/>
                </a:solidFill>
                <a:latin typeface="Comic Sans MS"/>
                <a:ea typeface="Comic Sans MS"/>
                <a:cs typeface="Comic Sans MS"/>
              </a:defRPr>
            </a:lvl8pPr>
            <a:lvl9pPr algn="l">
              <a:defRPr sz="1546" b="0" i="0">
                <a:solidFill>
                  <a:srgbClr val="000000"/>
                </a:solidFill>
                <a:latin typeface="Comic Sans MS"/>
                <a:ea typeface="Comic Sans MS"/>
                <a:cs typeface="Comic Sans MS"/>
              </a:defRPr>
            </a:lvl9pPr>
          </a:lstStyle>
          <a:p xmlns:a="http://schemas.openxmlformats.org/drawingml/2006/main">
            <a:pPr algn="l">
              <a:lnSpc>
                <a:spcPct val="100000"/>
              </a:lnSpc>
              <a:buNone/>
              <a:defRPr sz="1546" b="0" i="0">
                <a:solidFill>
                  <a:srgbClr val="000000"/>
                </a:solidFill>
                <a:latin typeface="Comic Sans MS"/>
                <a:ea typeface="Comic Sans MS"/>
                <a:cs typeface="Comic Sans MS"/>
              </a:defRPr>
            </a:pPr>
            <a:r>
              <a:rPr sz="1546" b="0" i="0">
                <a:solidFill>
                  <a:srgbClr val="000000"/>
                </a:solidFill>
                <a:latin typeface="Comic Sans MS"/>
                <a:ea typeface="Comic Sans MS"/>
                <a:cs typeface="Comic Sans MS"/>
              </a:rPr>
              <a:t>No</a:t>
            </a:r>
          </a:p>
        </p:txBody>
      </p:sp>
      <p:sp>
        <p:nvSpPr>
          <p:cNvPr id="245" name="text-207 hallucination">
            <a:extLst xmlns:a="http://schemas.openxmlformats.org/drawingml/2006/main">
              <a:ext uri="{FF2B5EF4-FFF2-40B4-BE49-F238E27FC236}">
                <a16:creationId xmlns:a16="http://schemas.microsoft.com/office/drawing/2014/main" id="{6C45DA4F-DE20-4620-8CDC-286863D8E3AF}"/>
              </a:ext>
            </a:extLst>
          </p:cNvPr>
          <p:cNvSpPr>
            <a:spLocks xmlns:a="http://schemas.openxmlformats.org/drawingml/2006/main" noGrp="1"/>
          </p:cNvSpPr>
          <p:nvPr/>
        </p:nvSpPr>
        <p:spPr>
          <a:xfrm xmlns:a="http://schemas.openxmlformats.org/drawingml/2006/main" rot="0">
            <a:off x="14172151" y="1868004"/>
            <a:ext cx="1173093" cy="2753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9" b="0" i="0">
                <a:solidFill>
                  <a:srgbClr val="000000"/>
                </a:solidFill>
                <a:latin typeface="Comic Sans MS"/>
                <a:ea typeface="Comic Sans MS"/>
                <a:cs typeface="Comic Sans MS"/>
              </a:defRPr>
            </a:defPPr>
            <a:lvl1pPr algn="l">
              <a:defRPr sz="1549" b="0" i="0">
                <a:solidFill>
                  <a:srgbClr val="000000"/>
                </a:solidFill>
                <a:latin typeface="Comic Sans MS"/>
                <a:ea typeface="Comic Sans MS"/>
                <a:cs typeface="Comic Sans MS"/>
              </a:defRPr>
            </a:lvl1pPr>
            <a:lvl2pPr algn="l">
              <a:defRPr sz="1549" b="0" i="0">
                <a:solidFill>
                  <a:srgbClr val="000000"/>
                </a:solidFill>
                <a:latin typeface="Comic Sans MS"/>
                <a:ea typeface="Comic Sans MS"/>
                <a:cs typeface="Comic Sans MS"/>
              </a:defRPr>
            </a:lvl2pPr>
            <a:lvl3pPr algn="l">
              <a:defRPr sz="1549" b="0" i="0">
                <a:solidFill>
                  <a:srgbClr val="000000"/>
                </a:solidFill>
                <a:latin typeface="Comic Sans MS"/>
                <a:ea typeface="Comic Sans MS"/>
                <a:cs typeface="Comic Sans MS"/>
              </a:defRPr>
            </a:lvl3pPr>
            <a:lvl4pPr algn="l">
              <a:defRPr sz="1549" b="0" i="0">
                <a:solidFill>
                  <a:srgbClr val="000000"/>
                </a:solidFill>
                <a:latin typeface="Comic Sans MS"/>
                <a:ea typeface="Comic Sans MS"/>
                <a:cs typeface="Comic Sans MS"/>
              </a:defRPr>
            </a:lvl4pPr>
            <a:lvl5pPr algn="l">
              <a:defRPr sz="1549" b="0" i="0">
                <a:solidFill>
                  <a:srgbClr val="000000"/>
                </a:solidFill>
                <a:latin typeface="Comic Sans MS"/>
                <a:ea typeface="Comic Sans MS"/>
                <a:cs typeface="Comic Sans MS"/>
              </a:defRPr>
            </a:lvl5pPr>
            <a:lvl6pPr algn="l">
              <a:defRPr sz="1549" b="0" i="0">
                <a:solidFill>
                  <a:srgbClr val="000000"/>
                </a:solidFill>
                <a:latin typeface="Comic Sans MS"/>
                <a:ea typeface="Comic Sans MS"/>
                <a:cs typeface="Comic Sans MS"/>
              </a:defRPr>
            </a:lvl6pPr>
            <a:lvl7pPr algn="l">
              <a:defRPr sz="1549" b="0" i="0">
                <a:solidFill>
                  <a:srgbClr val="000000"/>
                </a:solidFill>
                <a:latin typeface="Comic Sans MS"/>
                <a:ea typeface="Comic Sans MS"/>
                <a:cs typeface="Comic Sans MS"/>
              </a:defRPr>
            </a:lvl7pPr>
            <a:lvl8pPr algn="l">
              <a:defRPr sz="1549" b="0" i="0">
                <a:solidFill>
                  <a:srgbClr val="000000"/>
                </a:solidFill>
                <a:latin typeface="Comic Sans MS"/>
                <a:ea typeface="Comic Sans MS"/>
                <a:cs typeface="Comic Sans MS"/>
              </a:defRPr>
            </a:lvl8pPr>
            <a:lvl9pPr algn="l">
              <a:defRPr sz="1549" b="0" i="0">
                <a:solidFill>
                  <a:srgbClr val="000000"/>
                </a:solidFill>
                <a:latin typeface="Comic Sans MS"/>
                <a:ea typeface="Comic Sans MS"/>
                <a:cs typeface="Comic Sans MS"/>
              </a:defRPr>
            </a:lvl9pPr>
          </a:lstStyle>
          <a:p xmlns:a="http://schemas.openxmlformats.org/drawingml/2006/main">
            <a:pPr algn="l">
              <a:lnSpc>
                <a:spcPct val="100000"/>
              </a:lnSpc>
              <a:buNone/>
              <a:defRPr sz="1549" b="0" i="0">
                <a:solidFill>
                  <a:srgbClr val="000000"/>
                </a:solidFill>
                <a:latin typeface="Comic Sans MS"/>
                <a:ea typeface="Comic Sans MS"/>
                <a:cs typeface="Comic Sans MS"/>
              </a:defRPr>
            </a:pPr>
            <a:r>
              <a:rPr sz="1549" b="0" i="0">
                <a:solidFill>
                  <a:srgbClr val="000000"/>
                </a:solidFill>
                <a:latin typeface="Comic Sans MS"/>
                <a:ea typeface="Comic Sans MS"/>
                <a:cs typeface="Comic Sans MS"/>
              </a:rPr>
              <a:t>hallucination</a:t>
            </a:r>
          </a:p>
        </p:txBody>
      </p:sp>
      <p:sp>
        <p:nvSpPr>
          <p:cNvPr id="246" name="text-207 pass">
            <a:extLst xmlns:a="http://schemas.openxmlformats.org/drawingml/2006/main">
              <a:ext uri="{FF2B5EF4-FFF2-40B4-BE49-F238E27FC236}">
                <a16:creationId xmlns:a16="http://schemas.microsoft.com/office/drawing/2014/main" id="{6F233859-4C63-4DDC-A924-3129BE392EC4}"/>
              </a:ext>
            </a:extLst>
          </p:cNvPr>
          <p:cNvSpPr>
            <a:spLocks xmlns:a="http://schemas.openxmlformats.org/drawingml/2006/main" noGrp="1"/>
          </p:cNvSpPr>
          <p:nvPr/>
        </p:nvSpPr>
        <p:spPr>
          <a:xfrm xmlns:a="http://schemas.openxmlformats.org/drawingml/2006/main" rot="0">
            <a:off x="15368083" y="1868511"/>
            <a:ext cx="431403" cy="274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5" b="0" i="0">
                <a:solidFill>
                  <a:srgbClr val="000000"/>
                </a:solidFill>
                <a:latin typeface="Comic Sans MS"/>
                <a:ea typeface="Comic Sans MS"/>
                <a:cs typeface="Comic Sans MS"/>
              </a:defRPr>
            </a:defPPr>
            <a:lvl1pPr algn="l">
              <a:defRPr sz="1545" b="0" i="0">
                <a:solidFill>
                  <a:srgbClr val="000000"/>
                </a:solidFill>
                <a:latin typeface="Comic Sans MS"/>
                <a:ea typeface="Comic Sans MS"/>
                <a:cs typeface="Comic Sans MS"/>
              </a:defRPr>
            </a:lvl1pPr>
            <a:lvl2pPr algn="l">
              <a:defRPr sz="1545" b="0" i="0">
                <a:solidFill>
                  <a:srgbClr val="000000"/>
                </a:solidFill>
                <a:latin typeface="Comic Sans MS"/>
                <a:ea typeface="Comic Sans MS"/>
                <a:cs typeface="Comic Sans MS"/>
              </a:defRPr>
            </a:lvl2pPr>
            <a:lvl3pPr algn="l">
              <a:defRPr sz="1545" b="0" i="0">
                <a:solidFill>
                  <a:srgbClr val="000000"/>
                </a:solidFill>
                <a:latin typeface="Comic Sans MS"/>
                <a:ea typeface="Comic Sans MS"/>
                <a:cs typeface="Comic Sans MS"/>
              </a:defRPr>
            </a:lvl3pPr>
            <a:lvl4pPr algn="l">
              <a:defRPr sz="1545" b="0" i="0">
                <a:solidFill>
                  <a:srgbClr val="000000"/>
                </a:solidFill>
                <a:latin typeface="Comic Sans MS"/>
                <a:ea typeface="Comic Sans MS"/>
                <a:cs typeface="Comic Sans MS"/>
              </a:defRPr>
            </a:lvl4pPr>
            <a:lvl5pPr algn="l">
              <a:defRPr sz="1545" b="0" i="0">
                <a:solidFill>
                  <a:srgbClr val="000000"/>
                </a:solidFill>
                <a:latin typeface="Comic Sans MS"/>
                <a:ea typeface="Comic Sans MS"/>
                <a:cs typeface="Comic Sans MS"/>
              </a:defRPr>
            </a:lvl5pPr>
            <a:lvl6pPr algn="l">
              <a:defRPr sz="1545" b="0" i="0">
                <a:solidFill>
                  <a:srgbClr val="000000"/>
                </a:solidFill>
                <a:latin typeface="Comic Sans MS"/>
                <a:ea typeface="Comic Sans MS"/>
                <a:cs typeface="Comic Sans MS"/>
              </a:defRPr>
            </a:lvl6pPr>
            <a:lvl7pPr algn="l">
              <a:defRPr sz="1545" b="0" i="0">
                <a:solidFill>
                  <a:srgbClr val="000000"/>
                </a:solidFill>
                <a:latin typeface="Comic Sans MS"/>
                <a:ea typeface="Comic Sans MS"/>
                <a:cs typeface="Comic Sans MS"/>
              </a:defRPr>
            </a:lvl7pPr>
            <a:lvl8pPr algn="l">
              <a:defRPr sz="1545" b="0" i="0">
                <a:solidFill>
                  <a:srgbClr val="000000"/>
                </a:solidFill>
                <a:latin typeface="Comic Sans MS"/>
                <a:ea typeface="Comic Sans MS"/>
                <a:cs typeface="Comic Sans MS"/>
              </a:defRPr>
            </a:lvl8pPr>
            <a:lvl9pPr algn="l">
              <a:defRPr sz="1545" b="0" i="0">
                <a:solidFill>
                  <a:srgbClr val="000000"/>
                </a:solidFill>
                <a:latin typeface="Comic Sans MS"/>
                <a:ea typeface="Comic Sans MS"/>
                <a:cs typeface="Comic Sans MS"/>
              </a:defRPr>
            </a:lvl9pPr>
          </a:lstStyle>
          <a:p xmlns:a="http://schemas.openxmlformats.org/drawingml/2006/main">
            <a:pPr algn="l">
              <a:lnSpc>
                <a:spcPct val="100000"/>
              </a:lnSpc>
              <a:buNone/>
              <a:defRPr sz="1545" b="0" i="0">
                <a:solidFill>
                  <a:srgbClr val="000000"/>
                </a:solidFill>
                <a:latin typeface="Comic Sans MS"/>
                <a:ea typeface="Comic Sans MS"/>
                <a:cs typeface="Comic Sans MS"/>
              </a:defRPr>
            </a:pPr>
            <a:r>
              <a:rPr sz="1545" b="0" i="0">
                <a:solidFill>
                  <a:srgbClr val="000000"/>
                </a:solidFill>
                <a:latin typeface="Comic Sans MS"/>
                <a:ea typeface="Comic Sans MS"/>
                <a:cs typeface="Comic Sans MS"/>
              </a:rPr>
              <a:t>pass</a:t>
            </a:r>
          </a:p>
        </p:txBody>
      </p:sp>
      <p:pic>
        <p:nvPicPr>
          <p:cNvPr id="247" name="">
            <a:extLst xmlns:a="http://schemas.openxmlformats.org/drawingml/2006/main">
              <a:ext uri="{FF2B5EF4-FFF2-40B4-BE49-F238E27FC236}">
                <a16:creationId xmlns:a16="http://schemas.microsoft.com/office/drawing/2014/main" id="{AD5D1BEA-7448-4809-AD62-3FF20EAF7C0B}"/>
              </a:ext>
            </a:extLst>
          </p:cNvPr>
          <p:cNvPicPr>
            <a:picLocks xmlns:a="http://schemas.openxmlformats.org/drawingml/2006/main" noChangeAspect="1"/>
          </p:cNvPicPr>
          <p:nvPr/>
        </p:nvPicPr>
        <p:blipFill>
          <a:blip xmlns:r="http://schemas.openxmlformats.org/officeDocument/2006/relationships" xmlns:a="http://schemas.openxmlformats.org/drawingml/2006/main" r:embed="Rc79df3ff2d7f409b"/>
          <a:stretch xmlns:a="http://schemas.openxmlformats.org/drawingml/2006/main"/>
        </p:blipFill>
        <p:spPr>
          <a:xfrm xmlns:a="http://schemas.openxmlformats.org/drawingml/2006/main">
            <a:off x="13373100" y="3105150"/>
            <a:ext cx="295275" cy="295275"/>
          </a:xfrm>
          <a:prstGeom xmlns:a="http://schemas.openxmlformats.org/drawingml/2006/main" prst="rect">
            <a:avLst/>
          </a:prstGeom>
        </p:spPr>
      </p:pic>
      <p:sp>
        <p:nvSpPr>
          <p:cNvPr id="248" name="text-209 Frame">
            <a:extLst xmlns:a="http://schemas.openxmlformats.org/drawingml/2006/main">
              <a:ext uri="{FF2B5EF4-FFF2-40B4-BE49-F238E27FC236}">
                <a16:creationId xmlns:a16="http://schemas.microsoft.com/office/drawing/2014/main" id="{D956AA01-4843-4416-814B-34A2661EE2DA}"/>
              </a:ext>
            </a:extLst>
          </p:cNvPr>
          <p:cNvSpPr>
            <a:spLocks xmlns:a="http://schemas.openxmlformats.org/drawingml/2006/main" noGrp="1"/>
          </p:cNvSpPr>
          <p:nvPr/>
        </p:nvSpPr>
        <p:spPr>
          <a:xfrm xmlns:a="http://schemas.openxmlformats.org/drawingml/2006/main" rot="0">
            <a:off x="13850728" y="3148512"/>
            <a:ext cx="610579" cy="275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50" b="0" i="0">
                <a:solidFill>
                  <a:srgbClr val="000000"/>
                </a:solidFill>
                <a:latin typeface="Comic Sans MS"/>
                <a:ea typeface="Comic Sans MS"/>
                <a:cs typeface="Comic Sans MS"/>
              </a:defRPr>
            </a:defPPr>
            <a:lvl1pPr algn="l">
              <a:defRPr sz="1550" b="0" i="0">
                <a:solidFill>
                  <a:srgbClr val="000000"/>
                </a:solidFill>
                <a:latin typeface="Comic Sans MS"/>
                <a:ea typeface="Comic Sans MS"/>
                <a:cs typeface="Comic Sans MS"/>
              </a:defRPr>
            </a:lvl1pPr>
            <a:lvl2pPr algn="l">
              <a:defRPr sz="1550" b="0" i="0">
                <a:solidFill>
                  <a:srgbClr val="000000"/>
                </a:solidFill>
                <a:latin typeface="Comic Sans MS"/>
                <a:ea typeface="Comic Sans MS"/>
                <a:cs typeface="Comic Sans MS"/>
              </a:defRPr>
            </a:lvl2pPr>
            <a:lvl3pPr algn="l">
              <a:defRPr sz="1550" b="0" i="0">
                <a:solidFill>
                  <a:srgbClr val="000000"/>
                </a:solidFill>
                <a:latin typeface="Comic Sans MS"/>
                <a:ea typeface="Comic Sans MS"/>
                <a:cs typeface="Comic Sans MS"/>
              </a:defRPr>
            </a:lvl3pPr>
            <a:lvl4pPr algn="l">
              <a:defRPr sz="1550" b="0" i="0">
                <a:solidFill>
                  <a:srgbClr val="000000"/>
                </a:solidFill>
                <a:latin typeface="Comic Sans MS"/>
                <a:ea typeface="Comic Sans MS"/>
                <a:cs typeface="Comic Sans MS"/>
              </a:defRPr>
            </a:lvl4pPr>
            <a:lvl5pPr algn="l">
              <a:defRPr sz="1550" b="0" i="0">
                <a:solidFill>
                  <a:srgbClr val="000000"/>
                </a:solidFill>
                <a:latin typeface="Comic Sans MS"/>
                <a:ea typeface="Comic Sans MS"/>
                <a:cs typeface="Comic Sans MS"/>
              </a:defRPr>
            </a:lvl5pPr>
            <a:lvl6pPr algn="l">
              <a:defRPr sz="1550" b="0" i="0">
                <a:solidFill>
                  <a:srgbClr val="000000"/>
                </a:solidFill>
                <a:latin typeface="Comic Sans MS"/>
                <a:ea typeface="Comic Sans MS"/>
                <a:cs typeface="Comic Sans MS"/>
              </a:defRPr>
            </a:lvl6pPr>
            <a:lvl7pPr algn="l">
              <a:defRPr sz="1550" b="0" i="0">
                <a:solidFill>
                  <a:srgbClr val="000000"/>
                </a:solidFill>
                <a:latin typeface="Comic Sans MS"/>
                <a:ea typeface="Comic Sans MS"/>
                <a:cs typeface="Comic Sans MS"/>
              </a:defRPr>
            </a:lvl7pPr>
            <a:lvl8pPr algn="l">
              <a:defRPr sz="1550" b="0" i="0">
                <a:solidFill>
                  <a:srgbClr val="000000"/>
                </a:solidFill>
                <a:latin typeface="Comic Sans MS"/>
                <a:ea typeface="Comic Sans MS"/>
                <a:cs typeface="Comic Sans MS"/>
              </a:defRPr>
            </a:lvl8pPr>
            <a:lvl9pPr algn="l">
              <a:defRPr sz="1550" b="0" i="0">
                <a:solidFill>
                  <a:srgbClr val="000000"/>
                </a:solidFill>
                <a:latin typeface="Comic Sans MS"/>
                <a:ea typeface="Comic Sans MS"/>
                <a:cs typeface="Comic Sans MS"/>
              </a:defRPr>
            </a:lvl9pPr>
          </a:lstStyle>
          <a:p xmlns:a="http://schemas.openxmlformats.org/drawingml/2006/main">
            <a:pPr algn="l">
              <a:lnSpc>
                <a:spcPct val="100000"/>
              </a:lnSpc>
              <a:buNone/>
              <a:defRPr sz="1550" b="0" i="0">
                <a:solidFill>
                  <a:srgbClr val="000000"/>
                </a:solidFill>
                <a:latin typeface="Comic Sans MS"/>
                <a:ea typeface="Comic Sans MS"/>
                <a:cs typeface="Comic Sans MS"/>
              </a:defRPr>
            </a:pPr>
            <a:r>
              <a:rPr sz="1550" b="0" i="0">
                <a:solidFill>
                  <a:srgbClr val="000000"/>
                </a:solidFill>
                <a:latin typeface="Comic Sans MS"/>
                <a:ea typeface="Comic Sans MS"/>
                <a:cs typeface="Comic Sans MS"/>
              </a:rPr>
              <a:t>Frame</a:t>
            </a:r>
          </a:p>
        </p:txBody>
      </p:sp>
      <p:sp>
        <p:nvSpPr>
          <p:cNvPr id="249" name="text-210 t=14.4">
            <a:extLst xmlns:a="http://schemas.openxmlformats.org/drawingml/2006/main">
              <a:ext uri="{FF2B5EF4-FFF2-40B4-BE49-F238E27FC236}">
                <a16:creationId xmlns:a16="http://schemas.microsoft.com/office/drawing/2014/main" id="{E5135CEB-C9D2-4278-90B6-D2CC00FFA42E}"/>
              </a:ext>
            </a:extLst>
          </p:cNvPr>
          <p:cNvSpPr>
            <a:spLocks xmlns:a="http://schemas.openxmlformats.org/drawingml/2006/main" noGrp="1"/>
          </p:cNvSpPr>
          <p:nvPr/>
        </p:nvSpPr>
        <p:spPr>
          <a:xfrm xmlns:a="http://schemas.openxmlformats.org/drawingml/2006/main" rot="0">
            <a:off x="14483995" y="3149136"/>
            <a:ext cx="604265" cy="274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5" b="0" i="0">
                <a:solidFill>
                  <a:srgbClr val="C00000"/>
                </a:solidFill>
                <a:latin typeface="Comic Sans MS"/>
                <a:ea typeface="Comic Sans MS"/>
                <a:cs typeface="Comic Sans MS"/>
              </a:defRPr>
            </a:defPPr>
            <a:lvl1pPr algn="l">
              <a:defRPr sz="1545" b="0" i="0">
                <a:solidFill>
                  <a:srgbClr val="C00000"/>
                </a:solidFill>
                <a:latin typeface="Comic Sans MS"/>
                <a:ea typeface="Comic Sans MS"/>
                <a:cs typeface="Comic Sans MS"/>
              </a:defRPr>
            </a:lvl1pPr>
            <a:lvl2pPr algn="l">
              <a:defRPr sz="1545" b="0" i="0">
                <a:solidFill>
                  <a:srgbClr val="C00000"/>
                </a:solidFill>
                <a:latin typeface="Comic Sans MS"/>
                <a:ea typeface="Comic Sans MS"/>
                <a:cs typeface="Comic Sans MS"/>
              </a:defRPr>
            </a:lvl2pPr>
            <a:lvl3pPr algn="l">
              <a:defRPr sz="1545" b="0" i="0">
                <a:solidFill>
                  <a:srgbClr val="C00000"/>
                </a:solidFill>
                <a:latin typeface="Comic Sans MS"/>
                <a:ea typeface="Comic Sans MS"/>
                <a:cs typeface="Comic Sans MS"/>
              </a:defRPr>
            </a:lvl3pPr>
            <a:lvl4pPr algn="l">
              <a:defRPr sz="1545" b="0" i="0">
                <a:solidFill>
                  <a:srgbClr val="C00000"/>
                </a:solidFill>
                <a:latin typeface="Comic Sans MS"/>
                <a:ea typeface="Comic Sans MS"/>
                <a:cs typeface="Comic Sans MS"/>
              </a:defRPr>
            </a:lvl4pPr>
            <a:lvl5pPr algn="l">
              <a:defRPr sz="1545" b="0" i="0">
                <a:solidFill>
                  <a:srgbClr val="C00000"/>
                </a:solidFill>
                <a:latin typeface="Comic Sans MS"/>
                <a:ea typeface="Comic Sans MS"/>
                <a:cs typeface="Comic Sans MS"/>
              </a:defRPr>
            </a:lvl5pPr>
            <a:lvl6pPr algn="l">
              <a:defRPr sz="1545" b="0" i="0">
                <a:solidFill>
                  <a:srgbClr val="C00000"/>
                </a:solidFill>
                <a:latin typeface="Comic Sans MS"/>
                <a:ea typeface="Comic Sans MS"/>
                <a:cs typeface="Comic Sans MS"/>
              </a:defRPr>
            </a:lvl6pPr>
            <a:lvl7pPr algn="l">
              <a:defRPr sz="1545" b="0" i="0">
                <a:solidFill>
                  <a:srgbClr val="C00000"/>
                </a:solidFill>
                <a:latin typeface="Comic Sans MS"/>
                <a:ea typeface="Comic Sans MS"/>
                <a:cs typeface="Comic Sans MS"/>
              </a:defRPr>
            </a:lvl7pPr>
            <a:lvl8pPr algn="l">
              <a:defRPr sz="1545" b="0" i="0">
                <a:solidFill>
                  <a:srgbClr val="C00000"/>
                </a:solidFill>
                <a:latin typeface="Comic Sans MS"/>
                <a:ea typeface="Comic Sans MS"/>
                <a:cs typeface="Comic Sans MS"/>
              </a:defRPr>
            </a:lvl8pPr>
            <a:lvl9pPr algn="l">
              <a:defRPr sz="1545" b="0" i="0">
                <a:solidFill>
                  <a:srgbClr val="C00000"/>
                </a:solidFill>
                <a:latin typeface="Comic Sans MS"/>
                <a:ea typeface="Comic Sans MS"/>
                <a:cs typeface="Comic Sans MS"/>
              </a:defRPr>
            </a:lvl9pPr>
          </a:lstStyle>
          <a:p xmlns:a="http://schemas.openxmlformats.org/drawingml/2006/main">
            <a:pPr algn="l">
              <a:lnSpc>
                <a:spcPct val="100000"/>
              </a:lnSpc>
              <a:buNone/>
              <a:defRPr sz="1545" b="0" i="0">
                <a:solidFill>
                  <a:srgbClr val="C00000"/>
                </a:solidFill>
                <a:latin typeface="Comic Sans MS"/>
                <a:ea typeface="Comic Sans MS"/>
                <a:cs typeface="Comic Sans MS"/>
              </a:defRPr>
            </a:pPr>
            <a:r>
              <a:rPr sz="1545" b="0" i="0">
                <a:solidFill>
                  <a:srgbClr val="C00000"/>
                </a:solidFill>
                <a:latin typeface="Comic Sans MS"/>
                <a:ea typeface="Comic Sans MS"/>
                <a:cs typeface="Comic Sans MS"/>
              </a:rPr>
              <a:t>t=14.4</a:t>
            </a:r>
          </a:p>
        </p:txBody>
      </p:sp>
      <p:sp>
        <p:nvSpPr>
          <p:cNvPr id="250" name="text-211 grounded">
            <a:extLst xmlns:a="http://schemas.openxmlformats.org/drawingml/2006/main">
              <a:ext uri="{FF2B5EF4-FFF2-40B4-BE49-F238E27FC236}">
                <a16:creationId xmlns:a16="http://schemas.microsoft.com/office/drawing/2014/main" id="{01448C2C-DBE2-4E29-80C6-76D25FA74EDD}"/>
              </a:ext>
            </a:extLst>
          </p:cNvPr>
          <p:cNvSpPr>
            <a:spLocks xmlns:a="http://schemas.openxmlformats.org/drawingml/2006/main" noGrp="1"/>
          </p:cNvSpPr>
          <p:nvPr/>
        </p:nvSpPr>
        <p:spPr>
          <a:xfrm xmlns:a="http://schemas.openxmlformats.org/drawingml/2006/main" rot="0">
            <a:off x="15111129" y="3148849"/>
            <a:ext cx="880455" cy="27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000000"/>
                </a:solidFill>
                <a:latin typeface="Comic Sans MS"/>
                <a:ea typeface="Comic Sans MS"/>
                <a:cs typeface="Comic Sans MS"/>
              </a:defRPr>
            </a:defPPr>
            <a:lvl1pPr algn="l">
              <a:defRPr sz="1547" b="0" i="0">
                <a:solidFill>
                  <a:srgbClr val="000000"/>
                </a:solidFill>
                <a:latin typeface="Comic Sans MS"/>
                <a:ea typeface="Comic Sans MS"/>
                <a:cs typeface="Comic Sans MS"/>
              </a:defRPr>
            </a:lvl1pPr>
            <a:lvl2pPr algn="l">
              <a:defRPr sz="1547" b="0" i="0">
                <a:solidFill>
                  <a:srgbClr val="000000"/>
                </a:solidFill>
                <a:latin typeface="Comic Sans MS"/>
                <a:ea typeface="Comic Sans MS"/>
                <a:cs typeface="Comic Sans MS"/>
              </a:defRPr>
            </a:lvl2pPr>
            <a:lvl3pPr algn="l">
              <a:defRPr sz="1547" b="0" i="0">
                <a:solidFill>
                  <a:srgbClr val="000000"/>
                </a:solidFill>
                <a:latin typeface="Comic Sans MS"/>
                <a:ea typeface="Comic Sans MS"/>
                <a:cs typeface="Comic Sans MS"/>
              </a:defRPr>
            </a:lvl3pPr>
            <a:lvl4pPr algn="l">
              <a:defRPr sz="1547" b="0" i="0">
                <a:solidFill>
                  <a:srgbClr val="000000"/>
                </a:solidFill>
                <a:latin typeface="Comic Sans MS"/>
                <a:ea typeface="Comic Sans MS"/>
                <a:cs typeface="Comic Sans MS"/>
              </a:defRPr>
            </a:lvl4pPr>
            <a:lvl5pPr algn="l">
              <a:defRPr sz="1547" b="0" i="0">
                <a:solidFill>
                  <a:srgbClr val="000000"/>
                </a:solidFill>
                <a:latin typeface="Comic Sans MS"/>
                <a:ea typeface="Comic Sans MS"/>
                <a:cs typeface="Comic Sans MS"/>
              </a:defRPr>
            </a:lvl5pPr>
            <a:lvl6pPr algn="l">
              <a:defRPr sz="1547" b="0" i="0">
                <a:solidFill>
                  <a:srgbClr val="000000"/>
                </a:solidFill>
                <a:latin typeface="Comic Sans MS"/>
                <a:ea typeface="Comic Sans MS"/>
                <a:cs typeface="Comic Sans MS"/>
              </a:defRPr>
            </a:lvl6pPr>
            <a:lvl7pPr algn="l">
              <a:defRPr sz="1547" b="0" i="0">
                <a:solidFill>
                  <a:srgbClr val="000000"/>
                </a:solidFill>
                <a:latin typeface="Comic Sans MS"/>
                <a:ea typeface="Comic Sans MS"/>
                <a:cs typeface="Comic Sans MS"/>
              </a:defRPr>
            </a:lvl7pPr>
            <a:lvl8pPr algn="l">
              <a:defRPr sz="1547" b="0" i="0">
                <a:solidFill>
                  <a:srgbClr val="000000"/>
                </a:solidFill>
                <a:latin typeface="Comic Sans MS"/>
                <a:ea typeface="Comic Sans MS"/>
                <a:cs typeface="Comic Sans MS"/>
              </a:defRPr>
            </a:lvl8pPr>
            <a:lvl9pPr algn="l">
              <a:defRPr sz="1547" b="0" i="0">
                <a:solidFill>
                  <a:srgbClr val="000000"/>
                </a:solidFill>
                <a:latin typeface="Comic Sans MS"/>
                <a:ea typeface="Comic Sans MS"/>
                <a:cs typeface="Comic Sans MS"/>
              </a:defRPr>
            </a:lvl9pPr>
          </a:lstStyle>
          <a:p xmlns:a="http://schemas.openxmlformats.org/drawingml/2006/main">
            <a:pPr algn="l">
              <a:lnSpc>
                <a:spcPct val="100000"/>
              </a:lnSpc>
              <a:buNone/>
              <a:defRPr sz="1547" b="0" i="0">
                <a:solidFill>
                  <a:srgbClr val="000000"/>
                </a:solidFill>
                <a:latin typeface="Comic Sans MS"/>
                <a:ea typeface="Comic Sans MS"/>
                <a:cs typeface="Comic Sans MS"/>
              </a:defRPr>
            </a:pPr>
            <a:r>
              <a:rPr sz="1547" b="0" i="0">
                <a:solidFill>
                  <a:srgbClr val="000000"/>
                </a:solidFill>
                <a:latin typeface="Comic Sans MS"/>
                <a:ea typeface="Comic Sans MS"/>
                <a:cs typeface="Comic Sans MS"/>
              </a:rPr>
              <a:t>grounded</a:t>
            </a:r>
          </a:p>
        </p:txBody>
      </p:sp>
      <p:pic>
        <p:nvPicPr>
          <p:cNvPr id="251" name="">
            <a:extLst xmlns:a="http://schemas.openxmlformats.org/drawingml/2006/main">
              <a:ext uri="{FF2B5EF4-FFF2-40B4-BE49-F238E27FC236}">
                <a16:creationId xmlns:a16="http://schemas.microsoft.com/office/drawing/2014/main" id="{D84D6D85-5EF4-42D1-99B3-C3D5E604FB29}"/>
              </a:ext>
            </a:extLst>
          </p:cNvPr>
          <p:cNvPicPr>
            <a:picLocks xmlns:a="http://schemas.openxmlformats.org/drawingml/2006/main" noChangeAspect="1"/>
          </p:cNvPicPr>
          <p:nvPr/>
        </p:nvPicPr>
        <p:blipFill>
          <a:blip xmlns:r="http://schemas.openxmlformats.org/officeDocument/2006/relationships" xmlns:a="http://schemas.openxmlformats.org/drawingml/2006/main" r:embed="R29e33b8355784277"/>
          <a:stretch xmlns:a="http://schemas.openxmlformats.org/drawingml/2006/main"/>
        </p:blipFill>
        <p:spPr>
          <a:xfrm xmlns:a="http://schemas.openxmlformats.org/drawingml/2006/main">
            <a:off x="13373100" y="3419475"/>
            <a:ext cx="295275" cy="295275"/>
          </a:xfrm>
          <a:prstGeom xmlns:a="http://schemas.openxmlformats.org/drawingml/2006/main" prst="rect">
            <a:avLst/>
          </a:prstGeom>
        </p:spPr>
      </p:pic>
      <p:sp>
        <p:nvSpPr>
          <p:cNvPr id="252" name="text-213 BBox">
            <a:extLst xmlns:a="http://schemas.openxmlformats.org/drawingml/2006/main">
              <a:ext uri="{FF2B5EF4-FFF2-40B4-BE49-F238E27FC236}">
                <a16:creationId xmlns:a16="http://schemas.microsoft.com/office/drawing/2014/main" id="{F4837EC3-9752-46B9-B6DD-CAB3E8E198A9}"/>
              </a:ext>
            </a:extLst>
          </p:cNvPr>
          <p:cNvSpPr>
            <a:spLocks xmlns:a="http://schemas.openxmlformats.org/drawingml/2006/main" noGrp="1"/>
          </p:cNvSpPr>
          <p:nvPr/>
        </p:nvSpPr>
        <p:spPr>
          <a:xfrm xmlns:a="http://schemas.openxmlformats.org/drawingml/2006/main" rot="0">
            <a:off x="13811290" y="3475519"/>
            <a:ext cx="502452" cy="2752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8" b="0" i="0">
                <a:solidFill>
                  <a:srgbClr val="C00000"/>
                </a:solidFill>
                <a:latin typeface="Comic Sans MS"/>
                <a:ea typeface="Comic Sans MS"/>
                <a:cs typeface="Comic Sans MS"/>
              </a:defRPr>
            </a:defPPr>
            <a:lvl1pPr algn="l">
              <a:defRPr sz="1548" b="0" i="0">
                <a:solidFill>
                  <a:srgbClr val="C00000"/>
                </a:solidFill>
                <a:latin typeface="Comic Sans MS"/>
                <a:ea typeface="Comic Sans MS"/>
                <a:cs typeface="Comic Sans MS"/>
              </a:defRPr>
            </a:lvl1pPr>
            <a:lvl2pPr algn="l">
              <a:defRPr sz="1548" b="0" i="0">
                <a:solidFill>
                  <a:srgbClr val="C00000"/>
                </a:solidFill>
                <a:latin typeface="Comic Sans MS"/>
                <a:ea typeface="Comic Sans MS"/>
                <a:cs typeface="Comic Sans MS"/>
              </a:defRPr>
            </a:lvl2pPr>
            <a:lvl3pPr algn="l">
              <a:defRPr sz="1548" b="0" i="0">
                <a:solidFill>
                  <a:srgbClr val="C00000"/>
                </a:solidFill>
                <a:latin typeface="Comic Sans MS"/>
                <a:ea typeface="Comic Sans MS"/>
                <a:cs typeface="Comic Sans MS"/>
              </a:defRPr>
            </a:lvl3pPr>
            <a:lvl4pPr algn="l">
              <a:defRPr sz="1548" b="0" i="0">
                <a:solidFill>
                  <a:srgbClr val="C00000"/>
                </a:solidFill>
                <a:latin typeface="Comic Sans MS"/>
                <a:ea typeface="Comic Sans MS"/>
                <a:cs typeface="Comic Sans MS"/>
              </a:defRPr>
            </a:lvl4pPr>
            <a:lvl5pPr algn="l">
              <a:defRPr sz="1548" b="0" i="0">
                <a:solidFill>
                  <a:srgbClr val="C00000"/>
                </a:solidFill>
                <a:latin typeface="Comic Sans MS"/>
                <a:ea typeface="Comic Sans MS"/>
                <a:cs typeface="Comic Sans MS"/>
              </a:defRPr>
            </a:lvl5pPr>
            <a:lvl6pPr algn="l">
              <a:defRPr sz="1548" b="0" i="0">
                <a:solidFill>
                  <a:srgbClr val="C00000"/>
                </a:solidFill>
                <a:latin typeface="Comic Sans MS"/>
                <a:ea typeface="Comic Sans MS"/>
                <a:cs typeface="Comic Sans MS"/>
              </a:defRPr>
            </a:lvl6pPr>
            <a:lvl7pPr algn="l">
              <a:defRPr sz="1548" b="0" i="0">
                <a:solidFill>
                  <a:srgbClr val="C00000"/>
                </a:solidFill>
                <a:latin typeface="Comic Sans MS"/>
                <a:ea typeface="Comic Sans MS"/>
                <a:cs typeface="Comic Sans MS"/>
              </a:defRPr>
            </a:lvl7pPr>
            <a:lvl8pPr algn="l">
              <a:defRPr sz="1548" b="0" i="0">
                <a:solidFill>
                  <a:srgbClr val="C00000"/>
                </a:solidFill>
                <a:latin typeface="Comic Sans MS"/>
                <a:ea typeface="Comic Sans MS"/>
                <a:cs typeface="Comic Sans MS"/>
              </a:defRPr>
            </a:lvl8pPr>
            <a:lvl9pPr algn="l">
              <a:defRPr sz="1548" b="0" i="0">
                <a:solidFill>
                  <a:srgbClr val="C00000"/>
                </a:solidFill>
                <a:latin typeface="Comic Sans MS"/>
                <a:ea typeface="Comic Sans MS"/>
                <a:cs typeface="Comic Sans MS"/>
              </a:defRPr>
            </a:lvl9pPr>
          </a:lstStyle>
          <a:p xmlns:a="http://schemas.openxmlformats.org/drawingml/2006/main">
            <a:pPr algn="l">
              <a:lnSpc>
                <a:spcPct val="100000"/>
              </a:lnSpc>
              <a:buNone/>
              <a:defRPr sz="1548" b="0" i="0">
                <a:solidFill>
                  <a:srgbClr val="C00000"/>
                </a:solidFill>
                <a:latin typeface="Comic Sans MS"/>
                <a:ea typeface="Comic Sans MS"/>
                <a:cs typeface="Comic Sans MS"/>
              </a:defRPr>
            </a:pPr>
            <a:r>
              <a:rPr sz="1548" b="0" i="0">
                <a:solidFill>
                  <a:srgbClr val="C00000"/>
                </a:solidFill>
                <a:latin typeface="Comic Sans MS"/>
                <a:ea typeface="Comic Sans MS"/>
                <a:cs typeface="Comic Sans MS"/>
              </a:rPr>
              <a:t>BBox</a:t>
            </a:r>
          </a:p>
        </p:txBody>
      </p:sp>
      <p:sp>
        <p:nvSpPr>
          <p:cNvPr id="253" name="text-215 [x0,y0,x1,y1]">
            <a:extLst xmlns:a="http://schemas.openxmlformats.org/drawingml/2006/main">
              <a:ext uri="{FF2B5EF4-FFF2-40B4-BE49-F238E27FC236}">
                <a16:creationId xmlns:a16="http://schemas.microsoft.com/office/drawing/2014/main" id="{1216BFA5-F27A-4DB0-A308-3E3FDF72287A}"/>
              </a:ext>
            </a:extLst>
          </p:cNvPr>
          <p:cNvSpPr>
            <a:spLocks xmlns:a="http://schemas.openxmlformats.org/drawingml/2006/main" noGrp="1"/>
          </p:cNvSpPr>
          <p:nvPr/>
        </p:nvSpPr>
        <p:spPr>
          <a:xfrm xmlns:a="http://schemas.openxmlformats.org/drawingml/2006/main" rot="0">
            <a:off x="14337223" y="3475671"/>
            <a:ext cx="1198923" cy="275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C00000"/>
                </a:solidFill>
                <a:latin typeface="Comic Sans MS"/>
                <a:ea typeface="Comic Sans MS"/>
                <a:cs typeface="Comic Sans MS"/>
              </a:defRPr>
            </a:defPPr>
            <a:lvl1pPr algn="l">
              <a:defRPr sz="1547" b="0" i="0">
                <a:solidFill>
                  <a:srgbClr val="C00000"/>
                </a:solidFill>
                <a:latin typeface="Comic Sans MS"/>
                <a:ea typeface="Comic Sans MS"/>
                <a:cs typeface="Comic Sans MS"/>
              </a:defRPr>
            </a:lvl1pPr>
            <a:lvl2pPr algn="l">
              <a:defRPr sz="1547" b="0" i="0">
                <a:solidFill>
                  <a:srgbClr val="C00000"/>
                </a:solidFill>
                <a:latin typeface="Comic Sans MS"/>
                <a:ea typeface="Comic Sans MS"/>
                <a:cs typeface="Comic Sans MS"/>
              </a:defRPr>
            </a:lvl2pPr>
            <a:lvl3pPr algn="l">
              <a:defRPr sz="1547" b="0" i="0">
                <a:solidFill>
                  <a:srgbClr val="C00000"/>
                </a:solidFill>
                <a:latin typeface="Comic Sans MS"/>
                <a:ea typeface="Comic Sans MS"/>
                <a:cs typeface="Comic Sans MS"/>
              </a:defRPr>
            </a:lvl3pPr>
            <a:lvl4pPr algn="l">
              <a:defRPr sz="1547" b="0" i="0">
                <a:solidFill>
                  <a:srgbClr val="C00000"/>
                </a:solidFill>
                <a:latin typeface="Comic Sans MS"/>
                <a:ea typeface="Comic Sans MS"/>
                <a:cs typeface="Comic Sans MS"/>
              </a:defRPr>
            </a:lvl4pPr>
            <a:lvl5pPr algn="l">
              <a:defRPr sz="1547" b="0" i="0">
                <a:solidFill>
                  <a:srgbClr val="C00000"/>
                </a:solidFill>
                <a:latin typeface="Comic Sans MS"/>
                <a:ea typeface="Comic Sans MS"/>
                <a:cs typeface="Comic Sans MS"/>
              </a:defRPr>
            </a:lvl5pPr>
            <a:lvl6pPr algn="l">
              <a:defRPr sz="1547" b="0" i="0">
                <a:solidFill>
                  <a:srgbClr val="C00000"/>
                </a:solidFill>
                <a:latin typeface="Comic Sans MS"/>
                <a:ea typeface="Comic Sans MS"/>
                <a:cs typeface="Comic Sans MS"/>
              </a:defRPr>
            </a:lvl6pPr>
            <a:lvl7pPr algn="l">
              <a:defRPr sz="1547" b="0" i="0">
                <a:solidFill>
                  <a:srgbClr val="C00000"/>
                </a:solidFill>
                <a:latin typeface="Comic Sans MS"/>
                <a:ea typeface="Comic Sans MS"/>
                <a:cs typeface="Comic Sans MS"/>
              </a:defRPr>
            </a:lvl7pPr>
            <a:lvl8pPr algn="l">
              <a:defRPr sz="1547" b="0" i="0">
                <a:solidFill>
                  <a:srgbClr val="C00000"/>
                </a:solidFill>
                <a:latin typeface="Comic Sans MS"/>
                <a:ea typeface="Comic Sans MS"/>
                <a:cs typeface="Comic Sans MS"/>
              </a:defRPr>
            </a:lvl8pPr>
            <a:lvl9pPr algn="l">
              <a:defRPr sz="1547" b="0" i="0">
                <a:solidFill>
                  <a:srgbClr val="C00000"/>
                </a:solidFill>
                <a:latin typeface="Comic Sans MS"/>
                <a:ea typeface="Comic Sans MS"/>
                <a:cs typeface="Comic Sans MS"/>
              </a:defRPr>
            </a:lvl9pPr>
          </a:lstStyle>
          <a:p xmlns:a="http://schemas.openxmlformats.org/drawingml/2006/main">
            <a:pPr algn="l">
              <a:lnSpc>
                <a:spcPct val="100000"/>
              </a:lnSpc>
              <a:buNone/>
              <a:defRPr sz="1547" b="0" i="0">
                <a:solidFill>
                  <a:srgbClr val="C00000"/>
                </a:solidFill>
                <a:latin typeface="Comic Sans MS"/>
                <a:ea typeface="Comic Sans MS"/>
                <a:cs typeface="Comic Sans MS"/>
              </a:defRPr>
            </a:pPr>
            <a:r>
              <a:rPr sz="1547" b="0" i="0">
                <a:solidFill>
                  <a:srgbClr val="C00000"/>
                </a:solidFill>
                <a:latin typeface="Comic Sans MS"/>
                <a:ea typeface="Comic Sans MS"/>
                <a:cs typeface="Comic Sans MS"/>
              </a:rPr>
              <a:t>[x0,y0,x1,y1]</a:t>
            </a:r>
          </a:p>
        </p:txBody>
      </p:sp>
      <p:sp>
        <p:nvSpPr>
          <p:cNvPr id="254" name="text-216 grounded">
            <a:extLst xmlns:a="http://schemas.openxmlformats.org/drawingml/2006/main">
              <a:ext uri="{FF2B5EF4-FFF2-40B4-BE49-F238E27FC236}">
                <a16:creationId xmlns:a16="http://schemas.microsoft.com/office/drawing/2014/main" id="{9886981A-CFDF-4294-977C-9E1FF6302A2C}"/>
              </a:ext>
            </a:extLst>
          </p:cNvPr>
          <p:cNvSpPr>
            <a:spLocks xmlns:a="http://schemas.openxmlformats.org/drawingml/2006/main" noGrp="1"/>
          </p:cNvSpPr>
          <p:nvPr/>
        </p:nvSpPr>
        <p:spPr>
          <a:xfrm xmlns:a="http://schemas.openxmlformats.org/drawingml/2006/main" rot="0">
            <a:off x="15559290" y="3475634"/>
            <a:ext cx="880455" cy="27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000000"/>
                </a:solidFill>
                <a:latin typeface="Comic Sans MS"/>
                <a:ea typeface="Comic Sans MS"/>
                <a:cs typeface="Comic Sans MS"/>
              </a:defRPr>
            </a:defPPr>
            <a:lvl1pPr algn="l">
              <a:defRPr sz="1547" b="0" i="0">
                <a:solidFill>
                  <a:srgbClr val="000000"/>
                </a:solidFill>
                <a:latin typeface="Comic Sans MS"/>
                <a:ea typeface="Comic Sans MS"/>
                <a:cs typeface="Comic Sans MS"/>
              </a:defRPr>
            </a:lvl1pPr>
            <a:lvl2pPr algn="l">
              <a:defRPr sz="1547" b="0" i="0">
                <a:solidFill>
                  <a:srgbClr val="000000"/>
                </a:solidFill>
                <a:latin typeface="Comic Sans MS"/>
                <a:ea typeface="Comic Sans MS"/>
                <a:cs typeface="Comic Sans MS"/>
              </a:defRPr>
            </a:lvl2pPr>
            <a:lvl3pPr algn="l">
              <a:defRPr sz="1547" b="0" i="0">
                <a:solidFill>
                  <a:srgbClr val="000000"/>
                </a:solidFill>
                <a:latin typeface="Comic Sans MS"/>
                <a:ea typeface="Comic Sans MS"/>
                <a:cs typeface="Comic Sans MS"/>
              </a:defRPr>
            </a:lvl3pPr>
            <a:lvl4pPr algn="l">
              <a:defRPr sz="1547" b="0" i="0">
                <a:solidFill>
                  <a:srgbClr val="000000"/>
                </a:solidFill>
                <a:latin typeface="Comic Sans MS"/>
                <a:ea typeface="Comic Sans MS"/>
                <a:cs typeface="Comic Sans MS"/>
              </a:defRPr>
            </a:lvl4pPr>
            <a:lvl5pPr algn="l">
              <a:defRPr sz="1547" b="0" i="0">
                <a:solidFill>
                  <a:srgbClr val="000000"/>
                </a:solidFill>
                <a:latin typeface="Comic Sans MS"/>
                <a:ea typeface="Comic Sans MS"/>
                <a:cs typeface="Comic Sans MS"/>
              </a:defRPr>
            </a:lvl5pPr>
            <a:lvl6pPr algn="l">
              <a:defRPr sz="1547" b="0" i="0">
                <a:solidFill>
                  <a:srgbClr val="000000"/>
                </a:solidFill>
                <a:latin typeface="Comic Sans MS"/>
                <a:ea typeface="Comic Sans MS"/>
                <a:cs typeface="Comic Sans MS"/>
              </a:defRPr>
            </a:lvl6pPr>
            <a:lvl7pPr algn="l">
              <a:defRPr sz="1547" b="0" i="0">
                <a:solidFill>
                  <a:srgbClr val="000000"/>
                </a:solidFill>
                <a:latin typeface="Comic Sans MS"/>
                <a:ea typeface="Comic Sans MS"/>
                <a:cs typeface="Comic Sans MS"/>
              </a:defRPr>
            </a:lvl7pPr>
            <a:lvl8pPr algn="l">
              <a:defRPr sz="1547" b="0" i="0">
                <a:solidFill>
                  <a:srgbClr val="000000"/>
                </a:solidFill>
                <a:latin typeface="Comic Sans MS"/>
                <a:ea typeface="Comic Sans MS"/>
                <a:cs typeface="Comic Sans MS"/>
              </a:defRPr>
            </a:lvl8pPr>
            <a:lvl9pPr algn="l">
              <a:defRPr sz="1547" b="0" i="0">
                <a:solidFill>
                  <a:srgbClr val="000000"/>
                </a:solidFill>
                <a:latin typeface="Comic Sans MS"/>
                <a:ea typeface="Comic Sans MS"/>
                <a:cs typeface="Comic Sans MS"/>
              </a:defRPr>
            </a:lvl9pPr>
          </a:lstStyle>
          <a:p xmlns:a="http://schemas.openxmlformats.org/drawingml/2006/main">
            <a:pPr algn="l">
              <a:lnSpc>
                <a:spcPct val="100000"/>
              </a:lnSpc>
              <a:buNone/>
              <a:defRPr sz="1547" b="0" i="0">
                <a:solidFill>
                  <a:srgbClr val="000000"/>
                </a:solidFill>
                <a:latin typeface="Comic Sans MS"/>
                <a:ea typeface="Comic Sans MS"/>
                <a:cs typeface="Comic Sans MS"/>
              </a:defRPr>
            </a:pPr>
            <a:r>
              <a:rPr sz="1547" b="0" i="0">
                <a:solidFill>
                  <a:srgbClr val="000000"/>
                </a:solidFill>
                <a:latin typeface="Comic Sans MS"/>
                <a:ea typeface="Comic Sans MS"/>
                <a:cs typeface="Comic Sans MS"/>
              </a:rPr>
              <a:t>grounded</a:t>
            </a:r>
          </a:p>
        </p:txBody>
      </p:sp>
      <p:pic>
        <p:nvPicPr>
          <p:cNvPr id="255" name="">
            <a:extLst xmlns:a="http://schemas.openxmlformats.org/drawingml/2006/main">
              <a:ext uri="{FF2B5EF4-FFF2-40B4-BE49-F238E27FC236}">
                <a16:creationId xmlns:a16="http://schemas.microsoft.com/office/drawing/2014/main" id="{61A431F6-74A3-4CC5-9DDA-B9ED921F1CF0}"/>
              </a:ext>
            </a:extLst>
          </p:cNvPr>
          <p:cNvPicPr>
            <a:picLocks xmlns:a="http://schemas.openxmlformats.org/drawingml/2006/main" noChangeAspect="1"/>
          </p:cNvPicPr>
          <p:nvPr/>
        </p:nvPicPr>
        <p:blipFill>
          <a:blip xmlns:r="http://schemas.openxmlformats.org/officeDocument/2006/relationships" xmlns:a="http://schemas.openxmlformats.org/drawingml/2006/main" r:embed="Rf25cdac408d34ca7"/>
          <a:stretch xmlns:a="http://schemas.openxmlformats.org/drawingml/2006/main"/>
        </p:blipFill>
        <p:spPr>
          <a:xfrm xmlns:a="http://schemas.openxmlformats.org/drawingml/2006/main">
            <a:off x="13373100" y="3743325"/>
            <a:ext cx="295275" cy="304800"/>
          </a:xfrm>
          <a:prstGeom xmlns:a="http://schemas.openxmlformats.org/drawingml/2006/main" prst="rect">
            <a:avLst/>
          </a:prstGeom>
        </p:spPr>
      </p:pic>
      <p:sp>
        <p:nvSpPr>
          <p:cNvPr id="256" name="text-218 No">
            <a:extLst xmlns:a="http://schemas.openxmlformats.org/drawingml/2006/main">
              <a:ext uri="{FF2B5EF4-FFF2-40B4-BE49-F238E27FC236}">
                <a16:creationId xmlns:a16="http://schemas.microsoft.com/office/drawing/2014/main" id="{81D8F429-9A60-4C4C-A17B-D97B31854758}"/>
              </a:ext>
            </a:extLst>
          </p:cNvPr>
          <p:cNvSpPr>
            <a:spLocks xmlns:a="http://schemas.openxmlformats.org/drawingml/2006/main" noGrp="1"/>
          </p:cNvSpPr>
          <p:nvPr/>
        </p:nvSpPr>
        <p:spPr>
          <a:xfrm xmlns:a="http://schemas.openxmlformats.org/drawingml/2006/main" rot="0">
            <a:off x="13816638" y="3746592"/>
            <a:ext cx="294966" cy="274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000000"/>
                </a:solidFill>
                <a:latin typeface="Comic Sans MS"/>
                <a:ea typeface="Comic Sans MS"/>
                <a:cs typeface="Comic Sans MS"/>
              </a:defRPr>
            </a:defPPr>
            <a:lvl1pPr algn="l">
              <a:defRPr sz="1546" b="0" i="0">
                <a:solidFill>
                  <a:srgbClr val="000000"/>
                </a:solidFill>
                <a:latin typeface="Comic Sans MS"/>
                <a:ea typeface="Comic Sans MS"/>
                <a:cs typeface="Comic Sans MS"/>
              </a:defRPr>
            </a:lvl1pPr>
            <a:lvl2pPr algn="l">
              <a:defRPr sz="1546" b="0" i="0">
                <a:solidFill>
                  <a:srgbClr val="000000"/>
                </a:solidFill>
                <a:latin typeface="Comic Sans MS"/>
                <a:ea typeface="Comic Sans MS"/>
                <a:cs typeface="Comic Sans MS"/>
              </a:defRPr>
            </a:lvl2pPr>
            <a:lvl3pPr algn="l">
              <a:defRPr sz="1546" b="0" i="0">
                <a:solidFill>
                  <a:srgbClr val="000000"/>
                </a:solidFill>
                <a:latin typeface="Comic Sans MS"/>
                <a:ea typeface="Comic Sans MS"/>
                <a:cs typeface="Comic Sans MS"/>
              </a:defRPr>
            </a:lvl3pPr>
            <a:lvl4pPr algn="l">
              <a:defRPr sz="1546" b="0" i="0">
                <a:solidFill>
                  <a:srgbClr val="000000"/>
                </a:solidFill>
                <a:latin typeface="Comic Sans MS"/>
                <a:ea typeface="Comic Sans MS"/>
                <a:cs typeface="Comic Sans MS"/>
              </a:defRPr>
            </a:lvl4pPr>
            <a:lvl5pPr algn="l">
              <a:defRPr sz="1546" b="0" i="0">
                <a:solidFill>
                  <a:srgbClr val="000000"/>
                </a:solidFill>
                <a:latin typeface="Comic Sans MS"/>
                <a:ea typeface="Comic Sans MS"/>
                <a:cs typeface="Comic Sans MS"/>
              </a:defRPr>
            </a:lvl5pPr>
            <a:lvl6pPr algn="l">
              <a:defRPr sz="1546" b="0" i="0">
                <a:solidFill>
                  <a:srgbClr val="000000"/>
                </a:solidFill>
                <a:latin typeface="Comic Sans MS"/>
                <a:ea typeface="Comic Sans MS"/>
                <a:cs typeface="Comic Sans MS"/>
              </a:defRPr>
            </a:lvl6pPr>
            <a:lvl7pPr algn="l">
              <a:defRPr sz="1546" b="0" i="0">
                <a:solidFill>
                  <a:srgbClr val="000000"/>
                </a:solidFill>
                <a:latin typeface="Comic Sans MS"/>
                <a:ea typeface="Comic Sans MS"/>
                <a:cs typeface="Comic Sans MS"/>
              </a:defRPr>
            </a:lvl7pPr>
            <a:lvl8pPr algn="l">
              <a:defRPr sz="1546" b="0" i="0">
                <a:solidFill>
                  <a:srgbClr val="000000"/>
                </a:solidFill>
                <a:latin typeface="Comic Sans MS"/>
                <a:ea typeface="Comic Sans MS"/>
                <a:cs typeface="Comic Sans MS"/>
              </a:defRPr>
            </a:lvl8pPr>
            <a:lvl9pPr algn="l">
              <a:defRPr sz="1546" b="0" i="0">
                <a:solidFill>
                  <a:srgbClr val="000000"/>
                </a:solidFill>
                <a:latin typeface="Comic Sans MS"/>
                <a:ea typeface="Comic Sans MS"/>
                <a:cs typeface="Comic Sans MS"/>
              </a:defRPr>
            </a:lvl9pPr>
          </a:lstStyle>
          <a:p xmlns:a="http://schemas.openxmlformats.org/drawingml/2006/main">
            <a:pPr algn="l">
              <a:lnSpc>
                <a:spcPct val="100000"/>
              </a:lnSpc>
              <a:buNone/>
              <a:defRPr sz="1546" b="0" i="0">
                <a:solidFill>
                  <a:srgbClr val="000000"/>
                </a:solidFill>
                <a:latin typeface="Comic Sans MS"/>
                <a:ea typeface="Comic Sans MS"/>
                <a:cs typeface="Comic Sans MS"/>
              </a:defRPr>
            </a:pPr>
            <a:r>
              <a:rPr sz="1546" b="0" i="0">
                <a:solidFill>
                  <a:srgbClr val="000000"/>
                </a:solidFill>
                <a:latin typeface="Comic Sans MS"/>
                <a:ea typeface="Comic Sans MS"/>
                <a:cs typeface="Comic Sans MS"/>
              </a:rPr>
              <a:t>No</a:t>
            </a:r>
          </a:p>
        </p:txBody>
      </p:sp>
      <p:sp>
        <p:nvSpPr>
          <p:cNvPr id="257" name="text-219 Visual">
            <a:extLst xmlns:a="http://schemas.openxmlformats.org/drawingml/2006/main">
              <a:ext uri="{FF2B5EF4-FFF2-40B4-BE49-F238E27FC236}">
                <a16:creationId xmlns:a16="http://schemas.microsoft.com/office/drawing/2014/main" id="{0ABCF911-C948-4F13-BB62-8828870D0D9D}"/>
              </a:ext>
            </a:extLst>
          </p:cNvPr>
          <p:cNvSpPr>
            <a:spLocks xmlns:a="http://schemas.openxmlformats.org/drawingml/2006/main" noGrp="1"/>
          </p:cNvSpPr>
          <p:nvPr/>
        </p:nvSpPr>
        <p:spPr>
          <a:xfrm xmlns:a="http://schemas.openxmlformats.org/drawingml/2006/main" rot="0">
            <a:off x="14134038" y="3746291"/>
            <a:ext cx="570609" cy="275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9" b="0" i="0">
                <a:solidFill>
                  <a:srgbClr val="000000"/>
                </a:solidFill>
                <a:latin typeface="Comic Sans MS"/>
                <a:ea typeface="Comic Sans MS"/>
                <a:cs typeface="Comic Sans MS"/>
              </a:defRPr>
            </a:defPPr>
            <a:lvl1pPr algn="l">
              <a:defRPr sz="1549" b="0" i="0">
                <a:solidFill>
                  <a:srgbClr val="000000"/>
                </a:solidFill>
                <a:latin typeface="Comic Sans MS"/>
                <a:ea typeface="Comic Sans MS"/>
                <a:cs typeface="Comic Sans MS"/>
              </a:defRPr>
            </a:lvl1pPr>
            <a:lvl2pPr algn="l">
              <a:defRPr sz="1549" b="0" i="0">
                <a:solidFill>
                  <a:srgbClr val="000000"/>
                </a:solidFill>
                <a:latin typeface="Comic Sans MS"/>
                <a:ea typeface="Comic Sans MS"/>
                <a:cs typeface="Comic Sans MS"/>
              </a:defRPr>
            </a:lvl2pPr>
            <a:lvl3pPr algn="l">
              <a:defRPr sz="1549" b="0" i="0">
                <a:solidFill>
                  <a:srgbClr val="000000"/>
                </a:solidFill>
                <a:latin typeface="Comic Sans MS"/>
                <a:ea typeface="Comic Sans MS"/>
                <a:cs typeface="Comic Sans MS"/>
              </a:defRPr>
            </a:lvl3pPr>
            <a:lvl4pPr algn="l">
              <a:defRPr sz="1549" b="0" i="0">
                <a:solidFill>
                  <a:srgbClr val="000000"/>
                </a:solidFill>
                <a:latin typeface="Comic Sans MS"/>
                <a:ea typeface="Comic Sans MS"/>
                <a:cs typeface="Comic Sans MS"/>
              </a:defRPr>
            </a:lvl4pPr>
            <a:lvl5pPr algn="l">
              <a:defRPr sz="1549" b="0" i="0">
                <a:solidFill>
                  <a:srgbClr val="000000"/>
                </a:solidFill>
                <a:latin typeface="Comic Sans MS"/>
                <a:ea typeface="Comic Sans MS"/>
                <a:cs typeface="Comic Sans MS"/>
              </a:defRPr>
            </a:lvl5pPr>
            <a:lvl6pPr algn="l">
              <a:defRPr sz="1549" b="0" i="0">
                <a:solidFill>
                  <a:srgbClr val="000000"/>
                </a:solidFill>
                <a:latin typeface="Comic Sans MS"/>
                <a:ea typeface="Comic Sans MS"/>
                <a:cs typeface="Comic Sans MS"/>
              </a:defRPr>
            </a:lvl6pPr>
            <a:lvl7pPr algn="l">
              <a:defRPr sz="1549" b="0" i="0">
                <a:solidFill>
                  <a:srgbClr val="000000"/>
                </a:solidFill>
                <a:latin typeface="Comic Sans MS"/>
                <a:ea typeface="Comic Sans MS"/>
                <a:cs typeface="Comic Sans MS"/>
              </a:defRPr>
            </a:lvl7pPr>
            <a:lvl8pPr algn="l">
              <a:defRPr sz="1549" b="0" i="0">
                <a:solidFill>
                  <a:srgbClr val="000000"/>
                </a:solidFill>
                <a:latin typeface="Comic Sans MS"/>
                <a:ea typeface="Comic Sans MS"/>
                <a:cs typeface="Comic Sans MS"/>
              </a:defRPr>
            </a:lvl8pPr>
            <a:lvl9pPr algn="l">
              <a:defRPr sz="1549" b="0" i="0">
                <a:solidFill>
                  <a:srgbClr val="000000"/>
                </a:solidFill>
                <a:latin typeface="Comic Sans MS"/>
                <a:ea typeface="Comic Sans MS"/>
                <a:cs typeface="Comic Sans MS"/>
              </a:defRPr>
            </a:lvl9pPr>
          </a:lstStyle>
          <a:p xmlns:a="http://schemas.openxmlformats.org/drawingml/2006/main">
            <a:pPr algn="l">
              <a:lnSpc>
                <a:spcPct val="100000"/>
              </a:lnSpc>
              <a:buNone/>
              <a:defRPr sz="1549" b="0" i="0">
                <a:solidFill>
                  <a:srgbClr val="000000"/>
                </a:solidFill>
                <a:latin typeface="Comic Sans MS"/>
                <a:ea typeface="Comic Sans MS"/>
                <a:cs typeface="Comic Sans MS"/>
              </a:defRPr>
            </a:pPr>
            <a:r>
              <a:rPr sz="1549" b="0" i="0">
                <a:solidFill>
                  <a:srgbClr val="000000"/>
                </a:solidFill>
                <a:latin typeface="Comic Sans MS"/>
                <a:ea typeface="Comic Sans MS"/>
                <a:cs typeface="Comic Sans MS"/>
              </a:rPr>
              <a:t>Visual</a:t>
            </a:r>
          </a:p>
        </p:txBody>
      </p:sp>
      <p:sp>
        <p:nvSpPr>
          <p:cNvPr id="258" name="text-219 bypass">
            <a:extLst xmlns:a="http://schemas.openxmlformats.org/drawingml/2006/main">
              <a:ext uri="{FF2B5EF4-FFF2-40B4-BE49-F238E27FC236}">
                <a16:creationId xmlns:a16="http://schemas.microsoft.com/office/drawing/2014/main" id="{F28866C6-550C-428F-BCB5-B3D57550C65E}"/>
              </a:ext>
            </a:extLst>
          </p:cNvPr>
          <p:cNvSpPr>
            <a:spLocks xmlns:a="http://schemas.openxmlformats.org/drawingml/2006/main" noGrp="1"/>
          </p:cNvSpPr>
          <p:nvPr/>
        </p:nvSpPr>
        <p:spPr>
          <a:xfrm xmlns:a="http://schemas.openxmlformats.org/drawingml/2006/main" rot="0">
            <a:off x="14727314" y="3746545"/>
            <a:ext cx="650617" cy="275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000000"/>
                </a:solidFill>
                <a:latin typeface="Comic Sans MS"/>
                <a:ea typeface="Comic Sans MS"/>
                <a:cs typeface="Comic Sans MS"/>
              </a:defRPr>
            </a:defPPr>
            <a:lvl1pPr algn="l">
              <a:defRPr sz="1547" b="0" i="0">
                <a:solidFill>
                  <a:srgbClr val="000000"/>
                </a:solidFill>
                <a:latin typeface="Comic Sans MS"/>
                <a:ea typeface="Comic Sans MS"/>
                <a:cs typeface="Comic Sans MS"/>
              </a:defRPr>
            </a:lvl1pPr>
            <a:lvl2pPr algn="l">
              <a:defRPr sz="1547" b="0" i="0">
                <a:solidFill>
                  <a:srgbClr val="000000"/>
                </a:solidFill>
                <a:latin typeface="Comic Sans MS"/>
                <a:ea typeface="Comic Sans MS"/>
                <a:cs typeface="Comic Sans MS"/>
              </a:defRPr>
            </a:lvl2pPr>
            <a:lvl3pPr algn="l">
              <a:defRPr sz="1547" b="0" i="0">
                <a:solidFill>
                  <a:srgbClr val="000000"/>
                </a:solidFill>
                <a:latin typeface="Comic Sans MS"/>
                <a:ea typeface="Comic Sans MS"/>
                <a:cs typeface="Comic Sans MS"/>
              </a:defRPr>
            </a:lvl3pPr>
            <a:lvl4pPr algn="l">
              <a:defRPr sz="1547" b="0" i="0">
                <a:solidFill>
                  <a:srgbClr val="000000"/>
                </a:solidFill>
                <a:latin typeface="Comic Sans MS"/>
                <a:ea typeface="Comic Sans MS"/>
                <a:cs typeface="Comic Sans MS"/>
              </a:defRPr>
            </a:lvl4pPr>
            <a:lvl5pPr algn="l">
              <a:defRPr sz="1547" b="0" i="0">
                <a:solidFill>
                  <a:srgbClr val="000000"/>
                </a:solidFill>
                <a:latin typeface="Comic Sans MS"/>
                <a:ea typeface="Comic Sans MS"/>
                <a:cs typeface="Comic Sans MS"/>
              </a:defRPr>
            </a:lvl5pPr>
            <a:lvl6pPr algn="l">
              <a:defRPr sz="1547" b="0" i="0">
                <a:solidFill>
                  <a:srgbClr val="000000"/>
                </a:solidFill>
                <a:latin typeface="Comic Sans MS"/>
                <a:ea typeface="Comic Sans MS"/>
                <a:cs typeface="Comic Sans MS"/>
              </a:defRPr>
            </a:lvl6pPr>
            <a:lvl7pPr algn="l">
              <a:defRPr sz="1547" b="0" i="0">
                <a:solidFill>
                  <a:srgbClr val="000000"/>
                </a:solidFill>
                <a:latin typeface="Comic Sans MS"/>
                <a:ea typeface="Comic Sans MS"/>
                <a:cs typeface="Comic Sans MS"/>
              </a:defRPr>
            </a:lvl7pPr>
            <a:lvl8pPr algn="l">
              <a:defRPr sz="1547" b="0" i="0">
                <a:solidFill>
                  <a:srgbClr val="000000"/>
                </a:solidFill>
                <a:latin typeface="Comic Sans MS"/>
                <a:ea typeface="Comic Sans MS"/>
                <a:cs typeface="Comic Sans MS"/>
              </a:defRPr>
            </a:lvl8pPr>
            <a:lvl9pPr algn="l">
              <a:defRPr sz="1547" b="0" i="0">
                <a:solidFill>
                  <a:srgbClr val="000000"/>
                </a:solidFill>
                <a:latin typeface="Comic Sans MS"/>
                <a:ea typeface="Comic Sans MS"/>
                <a:cs typeface="Comic Sans MS"/>
              </a:defRPr>
            </a:lvl9pPr>
          </a:lstStyle>
          <a:p xmlns:a="http://schemas.openxmlformats.org/drawingml/2006/main">
            <a:pPr algn="l">
              <a:lnSpc>
                <a:spcPct val="100000"/>
              </a:lnSpc>
              <a:buNone/>
              <a:defRPr sz="1547" b="0" i="0">
                <a:solidFill>
                  <a:srgbClr val="000000"/>
                </a:solidFill>
                <a:latin typeface="Comic Sans MS"/>
                <a:ea typeface="Comic Sans MS"/>
                <a:cs typeface="Comic Sans MS"/>
              </a:defRPr>
            </a:pPr>
            <a:r>
              <a:rPr sz="1547" b="0" i="0">
                <a:solidFill>
                  <a:srgbClr val="000000"/>
                </a:solidFill>
                <a:latin typeface="Comic Sans MS"/>
                <a:ea typeface="Comic Sans MS"/>
                <a:cs typeface="Comic Sans MS"/>
              </a:rPr>
              <a:t>bypass</a:t>
            </a:r>
          </a:p>
        </p:txBody>
      </p:sp>
      <p:pic>
        <p:nvPicPr>
          <p:cNvPr id="259" name="">
            <a:extLst xmlns:a="http://schemas.openxmlformats.org/drawingml/2006/main">
              <a:ext uri="{FF2B5EF4-FFF2-40B4-BE49-F238E27FC236}">
                <a16:creationId xmlns:a16="http://schemas.microsoft.com/office/drawing/2014/main" id="{413AA844-02C8-4832-AC8C-5B3D9CE7C64E}"/>
              </a:ext>
            </a:extLst>
          </p:cNvPr>
          <p:cNvPicPr>
            <a:picLocks xmlns:a="http://schemas.openxmlformats.org/drawingml/2006/main" noChangeAspect="1"/>
          </p:cNvPicPr>
          <p:nvPr/>
        </p:nvPicPr>
        <p:blipFill>
          <a:blip xmlns:r="http://schemas.openxmlformats.org/officeDocument/2006/relationships" xmlns:a="http://schemas.openxmlformats.org/drawingml/2006/main" r:embed="R44b441a5dc9543cb"/>
          <a:stretch xmlns:a="http://schemas.openxmlformats.org/drawingml/2006/main"/>
        </p:blipFill>
        <p:spPr>
          <a:xfrm xmlns:a="http://schemas.openxmlformats.org/drawingml/2006/main">
            <a:off x="13373100" y="2800350"/>
            <a:ext cx="295275" cy="295275"/>
          </a:xfrm>
          <a:prstGeom xmlns:a="http://schemas.openxmlformats.org/drawingml/2006/main" prst="rect">
            <a:avLst/>
          </a:prstGeom>
        </p:spPr>
      </p:pic>
      <p:sp>
        <p:nvSpPr>
          <p:cNvPr id="260" name="text-221 Image">
            <a:extLst xmlns:a="http://schemas.openxmlformats.org/drawingml/2006/main">
              <a:ext uri="{FF2B5EF4-FFF2-40B4-BE49-F238E27FC236}">
                <a16:creationId xmlns:a16="http://schemas.microsoft.com/office/drawing/2014/main" id="{D55F2A26-2C8E-477E-A978-9FC54D1B5925}"/>
              </a:ext>
            </a:extLst>
          </p:cNvPr>
          <p:cNvSpPr>
            <a:spLocks xmlns:a="http://schemas.openxmlformats.org/drawingml/2006/main" noGrp="1"/>
          </p:cNvSpPr>
          <p:nvPr/>
        </p:nvSpPr>
        <p:spPr>
          <a:xfrm xmlns:a="http://schemas.openxmlformats.org/drawingml/2006/main" rot="0">
            <a:off x="13832596" y="2825061"/>
            <a:ext cx="607369" cy="2750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7" b="0" i="0">
                <a:solidFill>
                  <a:srgbClr val="000000"/>
                </a:solidFill>
                <a:latin typeface="Comic Sans MS"/>
                <a:ea typeface="Comic Sans MS"/>
                <a:cs typeface="Comic Sans MS"/>
              </a:defRPr>
            </a:defPPr>
            <a:lvl1pPr algn="l">
              <a:defRPr sz="1547" b="0" i="0">
                <a:solidFill>
                  <a:srgbClr val="000000"/>
                </a:solidFill>
                <a:latin typeface="Comic Sans MS"/>
                <a:ea typeface="Comic Sans MS"/>
                <a:cs typeface="Comic Sans MS"/>
              </a:defRPr>
            </a:lvl1pPr>
            <a:lvl2pPr algn="l">
              <a:defRPr sz="1547" b="0" i="0">
                <a:solidFill>
                  <a:srgbClr val="000000"/>
                </a:solidFill>
                <a:latin typeface="Comic Sans MS"/>
                <a:ea typeface="Comic Sans MS"/>
                <a:cs typeface="Comic Sans MS"/>
              </a:defRPr>
            </a:lvl2pPr>
            <a:lvl3pPr algn="l">
              <a:defRPr sz="1547" b="0" i="0">
                <a:solidFill>
                  <a:srgbClr val="000000"/>
                </a:solidFill>
                <a:latin typeface="Comic Sans MS"/>
                <a:ea typeface="Comic Sans MS"/>
                <a:cs typeface="Comic Sans MS"/>
              </a:defRPr>
            </a:lvl3pPr>
            <a:lvl4pPr algn="l">
              <a:defRPr sz="1547" b="0" i="0">
                <a:solidFill>
                  <a:srgbClr val="000000"/>
                </a:solidFill>
                <a:latin typeface="Comic Sans MS"/>
                <a:ea typeface="Comic Sans MS"/>
                <a:cs typeface="Comic Sans MS"/>
              </a:defRPr>
            </a:lvl4pPr>
            <a:lvl5pPr algn="l">
              <a:defRPr sz="1547" b="0" i="0">
                <a:solidFill>
                  <a:srgbClr val="000000"/>
                </a:solidFill>
                <a:latin typeface="Comic Sans MS"/>
                <a:ea typeface="Comic Sans MS"/>
                <a:cs typeface="Comic Sans MS"/>
              </a:defRPr>
            </a:lvl5pPr>
            <a:lvl6pPr algn="l">
              <a:defRPr sz="1547" b="0" i="0">
                <a:solidFill>
                  <a:srgbClr val="000000"/>
                </a:solidFill>
                <a:latin typeface="Comic Sans MS"/>
                <a:ea typeface="Comic Sans MS"/>
                <a:cs typeface="Comic Sans MS"/>
              </a:defRPr>
            </a:lvl6pPr>
            <a:lvl7pPr algn="l">
              <a:defRPr sz="1547" b="0" i="0">
                <a:solidFill>
                  <a:srgbClr val="000000"/>
                </a:solidFill>
                <a:latin typeface="Comic Sans MS"/>
                <a:ea typeface="Comic Sans MS"/>
                <a:cs typeface="Comic Sans MS"/>
              </a:defRPr>
            </a:lvl7pPr>
            <a:lvl8pPr algn="l">
              <a:defRPr sz="1547" b="0" i="0">
                <a:solidFill>
                  <a:srgbClr val="000000"/>
                </a:solidFill>
                <a:latin typeface="Comic Sans MS"/>
                <a:ea typeface="Comic Sans MS"/>
                <a:cs typeface="Comic Sans MS"/>
              </a:defRPr>
            </a:lvl8pPr>
            <a:lvl9pPr algn="l">
              <a:defRPr sz="1547" b="0" i="0">
                <a:solidFill>
                  <a:srgbClr val="000000"/>
                </a:solidFill>
                <a:latin typeface="Comic Sans MS"/>
                <a:ea typeface="Comic Sans MS"/>
                <a:cs typeface="Comic Sans MS"/>
              </a:defRPr>
            </a:lvl9pPr>
          </a:lstStyle>
          <a:p xmlns:a="http://schemas.openxmlformats.org/drawingml/2006/main">
            <a:pPr algn="l">
              <a:lnSpc>
                <a:spcPct val="100000"/>
              </a:lnSpc>
              <a:buNone/>
              <a:defRPr sz="1547" b="0" i="0">
                <a:solidFill>
                  <a:srgbClr val="000000"/>
                </a:solidFill>
                <a:latin typeface="Comic Sans MS"/>
                <a:ea typeface="Comic Sans MS"/>
                <a:cs typeface="Comic Sans MS"/>
              </a:defRPr>
            </a:pPr>
            <a:r>
              <a:rPr sz="1547" b="0" i="0">
                <a:solidFill>
                  <a:srgbClr val="000000"/>
                </a:solidFill>
                <a:latin typeface="Comic Sans MS"/>
                <a:ea typeface="Comic Sans MS"/>
                <a:cs typeface="Comic Sans MS"/>
              </a:rPr>
              <a:t>Image</a:t>
            </a:r>
          </a:p>
        </p:txBody>
      </p:sp>
      <p:sp>
        <p:nvSpPr>
          <p:cNvPr id="261" name="text-221 or">
            <a:extLst xmlns:a="http://schemas.openxmlformats.org/drawingml/2006/main">
              <a:ext uri="{FF2B5EF4-FFF2-40B4-BE49-F238E27FC236}">
                <a16:creationId xmlns:a16="http://schemas.microsoft.com/office/drawing/2014/main" id="{A394A748-D134-4F01-8DCE-B23956F09571}"/>
              </a:ext>
            </a:extLst>
          </p:cNvPr>
          <p:cNvSpPr>
            <a:spLocks xmlns:a="http://schemas.openxmlformats.org/drawingml/2006/main" noGrp="1"/>
          </p:cNvSpPr>
          <p:nvPr/>
        </p:nvSpPr>
        <p:spPr>
          <a:xfrm xmlns:a="http://schemas.openxmlformats.org/drawingml/2006/main" rot="0">
            <a:off x="14462692" y="2825664"/>
            <a:ext cx="232178" cy="2741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2" b="0" i="0">
                <a:solidFill>
                  <a:srgbClr val="000000"/>
                </a:solidFill>
                <a:latin typeface="Comic Sans MS"/>
                <a:ea typeface="Comic Sans MS"/>
                <a:cs typeface="Comic Sans MS"/>
              </a:defRPr>
            </a:defPPr>
            <a:lvl1pPr algn="l">
              <a:defRPr sz="1542" b="0" i="0">
                <a:solidFill>
                  <a:srgbClr val="000000"/>
                </a:solidFill>
                <a:latin typeface="Comic Sans MS"/>
                <a:ea typeface="Comic Sans MS"/>
                <a:cs typeface="Comic Sans MS"/>
              </a:defRPr>
            </a:lvl1pPr>
            <a:lvl2pPr algn="l">
              <a:defRPr sz="1542" b="0" i="0">
                <a:solidFill>
                  <a:srgbClr val="000000"/>
                </a:solidFill>
                <a:latin typeface="Comic Sans MS"/>
                <a:ea typeface="Comic Sans MS"/>
                <a:cs typeface="Comic Sans MS"/>
              </a:defRPr>
            </a:lvl2pPr>
            <a:lvl3pPr algn="l">
              <a:defRPr sz="1542" b="0" i="0">
                <a:solidFill>
                  <a:srgbClr val="000000"/>
                </a:solidFill>
                <a:latin typeface="Comic Sans MS"/>
                <a:ea typeface="Comic Sans MS"/>
                <a:cs typeface="Comic Sans MS"/>
              </a:defRPr>
            </a:lvl3pPr>
            <a:lvl4pPr algn="l">
              <a:defRPr sz="1542" b="0" i="0">
                <a:solidFill>
                  <a:srgbClr val="000000"/>
                </a:solidFill>
                <a:latin typeface="Comic Sans MS"/>
                <a:ea typeface="Comic Sans MS"/>
                <a:cs typeface="Comic Sans MS"/>
              </a:defRPr>
            </a:lvl4pPr>
            <a:lvl5pPr algn="l">
              <a:defRPr sz="1542" b="0" i="0">
                <a:solidFill>
                  <a:srgbClr val="000000"/>
                </a:solidFill>
                <a:latin typeface="Comic Sans MS"/>
                <a:ea typeface="Comic Sans MS"/>
                <a:cs typeface="Comic Sans MS"/>
              </a:defRPr>
            </a:lvl5pPr>
            <a:lvl6pPr algn="l">
              <a:defRPr sz="1542" b="0" i="0">
                <a:solidFill>
                  <a:srgbClr val="000000"/>
                </a:solidFill>
                <a:latin typeface="Comic Sans MS"/>
                <a:ea typeface="Comic Sans MS"/>
                <a:cs typeface="Comic Sans MS"/>
              </a:defRPr>
            </a:lvl6pPr>
            <a:lvl7pPr algn="l">
              <a:defRPr sz="1542" b="0" i="0">
                <a:solidFill>
                  <a:srgbClr val="000000"/>
                </a:solidFill>
                <a:latin typeface="Comic Sans MS"/>
                <a:ea typeface="Comic Sans MS"/>
                <a:cs typeface="Comic Sans MS"/>
              </a:defRPr>
            </a:lvl7pPr>
            <a:lvl8pPr algn="l">
              <a:defRPr sz="1542" b="0" i="0">
                <a:solidFill>
                  <a:srgbClr val="000000"/>
                </a:solidFill>
                <a:latin typeface="Comic Sans MS"/>
                <a:ea typeface="Comic Sans MS"/>
                <a:cs typeface="Comic Sans MS"/>
              </a:defRPr>
            </a:lvl8pPr>
            <a:lvl9pPr algn="l">
              <a:defRPr sz="1542" b="0" i="0">
                <a:solidFill>
                  <a:srgbClr val="000000"/>
                </a:solidFill>
                <a:latin typeface="Comic Sans MS"/>
                <a:ea typeface="Comic Sans MS"/>
                <a:cs typeface="Comic Sans MS"/>
              </a:defRPr>
            </a:lvl9pPr>
          </a:lstStyle>
          <a:p xmlns:a="http://schemas.openxmlformats.org/drawingml/2006/main">
            <a:pPr algn="l">
              <a:lnSpc>
                <a:spcPct val="100000"/>
              </a:lnSpc>
              <a:buNone/>
              <a:defRPr sz="1542" b="0" i="0">
                <a:solidFill>
                  <a:srgbClr val="000000"/>
                </a:solidFill>
                <a:latin typeface="Comic Sans MS"/>
                <a:ea typeface="Comic Sans MS"/>
                <a:cs typeface="Comic Sans MS"/>
              </a:defRPr>
            </a:pPr>
            <a:r>
              <a:rPr sz="1542" b="0" i="0">
                <a:solidFill>
                  <a:srgbClr val="000000"/>
                </a:solidFill>
                <a:latin typeface="Comic Sans MS"/>
                <a:ea typeface="Comic Sans MS"/>
                <a:cs typeface="Comic Sans MS"/>
              </a:rPr>
              <a:t>or</a:t>
            </a:r>
          </a:p>
        </p:txBody>
      </p:sp>
      <p:sp>
        <p:nvSpPr>
          <p:cNvPr id="262" name="text-221 Video">
            <a:extLst xmlns:a="http://schemas.openxmlformats.org/drawingml/2006/main">
              <a:ext uri="{FF2B5EF4-FFF2-40B4-BE49-F238E27FC236}">
                <a16:creationId xmlns:a16="http://schemas.microsoft.com/office/drawing/2014/main" id="{50D093BD-C364-4246-A9E5-B6E97CFB2576}"/>
              </a:ext>
            </a:extLst>
          </p:cNvPr>
          <p:cNvSpPr>
            <a:spLocks xmlns:a="http://schemas.openxmlformats.org/drawingml/2006/main" noGrp="1"/>
          </p:cNvSpPr>
          <p:nvPr/>
        </p:nvSpPr>
        <p:spPr>
          <a:xfrm xmlns:a="http://schemas.openxmlformats.org/drawingml/2006/main" rot="0">
            <a:off x="14718761" y="2825398"/>
            <a:ext cx="543134" cy="274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4" b="0" i="0">
                <a:solidFill>
                  <a:srgbClr val="000000"/>
                </a:solidFill>
                <a:latin typeface="Comic Sans MS"/>
                <a:ea typeface="Comic Sans MS"/>
                <a:cs typeface="Comic Sans MS"/>
              </a:defRPr>
            </a:defPPr>
            <a:lvl1pPr algn="l">
              <a:defRPr sz="1544" b="0" i="0">
                <a:solidFill>
                  <a:srgbClr val="000000"/>
                </a:solidFill>
                <a:latin typeface="Comic Sans MS"/>
                <a:ea typeface="Comic Sans MS"/>
                <a:cs typeface="Comic Sans MS"/>
              </a:defRPr>
            </a:lvl1pPr>
            <a:lvl2pPr algn="l">
              <a:defRPr sz="1544" b="0" i="0">
                <a:solidFill>
                  <a:srgbClr val="000000"/>
                </a:solidFill>
                <a:latin typeface="Comic Sans MS"/>
                <a:ea typeface="Comic Sans MS"/>
                <a:cs typeface="Comic Sans MS"/>
              </a:defRPr>
            </a:lvl2pPr>
            <a:lvl3pPr algn="l">
              <a:defRPr sz="1544" b="0" i="0">
                <a:solidFill>
                  <a:srgbClr val="000000"/>
                </a:solidFill>
                <a:latin typeface="Comic Sans MS"/>
                <a:ea typeface="Comic Sans MS"/>
                <a:cs typeface="Comic Sans MS"/>
              </a:defRPr>
            </a:lvl3pPr>
            <a:lvl4pPr algn="l">
              <a:defRPr sz="1544" b="0" i="0">
                <a:solidFill>
                  <a:srgbClr val="000000"/>
                </a:solidFill>
                <a:latin typeface="Comic Sans MS"/>
                <a:ea typeface="Comic Sans MS"/>
                <a:cs typeface="Comic Sans MS"/>
              </a:defRPr>
            </a:lvl4pPr>
            <a:lvl5pPr algn="l">
              <a:defRPr sz="1544" b="0" i="0">
                <a:solidFill>
                  <a:srgbClr val="000000"/>
                </a:solidFill>
                <a:latin typeface="Comic Sans MS"/>
                <a:ea typeface="Comic Sans MS"/>
                <a:cs typeface="Comic Sans MS"/>
              </a:defRPr>
            </a:lvl5pPr>
            <a:lvl6pPr algn="l">
              <a:defRPr sz="1544" b="0" i="0">
                <a:solidFill>
                  <a:srgbClr val="000000"/>
                </a:solidFill>
                <a:latin typeface="Comic Sans MS"/>
                <a:ea typeface="Comic Sans MS"/>
                <a:cs typeface="Comic Sans MS"/>
              </a:defRPr>
            </a:lvl6pPr>
            <a:lvl7pPr algn="l">
              <a:defRPr sz="1544" b="0" i="0">
                <a:solidFill>
                  <a:srgbClr val="000000"/>
                </a:solidFill>
                <a:latin typeface="Comic Sans MS"/>
                <a:ea typeface="Comic Sans MS"/>
                <a:cs typeface="Comic Sans MS"/>
              </a:defRPr>
            </a:lvl7pPr>
            <a:lvl8pPr algn="l">
              <a:defRPr sz="1544" b="0" i="0">
                <a:solidFill>
                  <a:srgbClr val="000000"/>
                </a:solidFill>
                <a:latin typeface="Comic Sans MS"/>
                <a:ea typeface="Comic Sans MS"/>
                <a:cs typeface="Comic Sans MS"/>
              </a:defRPr>
            </a:lvl8pPr>
            <a:lvl9pPr algn="l">
              <a:defRPr sz="1544" b="0" i="0">
                <a:solidFill>
                  <a:srgbClr val="000000"/>
                </a:solidFill>
                <a:latin typeface="Comic Sans MS"/>
                <a:ea typeface="Comic Sans MS"/>
                <a:cs typeface="Comic Sans MS"/>
              </a:defRPr>
            </a:lvl9pPr>
          </a:lstStyle>
          <a:p xmlns:a="http://schemas.openxmlformats.org/drawingml/2006/main">
            <a:pPr algn="l">
              <a:lnSpc>
                <a:spcPct val="100000"/>
              </a:lnSpc>
              <a:buNone/>
              <a:defRPr sz="1544" b="0" i="0">
                <a:solidFill>
                  <a:srgbClr val="000000"/>
                </a:solidFill>
                <a:latin typeface="Comic Sans MS"/>
                <a:ea typeface="Comic Sans MS"/>
                <a:cs typeface="Comic Sans MS"/>
              </a:defRPr>
            </a:pPr>
            <a:r>
              <a:rPr sz="1544" b="0" i="0">
                <a:solidFill>
                  <a:srgbClr val="000000"/>
                </a:solidFill>
                <a:latin typeface="Comic Sans MS"/>
                <a:ea typeface="Comic Sans MS"/>
                <a:cs typeface="Comic Sans MS"/>
              </a:rPr>
              <a:t>Video</a:t>
            </a:r>
          </a:p>
        </p:txBody>
      </p:sp>
      <p:sp>
        <p:nvSpPr>
          <p:cNvPr id="263" name="text-221 used">
            <a:extLst xmlns:a="http://schemas.openxmlformats.org/drawingml/2006/main">
              <a:ext uri="{FF2B5EF4-FFF2-40B4-BE49-F238E27FC236}">
                <a16:creationId xmlns:a16="http://schemas.microsoft.com/office/drawing/2014/main" id="{963A39D2-C16D-4E21-A5F6-CA636FC2BB7F}"/>
              </a:ext>
            </a:extLst>
          </p:cNvPr>
          <p:cNvSpPr>
            <a:spLocks xmlns:a="http://schemas.openxmlformats.org/drawingml/2006/main" noGrp="1"/>
          </p:cNvSpPr>
          <p:nvPr/>
        </p:nvSpPr>
        <p:spPr>
          <a:xfrm xmlns:a="http://schemas.openxmlformats.org/drawingml/2006/main" rot="0">
            <a:off x="15284283" y="2825107"/>
            <a:ext cx="455774" cy="2749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000000"/>
                </a:solidFill>
                <a:latin typeface="Comic Sans MS"/>
                <a:ea typeface="Comic Sans MS"/>
                <a:cs typeface="Comic Sans MS"/>
              </a:defRPr>
            </a:defPPr>
            <a:lvl1pPr algn="l">
              <a:defRPr sz="1546" b="0" i="0">
                <a:solidFill>
                  <a:srgbClr val="000000"/>
                </a:solidFill>
                <a:latin typeface="Comic Sans MS"/>
                <a:ea typeface="Comic Sans MS"/>
                <a:cs typeface="Comic Sans MS"/>
              </a:defRPr>
            </a:lvl1pPr>
            <a:lvl2pPr algn="l">
              <a:defRPr sz="1546" b="0" i="0">
                <a:solidFill>
                  <a:srgbClr val="000000"/>
                </a:solidFill>
                <a:latin typeface="Comic Sans MS"/>
                <a:ea typeface="Comic Sans MS"/>
                <a:cs typeface="Comic Sans MS"/>
              </a:defRPr>
            </a:lvl2pPr>
            <a:lvl3pPr algn="l">
              <a:defRPr sz="1546" b="0" i="0">
                <a:solidFill>
                  <a:srgbClr val="000000"/>
                </a:solidFill>
                <a:latin typeface="Comic Sans MS"/>
                <a:ea typeface="Comic Sans MS"/>
                <a:cs typeface="Comic Sans MS"/>
              </a:defRPr>
            </a:lvl3pPr>
            <a:lvl4pPr algn="l">
              <a:defRPr sz="1546" b="0" i="0">
                <a:solidFill>
                  <a:srgbClr val="000000"/>
                </a:solidFill>
                <a:latin typeface="Comic Sans MS"/>
                <a:ea typeface="Comic Sans MS"/>
                <a:cs typeface="Comic Sans MS"/>
              </a:defRPr>
            </a:lvl4pPr>
            <a:lvl5pPr algn="l">
              <a:defRPr sz="1546" b="0" i="0">
                <a:solidFill>
                  <a:srgbClr val="000000"/>
                </a:solidFill>
                <a:latin typeface="Comic Sans MS"/>
                <a:ea typeface="Comic Sans MS"/>
                <a:cs typeface="Comic Sans MS"/>
              </a:defRPr>
            </a:lvl5pPr>
            <a:lvl6pPr algn="l">
              <a:defRPr sz="1546" b="0" i="0">
                <a:solidFill>
                  <a:srgbClr val="000000"/>
                </a:solidFill>
                <a:latin typeface="Comic Sans MS"/>
                <a:ea typeface="Comic Sans MS"/>
                <a:cs typeface="Comic Sans MS"/>
              </a:defRPr>
            </a:lvl6pPr>
            <a:lvl7pPr algn="l">
              <a:defRPr sz="1546" b="0" i="0">
                <a:solidFill>
                  <a:srgbClr val="000000"/>
                </a:solidFill>
                <a:latin typeface="Comic Sans MS"/>
                <a:ea typeface="Comic Sans MS"/>
                <a:cs typeface="Comic Sans MS"/>
              </a:defRPr>
            </a:lvl7pPr>
            <a:lvl8pPr algn="l">
              <a:defRPr sz="1546" b="0" i="0">
                <a:solidFill>
                  <a:srgbClr val="000000"/>
                </a:solidFill>
                <a:latin typeface="Comic Sans MS"/>
                <a:ea typeface="Comic Sans MS"/>
                <a:cs typeface="Comic Sans MS"/>
              </a:defRPr>
            </a:lvl8pPr>
            <a:lvl9pPr algn="l">
              <a:defRPr sz="1546" b="0" i="0">
                <a:solidFill>
                  <a:srgbClr val="000000"/>
                </a:solidFill>
                <a:latin typeface="Comic Sans MS"/>
                <a:ea typeface="Comic Sans MS"/>
                <a:cs typeface="Comic Sans MS"/>
              </a:defRPr>
            </a:lvl9pPr>
          </a:lstStyle>
          <a:p xmlns:a="http://schemas.openxmlformats.org/drawingml/2006/main">
            <a:pPr algn="l">
              <a:lnSpc>
                <a:spcPct val="100000"/>
              </a:lnSpc>
              <a:buNone/>
              <a:defRPr sz="1546" b="0" i="0">
                <a:solidFill>
                  <a:srgbClr val="000000"/>
                </a:solidFill>
                <a:latin typeface="Comic Sans MS"/>
                <a:ea typeface="Comic Sans MS"/>
                <a:cs typeface="Comic Sans MS"/>
              </a:defRPr>
            </a:pPr>
            <a:r>
              <a:rPr sz="1546" b="0" i="0">
                <a:solidFill>
                  <a:srgbClr val="000000"/>
                </a:solidFill>
                <a:latin typeface="Comic Sans MS"/>
                <a:ea typeface="Comic Sans MS"/>
                <a:cs typeface="Comic Sans MS"/>
              </a:rPr>
              <a:t>used</a:t>
            </a:r>
          </a:p>
        </p:txBody>
      </p:sp>
      <p:sp>
        <p:nvSpPr>
          <p:cNvPr id="264" name="path-222">
            <a:extLst xmlns:a="http://schemas.openxmlformats.org/drawingml/2006/main">
              <a:ext uri="{FF2B5EF4-FFF2-40B4-BE49-F238E27FC236}">
                <a16:creationId xmlns:a16="http://schemas.microsoft.com/office/drawing/2014/main" id="{58378D9C-9873-4CFB-A1D5-5EF93F34412C}"/>
              </a:ext>
            </a:extLst>
          </p:cNvPr>
          <p:cNvSpPr>
            <a:spLocks xmlns:a="http://schemas.openxmlformats.org/drawingml/2006/main" noGrp="1"/>
          </p:cNvSpPr>
          <p:nvPr/>
        </p:nvSpPr>
        <p:spPr>
          <a:xfrm xmlns:a="http://schemas.openxmlformats.org/drawingml/2006/main">
            <a:off x="6481866" y="868294"/>
            <a:ext cx="1071351" cy="1155940"/>
          </a:xfrm>
          <a:custGeom xmlns:a="http://schemas.openxmlformats.org/drawingml/2006/main">
            <a:pathLst>
              <a:path w="1071351" h="1155940">
                <a:moveTo>
                  <a:pt x="0" y="140604"/>
                </a:moveTo>
                <a:cubicBezTo>
                  <a:pt x="0" y="62951"/>
                  <a:pt x="62951" y="0"/>
                  <a:pt x="140604" y="0"/>
                </a:cubicBezTo>
                <a:lnTo>
                  <a:pt x="930747" y="0"/>
                </a:lnTo>
                <a:cubicBezTo>
                  <a:pt x="1008401" y="0"/>
                  <a:pt x="1071351" y="62951"/>
                  <a:pt x="1071351" y="140604"/>
                </a:cubicBezTo>
                <a:lnTo>
                  <a:pt x="1071351" y="1015336"/>
                </a:lnTo>
                <a:cubicBezTo>
                  <a:pt x="1071351" y="1092990"/>
                  <a:pt x="1008401" y="1155940"/>
                  <a:pt x="930747" y="1155940"/>
                </a:cubicBezTo>
                <a:lnTo>
                  <a:pt x="140604" y="1155940"/>
                </a:lnTo>
                <a:cubicBezTo>
                  <a:pt x="62951" y="1155940"/>
                  <a:pt x="0" y="1092990"/>
                  <a:pt x="0" y="1015336"/>
                </a:cubicBezTo>
                <a:lnTo>
                  <a:pt x="0" y="140604"/>
                </a:lnTo>
              </a:path>
            </a:pathLst>
          </a:custGeom>
          <a:noFill xmlns:a="http://schemas.openxmlformats.org/drawingml/2006/main"/>
          <a:ln xmlns:a="http://schemas.openxmlformats.org/drawingml/2006/main" w="13800">
            <a:solidFill>
              <a:srgbClr val="3B7D23"/>
            </a:solidFill>
            <a:prstDash val="solid"/>
          </a:ln>
        </p:spPr>
      </p:sp>
      <p:sp>
        <p:nvSpPr>
          <p:cNvPr id="265" name="text-223 Visual">
            <a:extLst xmlns:a="http://schemas.openxmlformats.org/drawingml/2006/main">
              <a:ext uri="{FF2B5EF4-FFF2-40B4-BE49-F238E27FC236}">
                <a16:creationId xmlns:a16="http://schemas.microsoft.com/office/drawing/2014/main" id="{75A9393E-3C99-40A8-9D52-9F10AFC78295}"/>
              </a:ext>
            </a:extLst>
          </p:cNvPr>
          <p:cNvSpPr>
            <a:spLocks xmlns:a="http://schemas.openxmlformats.org/drawingml/2006/main" noGrp="1"/>
          </p:cNvSpPr>
          <p:nvPr/>
        </p:nvSpPr>
        <p:spPr>
          <a:xfrm xmlns:a="http://schemas.openxmlformats.org/drawingml/2006/main" rot="0">
            <a:off x="6797601" y="904729"/>
            <a:ext cx="427318" cy="20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9" b="0" i="0">
                <a:solidFill>
                  <a:srgbClr val="000000"/>
                </a:solidFill>
                <a:latin typeface="Comic Sans MS"/>
                <a:ea typeface="Comic Sans MS"/>
                <a:cs typeface="Comic Sans MS"/>
              </a:defRPr>
            </a:defPPr>
            <a:lvl1pPr algn="l">
              <a:defRPr sz="1159" b="0" i="0">
                <a:solidFill>
                  <a:srgbClr val="000000"/>
                </a:solidFill>
                <a:latin typeface="Comic Sans MS"/>
                <a:ea typeface="Comic Sans MS"/>
                <a:cs typeface="Comic Sans MS"/>
              </a:defRPr>
            </a:lvl1pPr>
            <a:lvl2pPr algn="l">
              <a:defRPr sz="1159" b="0" i="0">
                <a:solidFill>
                  <a:srgbClr val="000000"/>
                </a:solidFill>
                <a:latin typeface="Comic Sans MS"/>
                <a:ea typeface="Comic Sans MS"/>
                <a:cs typeface="Comic Sans MS"/>
              </a:defRPr>
            </a:lvl2pPr>
            <a:lvl3pPr algn="l">
              <a:defRPr sz="1159" b="0" i="0">
                <a:solidFill>
                  <a:srgbClr val="000000"/>
                </a:solidFill>
                <a:latin typeface="Comic Sans MS"/>
                <a:ea typeface="Comic Sans MS"/>
                <a:cs typeface="Comic Sans MS"/>
              </a:defRPr>
            </a:lvl3pPr>
            <a:lvl4pPr algn="l">
              <a:defRPr sz="1159" b="0" i="0">
                <a:solidFill>
                  <a:srgbClr val="000000"/>
                </a:solidFill>
                <a:latin typeface="Comic Sans MS"/>
                <a:ea typeface="Comic Sans MS"/>
                <a:cs typeface="Comic Sans MS"/>
              </a:defRPr>
            </a:lvl4pPr>
            <a:lvl5pPr algn="l">
              <a:defRPr sz="1159" b="0" i="0">
                <a:solidFill>
                  <a:srgbClr val="000000"/>
                </a:solidFill>
                <a:latin typeface="Comic Sans MS"/>
                <a:ea typeface="Comic Sans MS"/>
                <a:cs typeface="Comic Sans MS"/>
              </a:defRPr>
            </a:lvl5pPr>
            <a:lvl6pPr algn="l">
              <a:defRPr sz="1159" b="0" i="0">
                <a:solidFill>
                  <a:srgbClr val="000000"/>
                </a:solidFill>
                <a:latin typeface="Comic Sans MS"/>
                <a:ea typeface="Comic Sans MS"/>
                <a:cs typeface="Comic Sans MS"/>
              </a:defRPr>
            </a:lvl6pPr>
            <a:lvl7pPr algn="l">
              <a:defRPr sz="1159" b="0" i="0">
                <a:solidFill>
                  <a:srgbClr val="000000"/>
                </a:solidFill>
                <a:latin typeface="Comic Sans MS"/>
                <a:ea typeface="Comic Sans MS"/>
                <a:cs typeface="Comic Sans MS"/>
              </a:defRPr>
            </a:lvl7pPr>
            <a:lvl8pPr algn="l">
              <a:defRPr sz="1159" b="0" i="0">
                <a:solidFill>
                  <a:srgbClr val="000000"/>
                </a:solidFill>
                <a:latin typeface="Comic Sans MS"/>
                <a:ea typeface="Comic Sans MS"/>
                <a:cs typeface="Comic Sans MS"/>
              </a:defRPr>
            </a:lvl8pPr>
            <a:lvl9pPr algn="l">
              <a:defRPr sz="1159" b="0" i="0">
                <a:solidFill>
                  <a:srgbClr val="000000"/>
                </a:solidFill>
                <a:latin typeface="Comic Sans MS"/>
                <a:ea typeface="Comic Sans MS"/>
                <a:cs typeface="Comic Sans MS"/>
              </a:defRPr>
            </a:lvl9pPr>
          </a:lstStyle>
          <a:p xmlns:a="http://schemas.openxmlformats.org/drawingml/2006/main">
            <a:pPr algn="l">
              <a:lnSpc>
                <a:spcPct val="100000"/>
              </a:lnSpc>
              <a:buNone/>
              <a:defRPr sz="1159" b="0" i="0">
                <a:solidFill>
                  <a:srgbClr val="000000"/>
                </a:solidFill>
                <a:latin typeface="Comic Sans MS"/>
                <a:ea typeface="Comic Sans MS"/>
                <a:cs typeface="Comic Sans MS"/>
              </a:defRPr>
            </a:pPr>
            <a:r>
              <a:rPr sz="1159" b="0" i="0">
                <a:solidFill>
                  <a:srgbClr val="000000"/>
                </a:solidFill>
                <a:latin typeface="Comic Sans MS"/>
                <a:ea typeface="Comic Sans MS"/>
                <a:cs typeface="Comic Sans MS"/>
              </a:rPr>
              <a:t>Visual</a:t>
            </a:r>
          </a:p>
        </p:txBody>
      </p:sp>
      <p:sp>
        <p:nvSpPr>
          <p:cNvPr id="266" name="text-224 Anchor">
            <a:extLst xmlns:a="http://schemas.openxmlformats.org/drawingml/2006/main">
              <a:ext uri="{FF2B5EF4-FFF2-40B4-BE49-F238E27FC236}">
                <a16:creationId xmlns:a16="http://schemas.microsoft.com/office/drawing/2014/main" id="{2161BCC8-3FEB-461D-A268-229A61E697EA}"/>
              </a:ext>
            </a:extLst>
          </p:cNvPr>
          <p:cNvSpPr>
            <a:spLocks xmlns:a="http://schemas.openxmlformats.org/drawingml/2006/main" noGrp="1"/>
          </p:cNvSpPr>
          <p:nvPr/>
        </p:nvSpPr>
        <p:spPr>
          <a:xfrm xmlns:a="http://schemas.openxmlformats.org/drawingml/2006/main" rot="0">
            <a:off x="6752337" y="1090986"/>
            <a:ext cx="517342" cy="205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3" b="0" i="0">
                <a:solidFill>
                  <a:srgbClr val="000000"/>
                </a:solidFill>
                <a:latin typeface="Comic Sans MS"/>
                <a:ea typeface="Comic Sans MS"/>
                <a:cs typeface="Comic Sans MS"/>
              </a:defRPr>
            </a:defPPr>
            <a:lvl1pPr algn="l">
              <a:defRPr sz="1153" b="0" i="0">
                <a:solidFill>
                  <a:srgbClr val="000000"/>
                </a:solidFill>
                <a:latin typeface="Comic Sans MS"/>
                <a:ea typeface="Comic Sans MS"/>
                <a:cs typeface="Comic Sans MS"/>
              </a:defRPr>
            </a:lvl1pPr>
            <a:lvl2pPr algn="l">
              <a:defRPr sz="1153" b="0" i="0">
                <a:solidFill>
                  <a:srgbClr val="000000"/>
                </a:solidFill>
                <a:latin typeface="Comic Sans MS"/>
                <a:ea typeface="Comic Sans MS"/>
                <a:cs typeface="Comic Sans MS"/>
              </a:defRPr>
            </a:lvl2pPr>
            <a:lvl3pPr algn="l">
              <a:defRPr sz="1153" b="0" i="0">
                <a:solidFill>
                  <a:srgbClr val="000000"/>
                </a:solidFill>
                <a:latin typeface="Comic Sans MS"/>
                <a:ea typeface="Comic Sans MS"/>
                <a:cs typeface="Comic Sans MS"/>
              </a:defRPr>
            </a:lvl3pPr>
            <a:lvl4pPr algn="l">
              <a:defRPr sz="1153" b="0" i="0">
                <a:solidFill>
                  <a:srgbClr val="000000"/>
                </a:solidFill>
                <a:latin typeface="Comic Sans MS"/>
                <a:ea typeface="Comic Sans MS"/>
                <a:cs typeface="Comic Sans MS"/>
              </a:defRPr>
            </a:lvl4pPr>
            <a:lvl5pPr algn="l">
              <a:defRPr sz="1153" b="0" i="0">
                <a:solidFill>
                  <a:srgbClr val="000000"/>
                </a:solidFill>
                <a:latin typeface="Comic Sans MS"/>
                <a:ea typeface="Comic Sans MS"/>
                <a:cs typeface="Comic Sans MS"/>
              </a:defRPr>
            </a:lvl5pPr>
            <a:lvl6pPr algn="l">
              <a:defRPr sz="1153" b="0" i="0">
                <a:solidFill>
                  <a:srgbClr val="000000"/>
                </a:solidFill>
                <a:latin typeface="Comic Sans MS"/>
                <a:ea typeface="Comic Sans MS"/>
                <a:cs typeface="Comic Sans MS"/>
              </a:defRPr>
            </a:lvl6pPr>
            <a:lvl7pPr algn="l">
              <a:defRPr sz="1153" b="0" i="0">
                <a:solidFill>
                  <a:srgbClr val="000000"/>
                </a:solidFill>
                <a:latin typeface="Comic Sans MS"/>
                <a:ea typeface="Comic Sans MS"/>
                <a:cs typeface="Comic Sans MS"/>
              </a:defRPr>
            </a:lvl7pPr>
            <a:lvl8pPr algn="l">
              <a:defRPr sz="1153" b="0" i="0">
                <a:solidFill>
                  <a:srgbClr val="000000"/>
                </a:solidFill>
                <a:latin typeface="Comic Sans MS"/>
                <a:ea typeface="Comic Sans MS"/>
                <a:cs typeface="Comic Sans MS"/>
              </a:defRPr>
            </a:lvl8pPr>
            <a:lvl9pPr algn="l">
              <a:defRPr sz="1153" b="0" i="0">
                <a:solidFill>
                  <a:srgbClr val="000000"/>
                </a:solidFill>
                <a:latin typeface="Comic Sans MS"/>
                <a:ea typeface="Comic Sans MS"/>
                <a:cs typeface="Comic Sans MS"/>
              </a:defRPr>
            </a:lvl9pPr>
          </a:lstStyle>
          <a:p xmlns:a="http://schemas.openxmlformats.org/drawingml/2006/main">
            <a:pPr algn="l">
              <a:lnSpc>
                <a:spcPct val="100000"/>
              </a:lnSpc>
              <a:buNone/>
              <a:defRPr sz="1153" b="0" i="0">
                <a:solidFill>
                  <a:srgbClr val="000000"/>
                </a:solidFill>
                <a:latin typeface="Comic Sans MS"/>
                <a:ea typeface="Comic Sans MS"/>
                <a:cs typeface="Comic Sans MS"/>
              </a:defRPr>
            </a:pPr>
            <a:r>
              <a:rPr sz="1153" b="0" i="0">
                <a:solidFill>
                  <a:srgbClr val="000000"/>
                </a:solidFill>
                <a:latin typeface="Comic Sans MS"/>
                <a:ea typeface="Comic Sans MS"/>
                <a:cs typeface="Comic Sans MS"/>
              </a:rPr>
              <a:t>Anchor</a:t>
            </a:r>
          </a:p>
        </p:txBody>
      </p:sp>
      <p:pic>
        <p:nvPicPr>
          <p:cNvPr id="267" name="">
            <a:extLst xmlns:a="http://schemas.openxmlformats.org/drawingml/2006/main">
              <a:ext uri="{FF2B5EF4-FFF2-40B4-BE49-F238E27FC236}">
                <a16:creationId xmlns:a16="http://schemas.microsoft.com/office/drawing/2014/main" id="{510DE0AB-43DE-4AE6-B4EF-F8CB08CC6628}"/>
              </a:ext>
            </a:extLst>
          </p:cNvPr>
          <p:cNvPicPr>
            <a:picLocks xmlns:a="http://schemas.openxmlformats.org/drawingml/2006/main" noChangeAspect="1"/>
          </p:cNvPicPr>
          <p:nvPr/>
        </p:nvPicPr>
        <p:blipFill>
          <a:blip xmlns:r="http://schemas.openxmlformats.org/officeDocument/2006/relationships" xmlns:a="http://schemas.openxmlformats.org/drawingml/2006/main" r:embed="R7d99d830c1e44c5d"/>
          <a:stretch xmlns:a="http://schemas.openxmlformats.org/drawingml/2006/main"/>
        </p:blipFill>
        <p:spPr>
          <a:xfrm xmlns:a="http://schemas.openxmlformats.org/drawingml/2006/main">
            <a:off x="6686550" y="1295400"/>
            <a:ext cx="581025" cy="447675"/>
          </a:xfrm>
          <a:prstGeom xmlns:a="http://schemas.openxmlformats.org/drawingml/2006/main" prst="rect">
            <a:avLst/>
          </a:prstGeom>
        </p:spPr>
      </p:pic>
      <p:sp>
        <p:nvSpPr>
          <p:cNvPr id="268" name="text-226 t=14.4s+bbox">
            <a:extLst xmlns:a="http://schemas.openxmlformats.org/drawingml/2006/main">
              <a:ext uri="{FF2B5EF4-FFF2-40B4-BE49-F238E27FC236}">
                <a16:creationId xmlns:a16="http://schemas.microsoft.com/office/drawing/2014/main" id="{EC871B76-E0EE-48D2-AB9D-D564C015DDF7}"/>
              </a:ext>
            </a:extLst>
          </p:cNvPr>
          <p:cNvSpPr>
            <a:spLocks xmlns:a="http://schemas.openxmlformats.org/drawingml/2006/main" noGrp="1"/>
          </p:cNvSpPr>
          <p:nvPr/>
        </p:nvSpPr>
        <p:spPr>
          <a:xfrm xmlns:a="http://schemas.openxmlformats.org/drawingml/2006/main" rot="0">
            <a:off x="6618754" y="1799771"/>
            <a:ext cx="821959" cy="1813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0" b="0" i="0">
                <a:solidFill>
                  <a:srgbClr val="000000"/>
                </a:solidFill>
                <a:latin typeface="Comic Sans MS"/>
                <a:ea typeface="Comic Sans MS"/>
                <a:cs typeface="Comic Sans MS"/>
              </a:defRPr>
            </a:defPPr>
            <a:lvl1pPr algn="l">
              <a:defRPr sz="1020" b="0" i="0">
                <a:solidFill>
                  <a:srgbClr val="000000"/>
                </a:solidFill>
                <a:latin typeface="Comic Sans MS"/>
                <a:ea typeface="Comic Sans MS"/>
                <a:cs typeface="Comic Sans MS"/>
              </a:defRPr>
            </a:lvl1pPr>
            <a:lvl2pPr algn="l">
              <a:defRPr sz="1020" b="0" i="0">
                <a:solidFill>
                  <a:srgbClr val="000000"/>
                </a:solidFill>
                <a:latin typeface="Comic Sans MS"/>
                <a:ea typeface="Comic Sans MS"/>
                <a:cs typeface="Comic Sans MS"/>
              </a:defRPr>
            </a:lvl2pPr>
            <a:lvl3pPr algn="l">
              <a:defRPr sz="1020" b="0" i="0">
                <a:solidFill>
                  <a:srgbClr val="000000"/>
                </a:solidFill>
                <a:latin typeface="Comic Sans MS"/>
                <a:ea typeface="Comic Sans MS"/>
                <a:cs typeface="Comic Sans MS"/>
              </a:defRPr>
            </a:lvl3pPr>
            <a:lvl4pPr algn="l">
              <a:defRPr sz="1020" b="0" i="0">
                <a:solidFill>
                  <a:srgbClr val="000000"/>
                </a:solidFill>
                <a:latin typeface="Comic Sans MS"/>
                <a:ea typeface="Comic Sans MS"/>
                <a:cs typeface="Comic Sans MS"/>
              </a:defRPr>
            </a:lvl4pPr>
            <a:lvl5pPr algn="l">
              <a:defRPr sz="1020" b="0" i="0">
                <a:solidFill>
                  <a:srgbClr val="000000"/>
                </a:solidFill>
                <a:latin typeface="Comic Sans MS"/>
                <a:ea typeface="Comic Sans MS"/>
                <a:cs typeface="Comic Sans MS"/>
              </a:defRPr>
            </a:lvl5pPr>
            <a:lvl6pPr algn="l">
              <a:defRPr sz="1020" b="0" i="0">
                <a:solidFill>
                  <a:srgbClr val="000000"/>
                </a:solidFill>
                <a:latin typeface="Comic Sans MS"/>
                <a:ea typeface="Comic Sans MS"/>
                <a:cs typeface="Comic Sans MS"/>
              </a:defRPr>
            </a:lvl6pPr>
            <a:lvl7pPr algn="l">
              <a:defRPr sz="1020" b="0" i="0">
                <a:solidFill>
                  <a:srgbClr val="000000"/>
                </a:solidFill>
                <a:latin typeface="Comic Sans MS"/>
                <a:ea typeface="Comic Sans MS"/>
                <a:cs typeface="Comic Sans MS"/>
              </a:defRPr>
            </a:lvl7pPr>
            <a:lvl8pPr algn="l">
              <a:defRPr sz="1020" b="0" i="0">
                <a:solidFill>
                  <a:srgbClr val="000000"/>
                </a:solidFill>
                <a:latin typeface="Comic Sans MS"/>
                <a:ea typeface="Comic Sans MS"/>
                <a:cs typeface="Comic Sans MS"/>
              </a:defRPr>
            </a:lvl8pPr>
            <a:lvl9pPr algn="l">
              <a:defRPr sz="1020" b="0" i="0">
                <a:solidFill>
                  <a:srgbClr val="000000"/>
                </a:solidFill>
                <a:latin typeface="Comic Sans MS"/>
                <a:ea typeface="Comic Sans MS"/>
                <a:cs typeface="Comic Sans MS"/>
              </a:defRPr>
            </a:lvl9pPr>
          </a:lstStyle>
          <a:p xmlns:a="http://schemas.openxmlformats.org/drawingml/2006/main">
            <a:pPr algn="l">
              <a:lnSpc>
                <a:spcPct val="100000"/>
              </a:lnSpc>
              <a:buNone/>
              <a:defRPr sz="1020" b="0" i="0">
                <a:solidFill>
                  <a:srgbClr val="000000"/>
                </a:solidFill>
                <a:latin typeface="Comic Sans MS"/>
                <a:ea typeface="Comic Sans MS"/>
                <a:cs typeface="Comic Sans MS"/>
              </a:defRPr>
            </a:pPr>
            <a:r>
              <a:rPr sz="1020" b="0" i="0">
                <a:solidFill>
                  <a:srgbClr val="000000"/>
                </a:solidFill>
                <a:latin typeface="Comic Sans MS"/>
                <a:ea typeface="Comic Sans MS"/>
                <a:cs typeface="Comic Sans MS"/>
              </a:rPr>
              <a:t>t=14.4s+bbox</a:t>
            </a:r>
          </a:p>
        </p:txBody>
      </p:sp>
      <p:sp>
        <p:nvSpPr>
          <p:cNvPr id="269" name="path-227">
            <a:extLst xmlns:a="http://schemas.openxmlformats.org/drawingml/2006/main">
              <a:ext uri="{FF2B5EF4-FFF2-40B4-BE49-F238E27FC236}">
                <a16:creationId xmlns:a16="http://schemas.microsoft.com/office/drawing/2014/main" id="{9BFA6344-2B79-423A-9ECF-F2F94C39BD31}"/>
              </a:ext>
            </a:extLst>
          </p:cNvPr>
          <p:cNvSpPr>
            <a:spLocks xmlns:a="http://schemas.openxmlformats.org/drawingml/2006/main" noGrp="1"/>
          </p:cNvSpPr>
          <p:nvPr/>
        </p:nvSpPr>
        <p:spPr>
          <a:xfrm xmlns:a="http://schemas.openxmlformats.org/drawingml/2006/main">
            <a:off x="7553167" y="1437064"/>
            <a:ext cx="319921" cy="47186"/>
          </a:xfrm>
          <a:custGeom xmlns:a="http://schemas.openxmlformats.org/drawingml/2006/main">
            <a:pathLst>
              <a:path w="319921" h="47186">
                <a:moveTo>
                  <a:pt x="90" y="0"/>
                </a:moveTo>
                <a:lnTo>
                  <a:pt x="258633" y="1245"/>
                </a:lnTo>
                <a:lnTo>
                  <a:pt x="258545" y="19645"/>
                </a:lnTo>
                <a:lnTo>
                  <a:pt x="0" y="18399"/>
                </a:lnTo>
                <a:lnTo>
                  <a:pt x="90" y="0"/>
                </a:lnTo>
                <a:moveTo>
                  <a:pt x="246499" y="-26414"/>
                </a:moveTo>
                <a:lnTo>
                  <a:pt x="319921" y="10740"/>
                </a:lnTo>
                <a:lnTo>
                  <a:pt x="246144" y="47186"/>
                </a:lnTo>
                <a:lnTo>
                  <a:pt x="246499" y="-26414"/>
                </a:lnTo>
              </a:path>
            </a:pathLst>
          </a:custGeom>
          <a:solidFill xmlns:a="http://schemas.openxmlformats.org/drawingml/2006/main">
            <a:srgbClr val="000000"/>
          </a:solidFill>
          <a:ln xmlns:a="http://schemas.openxmlformats.org/drawingml/2006/main" w="0">
            <a:noFill/>
            <a:prstDash val="solid"/>
          </a:ln>
        </p:spPr>
      </p:sp>
      <p:sp>
        <p:nvSpPr>
          <p:cNvPr id="270" name="path-228">
            <a:extLst xmlns:a="http://schemas.openxmlformats.org/drawingml/2006/main">
              <a:ext uri="{FF2B5EF4-FFF2-40B4-BE49-F238E27FC236}">
                <a16:creationId xmlns:a16="http://schemas.microsoft.com/office/drawing/2014/main" id="{C6CD08BE-3771-4B30-A585-77C9EB9ED709}"/>
              </a:ext>
            </a:extLst>
          </p:cNvPr>
          <p:cNvSpPr>
            <a:spLocks xmlns:a="http://schemas.openxmlformats.org/drawingml/2006/main" noGrp="1"/>
          </p:cNvSpPr>
          <p:nvPr/>
        </p:nvSpPr>
        <p:spPr>
          <a:xfrm xmlns:a="http://schemas.openxmlformats.org/drawingml/2006/main">
            <a:off x="9942523" y="1427499"/>
            <a:ext cx="349189" cy="46002"/>
          </a:xfrm>
          <a:custGeom xmlns:a="http://schemas.openxmlformats.org/drawingml/2006/main">
            <a:pathLst>
              <a:path w="349189" h="46002">
                <a:moveTo>
                  <a:pt x="0" y="0"/>
                </a:moveTo>
                <a:lnTo>
                  <a:pt x="287856" y="1"/>
                </a:lnTo>
                <a:lnTo>
                  <a:pt x="287856" y="18401"/>
                </a:lnTo>
                <a:lnTo>
                  <a:pt x="0" y="18400"/>
                </a:lnTo>
                <a:lnTo>
                  <a:pt x="0" y="0"/>
                </a:lnTo>
                <a:moveTo>
                  <a:pt x="275589" y="-27599"/>
                </a:moveTo>
                <a:lnTo>
                  <a:pt x="349189" y="9201"/>
                </a:lnTo>
                <a:lnTo>
                  <a:pt x="275589" y="46002"/>
                </a:lnTo>
                <a:lnTo>
                  <a:pt x="275589" y="-27599"/>
                </a:lnTo>
              </a:path>
            </a:pathLst>
          </a:custGeom>
          <a:solidFill xmlns:a="http://schemas.openxmlformats.org/drawingml/2006/main">
            <a:srgbClr val="000000"/>
          </a:solidFill>
          <a:ln xmlns:a="http://schemas.openxmlformats.org/drawingml/2006/main" w="0">
            <a:noFill/>
            <a:prstDash val="solid"/>
          </a:ln>
        </p:spPr>
      </p:sp>
      <p:pic>
        <p:nvPicPr>
          <p:cNvPr id="271" name="">
            <a:extLst xmlns:a="http://schemas.openxmlformats.org/drawingml/2006/main">
              <a:ext uri="{FF2B5EF4-FFF2-40B4-BE49-F238E27FC236}">
                <a16:creationId xmlns:a16="http://schemas.microsoft.com/office/drawing/2014/main" id="{A7CC1A6F-32C6-4013-A610-C0446127B249}"/>
              </a:ext>
            </a:extLst>
          </p:cNvPr>
          <p:cNvPicPr>
            <a:picLocks xmlns:a="http://schemas.openxmlformats.org/drawingml/2006/main" noChangeAspect="1"/>
          </p:cNvPicPr>
          <p:nvPr/>
        </p:nvPicPr>
        <p:blipFill>
          <a:blip xmlns:r="http://schemas.openxmlformats.org/officeDocument/2006/relationships" xmlns:a="http://schemas.openxmlformats.org/drawingml/2006/main" r:embed="Rd4a83a037f9f4aa3"/>
          <a:stretch xmlns:a="http://schemas.openxmlformats.org/drawingml/2006/main"/>
        </p:blipFill>
        <p:spPr>
          <a:xfrm xmlns:a="http://schemas.openxmlformats.org/drawingml/2006/main">
            <a:off x="12106275" y="2514600"/>
            <a:ext cx="1000125" cy="1333500"/>
          </a:xfrm>
          <a:prstGeom xmlns:a="http://schemas.openxmlformats.org/drawingml/2006/main" prst="rect">
            <a:avLst/>
          </a:prstGeom>
        </p:spPr>
      </p:pic>
      <p:sp>
        <p:nvSpPr>
          <p:cNvPr id="272" name="path-230">
            <a:extLst xmlns:a="http://schemas.openxmlformats.org/drawingml/2006/main">
              <a:ext uri="{FF2B5EF4-FFF2-40B4-BE49-F238E27FC236}">
                <a16:creationId xmlns:a16="http://schemas.microsoft.com/office/drawing/2014/main" id="{FB80997B-988D-4A8F-BCBF-49FBF0F119E4}"/>
              </a:ext>
            </a:extLst>
          </p:cNvPr>
          <p:cNvSpPr>
            <a:spLocks xmlns:a="http://schemas.openxmlformats.org/drawingml/2006/main" noGrp="1"/>
          </p:cNvSpPr>
          <p:nvPr/>
        </p:nvSpPr>
        <p:spPr>
          <a:xfrm xmlns:a="http://schemas.openxmlformats.org/drawingml/2006/main">
            <a:off x="11811107" y="4433676"/>
            <a:ext cx="2376019" cy="969520"/>
          </a:xfrm>
          <a:custGeom xmlns:a="http://schemas.openxmlformats.org/drawingml/2006/main">
            <a:pathLst>
              <a:path w="2376019" h="969520">
                <a:moveTo>
                  <a:pt x="0" y="148551"/>
                </a:moveTo>
                <a:cubicBezTo>
                  <a:pt x="0" y="66508"/>
                  <a:pt x="66509" y="0"/>
                  <a:pt x="148550" y="0"/>
                </a:cubicBezTo>
                <a:lnTo>
                  <a:pt x="2227469" y="0"/>
                </a:lnTo>
                <a:cubicBezTo>
                  <a:pt x="2309510" y="0"/>
                  <a:pt x="2376019" y="66508"/>
                  <a:pt x="2376019" y="148551"/>
                </a:cubicBezTo>
                <a:lnTo>
                  <a:pt x="2376019" y="820970"/>
                </a:lnTo>
                <a:cubicBezTo>
                  <a:pt x="2376019" y="903012"/>
                  <a:pt x="2309510" y="969520"/>
                  <a:pt x="2227469" y="969520"/>
                </a:cubicBezTo>
                <a:lnTo>
                  <a:pt x="148550" y="969520"/>
                </a:lnTo>
                <a:cubicBezTo>
                  <a:pt x="66509" y="969520"/>
                  <a:pt x="0" y="903012"/>
                  <a:pt x="0" y="820970"/>
                </a:cubicBezTo>
                <a:lnTo>
                  <a:pt x="0" y="148551"/>
                </a:lnTo>
              </a:path>
            </a:pathLst>
          </a:custGeom>
          <a:noFill xmlns:a="http://schemas.openxmlformats.org/drawingml/2006/main"/>
          <a:ln xmlns:a="http://schemas.openxmlformats.org/drawingml/2006/main" w="18400">
            <a:solidFill>
              <a:srgbClr val="215F9A"/>
            </a:solidFill>
            <a:prstDash val="solid"/>
          </a:ln>
        </p:spPr>
      </p:sp>
      <p:sp>
        <p:nvSpPr>
          <p:cNvPr id="273" name="path-231">
            <a:extLst xmlns:a="http://schemas.openxmlformats.org/drawingml/2006/main">
              <a:ext uri="{FF2B5EF4-FFF2-40B4-BE49-F238E27FC236}">
                <a16:creationId xmlns:a16="http://schemas.microsoft.com/office/drawing/2014/main" id="{AC4D758D-83AA-4B66-BCA6-971EEBFE07D1}"/>
              </a:ext>
            </a:extLst>
          </p:cNvPr>
          <p:cNvSpPr>
            <a:spLocks xmlns:a="http://schemas.openxmlformats.org/drawingml/2006/main" noGrp="1"/>
          </p:cNvSpPr>
          <p:nvPr/>
        </p:nvSpPr>
        <p:spPr>
          <a:xfrm xmlns:a="http://schemas.openxmlformats.org/drawingml/2006/main">
            <a:off x="14379397" y="4411141"/>
            <a:ext cx="2894570" cy="972514"/>
          </a:xfrm>
          <a:custGeom xmlns:a="http://schemas.openxmlformats.org/drawingml/2006/main">
            <a:pathLst>
              <a:path w="2894570" h="972514">
                <a:moveTo>
                  <a:pt x="0" y="149008"/>
                </a:moveTo>
                <a:cubicBezTo>
                  <a:pt x="0" y="66713"/>
                  <a:pt x="66713" y="0"/>
                  <a:pt x="149008" y="0"/>
                </a:cubicBezTo>
                <a:lnTo>
                  <a:pt x="2745563" y="0"/>
                </a:lnTo>
                <a:cubicBezTo>
                  <a:pt x="2827855" y="0"/>
                  <a:pt x="2894570" y="66713"/>
                  <a:pt x="2894570" y="149008"/>
                </a:cubicBezTo>
                <a:lnTo>
                  <a:pt x="2894570" y="823506"/>
                </a:lnTo>
                <a:cubicBezTo>
                  <a:pt x="2894570" y="905801"/>
                  <a:pt x="2827855" y="972514"/>
                  <a:pt x="2745563" y="972514"/>
                </a:cubicBezTo>
                <a:lnTo>
                  <a:pt x="149008" y="972514"/>
                </a:lnTo>
                <a:cubicBezTo>
                  <a:pt x="66713" y="972514"/>
                  <a:pt x="0" y="905801"/>
                  <a:pt x="0" y="823506"/>
                </a:cubicBezTo>
                <a:lnTo>
                  <a:pt x="0" y="149008"/>
                </a:lnTo>
              </a:path>
            </a:pathLst>
          </a:custGeom>
          <a:noFill xmlns:a="http://schemas.openxmlformats.org/drawingml/2006/main"/>
          <a:ln xmlns:a="http://schemas.openxmlformats.org/drawingml/2006/main" w="18400">
            <a:solidFill>
              <a:srgbClr val="215F9A"/>
            </a:solidFill>
            <a:prstDash val="solid"/>
          </a:ln>
        </p:spPr>
      </p:sp>
      <p:sp>
        <p:nvSpPr>
          <p:cNvPr id="274" name="path-232">
            <a:extLst xmlns:a="http://schemas.openxmlformats.org/drawingml/2006/main">
              <a:ext uri="{FF2B5EF4-FFF2-40B4-BE49-F238E27FC236}">
                <a16:creationId xmlns:a16="http://schemas.microsoft.com/office/drawing/2014/main" id="{AB269F47-2552-4109-AC32-A7FEA4AD98B3}"/>
              </a:ext>
            </a:extLst>
          </p:cNvPr>
          <p:cNvSpPr>
            <a:spLocks xmlns:a="http://schemas.openxmlformats.org/drawingml/2006/main" noGrp="1"/>
          </p:cNvSpPr>
          <p:nvPr/>
        </p:nvSpPr>
        <p:spPr>
          <a:xfrm xmlns:a="http://schemas.openxmlformats.org/drawingml/2006/main">
            <a:off x="12023944" y="4913221"/>
            <a:ext cx="110304" cy="130813"/>
          </a:xfrm>
          <a:custGeom xmlns:a="http://schemas.openxmlformats.org/drawingml/2006/main">
            <a:pathLst>
              <a:path w="110304" h="130813">
                <a:moveTo>
                  <a:pt x="29229" y="73983"/>
                </a:moveTo>
                <a:lnTo>
                  <a:pt x="29229" y="106567"/>
                </a:lnTo>
                <a:cubicBezTo>
                  <a:pt x="29229" y="111167"/>
                  <a:pt x="29405" y="114505"/>
                  <a:pt x="29756" y="116581"/>
                </a:cubicBezTo>
                <a:cubicBezTo>
                  <a:pt x="30108" y="118658"/>
                  <a:pt x="30635" y="120223"/>
                  <a:pt x="31338" y="121277"/>
                </a:cubicBezTo>
                <a:cubicBezTo>
                  <a:pt x="32040" y="122331"/>
                  <a:pt x="32999" y="123194"/>
                  <a:pt x="34213" y="123865"/>
                </a:cubicBezTo>
                <a:cubicBezTo>
                  <a:pt x="35426" y="124535"/>
                  <a:pt x="37503" y="125286"/>
                  <a:pt x="40442" y="126117"/>
                </a:cubicBezTo>
                <a:lnTo>
                  <a:pt x="40442" y="130813"/>
                </a:lnTo>
                <a:lnTo>
                  <a:pt x="0" y="130813"/>
                </a:lnTo>
                <a:lnTo>
                  <a:pt x="0" y="126117"/>
                </a:lnTo>
                <a:cubicBezTo>
                  <a:pt x="3961" y="125095"/>
                  <a:pt x="6613" y="123960"/>
                  <a:pt x="7954" y="122715"/>
                </a:cubicBezTo>
                <a:cubicBezTo>
                  <a:pt x="9296" y="121469"/>
                  <a:pt x="10174" y="119696"/>
                  <a:pt x="10590" y="117396"/>
                </a:cubicBezTo>
                <a:cubicBezTo>
                  <a:pt x="11005" y="115096"/>
                  <a:pt x="11213" y="111582"/>
                  <a:pt x="11213" y="106854"/>
                </a:cubicBezTo>
                <a:lnTo>
                  <a:pt x="11213" y="23958"/>
                </a:lnTo>
                <a:cubicBezTo>
                  <a:pt x="11213" y="19550"/>
                  <a:pt x="11053" y="16340"/>
                  <a:pt x="10733" y="14327"/>
                </a:cubicBezTo>
                <a:cubicBezTo>
                  <a:pt x="10414" y="12315"/>
                  <a:pt x="9887" y="10749"/>
                  <a:pt x="9152" y="9631"/>
                </a:cubicBezTo>
                <a:cubicBezTo>
                  <a:pt x="8417" y="8513"/>
                  <a:pt x="7443" y="7619"/>
                  <a:pt x="6229" y="6948"/>
                </a:cubicBezTo>
                <a:cubicBezTo>
                  <a:pt x="5015" y="6277"/>
                  <a:pt x="2939" y="5526"/>
                  <a:pt x="0" y="4696"/>
                </a:cubicBezTo>
                <a:lnTo>
                  <a:pt x="0" y="0"/>
                </a:lnTo>
                <a:lnTo>
                  <a:pt x="47438" y="0"/>
                </a:lnTo>
                <a:cubicBezTo>
                  <a:pt x="62388" y="0"/>
                  <a:pt x="73568" y="2715"/>
                  <a:pt x="80979" y="8146"/>
                </a:cubicBezTo>
                <a:cubicBezTo>
                  <a:pt x="88390" y="13576"/>
                  <a:pt x="92096" y="22010"/>
                  <a:pt x="92096" y="33446"/>
                </a:cubicBezTo>
                <a:cubicBezTo>
                  <a:pt x="92096" y="42199"/>
                  <a:pt x="89684" y="49642"/>
                  <a:pt x="84860" y="55775"/>
                </a:cubicBezTo>
                <a:cubicBezTo>
                  <a:pt x="80037" y="61908"/>
                  <a:pt x="72801" y="66700"/>
                  <a:pt x="63154" y="70150"/>
                </a:cubicBezTo>
                <a:lnTo>
                  <a:pt x="63154" y="70917"/>
                </a:lnTo>
                <a:cubicBezTo>
                  <a:pt x="67051" y="72514"/>
                  <a:pt x="70390" y="74798"/>
                  <a:pt x="73169" y="77769"/>
                </a:cubicBezTo>
                <a:cubicBezTo>
                  <a:pt x="75948" y="80740"/>
                  <a:pt x="79031" y="85356"/>
                  <a:pt x="82417" y="91617"/>
                </a:cubicBezTo>
                <a:lnTo>
                  <a:pt x="91042" y="107333"/>
                </a:lnTo>
                <a:cubicBezTo>
                  <a:pt x="93533" y="111933"/>
                  <a:pt x="95674" y="115447"/>
                  <a:pt x="97463" y="117875"/>
                </a:cubicBezTo>
                <a:cubicBezTo>
                  <a:pt x="99251" y="120303"/>
                  <a:pt x="101072" y="122156"/>
                  <a:pt x="102925" y="123433"/>
                </a:cubicBezTo>
                <a:cubicBezTo>
                  <a:pt x="104778" y="124711"/>
                  <a:pt x="107238" y="125606"/>
                  <a:pt x="110304" y="126117"/>
                </a:cubicBezTo>
                <a:lnTo>
                  <a:pt x="110304" y="130813"/>
                </a:lnTo>
                <a:lnTo>
                  <a:pt x="83758" y="130813"/>
                </a:lnTo>
                <a:cubicBezTo>
                  <a:pt x="81331" y="127426"/>
                  <a:pt x="79031" y="123785"/>
                  <a:pt x="76858" y="119888"/>
                </a:cubicBezTo>
                <a:cubicBezTo>
                  <a:pt x="74686" y="115990"/>
                  <a:pt x="72546" y="112029"/>
                  <a:pt x="70438" y="108004"/>
                </a:cubicBezTo>
                <a:lnTo>
                  <a:pt x="62004" y="92000"/>
                </a:lnTo>
                <a:cubicBezTo>
                  <a:pt x="59449" y="87144"/>
                  <a:pt x="57356" y="83567"/>
                  <a:pt x="55727" y="81267"/>
                </a:cubicBezTo>
                <a:cubicBezTo>
                  <a:pt x="54098" y="78967"/>
                  <a:pt x="52597" y="77354"/>
                  <a:pt x="51223" y="76427"/>
                </a:cubicBezTo>
                <a:cubicBezTo>
                  <a:pt x="49849" y="75501"/>
                  <a:pt x="48380" y="74862"/>
                  <a:pt x="46815" y="74510"/>
                </a:cubicBezTo>
                <a:cubicBezTo>
                  <a:pt x="45249" y="74159"/>
                  <a:pt x="42901" y="73983"/>
                  <a:pt x="39771" y="73983"/>
                </a:cubicBezTo>
                <a:lnTo>
                  <a:pt x="29229" y="73983"/>
                </a:lnTo>
                <a:moveTo>
                  <a:pt x="29229" y="8817"/>
                </a:moveTo>
                <a:lnTo>
                  <a:pt x="29229" y="65742"/>
                </a:lnTo>
                <a:lnTo>
                  <a:pt x="40058" y="65742"/>
                </a:lnTo>
                <a:cubicBezTo>
                  <a:pt x="45617" y="65742"/>
                  <a:pt x="50121" y="65342"/>
                  <a:pt x="53571" y="64544"/>
                </a:cubicBezTo>
                <a:cubicBezTo>
                  <a:pt x="57021" y="63745"/>
                  <a:pt x="60215" y="62228"/>
                  <a:pt x="63154" y="59992"/>
                </a:cubicBezTo>
                <a:cubicBezTo>
                  <a:pt x="66093" y="57756"/>
                  <a:pt x="68441" y="54641"/>
                  <a:pt x="70198" y="50648"/>
                </a:cubicBezTo>
                <a:cubicBezTo>
                  <a:pt x="71955" y="46655"/>
                  <a:pt x="72833" y="41751"/>
                  <a:pt x="72833" y="35938"/>
                </a:cubicBezTo>
                <a:cubicBezTo>
                  <a:pt x="72833" y="29868"/>
                  <a:pt x="71795" y="24821"/>
                  <a:pt x="69719" y="20796"/>
                </a:cubicBezTo>
                <a:cubicBezTo>
                  <a:pt x="67642" y="16771"/>
                  <a:pt x="64496" y="13704"/>
                  <a:pt x="60279" y="11596"/>
                </a:cubicBezTo>
                <a:cubicBezTo>
                  <a:pt x="56063" y="9487"/>
                  <a:pt x="50376" y="8433"/>
                  <a:pt x="43221" y="8433"/>
                </a:cubicBezTo>
                <a:cubicBezTo>
                  <a:pt x="37471" y="8433"/>
                  <a:pt x="32807" y="8561"/>
                  <a:pt x="29229" y="8817"/>
                </a:cubicBezTo>
                <a:close/>
              </a:path>
            </a:pathLst>
          </a:custGeom>
          <a:solidFill xmlns:a="http://schemas.openxmlformats.org/drawingml/2006/main">
            <a:srgbClr val="000000"/>
          </a:solidFill>
          <a:ln xmlns:a="http://schemas.openxmlformats.org/drawingml/2006/main" w="0">
            <a:noFill/>
            <a:prstDash val="solid"/>
          </a:ln>
        </p:spPr>
      </p:sp>
      <p:sp>
        <p:nvSpPr>
          <p:cNvPr id="275" name="path-233">
            <a:extLst xmlns:a="http://schemas.openxmlformats.org/drawingml/2006/main">
              <a:ext uri="{FF2B5EF4-FFF2-40B4-BE49-F238E27FC236}">
                <a16:creationId xmlns:a16="http://schemas.microsoft.com/office/drawing/2014/main" id="{CD7394C9-A718-4B25-826D-912168206C42}"/>
              </a:ext>
            </a:extLst>
          </p:cNvPr>
          <p:cNvSpPr>
            <a:spLocks xmlns:a="http://schemas.openxmlformats.org/drawingml/2006/main" noGrp="1"/>
          </p:cNvSpPr>
          <p:nvPr/>
        </p:nvSpPr>
        <p:spPr>
          <a:xfrm xmlns:a="http://schemas.openxmlformats.org/drawingml/2006/main">
            <a:off x="12147426" y="4992027"/>
            <a:ext cx="86897" cy="93222"/>
          </a:xfrm>
          <a:custGeom xmlns:a="http://schemas.openxmlformats.org/drawingml/2006/main">
            <a:pathLst>
              <a:path w="86897" h="93222">
                <a:moveTo>
                  <a:pt x="791" y="88838"/>
                </a:moveTo>
                <a:cubicBezTo>
                  <a:pt x="2276" y="88598"/>
                  <a:pt x="3498" y="88299"/>
                  <a:pt x="4456" y="87939"/>
                </a:cubicBezTo>
                <a:cubicBezTo>
                  <a:pt x="5415" y="87580"/>
                  <a:pt x="6265" y="86885"/>
                  <a:pt x="7008" y="85855"/>
                </a:cubicBezTo>
                <a:cubicBezTo>
                  <a:pt x="7751" y="84825"/>
                  <a:pt x="8421" y="83279"/>
                  <a:pt x="9020" y="81219"/>
                </a:cubicBezTo>
                <a:cubicBezTo>
                  <a:pt x="9619" y="79158"/>
                  <a:pt x="10326" y="76283"/>
                  <a:pt x="11141" y="72594"/>
                </a:cubicBezTo>
                <a:lnTo>
                  <a:pt x="22928" y="20197"/>
                </a:lnTo>
                <a:cubicBezTo>
                  <a:pt x="23407" y="18089"/>
                  <a:pt x="23767" y="16220"/>
                  <a:pt x="24006" y="14591"/>
                </a:cubicBezTo>
                <a:cubicBezTo>
                  <a:pt x="24246" y="12961"/>
                  <a:pt x="24366" y="11572"/>
                  <a:pt x="24366" y="10422"/>
                </a:cubicBezTo>
                <a:cubicBezTo>
                  <a:pt x="24366" y="8314"/>
                  <a:pt x="23815" y="6816"/>
                  <a:pt x="22713" y="5930"/>
                </a:cubicBezTo>
                <a:cubicBezTo>
                  <a:pt x="21610" y="5043"/>
                  <a:pt x="19598" y="4576"/>
                  <a:pt x="16675" y="4528"/>
                </a:cubicBezTo>
                <a:lnTo>
                  <a:pt x="17753" y="0"/>
                </a:lnTo>
                <a:lnTo>
                  <a:pt x="86897" y="0"/>
                </a:lnTo>
                <a:lnTo>
                  <a:pt x="81866" y="22425"/>
                </a:lnTo>
                <a:lnTo>
                  <a:pt x="74175" y="22425"/>
                </a:lnTo>
                <a:cubicBezTo>
                  <a:pt x="73935" y="19646"/>
                  <a:pt x="73696" y="17310"/>
                  <a:pt x="73456" y="15417"/>
                </a:cubicBezTo>
                <a:cubicBezTo>
                  <a:pt x="73217" y="13524"/>
                  <a:pt x="72773" y="12003"/>
                  <a:pt x="72127" y="10853"/>
                </a:cubicBezTo>
                <a:cubicBezTo>
                  <a:pt x="71480" y="9703"/>
                  <a:pt x="70581" y="8877"/>
                  <a:pt x="69431" y="8373"/>
                </a:cubicBezTo>
                <a:cubicBezTo>
                  <a:pt x="68281" y="7870"/>
                  <a:pt x="66724" y="7619"/>
                  <a:pt x="64759" y="7619"/>
                </a:cubicBezTo>
                <a:lnTo>
                  <a:pt x="39819" y="7619"/>
                </a:lnTo>
                <a:lnTo>
                  <a:pt x="32272" y="40969"/>
                </a:lnTo>
                <a:lnTo>
                  <a:pt x="46431" y="40969"/>
                </a:lnTo>
                <a:cubicBezTo>
                  <a:pt x="48252" y="40969"/>
                  <a:pt x="49773" y="40825"/>
                  <a:pt x="50995" y="40538"/>
                </a:cubicBezTo>
                <a:cubicBezTo>
                  <a:pt x="52217" y="40250"/>
                  <a:pt x="53307" y="39747"/>
                  <a:pt x="54266" y="39028"/>
                </a:cubicBezTo>
                <a:cubicBezTo>
                  <a:pt x="55224" y="38309"/>
                  <a:pt x="56098" y="37339"/>
                  <a:pt x="56889" y="36117"/>
                </a:cubicBezTo>
                <a:cubicBezTo>
                  <a:pt x="57680" y="34895"/>
                  <a:pt x="58554" y="33326"/>
                  <a:pt x="59513" y="31409"/>
                </a:cubicBezTo>
                <a:lnTo>
                  <a:pt x="66700" y="31409"/>
                </a:lnTo>
                <a:lnTo>
                  <a:pt x="60303" y="58938"/>
                </a:lnTo>
                <a:lnTo>
                  <a:pt x="53403" y="58938"/>
                </a:lnTo>
                <a:cubicBezTo>
                  <a:pt x="53355" y="56446"/>
                  <a:pt x="53247" y="54493"/>
                  <a:pt x="53080" y="53080"/>
                </a:cubicBezTo>
                <a:cubicBezTo>
                  <a:pt x="52912" y="51666"/>
                  <a:pt x="52553" y="50624"/>
                  <a:pt x="52002" y="49953"/>
                </a:cubicBezTo>
                <a:cubicBezTo>
                  <a:pt x="51451" y="49282"/>
                  <a:pt x="50696" y="48887"/>
                  <a:pt x="49738" y="48767"/>
                </a:cubicBezTo>
                <a:cubicBezTo>
                  <a:pt x="48779" y="48647"/>
                  <a:pt x="47509" y="48588"/>
                  <a:pt x="45928" y="48588"/>
                </a:cubicBezTo>
                <a:lnTo>
                  <a:pt x="30691" y="48588"/>
                </a:lnTo>
                <a:lnTo>
                  <a:pt x="22209" y="85819"/>
                </a:lnTo>
                <a:lnTo>
                  <a:pt x="44275" y="85819"/>
                </a:lnTo>
                <a:cubicBezTo>
                  <a:pt x="47006" y="85819"/>
                  <a:pt x="49222" y="85603"/>
                  <a:pt x="50923" y="85172"/>
                </a:cubicBezTo>
                <a:cubicBezTo>
                  <a:pt x="52625" y="84741"/>
                  <a:pt x="54182" y="83902"/>
                  <a:pt x="55595" y="82656"/>
                </a:cubicBezTo>
                <a:cubicBezTo>
                  <a:pt x="57009" y="81410"/>
                  <a:pt x="58410" y="79638"/>
                  <a:pt x="59800" y="77338"/>
                </a:cubicBezTo>
                <a:cubicBezTo>
                  <a:pt x="61190" y="75038"/>
                  <a:pt x="62939" y="72019"/>
                  <a:pt x="65047" y="68281"/>
                </a:cubicBezTo>
                <a:lnTo>
                  <a:pt x="72881" y="68281"/>
                </a:lnTo>
                <a:lnTo>
                  <a:pt x="66413" y="93222"/>
                </a:lnTo>
                <a:lnTo>
                  <a:pt x="0" y="93222"/>
                </a:lnTo>
                <a:lnTo>
                  <a:pt x="791" y="88838"/>
                </a:lnTo>
                <a:close/>
              </a:path>
            </a:pathLst>
          </a:custGeom>
          <a:solidFill xmlns:a="http://schemas.openxmlformats.org/drawingml/2006/main">
            <a:srgbClr val="000000"/>
          </a:solidFill>
          <a:ln xmlns:a="http://schemas.openxmlformats.org/drawingml/2006/main" w="0">
            <a:noFill/>
            <a:prstDash val="solid"/>
          </a:ln>
        </p:spPr>
      </p:sp>
      <p:sp>
        <p:nvSpPr>
          <p:cNvPr id="276" name="path-234">
            <a:extLst xmlns:a="http://schemas.openxmlformats.org/drawingml/2006/main">
              <a:ext uri="{FF2B5EF4-FFF2-40B4-BE49-F238E27FC236}">
                <a16:creationId xmlns:a16="http://schemas.microsoft.com/office/drawing/2014/main" id="{53DFAAAC-3723-48A9-A275-A8546FCEA693}"/>
              </a:ext>
            </a:extLst>
          </p:cNvPr>
          <p:cNvSpPr>
            <a:spLocks xmlns:a="http://schemas.openxmlformats.org/drawingml/2006/main" noGrp="1"/>
          </p:cNvSpPr>
          <p:nvPr/>
        </p:nvSpPr>
        <p:spPr>
          <a:xfrm xmlns:a="http://schemas.openxmlformats.org/drawingml/2006/main">
            <a:off x="12241008" y="4992027"/>
            <a:ext cx="88047" cy="94588"/>
          </a:xfrm>
          <a:custGeom xmlns:a="http://schemas.openxmlformats.org/drawingml/2006/main">
            <a:pathLst>
              <a:path w="88047" h="94588">
                <a:moveTo>
                  <a:pt x="32416" y="0"/>
                </a:moveTo>
                <a:lnTo>
                  <a:pt x="31338" y="4528"/>
                </a:lnTo>
                <a:cubicBezTo>
                  <a:pt x="29756" y="4672"/>
                  <a:pt x="28439" y="4983"/>
                  <a:pt x="27384" y="5463"/>
                </a:cubicBezTo>
                <a:cubicBezTo>
                  <a:pt x="26330" y="5942"/>
                  <a:pt x="25504" y="6624"/>
                  <a:pt x="24905" y="7511"/>
                </a:cubicBezTo>
                <a:cubicBezTo>
                  <a:pt x="24306" y="8397"/>
                  <a:pt x="23886" y="9523"/>
                  <a:pt x="23647" y="10889"/>
                </a:cubicBezTo>
                <a:cubicBezTo>
                  <a:pt x="23407" y="12255"/>
                  <a:pt x="23288" y="13920"/>
                  <a:pt x="23288" y="15884"/>
                </a:cubicBezTo>
                <a:cubicBezTo>
                  <a:pt x="23288" y="16459"/>
                  <a:pt x="23311" y="17262"/>
                  <a:pt x="23359" y="18292"/>
                </a:cubicBezTo>
                <a:cubicBezTo>
                  <a:pt x="23407" y="19322"/>
                  <a:pt x="23479" y="20700"/>
                  <a:pt x="23575" y="22425"/>
                </a:cubicBezTo>
                <a:cubicBezTo>
                  <a:pt x="23863" y="27217"/>
                  <a:pt x="24162" y="32104"/>
                  <a:pt x="24473" y="37088"/>
                </a:cubicBezTo>
                <a:cubicBezTo>
                  <a:pt x="24785" y="42071"/>
                  <a:pt x="25084" y="46910"/>
                  <a:pt x="25372" y="51606"/>
                </a:cubicBezTo>
                <a:cubicBezTo>
                  <a:pt x="25659" y="56302"/>
                  <a:pt x="25911" y="60770"/>
                  <a:pt x="26127" y="65011"/>
                </a:cubicBezTo>
                <a:cubicBezTo>
                  <a:pt x="26342" y="69252"/>
                  <a:pt x="26450" y="73001"/>
                  <a:pt x="26450" y="76259"/>
                </a:cubicBezTo>
                <a:lnTo>
                  <a:pt x="27169" y="76259"/>
                </a:lnTo>
                <a:lnTo>
                  <a:pt x="56206" y="27672"/>
                </a:lnTo>
                <a:cubicBezTo>
                  <a:pt x="57644" y="25324"/>
                  <a:pt x="58818" y="23288"/>
                  <a:pt x="59728" y="21563"/>
                </a:cubicBezTo>
                <a:cubicBezTo>
                  <a:pt x="60639" y="19838"/>
                  <a:pt x="61357" y="18328"/>
                  <a:pt x="61884" y="17034"/>
                </a:cubicBezTo>
                <a:cubicBezTo>
                  <a:pt x="62412" y="15741"/>
                  <a:pt x="62783" y="14579"/>
                  <a:pt x="62998" y="13548"/>
                </a:cubicBezTo>
                <a:cubicBezTo>
                  <a:pt x="63214" y="12518"/>
                  <a:pt x="63322" y="11476"/>
                  <a:pt x="63322" y="10422"/>
                </a:cubicBezTo>
                <a:cubicBezTo>
                  <a:pt x="63322" y="6828"/>
                  <a:pt x="60782" y="4864"/>
                  <a:pt x="55703" y="4528"/>
                </a:cubicBezTo>
                <a:lnTo>
                  <a:pt x="56638" y="0"/>
                </a:lnTo>
                <a:lnTo>
                  <a:pt x="88047" y="0"/>
                </a:lnTo>
                <a:lnTo>
                  <a:pt x="87184" y="4528"/>
                </a:lnTo>
                <a:cubicBezTo>
                  <a:pt x="86130" y="4672"/>
                  <a:pt x="85160" y="4864"/>
                  <a:pt x="84273" y="5103"/>
                </a:cubicBezTo>
                <a:cubicBezTo>
                  <a:pt x="83387" y="5343"/>
                  <a:pt x="82417" y="5954"/>
                  <a:pt x="81363" y="6936"/>
                </a:cubicBezTo>
                <a:cubicBezTo>
                  <a:pt x="80308" y="7918"/>
                  <a:pt x="79075" y="9380"/>
                  <a:pt x="77661" y="11320"/>
                </a:cubicBezTo>
                <a:cubicBezTo>
                  <a:pt x="76247" y="13261"/>
                  <a:pt x="74463" y="15956"/>
                  <a:pt x="72306" y="19406"/>
                </a:cubicBezTo>
                <a:lnTo>
                  <a:pt x="26019" y="94588"/>
                </a:lnTo>
                <a:lnTo>
                  <a:pt x="15525" y="94588"/>
                </a:lnTo>
                <a:cubicBezTo>
                  <a:pt x="14471" y="81842"/>
                  <a:pt x="13429" y="69180"/>
                  <a:pt x="12398" y="56602"/>
                </a:cubicBezTo>
                <a:cubicBezTo>
                  <a:pt x="11368" y="44023"/>
                  <a:pt x="10350" y="31290"/>
                  <a:pt x="9344" y="18400"/>
                </a:cubicBezTo>
                <a:cubicBezTo>
                  <a:pt x="9152" y="16148"/>
                  <a:pt x="8877" y="14207"/>
                  <a:pt x="8517" y="12578"/>
                </a:cubicBezTo>
                <a:cubicBezTo>
                  <a:pt x="8158" y="10949"/>
                  <a:pt x="7607" y="9559"/>
                  <a:pt x="6864" y="8409"/>
                </a:cubicBezTo>
                <a:cubicBezTo>
                  <a:pt x="6121" y="7259"/>
                  <a:pt x="5211" y="6373"/>
                  <a:pt x="4133" y="5750"/>
                </a:cubicBezTo>
                <a:cubicBezTo>
                  <a:pt x="3055" y="5127"/>
                  <a:pt x="1677" y="4720"/>
                  <a:pt x="0" y="4528"/>
                </a:cubicBezTo>
                <a:lnTo>
                  <a:pt x="1006" y="0"/>
                </a:lnTo>
                <a:lnTo>
                  <a:pt x="32416" y="0"/>
                </a:lnTo>
                <a:close/>
              </a:path>
            </a:pathLst>
          </a:custGeom>
          <a:solidFill xmlns:a="http://schemas.openxmlformats.org/drawingml/2006/main">
            <a:srgbClr val="000000"/>
          </a:solidFill>
          <a:ln xmlns:a="http://schemas.openxmlformats.org/drawingml/2006/main" w="0">
            <a:noFill/>
            <a:prstDash val="solid"/>
          </a:ln>
        </p:spPr>
      </p:sp>
      <p:sp>
        <p:nvSpPr>
          <p:cNvPr id="277" name="path-235">
            <a:extLst xmlns:a="http://schemas.openxmlformats.org/drawingml/2006/main">
              <a:ext uri="{FF2B5EF4-FFF2-40B4-BE49-F238E27FC236}">
                <a16:creationId xmlns:a16="http://schemas.microsoft.com/office/drawing/2014/main" id="{DE702815-9BF0-467B-ACF5-82217F39CD88}"/>
              </a:ext>
            </a:extLst>
          </p:cNvPr>
          <p:cNvSpPr>
            <a:spLocks xmlns:a="http://schemas.openxmlformats.org/drawingml/2006/main" noGrp="1"/>
          </p:cNvSpPr>
          <p:nvPr/>
        </p:nvSpPr>
        <p:spPr>
          <a:xfrm xmlns:a="http://schemas.openxmlformats.org/drawingml/2006/main">
            <a:off x="12338289" y="4990661"/>
            <a:ext cx="78991" cy="96169"/>
          </a:xfrm>
          <a:custGeom xmlns:a="http://schemas.openxmlformats.org/drawingml/2006/main">
            <a:pathLst>
              <a:path w="78991" h="96169">
                <a:moveTo>
                  <a:pt x="46216" y="51822"/>
                </a:moveTo>
                <a:lnTo>
                  <a:pt x="76763" y="51822"/>
                </a:lnTo>
                <a:lnTo>
                  <a:pt x="75684" y="56206"/>
                </a:lnTo>
                <a:cubicBezTo>
                  <a:pt x="73959" y="56590"/>
                  <a:pt x="72642" y="56973"/>
                  <a:pt x="71731" y="57356"/>
                </a:cubicBezTo>
                <a:cubicBezTo>
                  <a:pt x="70821" y="57740"/>
                  <a:pt x="70054" y="58458"/>
                  <a:pt x="69431" y="59513"/>
                </a:cubicBezTo>
                <a:cubicBezTo>
                  <a:pt x="69000" y="60040"/>
                  <a:pt x="68449" y="61501"/>
                  <a:pt x="67778" y="63897"/>
                </a:cubicBezTo>
                <a:cubicBezTo>
                  <a:pt x="67107" y="66293"/>
                  <a:pt x="66353" y="69156"/>
                  <a:pt x="65514" y="72486"/>
                </a:cubicBezTo>
                <a:cubicBezTo>
                  <a:pt x="64676" y="75816"/>
                  <a:pt x="63813" y="79422"/>
                  <a:pt x="62927" y="83303"/>
                </a:cubicBezTo>
                <a:cubicBezTo>
                  <a:pt x="62040" y="87184"/>
                  <a:pt x="61214" y="90898"/>
                  <a:pt x="60447" y="94444"/>
                </a:cubicBezTo>
                <a:cubicBezTo>
                  <a:pt x="59441" y="94731"/>
                  <a:pt x="58458" y="94995"/>
                  <a:pt x="57500" y="95234"/>
                </a:cubicBezTo>
                <a:cubicBezTo>
                  <a:pt x="56542" y="95474"/>
                  <a:pt x="55511" y="95714"/>
                  <a:pt x="54409" y="95953"/>
                </a:cubicBezTo>
                <a:cubicBezTo>
                  <a:pt x="53691" y="95139"/>
                  <a:pt x="52996" y="94288"/>
                  <a:pt x="52325" y="93402"/>
                </a:cubicBezTo>
                <a:cubicBezTo>
                  <a:pt x="51654" y="92515"/>
                  <a:pt x="51007" y="91641"/>
                  <a:pt x="50384" y="90778"/>
                </a:cubicBezTo>
                <a:cubicBezTo>
                  <a:pt x="48084" y="91832"/>
                  <a:pt x="46012" y="92707"/>
                  <a:pt x="44167" y="93402"/>
                </a:cubicBezTo>
                <a:cubicBezTo>
                  <a:pt x="42322" y="94096"/>
                  <a:pt x="40573" y="94647"/>
                  <a:pt x="38920" y="95055"/>
                </a:cubicBezTo>
                <a:cubicBezTo>
                  <a:pt x="37267" y="95462"/>
                  <a:pt x="35650" y="95750"/>
                  <a:pt x="34069" y="95917"/>
                </a:cubicBezTo>
                <a:cubicBezTo>
                  <a:pt x="32488" y="96085"/>
                  <a:pt x="30834" y="96169"/>
                  <a:pt x="29109" y="96169"/>
                </a:cubicBezTo>
                <a:cubicBezTo>
                  <a:pt x="24174" y="96169"/>
                  <a:pt x="19873" y="95390"/>
                  <a:pt x="16208" y="93833"/>
                </a:cubicBezTo>
                <a:cubicBezTo>
                  <a:pt x="12542" y="92276"/>
                  <a:pt x="9511" y="90095"/>
                  <a:pt x="7116" y="87292"/>
                </a:cubicBezTo>
                <a:cubicBezTo>
                  <a:pt x="4720" y="84489"/>
                  <a:pt x="2935" y="81159"/>
                  <a:pt x="1761" y="77302"/>
                </a:cubicBezTo>
                <a:cubicBezTo>
                  <a:pt x="587" y="73444"/>
                  <a:pt x="0" y="69192"/>
                  <a:pt x="0" y="64544"/>
                </a:cubicBezTo>
                <a:cubicBezTo>
                  <a:pt x="0" y="59656"/>
                  <a:pt x="479" y="54685"/>
                  <a:pt x="1438" y="49630"/>
                </a:cubicBezTo>
                <a:cubicBezTo>
                  <a:pt x="2396" y="44575"/>
                  <a:pt x="3857" y="39651"/>
                  <a:pt x="5822" y="34859"/>
                </a:cubicBezTo>
                <a:cubicBezTo>
                  <a:pt x="7786" y="30068"/>
                  <a:pt x="10230" y="25552"/>
                  <a:pt x="13153" y="21311"/>
                </a:cubicBezTo>
                <a:cubicBezTo>
                  <a:pt x="16076" y="17070"/>
                  <a:pt x="19490" y="13381"/>
                  <a:pt x="23395" y="10242"/>
                </a:cubicBezTo>
                <a:cubicBezTo>
                  <a:pt x="27301" y="7104"/>
                  <a:pt x="31685" y="4612"/>
                  <a:pt x="36548" y="2767"/>
                </a:cubicBezTo>
                <a:cubicBezTo>
                  <a:pt x="41412" y="922"/>
                  <a:pt x="46791" y="0"/>
                  <a:pt x="52684" y="0"/>
                </a:cubicBezTo>
                <a:cubicBezTo>
                  <a:pt x="57428" y="0"/>
                  <a:pt x="61908" y="359"/>
                  <a:pt x="66125" y="1078"/>
                </a:cubicBezTo>
                <a:cubicBezTo>
                  <a:pt x="70342" y="1797"/>
                  <a:pt x="74630" y="2851"/>
                  <a:pt x="78991" y="4241"/>
                </a:cubicBezTo>
                <a:lnTo>
                  <a:pt x="74606" y="23359"/>
                </a:lnTo>
                <a:lnTo>
                  <a:pt x="66844" y="23359"/>
                </a:lnTo>
                <a:cubicBezTo>
                  <a:pt x="66556" y="17897"/>
                  <a:pt x="65251" y="13860"/>
                  <a:pt x="62927" y="11248"/>
                </a:cubicBezTo>
                <a:cubicBezTo>
                  <a:pt x="60603" y="8637"/>
                  <a:pt x="56877" y="7331"/>
                  <a:pt x="51750" y="7331"/>
                </a:cubicBezTo>
                <a:cubicBezTo>
                  <a:pt x="44227" y="7331"/>
                  <a:pt x="37567" y="10494"/>
                  <a:pt x="31769" y="16819"/>
                </a:cubicBezTo>
                <a:cubicBezTo>
                  <a:pt x="29325" y="19502"/>
                  <a:pt x="27049" y="22808"/>
                  <a:pt x="24941" y="26738"/>
                </a:cubicBezTo>
                <a:cubicBezTo>
                  <a:pt x="22832" y="30667"/>
                  <a:pt x="20999" y="34931"/>
                  <a:pt x="19442" y="39531"/>
                </a:cubicBezTo>
                <a:cubicBezTo>
                  <a:pt x="17885" y="44131"/>
                  <a:pt x="16663" y="48899"/>
                  <a:pt x="15777" y="53834"/>
                </a:cubicBezTo>
                <a:cubicBezTo>
                  <a:pt x="14890" y="58770"/>
                  <a:pt x="14447" y="63585"/>
                  <a:pt x="14447" y="68281"/>
                </a:cubicBezTo>
                <a:cubicBezTo>
                  <a:pt x="14447" y="75325"/>
                  <a:pt x="15777" y="80476"/>
                  <a:pt x="18436" y="83734"/>
                </a:cubicBezTo>
                <a:cubicBezTo>
                  <a:pt x="21095" y="86993"/>
                  <a:pt x="25228" y="88622"/>
                  <a:pt x="30834" y="88622"/>
                </a:cubicBezTo>
                <a:cubicBezTo>
                  <a:pt x="32847" y="88622"/>
                  <a:pt x="34823" y="88418"/>
                  <a:pt x="36764" y="88011"/>
                </a:cubicBezTo>
                <a:cubicBezTo>
                  <a:pt x="38705" y="87604"/>
                  <a:pt x="40526" y="86969"/>
                  <a:pt x="42227" y="86106"/>
                </a:cubicBezTo>
                <a:cubicBezTo>
                  <a:pt x="43928" y="85244"/>
                  <a:pt x="45437" y="84130"/>
                  <a:pt x="46755" y="82764"/>
                </a:cubicBezTo>
                <a:cubicBezTo>
                  <a:pt x="48072" y="81398"/>
                  <a:pt x="49115" y="79781"/>
                  <a:pt x="49881" y="77913"/>
                </a:cubicBezTo>
                <a:cubicBezTo>
                  <a:pt x="50408" y="76715"/>
                  <a:pt x="50876" y="75325"/>
                  <a:pt x="51283" y="73744"/>
                </a:cubicBezTo>
                <a:cubicBezTo>
                  <a:pt x="51690" y="72163"/>
                  <a:pt x="52014" y="70605"/>
                  <a:pt x="52253" y="69072"/>
                </a:cubicBezTo>
                <a:cubicBezTo>
                  <a:pt x="52493" y="67539"/>
                  <a:pt x="52672" y="66149"/>
                  <a:pt x="52792" y="64903"/>
                </a:cubicBezTo>
                <a:cubicBezTo>
                  <a:pt x="52912" y="63657"/>
                  <a:pt x="52972" y="62723"/>
                  <a:pt x="52972" y="62100"/>
                </a:cubicBezTo>
                <a:cubicBezTo>
                  <a:pt x="52972" y="59992"/>
                  <a:pt x="52409" y="58518"/>
                  <a:pt x="51283" y="57680"/>
                </a:cubicBezTo>
                <a:cubicBezTo>
                  <a:pt x="50157" y="56841"/>
                  <a:pt x="48132" y="56350"/>
                  <a:pt x="45209" y="56206"/>
                </a:cubicBezTo>
                <a:lnTo>
                  <a:pt x="46216" y="51822"/>
                </a:lnTo>
                <a:close/>
              </a:path>
            </a:pathLst>
          </a:custGeom>
          <a:solidFill xmlns:a="http://schemas.openxmlformats.org/drawingml/2006/main">
            <a:srgbClr val="000000"/>
          </a:solidFill>
          <a:ln xmlns:a="http://schemas.openxmlformats.org/drawingml/2006/main" w="0">
            <a:noFill/>
            <a:prstDash val="solid"/>
          </a:ln>
        </p:spPr>
      </p:sp>
      <p:sp>
        <p:nvSpPr>
          <p:cNvPr id="278" name="path-236">
            <a:extLst xmlns:a="http://schemas.openxmlformats.org/drawingml/2006/main">
              <a:ext uri="{FF2B5EF4-FFF2-40B4-BE49-F238E27FC236}">
                <a16:creationId xmlns:a16="http://schemas.microsoft.com/office/drawing/2014/main" id="{303FC380-6900-4553-A28F-CB70AFD22821}"/>
              </a:ext>
            </a:extLst>
          </p:cNvPr>
          <p:cNvSpPr>
            <a:spLocks xmlns:a="http://schemas.openxmlformats.org/drawingml/2006/main" noGrp="1"/>
          </p:cNvSpPr>
          <p:nvPr/>
        </p:nvSpPr>
        <p:spPr>
          <a:xfrm xmlns:a="http://schemas.openxmlformats.org/drawingml/2006/main">
            <a:off x="12426371" y="4992027"/>
            <a:ext cx="83663" cy="93222"/>
          </a:xfrm>
          <a:custGeom xmlns:a="http://schemas.openxmlformats.org/drawingml/2006/main">
            <a:pathLst>
              <a:path w="83663" h="93222">
                <a:moveTo>
                  <a:pt x="29756" y="52613"/>
                </a:moveTo>
                <a:cubicBezTo>
                  <a:pt x="29181" y="55152"/>
                  <a:pt x="28558" y="57883"/>
                  <a:pt x="27888" y="60806"/>
                </a:cubicBezTo>
                <a:cubicBezTo>
                  <a:pt x="27217" y="63729"/>
                  <a:pt x="26558" y="66580"/>
                  <a:pt x="25911" y="69359"/>
                </a:cubicBezTo>
                <a:cubicBezTo>
                  <a:pt x="25264" y="72139"/>
                  <a:pt x="24725" y="74738"/>
                  <a:pt x="24294" y="77158"/>
                </a:cubicBezTo>
                <a:cubicBezTo>
                  <a:pt x="23863" y="79578"/>
                  <a:pt x="23647" y="81530"/>
                  <a:pt x="23647" y="83016"/>
                </a:cubicBezTo>
                <a:cubicBezTo>
                  <a:pt x="23647" y="84022"/>
                  <a:pt x="23767" y="84872"/>
                  <a:pt x="24006" y="85567"/>
                </a:cubicBezTo>
                <a:cubicBezTo>
                  <a:pt x="24246" y="86262"/>
                  <a:pt x="24665" y="86825"/>
                  <a:pt x="25264" y="87256"/>
                </a:cubicBezTo>
                <a:cubicBezTo>
                  <a:pt x="25863" y="87688"/>
                  <a:pt x="26678" y="88023"/>
                  <a:pt x="27708" y="88263"/>
                </a:cubicBezTo>
                <a:cubicBezTo>
                  <a:pt x="28738" y="88502"/>
                  <a:pt x="30044" y="88694"/>
                  <a:pt x="31625" y="88838"/>
                </a:cubicBezTo>
                <a:lnTo>
                  <a:pt x="30691" y="93222"/>
                </a:lnTo>
                <a:lnTo>
                  <a:pt x="0" y="93222"/>
                </a:lnTo>
                <a:lnTo>
                  <a:pt x="791" y="88838"/>
                </a:lnTo>
                <a:cubicBezTo>
                  <a:pt x="2276" y="88598"/>
                  <a:pt x="3486" y="88299"/>
                  <a:pt x="4420" y="87939"/>
                </a:cubicBezTo>
                <a:cubicBezTo>
                  <a:pt x="5355" y="87580"/>
                  <a:pt x="6193" y="86885"/>
                  <a:pt x="6936" y="85855"/>
                </a:cubicBezTo>
                <a:cubicBezTo>
                  <a:pt x="7679" y="84825"/>
                  <a:pt x="8361" y="83279"/>
                  <a:pt x="8984" y="81219"/>
                </a:cubicBezTo>
                <a:cubicBezTo>
                  <a:pt x="9607" y="79158"/>
                  <a:pt x="10326" y="76283"/>
                  <a:pt x="11141" y="72594"/>
                </a:cubicBezTo>
                <a:lnTo>
                  <a:pt x="22928" y="20197"/>
                </a:lnTo>
                <a:cubicBezTo>
                  <a:pt x="23407" y="18089"/>
                  <a:pt x="23767" y="16220"/>
                  <a:pt x="24006" y="14591"/>
                </a:cubicBezTo>
                <a:cubicBezTo>
                  <a:pt x="24246" y="12961"/>
                  <a:pt x="24366" y="11620"/>
                  <a:pt x="24366" y="10566"/>
                </a:cubicBezTo>
                <a:cubicBezTo>
                  <a:pt x="24366" y="8409"/>
                  <a:pt x="23827" y="6876"/>
                  <a:pt x="22748" y="5966"/>
                </a:cubicBezTo>
                <a:cubicBezTo>
                  <a:pt x="21670" y="5055"/>
                  <a:pt x="19646" y="4576"/>
                  <a:pt x="16675" y="4528"/>
                </a:cubicBezTo>
                <a:lnTo>
                  <a:pt x="17753" y="0"/>
                </a:lnTo>
                <a:lnTo>
                  <a:pt x="50744" y="0"/>
                </a:lnTo>
                <a:cubicBezTo>
                  <a:pt x="57069" y="0"/>
                  <a:pt x="62340" y="551"/>
                  <a:pt x="66556" y="1653"/>
                </a:cubicBezTo>
                <a:cubicBezTo>
                  <a:pt x="70773" y="2755"/>
                  <a:pt x="74151" y="4277"/>
                  <a:pt x="76691" y="6217"/>
                </a:cubicBezTo>
                <a:cubicBezTo>
                  <a:pt x="79230" y="8158"/>
                  <a:pt x="81027" y="10446"/>
                  <a:pt x="82081" y="13081"/>
                </a:cubicBezTo>
                <a:cubicBezTo>
                  <a:pt x="83135" y="15717"/>
                  <a:pt x="83663" y="18568"/>
                  <a:pt x="83663" y="21634"/>
                </a:cubicBezTo>
                <a:cubicBezTo>
                  <a:pt x="83663" y="28726"/>
                  <a:pt x="81494" y="34644"/>
                  <a:pt x="77158" y="39388"/>
                </a:cubicBezTo>
                <a:cubicBezTo>
                  <a:pt x="72821" y="44131"/>
                  <a:pt x="66245" y="47749"/>
                  <a:pt x="57428" y="50241"/>
                </a:cubicBezTo>
                <a:cubicBezTo>
                  <a:pt x="57332" y="50432"/>
                  <a:pt x="57284" y="50600"/>
                  <a:pt x="57284" y="50744"/>
                </a:cubicBezTo>
                <a:cubicBezTo>
                  <a:pt x="57284" y="50888"/>
                  <a:pt x="57284" y="51055"/>
                  <a:pt x="57284" y="51247"/>
                </a:cubicBezTo>
                <a:cubicBezTo>
                  <a:pt x="59537" y="52780"/>
                  <a:pt x="61345" y="54697"/>
                  <a:pt x="62711" y="56997"/>
                </a:cubicBezTo>
                <a:cubicBezTo>
                  <a:pt x="64077" y="59297"/>
                  <a:pt x="65263" y="62340"/>
                  <a:pt x="66269" y="66125"/>
                </a:cubicBezTo>
                <a:cubicBezTo>
                  <a:pt x="67419" y="70629"/>
                  <a:pt x="68365" y="74271"/>
                  <a:pt x="69108" y="77050"/>
                </a:cubicBezTo>
                <a:cubicBezTo>
                  <a:pt x="69851" y="79829"/>
                  <a:pt x="70713" y="82021"/>
                  <a:pt x="71695" y="83627"/>
                </a:cubicBezTo>
                <a:cubicBezTo>
                  <a:pt x="72678" y="85232"/>
                  <a:pt x="73923" y="86406"/>
                  <a:pt x="75433" y="87149"/>
                </a:cubicBezTo>
                <a:cubicBezTo>
                  <a:pt x="76942" y="87891"/>
                  <a:pt x="78991" y="88454"/>
                  <a:pt x="81578" y="88838"/>
                </a:cubicBezTo>
                <a:lnTo>
                  <a:pt x="80572" y="93222"/>
                </a:lnTo>
                <a:lnTo>
                  <a:pt x="59656" y="93222"/>
                </a:lnTo>
                <a:cubicBezTo>
                  <a:pt x="58794" y="91353"/>
                  <a:pt x="57955" y="89065"/>
                  <a:pt x="57141" y="86358"/>
                </a:cubicBezTo>
                <a:cubicBezTo>
                  <a:pt x="56326" y="83651"/>
                  <a:pt x="55607" y="81003"/>
                  <a:pt x="54984" y="78416"/>
                </a:cubicBezTo>
                <a:cubicBezTo>
                  <a:pt x="54026" y="74630"/>
                  <a:pt x="53223" y="71360"/>
                  <a:pt x="52577" y="68605"/>
                </a:cubicBezTo>
                <a:cubicBezTo>
                  <a:pt x="51930" y="65850"/>
                  <a:pt x="51295" y="63526"/>
                  <a:pt x="50672" y="61633"/>
                </a:cubicBezTo>
                <a:cubicBezTo>
                  <a:pt x="50049" y="59740"/>
                  <a:pt x="49402" y="58231"/>
                  <a:pt x="48731" y="57105"/>
                </a:cubicBezTo>
                <a:cubicBezTo>
                  <a:pt x="48060" y="55979"/>
                  <a:pt x="47270" y="55080"/>
                  <a:pt x="46359" y="54409"/>
                </a:cubicBezTo>
                <a:cubicBezTo>
                  <a:pt x="45449" y="53739"/>
                  <a:pt x="44347" y="53295"/>
                  <a:pt x="43053" y="53080"/>
                </a:cubicBezTo>
                <a:cubicBezTo>
                  <a:pt x="41759" y="52864"/>
                  <a:pt x="40178" y="52708"/>
                  <a:pt x="38309" y="52613"/>
                </a:cubicBezTo>
                <a:lnTo>
                  <a:pt x="29756" y="52613"/>
                </a:lnTo>
                <a:moveTo>
                  <a:pt x="39819" y="45353"/>
                </a:moveTo>
                <a:cubicBezTo>
                  <a:pt x="49306" y="45353"/>
                  <a:pt x="56590" y="43425"/>
                  <a:pt x="61669" y="39567"/>
                </a:cubicBezTo>
                <a:cubicBezTo>
                  <a:pt x="66748" y="35710"/>
                  <a:pt x="69288" y="29852"/>
                  <a:pt x="69288" y="21994"/>
                </a:cubicBezTo>
                <a:cubicBezTo>
                  <a:pt x="69288" y="19358"/>
                  <a:pt x="68892" y="17118"/>
                  <a:pt x="68102" y="15273"/>
                </a:cubicBezTo>
                <a:cubicBezTo>
                  <a:pt x="67311" y="13429"/>
                  <a:pt x="66053" y="11943"/>
                  <a:pt x="64328" y="10817"/>
                </a:cubicBezTo>
                <a:cubicBezTo>
                  <a:pt x="62603" y="9691"/>
                  <a:pt x="60411" y="8877"/>
                  <a:pt x="57752" y="8373"/>
                </a:cubicBezTo>
                <a:cubicBezTo>
                  <a:pt x="55092" y="7870"/>
                  <a:pt x="51870" y="7619"/>
                  <a:pt x="48084" y="7619"/>
                </a:cubicBezTo>
                <a:cubicBezTo>
                  <a:pt x="46934" y="7619"/>
                  <a:pt x="45617" y="7643"/>
                  <a:pt x="44131" y="7691"/>
                </a:cubicBezTo>
                <a:cubicBezTo>
                  <a:pt x="42646" y="7739"/>
                  <a:pt x="41208" y="7763"/>
                  <a:pt x="39819" y="7763"/>
                </a:cubicBezTo>
                <a:lnTo>
                  <a:pt x="31266" y="45353"/>
                </a:lnTo>
                <a:lnTo>
                  <a:pt x="39819" y="45353"/>
                </a:lnTo>
                <a:close/>
              </a:path>
            </a:pathLst>
          </a:custGeom>
          <a:solidFill xmlns:a="http://schemas.openxmlformats.org/drawingml/2006/main">
            <a:srgbClr val="000000"/>
          </a:solidFill>
          <a:ln xmlns:a="http://schemas.openxmlformats.org/drawingml/2006/main" w="0">
            <a:noFill/>
            <a:prstDash val="solid"/>
          </a:ln>
        </p:spPr>
      </p:sp>
      <p:sp>
        <p:nvSpPr>
          <p:cNvPr id="279" name="path-237">
            <a:extLst xmlns:a="http://schemas.openxmlformats.org/drawingml/2006/main">
              <a:ext uri="{FF2B5EF4-FFF2-40B4-BE49-F238E27FC236}">
                <a16:creationId xmlns:a16="http://schemas.microsoft.com/office/drawing/2014/main" id="{8A79E094-F96F-4D06-98EC-3E814494D827}"/>
              </a:ext>
            </a:extLst>
          </p:cNvPr>
          <p:cNvSpPr>
            <a:spLocks xmlns:a="http://schemas.openxmlformats.org/drawingml/2006/main" noGrp="1"/>
          </p:cNvSpPr>
          <p:nvPr/>
        </p:nvSpPr>
        <p:spPr>
          <a:xfrm xmlns:a="http://schemas.openxmlformats.org/drawingml/2006/main">
            <a:off x="12596595" y="4961712"/>
            <a:ext cx="122092" cy="52517"/>
          </a:xfrm>
          <a:custGeom xmlns:a="http://schemas.openxmlformats.org/drawingml/2006/main">
            <a:pathLst>
              <a:path w="122092" h="52517">
                <a:moveTo>
                  <a:pt x="0" y="12746"/>
                </a:moveTo>
                <a:lnTo>
                  <a:pt x="0" y="0"/>
                </a:lnTo>
                <a:lnTo>
                  <a:pt x="118067" y="0"/>
                </a:lnTo>
                <a:lnTo>
                  <a:pt x="118067" y="12746"/>
                </a:lnTo>
                <a:lnTo>
                  <a:pt x="0" y="12746"/>
                </a:lnTo>
                <a:moveTo>
                  <a:pt x="0" y="52517"/>
                </a:moveTo>
                <a:lnTo>
                  <a:pt x="0" y="39771"/>
                </a:lnTo>
                <a:lnTo>
                  <a:pt x="118067" y="39771"/>
                </a:lnTo>
                <a:lnTo>
                  <a:pt x="118067" y="52517"/>
                </a:lnTo>
                <a:lnTo>
                  <a:pt x="0" y="52517"/>
                </a:lnTo>
                <a:moveTo>
                  <a:pt x="122092" y="26258"/>
                </a:moveTo>
                <a:lnTo>
                  <a:pt x="122092" y="26258"/>
                </a:lnTo>
                <a:close/>
              </a:path>
            </a:pathLst>
          </a:custGeom>
          <a:solidFill xmlns:a="http://schemas.openxmlformats.org/drawingml/2006/main">
            <a:srgbClr val="000000"/>
          </a:solidFill>
          <a:ln xmlns:a="http://schemas.openxmlformats.org/drawingml/2006/main" w="0">
            <a:noFill/>
            <a:prstDash val="solid"/>
          </a:ln>
        </p:spPr>
      </p:sp>
      <p:sp>
        <p:nvSpPr>
          <p:cNvPr id="280" name="path-238">
            <a:extLst xmlns:a="http://schemas.openxmlformats.org/drawingml/2006/main">
              <a:ext uri="{FF2B5EF4-FFF2-40B4-BE49-F238E27FC236}">
                <a16:creationId xmlns:a16="http://schemas.microsoft.com/office/drawing/2014/main" id="{E4E86979-142E-468C-A159-B61D1477AC5A}"/>
              </a:ext>
            </a:extLst>
          </p:cNvPr>
          <p:cNvSpPr>
            <a:spLocks xmlns:a="http://schemas.openxmlformats.org/drawingml/2006/main" noGrp="1"/>
          </p:cNvSpPr>
          <p:nvPr/>
        </p:nvSpPr>
        <p:spPr>
          <a:xfrm xmlns:a="http://schemas.openxmlformats.org/drawingml/2006/main">
            <a:off x="12791996" y="4950787"/>
            <a:ext cx="69958" cy="93246"/>
          </a:xfrm>
          <a:custGeom xmlns:a="http://schemas.openxmlformats.org/drawingml/2006/main">
            <a:pathLst>
              <a:path w="69958" h="93246">
                <a:moveTo>
                  <a:pt x="27217" y="17538"/>
                </a:moveTo>
                <a:lnTo>
                  <a:pt x="28558" y="17825"/>
                </a:lnTo>
                <a:cubicBezTo>
                  <a:pt x="32072" y="13544"/>
                  <a:pt x="35331" y="10174"/>
                  <a:pt x="38333" y="7715"/>
                </a:cubicBezTo>
                <a:cubicBezTo>
                  <a:pt x="41336" y="5255"/>
                  <a:pt x="44579" y="3354"/>
                  <a:pt x="48060" y="2013"/>
                </a:cubicBezTo>
                <a:cubicBezTo>
                  <a:pt x="51542" y="671"/>
                  <a:pt x="55488" y="0"/>
                  <a:pt x="59896" y="0"/>
                </a:cubicBezTo>
                <a:cubicBezTo>
                  <a:pt x="63601" y="0"/>
                  <a:pt x="66956" y="192"/>
                  <a:pt x="69958" y="575"/>
                </a:cubicBezTo>
                <a:lnTo>
                  <a:pt x="69958" y="22617"/>
                </a:lnTo>
                <a:lnTo>
                  <a:pt x="59129" y="22617"/>
                </a:lnTo>
                <a:cubicBezTo>
                  <a:pt x="57596" y="19167"/>
                  <a:pt x="55967" y="16659"/>
                  <a:pt x="54242" y="15094"/>
                </a:cubicBezTo>
                <a:cubicBezTo>
                  <a:pt x="52517" y="13528"/>
                  <a:pt x="50153" y="12746"/>
                  <a:pt x="47150" y="12746"/>
                </a:cubicBezTo>
                <a:cubicBezTo>
                  <a:pt x="44850" y="12746"/>
                  <a:pt x="42566" y="13417"/>
                  <a:pt x="40298" y="14758"/>
                </a:cubicBezTo>
                <a:cubicBezTo>
                  <a:pt x="38030" y="16100"/>
                  <a:pt x="35842" y="18049"/>
                  <a:pt x="33733" y="20604"/>
                </a:cubicBezTo>
                <a:cubicBezTo>
                  <a:pt x="31625" y="23160"/>
                  <a:pt x="30172" y="25556"/>
                  <a:pt x="29373" y="27792"/>
                </a:cubicBezTo>
                <a:cubicBezTo>
                  <a:pt x="28574" y="30028"/>
                  <a:pt x="28175" y="32679"/>
                  <a:pt x="28175" y="35746"/>
                </a:cubicBezTo>
                <a:lnTo>
                  <a:pt x="28175" y="69288"/>
                </a:lnTo>
                <a:cubicBezTo>
                  <a:pt x="28175" y="75101"/>
                  <a:pt x="28526" y="79110"/>
                  <a:pt x="29229" y="81315"/>
                </a:cubicBezTo>
                <a:cubicBezTo>
                  <a:pt x="29932" y="83519"/>
                  <a:pt x="31098" y="85132"/>
                  <a:pt x="32727" y="86154"/>
                </a:cubicBezTo>
                <a:cubicBezTo>
                  <a:pt x="34356" y="87176"/>
                  <a:pt x="36800" y="87975"/>
                  <a:pt x="40058" y="88550"/>
                </a:cubicBezTo>
                <a:lnTo>
                  <a:pt x="40058" y="93246"/>
                </a:lnTo>
                <a:lnTo>
                  <a:pt x="1438" y="93246"/>
                </a:lnTo>
                <a:lnTo>
                  <a:pt x="1438" y="88550"/>
                </a:lnTo>
                <a:cubicBezTo>
                  <a:pt x="3865" y="87783"/>
                  <a:pt x="5606" y="87113"/>
                  <a:pt x="6660" y="86538"/>
                </a:cubicBezTo>
                <a:cubicBezTo>
                  <a:pt x="7715" y="85963"/>
                  <a:pt x="8625" y="85164"/>
                  <a:pt x="9392" y="84142"/>
                </a:cubicBezTo>
                <a:cubicBezTo>
                  <a:pt x="10158" y="83119"/>
                  <a:pt x="10733" y="81554"/>
                  <a:pt x="11117" y="79446"/>
                </a:cubicBezTo>
                <a:cubicBezTo>
                  <a:pt x="11500" y="77338"/>
                  <a:pt x="11692" y="74047"/>
                  <a:pt x="11692" y="69575"/>
                </a:cubicBezTo>
                <a:lnTo>
                  <a:pt x="11692" y="27792"/>
                </a:lnTo>
                <a:cubicBezTo>
                  <a:pt x="11692" y="23703"/>
                  <a:pt x="11628" y="20413"/>
                  <a:pt x="11500" y="17921"/>
                </a:cubicBezTo>
                <a:cubicBezTo>
                  <a:pt x="11372" y="15429"/>
                  <a:pt x="10925" y="13433"/>
                  <a:pt x="10158" y="11931"/>
                </a:cubicBezTo>
                <a:cubicBezTo>
                  <a:pt x="9392" y="10430"/>
                  <a:pt x="8226" y="9312"/>
                  <a:pt x="6660" y="8577"/>
                </a:cubicBezTo>
                <a:cubicBezTo>
                  <a:pt x="5095" y="7842"/>
                  <a:pt x="2875" y="7219"/>
                  <a:pt x="0" y="6708"/>
                </a:cubicBezTo>
                <a:lnTo>
                  <a:pt x="0" y="1725"/>
                </a:lnTo>
                <a:lnTo>
                  <a:pt x="22425" y="767"/>
                </a:lnTo>
                <a:lnTo>
                  <a:pt x="28271" y="767"/>
                </a:lnTo>
                <a:lnTo>
                  <a:pt x="27217" y="17538"/>
                </a:lnTo>
                <a:close/>
              </a:path>
            </a:pathLst>
          </a:custGeom>
          <a:solidFill xmlns:a="http://schemas.openxmlformats.org/drawingml/2006/main">
            <a:srgbClr val="000000"/>
          </a:solidFill>
          <a:ln xmlns:a="http://schemas.openxmlformats.org/drawingml/2006/main" w="0">
            <a:noFill/>
            <a:prstDash val="solid"/>
          </a:ln>
        </p:spPr>
      </p:sp>
      <p:sp>
        <p:nvSpPr>
          <p:cNvPr id="281" name="path-239">
            <a:extLst xmlns:a="http://schemas.openxmlformats.org/drawingml/2006/main">
              <a:ext uri="{FF2B5EF4-FFF2-40B4-BE49-F238E27FC236}">
                <a16:creationId xmlns:a16="http://schemas.microsoft.com/office/drawing/2014/main" id="{FB86A512-2F5C-4718-B4F9-7E6811F3537E}"/>
              </a:ext>
            </a:extLst>
          </p:cNvPr>
          <p:cNvSpPr>
            <a:spLocks xmlns:a="http://schemas.openxmlformats.org/drawingml/2006/main" noGrp="1"/>
          </p:cNvSpPr>
          <p:nvPr/>
        </p:nvSpPr>
        <p:spPr>
          <a:xfrm xmlns:a="http://schemas.openxmlformats.org/drawingml/2006/main">
            <a:off x="12875516" y="4995118"/>
            <a:ext cx="52253" cy="91425"/>
          </a:xfrm>
          <a:custGeom xmlns:a="http://schemas.openxmlformats.org/drawingml/2006/main">
            <a:pathLst>
              <a:path w="52253" h="91425">
                <a:moveTo>
                  <a:pt x="45281" y="76259"/>
                </a:moveTo>
                <a:cubicBezTo>
                  <a:pt x="42838" y="78991"/>
                  <a:pt x="40514" y="81315"/>
                  <a:pt x="38309" y="83231"/>
                </a:cubicBezTo>
                <a:cubicBezTo>
                  <a:pt x="36105" y="85148"/>
                  <a:pt x="33949" y="86717"/>
                  <a:pt x="31841" y="87939"/>
                </a:cubicBezTo>
                <a:cubicBezTo>
                  <a:pt x="29732" y="89161"/>
                  <a:pt x="27648" y="90047"/>
                  <a:pt x="25588" y="90599"/>
                </a:cubicBezTo>
                <a:cubicBezTo>
                  <a:pt x="23527" y="91150"/>
                  <a:pt x="21419" y="91425"/>
                  <a:pt x="19263" y="91425"/>
                </a:cubicBezTo>
                <a:cubicBezTo>
                  <a:pt x="13560" y="91425"/>
                  <a:pt x="9308" y="90083"/>
                  <a:pt x="6505" y="87400"/>
                </a:cubicBezTo>
                <a:cubicBezTo>
                  <a:pt x="3702" y="84717"/>
                  <a:pt x="2300" y="80764"/>
                  <a:pt x="2300" y="75541"/>
                </a:cubicBezTo>
                <a:cubicBezTo>
                  <a:pt x="2300" y="73768"/>
                  <a:pt x="2432" y="71815"/>
                  <a:pt x="2695" y="69683"/>
                </a:cubicBezTo>
                <a:cubicBezTo>
                  <a:pt x="2959" y="67551"/>
                  <a:pt x="3330" y="65478"/>
                  <a:pt x="3809" y="63466"/>
                </a:cubicBezTo>
                <a:lnTo>
                  <a:pt x="12363" y="26234"/>
                </a:lnTo>
                <a:lnTo>
                  <a:pt x="0" y="26234"/>
                </a:lnTo>
                <a:lnTo>
                  <a:pt x="1438" y="20700"/>
                </a:lnTo>
                <a:cubicBezTo>
                  <a:pt x="4313" y="20700"/>
                  <a:pt x="6553" y="20424"/>
                  <a:pt x="8158" y="19873"/>
                </a:cubicBezTo>
                <a:cubicBezTo>
                  <a:pt x="9763" y="19322"/>
                  <a:pt x="11117" y="18568"/>
                  <a:pt x="12219" y="17609"/>
                </a:cubicBezTo>
                <a:cubicBezTo>
                  <a:pt x="12938" y="16939"/>
                  <a:pt x="13632" y="16112"/>
                  <a:pt x="14303" y="15130"/>
                </a:cubicBezTo>
                <a:cubicBezTo>
                  <a:pt x="14974" y="14147"/>
                  <a:pt x="15645" y="12961"/>
                  <a:pt x="16316" y="11572"/>
                </a:cubicBezTo>
                <a:cubicBezTo>
                  <a:pt x="16986" y="10182"/>
                  <a:pt x="17669" y="8541"/>
                  <a:pt x="18364" y="6648"/>
                </a:cubicBezTo>
                <a:cubicBezTo>
                  <a:pt x="19059" y="4756"/>
                  <a:pt x="19838" y="2540"/>
                  <a:pt x="20700" y="0"/>
                </a:cubicBezTo>
                <a:lnTo>
                  <a:pt x="31913" y="0"/>
                </a:lnTo>
                <a:lnTo>
                  <a:pt x="27816" y="18256"/>
                </a:lnTo>
                <a:lnTo>
                  <a:pt x="52253" y="18256"/>
                </a:lnTo>
                <a:lnTo>
                  <a:pt x="50600" y="26234"/>
                </a:lnTo>
                <a:lnTo>
                  <a:pt x="26234" y="26234"/>
                </a:lnTo>
                <a:lnTo>
                  <a:pt x="18903" y="56350"/>
                </a:lnTo>
                <a:cubicBezTo>
                  <a:pt x="18424" y="58363"/>
                  <a:pt x="18029" y="60171"/>
                  <a:pt x="17717" y="61777"/>
                </a:cubicBezTo>
                <a:cubicBezTo>
                  <a:pt x="17406" y="63382"/>
                  <a:pt x="17154" y="64831"/>
                  <a:pt x="16963" y="66125"/>
                </a:cubicBezTo>
                <a:cubicBezTo>
                  <a:pt x="16771" y="67419"/>
                  <a:pt x="16639" y="68593"/>
                  <a:pt x="16567" y="69647"/>
                </a:cubicBezTo>
                <a:cubicBezTo>
                  <a:pt x="16495" y="70701"/>
                  <a:pt x="16459" y="71683"/>
                  <a:pt x="16459" y="72594"/>
                </a:cubicBezTo>
                <a:cubicBezTo>
                  <a:pt x="16459" y="75469"/>
                  <a:pt x="17058" y="77721"/>
                  <a:pt x="18256" y="79350"/>
                </a:cubicBezTo>
                <a:cubicBezTo>
                  <a:pt x="19454" y="80979"/>
                  <a:pt x="21419" y="81794"/>
                  <a:pt x="24150" y="81794"/>
                </a:cubicBezTo>
                <a:cubicBezTo>
                  <a:pt x="26450" y="81794"/>
                  <a:pt x="28894" y="80943"/>
                  <a:pt x="31481" y="79242"/>
                </a:cubicBezTo>
                <a:cubicBezTo>
                  <a:pt x="34069" y="77541"/>
                  <a:pt x="37016" y="74870"/>
                  <a:pt x="40322" y="71228"/>
                </a:cubicBezTo>
                <a:lnTo>
                  <a:pt x="45281" y="76259"/>
                </a:lnTo>
                <a:close/>
              </a:path>
            </a:pathLst>
          </a:custGeom>
          <a:solidFill xmlns:a="http://schemas.openxmlformats.org/drawingml/2006/main">
            <a:srgbClr val="000000"/>
          </a:solidFill>
          <a:ln xmlns:a="http://schemas.openxmlformats.org/drawingml/2006/main" w="0">
            <a:noFill/>
            <a:prstDash val="solid"/>
          </a:ln>
        </p:spPr>
      </p:sp>
      <p:sp>
        <p:nvSpPr>
          <p:cNvPr id="282" name="path-240">
            <a:extLst xmlns:a="http://schemas.openxmlformats.org/drawingml/2006/main">
              <a:ext uri="{FF2B5EF4-FFF2-40B4-BE49-F238E27FC236}">
                <a16:creationId xmlns:a16="http://schemas.microsoft.com/office/drawing/2014/main" id="{54BD10AE-B166-423B-968D-6CC41359E069}"/>
              </a:ext>
            </a:extLst>
          </p:cNvPr>
          <p:cNvSpPr>
            <a:spLocks xmlns:a="http://schemas.openxmlformats.org/drawingml/2006/main" noGrp="1"/>
          </p:cNvSpPr>
          <p:nvPr/>
        </p:nvSpPr>
        <p:spPr>
          <a:xfrm xmlns:a="http://schemas.openxmlformats.org/drawingml/2006/main">
            <a:off x="12931126" y="5011864"/>
            <a:ext cx="72378" cy="73384"/>
          </a:xfrm>
          <a:custGeom xmlns:a="http://schemas.openxmlformats.org/drawingml/2006/main">
            <a:pathLst>
              <a:path w="72378" h="73384">
                <a:moveTo>
                  <a:pt x="19909" y="26522"/>
                </a:moveTo>
                <a:cubicBezTo>
                  <a:pt x="20580" y="23743"/>
                  <a:pt x="21047" y="21443"/>
                  <a:pt x="21311" y="19622"/>
                </a:cubicBezTo>
                <a:cubicBezTo>
                  <a:pt x="21574" y="17801"/>
                  <a:pt x="21706" y="16268"/>
                  <a:pt x="21706" y="15022"/>
                </a:cubicBezTo>
                <a:cubicBezTo>
                  <a:pt x="21706" y="11524"/>
                  <a:pt x="20293" y="9775"/>
                  <a:pt x="17466" y="9775"/>
                </a:cubicBezTo>
                <a:cubicBezTo>
                  <a:pt x="16555" y="9775"/>
                  <a:pt x="15657" y="9955"/>
                  <a:pt x="14770" y="10314"/>
                </a:cubicBezTo>
                <a:cubicBezTo>
                  <a:pt x="13884" y="10673"/>
                  <a:pt x="12961" y="11213"/>
                  <a:pt x="12003" y="11931"/>
                </a:cubicBezTo>
                <a:cubicBezTo>
                  <a:pt x="11045" y="12650"/>
                  <a:pt x="9991" y="13560"/>
                  <a:pt x="8841" y="14663"/>
                </a:cubicBezTo>
                <a:cubicBezTo>
                  <a:pt x="7691" y="15765"/>
                  <a:pt x="6397" y="17058"/>
                  <a:pt x="4959" y="18544"/>
                </a:cubicBezTo>
                <a:lnTo>
                  <a:pt x="0" y="13872"/>
                </a:lnTo>
                <a:cubicBezTo>
                  <a:pt x="2396" y="11428"/>
                  <a:pt x="4588" y="9332"/>
                  <a:pt x="6577" y="7583"/>
                </a:cubicBezTo>
                <a:cubicBezTo>
                  <a:pt x="8565" y="5834"/>
                  <a:pt x="10470" y="4396"/>
                  <a:pt x="12291" y="3270"/>
                </a:cubicBezTo>
                <a:cubicBezTo>
                  <a:pt x="14111" y="2144"/>
                  <a:pt x="15908" y="1318"/>
                  <a:pt x="17681" y="791"/>
                </a:cubicBezTo>
                <a:cubicBezTo>
                  <a:pt x="19454" y="264"/>
                  <a:pt x="21299" y="0"/>
                  <a:pt x="23216" y="0"/>
                </a:cubicBezTo>
                <a:cubicBezTo>
                  <a:pt x="26761" y="0"/>
                  <a:pt x="29505" y="1162"/>
                  <a:pt x="31445" y="3486"/>
                </a:cubicBezTo>
                <a:cubicBezTo>
                  <a:pt x="33386" y="5810"/>
                  <a:pt x="34356" y="8865"/>
                  <a:pt x="34356" y="12650"/>
                </a:cubicBezTo>
                <a:cubicBezTo>
                  <a:pt x="34356" y="14806"/>
                  <a:pt x="34021" y="16723"/>
                  <a:pt x="33350" y="18400"/>
                </a:cubicBezTo>
                <a:lnTo>
                  <a:pt x="34356" y="18831"/>
                </a:lnTo>
                <a:cubicBezTo>
                  <a:pt x="39196" y="12363"/>
                  <a:pt x="43904" y="7607"/>
                  <a:pt x="48480" y="4564"/>
                </a:cubicBezTo>
                <a:cubicBezTo>
                  <a:pt x="53056" y="1521"/>
                  <a:pt x="57764" y="0"/>
                  <a:pt x="62603" y="0"/>
                </a:cubicBezTo>
                <a:cubicBezTo>
                  <a:pt x="64424" y="0"/>
                  <a:pt x="66137" y="96"/>
                  <a:pt x="67742" y="288"/>
                </a:cubicBezTo>
                <a:cubicBezTo>
                  <a:pt x="69347" y="479"/>
                  <a:pt x="70893" y="719"/>
                  <a:pt x="72378" y="1006"/>
                </a:cubicBezTo>
                <a:lnTo>
                  <a:pt x="68713" y="18400"/>
                </a:lnTo>
                <a:lnTo>
                  <a:pt x="60375" y="18400"/>
                </a:lnTo>
                <a:cubicBezTo>
                  <a:pt x="60135" y="15525"/>
                  <a:pt x="59525" y="13465"/>
                  <a:pt x="58542" y="12219"/>
                </a:cubicBezTo>
                <a:cubicBezTo>
                  <a:pt x="57560" y="10973"/>
                  <a:pt x="56134" y="10350"/>
                  <a:pt x="54266" y="10350"/>
                </a:cubicBezTo>
                <a:cubicBezTo>
                  <a:pt x="53164" y="10302"/>
                  <a:pt x="51894" y="10638"/>
                  <a:pt x="50456" y="11356"/>
                </a:cubicBezTo>
                <a:cubicBezTo>
                  <a:pt x="49019" y="12075"/>
                  <a:pt x="47497" y="13105"/>
                  <a:pt x="45892" y="14447"/>
                </a:cubicBezTo>
                <a:cubicBezTo>
                  <a:pt x="44287" y="15789"/>
                  <a:pt x="42694" y="17370"/>
                  <a:pt x="41113" y="19191"/>
                </a:cubicBezTo>
                <a:cubicBezTo>
                  <a:pt x="39531" y="21011"/>
                  <a:pt x="38034" y="23000"/>
                  <a:pt x="36620" y="25156"/>
                </a:cubicBezTo>
                <a:cubicBezTo>
                  <a:pt x="35207" y="27313"/>
                  <a:pt x="33973" y="29601"/>
                  <a:pt x="32919" y="32020"/>
                </a:cubicBezTo>
                <a:cubicBezTo>
                  <a:pt x="31865" y="34440"/>
                  <a:pt x="31074" y="36872"/>
                  <a:pt x="30547" y="39316"/>
                </a:cubicBezTo>
                <a:lnTo>
                  <a:pt x="23216" y="73384"/>
                </a:lnTo>
                <a:lnTo>
                  <a:pt x="9128" y="73384"/>
                </a:lnTo>
                <a:lnTo>
                  <a:pt x="19909" y="26522"/>
                </a:lnTo>
                <a:close/>
              </a:path>
            </a:pathLst>
          </a:custGeom>
          <a:solidFill xmlns:a="http://schemas.openxmlformats.org/drawingml/2006/main">
            <a:srgbClr val="000000"/>
          </a:solidFill>
          <a:ln xmlns:a="http://schemas.openxmlformats.org/drawingml/2006/main" w="0">
            <a:noFill/>
            <a:prstDash val="solid"/>
          </a:ln>
        </p:spPr>
      </p:sp>
      <p:sp>
        <p:nvSpPr>
          <p:cNvPr id="283" name="path-241">
            <a:extLst xmlns:a="http://schemas.openxmlformats.org/drawingml/2006/main">
              <a:ext uri="{FF2B5EF4-FFF2-40B4-BE49-F238E27FC236}">
                <a16:creationId xmlns:a16="http://schemas.microsoft.com/office/drawing/2014/main" id="{4AD4471E-36ED-48FF-BFAA-E9CCC14D5C4A}"/>
              </a:ext>
            </a:extLst>
          </p:cNvPr>
          <p:cNvSpPr>
            <a:spLocks xmlns:a="http://schemas.openxmlformats.org/drawingml/2006/main" noGrp="1"/>
          </p:cNvSpPr>
          <p:nvPr/>
        </p:nvSpPr>
        <p:spPr>
          <a:xfrm xmlns:a="http://schemas.openxmlformats.org/drawingml/2006/main">
            <a:off x="13012465" y="5011864"/>
            <a:ext cx="79997" cy="74678"/>
          </a:xfrm>
          <a:custGeom xmlns:a="http://schemas.openxmlformats.org/drawingml/2006/main">
            <a:pathLst>
              <a:path w="79997" h="74678">
                <a:moveTo>
                  <a:pt x="45856" y="55559"/>
                </a:moveTo>
                <a:cubicBezTo>
                  <a:pt x="43413" y="58962"/>
                  <a:pt x="41041" y="61860"/>
                  <a:pt x="38741" y="64256"/>
                </a:cubicBezTo>
                <a:cubicBezTo>
                  <a:pt x="36441" y="66652"/>
                  <a:pt x="34165" y="68629"/>
                  <a:pt x="31913" y="70186"/>
                </a:cubicBezTo>
                <a:cubicBezTo>
                  <a:pt x="29660" y="71743"/>
                  <a:pt x="27384" y="72881"/>
                  <a:pt x="25084" y="73600"/>
                </a:cubicBezTo>
                <a:cubicBezTo>
                  <a:pt x="22784" y="74319"/>
                  <a:pt x="20389" y="74678"/>
                  <a:pt x="17897" y="74678"/>
                </a:cubicBezTo>
                <a:cubicBezTo>
                  <a:pt x="12195" y="74678"/>
                  <a:pt x="7786" y="72630"/>
                  <a:pt x="4672" y="68533"/>
                </a:cubicBezTo>
                <a:cubicBezTo>
                  <a:pt x="1557" y="64436"/>
                  <a:pt x="0" y="58482"/>
                  <a:pt x="0" y="50672"/>
                </a:cubicBezTo>
                <a:cubicBezTo>
                  <a:pt x="0" y="46024"/>
                  <a:pt x="491" y="41556"/>
                  <a:pt x="1473" y="37267"/>
                </a:cubicBezTo>
                <a:cubicBezTo>
                  <a:pt x="2456" y="32979"/>
                  <a:pt x="3845" y="28954"/>
                  <a:pt x="5642" y="25192"/>
                </a:cubicBezTo>
                <a:cubicBezTo>
                  <a:pt x="7439" y="21431"/>
                  <a:pt x="9583" y="18005"/>
                  <a:pt x="12075" y="14914"/>
                </a:cubicBezTo>
                <a:cubicBezTo>
                  <a:pt x="14567" y="11823"/>
                  <a:pt x="17298" y="9176"/>
                  <a:pt x="20269" y="6972"/>
                </a:cubicBezTo>
                <a:cubicBezTo>
                  <a:pt x="23240" y="4768"/>
                  <a:pt x="26402" y="3055"/>
                  <a:pt x="29756" y="1833"/>
                </a:cubicBezTo>
                <a:cubicBezTo>
                  <a:pt x="33110" y="611"/>
                  <a:pt x="36584" y="0"/>
                  <a:pt x="40178" y="0"/>
                </a:cubicBezTo>
                <a:cubicBezTo>
                  <a:pt x="43964" y="0"/>
                  <a:pt x="47306" y="443"/>
                  <a:pt x="50205" y="1330"/>
                </a:cubicBezTo>
                <a:cubicBezTo>
                  <a:pt x="53104" y="2216"/>
                  <a:pt x="55751" y="3426"/>
                  <a:pt x="58147" y="4959"/>
                </a:cubicBezTo>
                <a:lnTo>
                  <a:pt x="65119" y="0"/>
                </a:lnTo>
                <a:lnTo>
                  <a:pt x="70941" y="1509"/>
                </a:lnTo>
                <a:lnTo>
                  <a:pt x="60088" y="48588"/>
                </a:lnTo>
                <a:cubicBezTo>
                  <a:pt x="59465" y="51271"/>
                  <a:pt x="59033" y="53487"/>
                  <a:pt x="58794" y="55236"/>
                </a:cubicBezTo>
                <a:cubicBezTo>
                  <a:pt x="58554" y="56985"/>
                  <a:pt x="58434" y="58530"/>
                  <a:pt x="58434" y="59872"/>
                </a:cubicBezTo>
                <a:cubicBezTo>
                  <a:pt x="58434" y="61693"/>
                  <a:pt x="58806" y="63010"/>
                  <a:pt x="59548" y="63825"/>
                </a:cubicBezTo>
                <a:cubicBezTo>
                  <a:pt x="60291" y="64640"/>
                  <a:pt x="61357" y="65047"/>
                  <a:pt x="62747" y="65047"/>
                </a:cubicBezTo>
                <a:cubicBezTo>
                  <a:pt x="63609" y="65047"/>
                  <a:pt x="64460" y="64879"/>
                  <a:pt x="65298" y="64544"/>
                </a:cubicBezTo>
                <a:cubicBezTo>
                  <a:pt x="66137" y="64208"/>
                  <a:pt x="67047" y="63681"/>
                  <a:pt x="68030" y="62963"/>
                </a:cubicBezTo>
                <a:cubicBezTo>
                  <a:pt x="69012" y="62244"/>
                  <a:pt x="70090" y="61321"/>
                  <a:pt x="71264" y="60195"/>
                </a:cubicBezTo>
                <a:cubicBezTo>
                  <a:pt x="72438" y="59069"/>
                  <a:pt x="73768" y="57716"/>
                  <a:pt x="75253" y="56134"/>
                </a:cubicBezTo>
                <a:cubicBezTo>
                  <a:pt x="76020" y="56949"/>
                  <a:pt x="76810" y="57752"/>
                  <a:pt x="77625" y="58542"/>
                </a:cubicBezTo>
                <a:cubicBezTo>
                  <a:pt x="78440" y="59333"/>
                  <a:pt x="79230" y="60112"/>
                  <a:pt x="79997" y="60878"/>
                </a:cubicBezTo>
                <a:cubicBezTo>
                  <a:pt x="77601" y="63322"/>
                  <a:pt x="75421" y="65418"/>
                  <a:pt x="73456" y="67167"/>
                </a:cubicBezTo>
                <a:cubicBezTo>
                  <a:pt x="71492" y="68916"/>
                  <a:pt x="69587" y="70354"/>
                  <a:pt x="67742" y="71480"/>
                </a:cubicBezTo>
                <a:cubicBezTo>
                  <a:pt x="65897" y="72606"/>
                  <a:pt x="64089" y="73420"/>
                  <a:pt x="62316" y="73923"/>
                </a:cubicBezTo>
                <a:cubicBezTo>
                  <a:pt x="60543" y="74427"/>
                  <a:pt x="58698" y="74678"/>
                  <a:pt x="56781" y="74678"/>
                </a:cubicBezTo>
                <a:cubicBezTo>
                  <a:pt x="53331" y="74678"/>
                  <a:pt x="50648" y="73564"/>
                  <a:pt x="48731" y="71336"/>
                </a:cubicBezTo>
                <a:cubicBezTo>
                  <a:pt x="46815" y="69108"/>
                  <a:pt x="45856" y="66053"/>
                  <a:pt x="45856" y="62172"/>
                </a:cubicBezTo>
                <a:cubicBezTo>
                  <a:pt x="45856" y="60016"/>
                  <a:pt x="46192" y="57955"/>
                  <a:pt x="46863" y="55991"/>
                </a:cubicBezTo>
                <a:lnTo>
                  <a:pt x="45856" y="55559"/>
                </a:lnTo>
                <a:moveTo>
                  <a:pt x="50528" y="32703"/>
                </a:moveTo>
                <a:cubicBezTo>
                  <a:pt x="51199" y="29732"/>
                  <a:pt x="51726" y="27049"/>
                  <a:pt x="52109" y="24653"/>
                </a:cubicBezTo>
                <a:cubicBezTo>
                  <a:pt x="52493" y="22257"/>
                  <a:pt x="52684" y="19981"/>
                  <a:pt x="52684" y="17825"/>
                </a:cubicBezTo>
                <a:cubicBezTo>
                  <a:pt x="52684" y="13992"/>
                  <a:pt x="51786" y="11248"/>
                  <a:pt x="49989" y="9595"/>
                </a:cubicBezTo>
                <a:cubicBezTo>
                  <a:pt x="48192" y="7942"/>
                  <a:pt x="45353" y="7116"/>
                  <a:pt x="41472" y="7116"/>
                </a:cubicBezTo>
                <a:cubicBezTo>
                  <a:pt x="38645" y="7116"/>
                  <a:pt x="36009" y="7739"/>
                  <a:pt x="33566" y="8984"/>
                </a:cubicBezTo>
                <a:cubicBezTo>
                  <a:pt x="31122" y="10230"/>
                  <a:pt x="28894" y="11931"/>
                  <a:pt x="26881" y="14088"/>
                </a:cubicBezTo>
                <a:cubicBezTo>
                  <a:pt x="24869" y="16244"/>
                  <a:pt x="23084" y="18735"/>
                  <a:pt x="21527" y="21563"/>
                </a:cubicBezTo>
                <a:cubicBezTo>
                  <a:pt x="19969" y="24390"/>
                  <a:pt x="18652" y="27384"/>
                  <a:pt x="17573" y="30547"/>
                </a:cubicBezTo>
                <a:cubicBezTo>
                  <a:pt x="16495" y="33709"/>
                  <a:pt x="15681" y="36956"/>
                  <a:pt x="15130" y="40286"/>
                </a:cubicBezTo>
                <a:cubicBezTo>
                  <a:pt x="14579" y="43616"/>
                  <a:pt x="14303" y="46815"/>
                  <a:pt x="14303" y="49881"/>
                </a:cubicBezTo>
                <a:cubicBezTo>
                  <a:pt x="14303" y="55056"/>
                  <a:pt x="15034" y="58902"/>
                  <a:pt x="16495" y="61417"/>
                </a:cubicBezTo>
                <a:cubicBezTo>
                  <a:pt x="17957" y="63933"/>
                  <a:pt x="20317" y="65191"/>
                  <a:pt x="23575" y="65191"/>
                </a:cubicBezTo>
                <a:cubicBezTo>
                  <a:pt x="25204" y="65191"/>
                  <a:pt x="26773" y="64903"/>
                  <a:pt x="28283" y="64328"/>
                </a:cubicBezTo>
                <a:cubicBezTo>
                  <a:pt x="29792" y="63753"/>
                  <a:pt x="31385" y="62843"/>
                  <a:pt x="33063" y="61597"/>
                </a:cubicBezTo>
                <a:cubicBezTo>
                  <a:pt x="37279" y="58291"/>
                  <a:pt x="40873" y="54266"/>
                  <a:pt x="43844" y="49522"/>
                </a:cubicBezTo>
                <a:cubicBezTo>
                  <a:pt x="46815" y="44778"/>
                  <a:pt x="49043" y="39172"/>
                  <a:pt x="50528" y="32703"/>
                </a:cubicBezTo>
                <a:close/>
              </a:path>
            </a:pathLst>
          </a:custGeom>
          <a:solidFill xmlns:a="http://schemas.openxmlformats.org/drawingml/2006/main">
            <a:srgbClr val="000000"/>
          </a:solidFill>
          <a:ln xmlns:a="http://schemas.openxmlformats.org/drawingml/2006/main" w="0">
            <a:noFill/>
            <a:prstDash val="solid"/>
          </a:ln>
        </p:spPr>
      </p:sp>
      <p:sp>
        <p:nvSpPr>
          <p:cNvPr id="284" name="path-242">
            <a:extLst xmlns:a="http://schemas.openxmlformats.org/drawingml/2006/main">
              <a:ext uri="{FF2B5EF4-FFF2-40B4-BE49-F238E27FC236}">
                <a16:creationId xmlns:a16="http://schemas.microsoft.com/office/drawing/2014/main" id="{CEA402E5-1047-45C3-8C2D-E2EC5A760C6A}"/>
              </a:ext>
            </a:extLst>
          </p:cNvPr>
          <p:cNvSpPr>
            <a:spLocks xmlns:a="http://schemas.openxmlformats.org/drawingml/2006/main" noGrp="1"/>
          </p:cNvSpPr>
          <p:nvPr/>
        </p:nvSpPr>
        <p:spPr>
          <a:xfrm xmlns:a="http://schemas.openxmlformats.org/drawingml/2006/main">
            <a:off x="13101388" y="5011864"/>
            <a:ext cx="63034" cy="74678"/>
          </a:xfrm>
          <a:custGeom xmlns:a="http://schemas.openxmlformats.org/drawingml/2006/main">
            <a:pathLst>
              <a:path w="63034" h="74678">
                <a:moveTo>
                  <a:pt x="50528" y="19981"/>
                </a:moveTo>
                <a:cubicBezTo>
                  <a:pt x="50480" y="17490"/>
                  <a:pt x="50301" y="15417"/>
                  <a:pt x="49989" y="13764"/>
                </a:cubicBezTo>
                <a:cubicBezTo>
                  <a:pt x="49678" y="12111"/>
                  <a:pt x="49175" y="10805"/>
                  <a:pt x="48480" y="9847"/>
                </a:cubicBezTo>
                <a:cubicBezTo>
                  <a:pt x="47785" y="8889"/>
                  <a:pt x="46875" y="8206"/>
                  <a:pt x="45748" y="7798"/>
                </a:cubicBezTo>
                <a:cubicBezTo>
                  <a:pt x="44622" y="7391"/>
                  <a:pt x="43245" y="7164"/>
                  <a:pt x="41616" y="7116"/>
                </a:cubicBezTo>
                <a:cubicBezTo>
                  <a:pt x="39028" y="7116"/>
                  <a:pt x="36548" y="7691"/>
                  <a:pt x="34177" y="8841"/>
                </a:cubicBezTo>
                <a:cubicBezTo>
                  <a:pt x="31805" y="9991"/>
                  <a:pt x="29601" y="11584"/>
                  <a:pt x="27564" y="13620"/>
                </a:cubicBezTo>
                <a:cubicBezTo>
                  <a:pt x="25528" y="15657"/>
                  <a:pt x="23671" y="18041"/>
                  <a:pt x="21994" y="20772"/>
                </a:cubicBezTo>
                <a:cubicBezTo>
                  <a:pt x="20317" y="23503"/>
                  <a:pt x="18879" y="26450"/>
                  <a:pt x="17681" y="29613"/>
                </a:cubicBezTo>
                <a:cubicBezTo>
                  <a:pt x="16483" y="32775"/>
                  <a:pt x="15561" y="36069"/>
                  <a:pt x="14914" y="39495"/>
                </a:cubicBezTo>
                <a:cubicBezTo>
                  <a:pt x="14267" y="42921"/>
                  <a:pt x="13944" y="46335"/>
                  <a:pt x="13944" y="49738"/>
                </a:cubicBezTo>
                <a:cubicBezTo>
                  <a:pt x="13944" y="54817"/>
                  <a:pt x="14950" y="58686"/>
                  <a:pt x="16963" y="61345"/>
                </a:cubicBezTo>
                <a:cubicBezTo>
                  <a:pt x="18975" y="64005"/>
                  <a:pt x="21994" y="65334"/>
                  <a:pt x="26019" y="65334"/>
                </a:cubicBezTo>
                <a:cubicBezTo>
                  <a:pt x="28271" y="65334"/>
                  <a:pt x="30355" y="65131"/>
                  <a:pt x="32272" y="64723"/>
                </a:cubicBezTo>
                <a:cubicBezTo>
                  <a:pt x="34189" y="64316"/>
                  <a:pt x="36057" y="63633"/>
                  <a:pt x="37878" y="62675"/>
                </a:cubicBezTo>
                <a:cubicBezTo>
                  <a:pt x="39699" y="61717"/>
                  <a:pt x="41580" y="60459"/>
                  <a:pt x="43520" y="58902"/>
                </a:cubicBezTo>
                <a:cubicBezTo>
                  <a:pt x="45461" y="57344"/>
                  <a:pt x="47605" y="55416"/>
                  <a:pt x="49953" y="53116"/>
                </a:cubicBezTo>
                <a:cubicBezTo>
                  <a:pt x="50864" y="54074"/>
                  <a:pt x="51738" y="55020"/>
                  <a:pt x="52577" y="55955"/>
                </a:cubicBezTo>
                <a:cubicBezTo>
                  <a:pt x="53415" y="56889"/>
                  <a:pt x="54290" y="57835"/>
                  <a:pt x="55200" y="58794"/>
                </a:cubicBezTo>
                <a:cubicBezTo>
                  <a:pt x="50025" y="64160"/>
                  <a:pt x="44850" y="68150"/>
                  <a:pt x="39675" y="70761"/>
                </a:cubicBezTo>
                <a:cubicBezTo>
                  <a:pt x="34500" y="73372"/>
                  <a:pt x="28942" y="74678"/>
                  <a:pt x="23000" y="74678"/>
                </a:cubicBezTo>
                <a:cubicBezTo>
                  <a:pt x="15573" y="74678"/>
                  <a:pt x="9883" y="72510"/>
                  <a:pt x="5930" y="68173"/>
                </a:cubicBezTo>
                <a:cubicBezTo>
                  <a:pt x="1977" y="63837"/>
                  <a:pt x="0" y="57644"/>
                  <a:pt x="0" y="49594"/>
                </a:cubicBezTo>
                <a:cubicBezTo>
                  <a:pt x="0" y="45090"/>
                  <a:pt x="503" y="40741"/>
                  <a:pt x="1509" y="36548"/>
                </a:cubicBezTo>
                <a:cubicBezTo>
                  <a:pt x="2516" y="32356"/>
                  <a:pt x="3965" y="28415"/>
                  <a:pt x="5858" y="24725"/>
                </a:cubicBezTo>
                <a:cubicBezTo>
                  <a:pt x="7751" y="21035"/>
                  <a:pt x="10015" y="17681"/>
                  <a:pt x="12650" y="14663"/>
                </a:cubicBezTo>
                <a:cubicBezTo>
                  <a:pt x="15285" y="11644"/>
                  <a:pt x="18232" y="9044"/>
                  <a:pt x="21491" y="6864"/>
                </a:cubicBezTo>
                <a:cubicBezTo>
                  <a:pt x="24749" y="4684"/>
                  <a:pt x="28271" y="2995"/>
                  <a:pt x="32056" y="1797"/>
                </a:cubicBezTo>
                <a:cubicBezTo>
                  <a:pt x="35842" y="599"/>
                  <a:pt x="39819" y="0"/>
                  <a:pt x="43988" y="0"/>
                </a:cubicBezTo>
                <a:cubicBezTo>
                  <a:pt x="47485" y="0"/>
                  <a:pt x="50732" y="192"/>
                  <a:pt x="53727" y="575"/>
                </a:cubicBezTo>
                <a:cubicBezTo>
                  <a:pt x="56721" y="958"/>
                  <a:pt x="59824" y="1557"/>
                  <a:pt x="63034" y="2372"/>
                </a:cubicBezTo>
                <a:lnTo>
                  <a:pt x="59009" y="19981"/>
                </a:lnTo>
                <a:lnTo>
                  <a:pt x="50528" y="19981"/>
                </a:lnTo>
                <a:close/>
              </a:path>
            </a:pathLst>
          </a:custGeom>
          <a:solidFill xmlns:a="http://schemas.openxmlformats.org/drawingml/2006/main">
            <a:srgbClr val="000000"/>
          </a:solidFill>
          <a:ln xmlns:a="http://schemas.openxmlformats.org/drawingml/2006/main" w="0">
            <a:noFill/>
            <a:prstDash val="solid"/>
          </a:ln>
        </p:spPr>
      </p:sp>
      <p:sp>
        <p:nvSpPr>
          <p:cNvPr id="285" name="path-243">
            <a:extLst xmlns:a="http://schemas.openxmlformats.org/drawingml/2006/main">
              <a:ext uri="{FF2B5EF4-FFF2-40B4-BE49-F238E27FC236}">
                <a16:creationId xmlns:a16="http://schemas.microsoft.com/office/drawing/2014/main" id="{383848A2-95E1-4963-848A-62CEEF7E5256}"/>
              </a:ext>
            </a:extLst>
          </p:cNvPr>
          <p:cNvSpPr>
            <a:spLocks xmlns:a="http://schemas.openxmlformats.org/drawingml/2006/main" noGrp="1"/>
          </p:cNvSpPr>
          <p:nvPr/>
        </p:nvSpPr>
        <p:spPr>
          <a:xfrm xmlns:a="http://schemas.openxmlformats.org/drawingml/2006/main">
            <a:off x="13173384" y="5011864"/>
            <a:ext cx="63825" cy="74678"/>
          </a:xfrm>
          <a:custGeom xmlns:a="http://schemas.openxmlformats.org/drawingml/2006/main">
            <a:pathLst>
              <a:path w="63825" h="74678">
                <a:moveTo>
                  <a:pt x="57859" y="58075"/>
                </a:moveTo>
                <a:cubicBezTo>
                  <a:pt x="52301" y="63585"/>
                  <a:pt x="46755" y="67730"/>
                  <a:pt x="41220" y="70509"/>
                </a:cubicBezTo>
                <a:cubicBezTo>
                  <a:pt x="35686" y="73289"/>
                  <a:pt x="29732" y="74678"/>
                  <a:pt x="23359" y="74678"/>
                </a:cubicBezTo>
                <a:cubicBezTo>
                  <a:pt x="19622" y="74678"/>
                  <a:pt x="16304" y="74115"/>
                  <a:pt x="13405" y="72989"/>
                </a:cubicBezTo>
                <a:cubicBezTo>
                  <a:pt x="10506" y="71863"/>
                  <a:pt x="8062" y="70222"/>
                  <a:pt x="6073" y="68066"/>
                </a:cubicBezTo>
                <a:cubicBezTo>
                  <a:pt x="4085" y="65909"/>
                  <a:pt x="2576" y="63286"/>
                  <a:pt x="1545" y="60195"/>
                </a:cubicBezTo>
                <a:cubicBezTo>
                  <a:pt x="515" y="57105"/>
                  <a:pt x="0" y="53619"/>
                  <a:pt x="0" y="49738"/>
                </a:cubicBezTo>
                <a:cubicBezTo>
                  <a:pt x="0" y="47006"/>
                  <a:pt x="240" y="44167"/>
                  <a:pt x="719" y="41220"/>
                </a:cubicBezTo>
                <a:cubicBezTo>
                  <a:pt x="1198" y="38273"/>
                  <a:pt x="1941" y="35327"/>
                  <a:pt x="2947" y="32380"/>
                </a:cubicBezTo>
                <a:cubicBezTo>
                  <a:pt x="3953" y="29433"/>
                  <a:pt x="5199" y="26558"/>
                  <a:pt x="6684" y="23755"/>
                </a:cubicBezTo>
                <a:cubicBezTo>
                  <a:pt x="8170" y="20952"/>
                  <a:pt x="9919" y="18328"/>
                  <a:pt x="11931" y="15884"/>
                </a:cubicBezTo>
                <a:cubicBezTo>
                  <a:pt x="15956" y="10901"/>
                  <a:pt x="20808" y="7008"/>
                  <a:pt x="26486" y="4205"/>
                </a:cubicBezTo>
                <a:cubicBezTo>
                  <a:pt x="32164" y="1402"/>
                  <a:pt x="38357" y="0"/>
                  <a:pt x="45066" y="0"/>
                </a:cubicBezTo>
                <a:cubicBezTo>
                  <a:pt x="51199" y="0"/>
                  <a:pt x="55859" y="1342"/>
                  <a:pt x="59045" y="4025"/>
                </a:cubicBezTo>
                <a:cubicBezTo>
                  <a:pt x="62232" y="6708"/>
                  <a:pt x="63825" y="10518"/>
                  <a:pt x="63825" y="15453"/>
                </a:cubicBezTo>
                <a:cubicBezTo>
                  <a:pt x="63825" y="32799"/>
                  <a:pt x="47414" y="41472"/>
                  <a:pt x="14591" y="41472"/>
                </a:cubicBezTo>
                <a:cubicBezTo>
                  <a:pt x="14351" y="42718"/>
                  <a:pt x="14159" y="44071"/>
                  <a:pt x="14016" y="45533"/>
                </a:cubicBezTo>
                <a:cubicBezTo>
                  <a:pt x="13872" y="46994"/>
                  <a:pt x="13800" y="48588"/>
                  <a:pt x="13800" y="50313"/>
                </a:cubicBezTo>
                <a:cubicBezTo>
                  <a:pt x="13800" y="55535"/>
                  <a:pt x="14866" y="59345"/>
                  <a:pt x="16998" y="61741"/>
                </a:cubicBezTo>
                <a:cubicBezTo>
                  <a:pt x="19131" y="64137"/>
                  <a:pt x="22449" y="65334"/>
                  <a:pt x="26953" y="65334"/>
                </a:cubicBezTo>
                <a:cubicBezTo>
                  <a:pt x="29301" y="65334"/>
                  <a:pt x="31529" y="65083"/>
                  <a:pt x="33638" y="64580"/>
                </a:cubicBezTo>
                <a:cubicBezTo>
                  <a:pt x="35746" y="64077"/>
                  <a:pt x="37818" y="63298"/>
                  <a:pt x="39855" y="62244"/>
                </a:cubicBezTo>
                <a:cubicBezTo>
                  <a:pt x="41891" y="61190"/>
                  <a:pt x="43940" y="59836"/>
                  <a:pt x="46000" y="58183"/>
                </a:cubicBezTo>
                <a:cubicBezTo>
                  <a:pt x="48060" y="56530"/>
                  <a:pt x="50217" y="54553"/>
                  <a:pt x="52469" y="52253"/>
                </a:cubicBezTo>
                <a:lnTo>
                  <a:pt x="57859" y="58075"/>
                </a:lnTo>
                <a:moveTo>
                  <a:pt x="16028" y="34500"/>
                </a:moveTo>
                <a:cubicBezTo>
                  <a:pt x="22114" y="34452"/>
                  <a:pt x="27348" y="33973"/>
                  <a:pt x="31733" y="33063"/>
                </a:cubicBezTo>
                <a:cubicBezTo>
                  <a:pt x="36117" y="32152"/>
                  <a:pt x="39711" y="30906"/>
                  <a:pt x="42514" y="29325"/>
                </a:cubicBezTo>
                <a:cubicBezTo>
                  <a:pt x="45317" y="27744"/>
                  <a:pt x="47378" y="25875"/>
                  <a:pt x="48695" y="23719"/>
                </a:cubicBezTo>
                <a:cubicBezTo>
                  <a:pt x="50013" y="21563"/>
                  <a:pt x="50672" y="19191"/>
                  <a:pt x="50672" y="16603"/>
                </a:cubicBezTo>
                <a:cubicBezTo>
                  <a:pt x="50672" y="13632"/>
                  <a:pt x="49929" y="11308"/>
                  <a:pt x="48444" y="9631"/>
                </a:cubicBezTo>
                <a:cubicBezTo>
                  <a:pt x="46958" y="7954"/>
                  <a:pt x="44802" y="7116"/>
                  <a:pt x="41975" y="7116"/>
                </a:cubicBezTo>
                <a:cubicBezTo>
                  <a:pt x="39340" y="7116"/>
                  <a:pt x="36740" y="7763"/>
                  <a:pt x="34177" y="9056"/>
                </a:cubicBezTo>
                <a:cubicBezTo>
                  <a:pt x="31613" y="10350"/>
                  <a:pt x="29193" y="12183"/>
                  <a:pt x="26917" y="14555"/>
                </a:cubicBezTo>
                <a:cubicBezTo>
                  <a:pt x="24641" y="16927"/>
                  <a:pt x="22569" y="19802"/>
                  <a:pt x="20700" y="23180"/>
                </a:cubicBezTo>
                <a:cubicBezTo>
                  <a:pt x="18831" y="26558"/>
                  <a:pt x="17274" y="30331"/>
                  <a:pt x="16028" y="34500"/>
                </a:cubicBezTo>
                <a:close/>
              </a:path>
            </a:pathLst>
          </a:custGeom>
          <a:solidFill xmlns:a="http://schemas.openxmlformats.org/drawingml/2006/main">
            <a:srgbClr val="000000"/>
          </a:solidFill>
          <a:ln xmlns:a="http://schemas.openxmlformats.org/drawingml/2006/main" w="0">
            <a:noFill/>
            <a:prstDash val="solid"/>
          </a:ln>
        </p:spPr>
      </p:sp>
      <p:sp>
        <p:nvSpPr>
          <p:cNvPr id="286" name="path-244">
            <a:extLst xmlns:a="http://schemas.openxmlformats.org/drawingml/2006/main">
              <a:ext uri="{FF2B5EF4-FFF2-40B4-BE49-F238E27FC236}">
                <a16:creationId xmlns:a16="http://schemas.microsoft.com/office/drawing/2014/main" id="{75355FD1-1055-47E1-876F-C721B90AD738}"/>
              </a:ext>
            </a:extLst>
          </p:cNvPr>
          <p:cNvSpPr>
            <a:spLocks xmlns:a="http://schemas.openxmlformats.org/drawingml/2006/main" noGrp="1"/>
          </p:cNvSpPr>
          <p:nvPr/>
        </p:nvSpPr>
        <p:spPr>
          <a:xfrm xmlns:a="http://schemas.openxmlformats.org/drawingml/2006/main">
            <a:off x="13312907" y="4926350"/>
            <a:ext cx="118067" cy="123146"/>
          </a:xfrm>
          <a:custGeom xmlns:a="http://schemas.openxmlformats.org/drawingml/2006/main">
            <a:pathLst>
              <a:path w="118067" h="123146">
                <a:moveTo>
                  <a:pt x="65838" y="67946"/>
                </a:moveTo>
                <a:lnTo>
                  <a:pt x="65838" y="123146"/>
                </a:lnTo>
                <a:lnTo>
                  <a:pt x="52229" y="123146"/>
                </a:lnTo>
                <a:lnTo>
                  <a:pt x="52229" y="67946"/>
                </a:lnTo>
                <a:lnTo>
                  <a:pt x="0" y="67946"/>
                </a:lnTo>
                <a:lnTo>
                  <a:pt x="0" y="55200"/>
                </a:lnTo>
                <a:lnTo>
                  <a:pt x="52229" y="55200"/>
                </a:lnTo>
                <a:lnTo>
                  <a:pt x="52229" y="0"/>
                </a:lnTo>
                <a:lnTo>
                  <a:pt x="65838" y="0"/>
                </a:lnTo>
                <a:lnTo>
                  <a:pt x="65838" y="55200"/>
                </a:lnTo>
                <a:lnTo>
                  <a:pt x="118067" y="55200"/>
                </a:lnTo>
                <a:lnTo>
                  <a:pt x="118067" y="67946"/>
                </a:lnTo>
                <a:lnTo>
                  <a:pt x="65838" y="67946"/>
                </a:lnTo>
                <a:close/>
              </a:path>
            </a:pathLst>
          </a:custGeom>
          <a:solidFill xmlns:a="http://schemas.openxmlformats.org/drawingml/2006/main">
            <a:srgbClr val="000000"/>
          </a:solidFill>
          <a:ln xmlns:a="http://schemas.openxmlformats.org/drawingml/2006/main" w="0">
            <a:noFill/>
            <a:prstDash val="solid"/>
          </a:ln>
        </p:spPr>
      </p:sp>
      <p:sp>
        <p:nvSpPr>
          <p:cNvPr id="287" name="path-245">
            <a:extLst xmlns:a="http://schemas.openxmlformats.org/drawingml/2006/main">
              <a:ext uri="{FF2B5EF4-FFF2-40B4-BE49-F238E27FC236}">
                <a16:creationId xmlns:a16="http://schemas.microsoft.com/office/drawing/2014/main" id="{6343B1F3-9337-4D63-94F7-11C417774C92}"/>
              </a:ext>
            </a:extLst>
          </p:cNvPr>
          <p:cNvSpPr>
            <a:spLocks xmlns:a="http://schemas.openxmlformats.org/drawingml/2006/main" noGrp="1"/>
          </p:cNvSpPr>
          <p:nvPr/>
        </p:nvSpPr>
        <p:spPr>
          <a:xfrm xmlns:a="http://schemas.openxmlformats.org/drawingml/2006/main">
            <a:off x="13497392" y="4950787"/>
            <a:ext cx="69958" cy="93246"/>
          </a:xfrm>
          <a:custGeom xmlns:a="http://schemas.openxmlformats.org/drawingml/2006/main">
            <a:pathLst>
              <a:path w="69958" h="93246">
                <a:moveTo>
                  <a:pt x="27217" y="17538"/>
                </a:moveTo>
                <a:lnTo>
                  <a:pt x="28558" y="17825"/>
                </a:lnTo>
                <a:cubicBezTo>
                  <a:pt x="32072" y="13544"/>
                  <a:pt x="35331" y="10174"/>
                  <a:pt x="38333" y="7715"/>
                </a:cubicBezTo>
                <a:cubicBezTo>
                  <a:pt x="41336" y="5255"/>
                  <a:pt x="44579" y="3354"/>
                  <a:pt x="48060" y="2013"/>
                </a:cubicBezTo>
                <a:cubicBezTo>
                  <a:pt x="51542" y="671"/>
                  <a:pt x="55488" y="0"/>
                  <a:pt x="59896" y="0"/>
                </a:cubicBezTo>
                <a:cubicBezTo>
                  <a:pt x="63601" y="0"/>
                  <a:pt x="66956" y="192"/>
                  <a:pt x="69958" y="575"/>
                </a:cubicBezTo>
                <a:lnTo>
                  <a:pt x="69958" y="22617"/>
                </a:lnTo>
                <a:lnTo>
                  <a:pt x="59129" y="22617"/>
                </a:lnTo>
                <a:cubicBezTo>
                  <a:pt x="57596" y="19167"/>
                  <a:pt x="55967" y="16659"/>
                  <a:pt x="54242" y="15094"/>
                </a:cubicBezTo>
                <a:cubicBezTo>
                  <a:pt x="52517" y="13528"/>
                  <a:pt x="50153" y="12746"/>
                  <a:pt x="47150" y="12746"/>
                </a:cubicBezTo>
                <a:cubicBezTo>
                  <a:pt x="44850" y="12746"/>
                  <a:pt x="42566" y="13417"/>
                  <a:pt x="40298" y="14758"/>
                </a:cubicBezTo>
                <a:cubicBezTo>
                  <a:pt x="38030" y="16100"/>
                  <a:pt x="35842" y="18049"/>
                  <a:pt x="33733" y="20604"/>
                </a:cubicBezTo>
                <a:cubicBezTo>
                  <a:pt x="31625" y="23160"/>
                  <a:pt x="30172" y="25556"/>
                  <a:pt x="29373" y="27792"/>
                </a:cubicBezTo>
                <a:cubicBezTo>
                  <a:pt x="28574" y="30028"/>
                  <a:pt x="28175" y="32679"/>
                  <a:pt x="28175" y="35746"/>
                </a:cubicBezTo>
                <a:lnTo>
                  <a:pt x="28175" y="69288"/>
                </a:lnTo>
                <a:cubicBezTo>
                  <a:pt x="28175" y="75101"/>
                  <a:pt x="28526" y="79110"/>
                  <a:pt x="29229" y="81315"/>
                </a:cubicBezTo>
                <a:cubicBezTo>
                  <a:pt x="29932" y="83519"/>
                  <a:pt x="31098" y="85132"/>
                  <a:pt x="32727" y="86154"/>
                </a:cubicBezTo>
                <a:cubicBezTo>
                  <a:pt x="34356" y="87176"/>
                  <a:pt x="36800" y="87975"/>
                  <a:pt x="40058" y="88550"/>
                </a:cubicBezTo>
                <a:lnTo>
                  <a:pt x="40058" y="93246"/>
                </a:lnTo>
                <a:lnTo>
                  <a:pt x="1438" y="93246"/>
                </a:lnTo>
                <a:lnTo>
                  <a:pt x="1438" y="88550"/>
                </a:lnTo>
                <a:cubicBezTo>
                  <a:pt x="3865" y="87783"/>
                  <a:pt x="5606" y="87113"/>
                  <a:pt x="6660" y="86538"/>
                </a:cubicBezTo>
                <a:cubicBezTo>
                  <a:pt x="7715" y="85963"/>
                  <a:pt x="8625" y="85164"/>
                  <a:pt x="9392" y="84142"/>
                </a:cubicBezTo>
                <a:cubicBezTo>
                  <a:pt x="10158" y="83119"/>
                  <a:pt x="10733" y="81554"/>
                  <a:pt x="11117" y="79446"/>
                </a:cubicBezTo>
                <a:cubicBezTo>
                  <a:pt x="11500" y="77338"/>
                  <a:pt x="11692" y="74047"/>
                  <a:pt x="11692" y="69575"/>
                </a:cubicBezTo>
                <a:lnTo>
                  <a:pt x="11692" y="27792"/>
                </a:lnTo>
                <a:cubicBezTo>
                  <a:pt x="11692" y="23703"/>
                  <a:pt x="11628" y="20413"/>
                  <a:pt x="11500" y="17921"/>
                </a:cubicBezTo>
                <a:cubicBezTo>
                  <a:pt x="11372" y="15429"/>
                  <a:pt x="10925" y="13433"/>
                  <a:pt x="10158" y="11931"/>
                </a:cubicBezTo>
                <a:cubicBezTo>
                  <a:pt x="9392" y="10430"/>
                  <a:pt x="8226" y="9312"/>
                  <a:pt x="6660" y="8577"/>
                </a:cubicBezTo>
                <a:cubicBezTo>
                  <a:pt x="5095" y="7842"/>
                  <a:pt x="2875" y="7219"/>
                  <a:pt x="0" y="6708"/>
                </a:cubicBezTo>
                <a:lnTo>
                  <a:pt x="0" y="1725"/>
                </a:lnTo>
                <a:lnTo>
                  <a:pt x="22425" y="767"/>
                </a:lnTo>
                <a:lnTo>
                  <a:pt x="28271" y="767"/>
                </a:lnTo>
                <a:lnTo>
                  <a:pt x="27217" y="17538"/>
                </a:lnTo>
                <a:close/>
              </a:path>
            </a:pathLst>
          </a:custGeom>
          <a:solidFill xmlns:a="http://schemas.openxmlformats.org/drawingml/2006/main">
            <a:srgbClr val="000000"/>
          </a:solidFill>
          <a:ln xmlns:a="http://schemas.openxmlformats.org/drawingml/2006/main" w="0">
            <a:noFill/>
            <a:prstDash val="solid"/>
          </a:ln>
        </p:spPr>
      </p:sp>
      <p:sp>
        <p:nvSpPr>
          <p:cNvPr id="288" name="path-246">
            <a:extLst xmlns:a="http://schemas.openxmlformats.org/drawingml/2006/main">
              <a:ext uri="{FF2B5EF4-FFF2-40B4-BE49-F238E27FC236}">
                <a16:creationId xmlns:a16="http://schemas.microsoft.com/office/drawing/2014/main" id="{3607D9A5-2E52-4C00-8F2C-E8D2BB9CC950}"/>
              </a:ext>
            </a:extLst>
          </p:cNvPr>
          <p:cNvSpPr>
            <a:spLocks xmlns:a="http://schemas.openxmlformats.org/drawingml/2006/main" noGrp="1"/>
          </p:cNvSpPr>
          <p:nvPr/>
        </p:nvSpPr>
        <p:spPr>
          <a:xfrm xmlns:a="http://schemas.openxmlformats.org/drawingml/2006/main">
            <a:off x="13564241" y="5011864"/>
            <a:ext cx="85891" cy="102278"/>
          </a:xfrm>
          <a:custGeom xmlns:a="http://schemas.openxmlformats.org/drawingml/2006/main">
            <a:pathLst>
              <a:path w="85891" h="102278">
                <a:moveTo>
                  <a:pt x="60950" y="55991"/>
                </a:moveTo>
                <a:cubicBezTo>
                  <a:pt x="58410" y="59297"/>
                  <a:pt x="55991" y="62136"/>
                  <a:pt x="53691" y="64508"/>
                </a:cubicBezTo>
                <a:cubicBezTo>
                  <a:pt x="51391" y="66880"/>
                  <a:pt x="49127" y="68820"/>
                  <a:pt x="46898" y="70330"/>
                </a:cubicBezTo>
                <a:cubicBezTo>
                  <a:pt x="44670" y="71839"/>
                  <a:pt x="42430" y="72941"/>
                  <a:pt x="40178" y="73636"/>
                </a:cubicBezTo>
                <a:cubicBezTo>
                  <a:pt x="37926" y="74331"/>
                  <a:pt x="35578" y="74678"/>
                  <a:pt x="33134" y="74678"/>
                </a:cubicBezTo>
                <a:cubicBezTo>
                  <a:pt x="27528" y="74678"/>
                  <a:pt x="23180" y="72642"/>
                  <a:pt x="20089" y="68569"/>
                </a:cubicBezTo>
                <a:cubicBezTo>
                  <a:pt x="16998" y="64496"/>
                  <a:pt x="15453" y="58530"/>
                  <a:pt x="15453" y="50672"/>
                </a:cubicBezTo>
                <a:cubicBezTo>
                  <a:pt x="15453" y="46216"/>
                  <a:pt x="15932" y="41855"/>
                  <a:pt x="16891" y="37591"/>
                </a:cubicBezTo>
                <a:cubicBezTo>
                  <a:pt x="17849" y="33326"/>
                  <a:pt x="19215" y="29301"/>
                  <a:pt x="20988" y="25516"/>
                </a:cubicBezTo>
                <a:cubicBezTo>
                  <a:pt x="22760" y="21730"/>
                  <a:pt x="24881" y="18268"/>
                  <a:pt x="27348" y="15130"/>
                </a:cubicBezTo>
                <a:cubicBezTo>
                  <a:pt x="29816" y="11991"/>
                  <a:pt x="32547" y="9296"/>
                  <a:pt x="35542" y="7044"/>
                </a:cubicBezTo>
                <a:cubicBezTo>
                  <a:pt x="38537" y="4792"/>
                  <a:pt x="41723" y="3055"/>
                  <a:pt x="45102" y="1833"/>
                </a:cubicBezTo>
                <a:cubicBezTo>
                  <a:pt x="48480" y="611"/>
                  <a:pt x="51990" y="0"/>
                  <a:pt x="55631" y="0"/>
                </a:cubicBezTo>
                <a:cubicBezTo>
                  <a:pt x="59369" y="0"/>
                  <a:pt x="62675" y="443"/>
                  <a:pt x="65550" y="1330"/>
                </a:cubicBezTo>
                <a:cubicBezTo>
                  <a:pt x="68425" y="2216"/>
                  <a:pt x="71037" y="3426"/>
                  <a:pt x="73384" y="4959"/>
                </a:cubicBezTo>
                <a:lnTo>
                  <a:pt x="80428" y="0"/>
                </a:lnTo>
                <a:lnTo>
                  <a:pt x="85891" y="1509"/>
                </a:lnTo>
                <a:cubicBezTo>
                  <a:pt x="84597" y="7643"/>
                  <a:pt x="83303" y="13692"/>
                  <a:pt x="82009" y="19658"/>
                </a:cubicBezTo>
                <a:cubicBezTo>
                  <a:pt x="80716" y="25623"/>
                  <a:pt x="79398" y="31673"/>
                  <a:pt x="78056" y="37806"/>
                </a:cubicBezTo>
                <a:cubicBezTo>
                  <a:pt x="76523" y="45042"/>
                  <a:pt x="75181" y="51714"/>
                  <a:pt x="74031" y="57823"/>
                </a:cubicBezTo>
                <a:cubicBezTo>
                  <a:pt x="72881" y="63933"/>
                  <a:pt x="71612" y="69359"/>
                  <a:pt x="70222" y="74103"/>
                </a:cubicBezTo>
                <a:cubicBezTo>
                  <a:pt x="68832" y="78847"/>
                  <a:pt x="67167" y="82944"/>
                  <a:pt x="65227" y="86394"/>
                </a:cubicBezTo>
                <a:cubicBezTo>
                  <a:pt x="63286" y="89844"/>
                  <a:pt x="60794" y="92719"/>
                  <a:pt x="57752" y="95019"/>
                </a:cubicBezTo>
                <a:cubicBezTo>
                  <a:pt x="54709" y="97319"/>
                  <a:pt x="50959" y="99092"/>
                  <a:pt x="46503" y="100338"/>
                </a:cubicBezTo>
                <a:cubicBezTo>
                  <a:pt x="42047" y="101583"/>
                  <a:pt x="36584" y="102230"/>
                  <a:pt x="30116" y="102278"/>
                </a:cubicBezTo>
                <a:cubicBezTo>
                  <a:pt x="20149" y="102278"/>
                  <a:pt x="12638" y="101068"/>
                  <a:pt x="7583" y="98649"/>
                </a:cubicBezTo>
                <a:cubicBezTo>
                  <a:pt x="2528" y="96229"/>
                  <a:pt x="0" y="92503"/>
                  <a:pt x="0" y="87472"/>
                </a:cubicBezTo>
                <a:cubicBezTo>
                  <a:pt x="0" y="86178"/>
                  <a:pt x="204" y="84956"/>
                  <a:pt x="611" y="83806"/>
                </a:cubicBezTo>
                <a:cubicBezTo>
                  <a:pt x="1018" y="82656"/>
                  <a:pt x="1653" y="81554"/>
                  <a:pt x="2516" y="80500"/>
                </a:cubicBezTo>
                <a:cubicBezTo>
                  <a:pt x="3378" y="79446"/>
                  <a:pt x="4492" y="78404"/>
                  <a:pt x="5858" y="77373"/>
                </a:cubicBezTo>
                <a:cubicBezTo>
                  <a:pt x="7223" y="76343"/>
                  <a:pt x="8841" y="75253"/>
                  <a:pt x="10709" y="74103"/>
                </a:cubicBezTo>
                <a:lnTo>
                  <a:pt x="17250" y="79063"/>
                </a:lnTo>
                <a:cubicBezTo>
                  <a:pt x="15573" y="80500"/>
                  <a:pt x="14435" y="81866"/>
                  <a:pt x="13836" y="83159"/>
                </a:cubicBezTo>
                <a:cubicBezTo>
                  <a:pt x="13237" y="84453"/>
                  <a:pt x="12938" y="85819"/>
                  <a:pt x="12938" y="87256"/>
                </a:cubicBezTo>
                <a:cubicBezTo>
                  <a:pt x="12938" y="89940"/>
                  <a:pt x="14303" y="91976"/>
                  <a:pt x="17034" y="93366"/>
                </a:cubicBezTo>
                <a:cubicBezTo>
                  <a:pt x="19766" y="94755"/>
                  <a:pt x="24030" y="95450"/>
                  <a:pt x="29828" y="95450"/>
                </a:cubicBezTo>
                <a:cubicBezTo>
                  <a:pt x="32799" y="95450"/>
                  <a:pt x="35482" y="95234"/>
                  <a:pt x="37878" y="94803"/>
                </a:cubicBezTo>
                <a:cubicBezTo>
                  <a:pt x="40274" y="94372"/>
                  <a:pt x="42466" y="93641"/>
                  <a:pt x="44455" y="92611"/>
                </a:cubicBezTo>
                <a:cubicBezTo>
                  <a:pt x="46443" y="91581"/>
                  <a:pt x="48252" y="90155"/>
                  <a:pt x="49881" y="88334"/>
                </a:cubicBezTo>
                <a:cubicBezTo>
                  <a:pt x="51510" y="86514"/>
                  <a:pt x="53020" y="84250"/>
                  <a:pt x="54409" y="81542"/>
                </a:cubicBezTo>
                <a:cubicBezTo>
                  <a:pt x="55799" y="78835"/>
                  <a:pt x="57117" y="75397"/>
                  <a:pt x="58363" y="71228"/>
                </a:cubicBezTo>
                <a:cubicBezTo>
                  <a:pt x="59608" y="67059"/>
                  <a:pt x="60830" y="62124"/>
                  <a:pt x="62028" y="56422"/>
                </a:cubicBezTo>
                <a:lnTo>
                  <a:pt x="60950" y="55991"/>
                </a:lnTo>
                <a:moveTo>
                  <a:pt x="65694" y="32703"/>
                </a:moveTo>
                <a:cubicBezTo>
                  <a:pt x="66221" y="29972"/>
                  <a:pt x="66736" y="27313"/>
                  <a:pt x="67239" y="24725"/>
                </a:cubicBezTo>
                <a:cubicBezTo>
                  <a:pt x="67742" y="22138"/>
                  <a:pt x="67994" y="19838"/>
                  <a:pt x="67994" y="17825"/>
                </a:cubicBezTo>
                <a:cubicBezTo>
                  <a:pt x="67994" y="13944"/>
                  <a:pt x="67083" y="11189"/>
                  <a:pt x="65263" y="9559"/>
                </a:cubicBezTo>
                <a:cubicBezTo>
                  <a:pt x="63442" y="7930"/>
                  <a:pt x="60663" y="7116"/>
                  <a:pt x="56925" y="7116"/>
                </a:cubicBezTo>
                <a:cubicBezTo>
                  <a:pt x="54146" y="7116"/>
                  <a:pt x="51534" y="7739"/>
                  <a:pt x="49091" y="8984"/>
                </a:cubicBezTo>
                <a:cubicBezTo>
                  <a:pt x="46647" y="10230"/>
                  <a:pt x="44419" y="11907"/>
                  <a:pt x="42406" y="14016"/>
                </a:cubicBezTo>
                <a:cubicBezTo>
                  <a:pt x="40394" y="16124"/>
                  <a:pt x="38597" y="18592"/>
                  <a:pt x="37016" y="21419"/>
                </a:cubicBezTo>
                <a:cubicBezTo>
                  <a:pt x="35434" y="24246"/>
                  <a:pt x="34105" y="27241"/>
                  <a:pt x="33027" y="30403"/>
                </a:cubicBezTo>
                <a:cubicBezTo>
                  <a:pt x="31948" y="33566"/>
                  <a:pt x="31122" y="36824"/>
                  <a:pt x="30547" y="40178"/>
                </a:cubicBezTo>
                <a:cubicBezTo>
                  <a:pt x="29972" y="43532"/>
                  <a:pt x="29684" y="46767"/>
                  <a:pt x="29684" y="49881"/>
                </a:cubicBezTo>
                <a:cubicBezTo>
                  <a:pt x="29684" y="60088"/>
                  <a:pt x="32775" y="65191"/>
                  <a:pt x="38956" y="65191"/>
                </a:cubicBezTo>
                <a:cubicBezTo>
                  <a:pt x="41544" y="65191"/>
                  <a:pt x="44119" y="64412"/>
                  <a:pt x="46683" y="62855"/>
                </a:cubicBezTo>
                <a:cubicBezTo>
                  <a:pt x="49246" y="61297"/>
                  <a:pt x="52014" y="58698"/>
                  <a:pt x="54984" y="55056"/>
                </a:cubicBezTo>
                <a:cubicBezTo>
                  <a:pt x="56566" y="53140"/>
                  <a:pt x="57931" y="51343"/>
                  <a:pt x="59081" y="49666"/>
                </a:cubicBezTo>
                <a:cubicBezTo>
                  <a:pt x="60231" y="47989"/>
                  <a:pt x="61214" y="46300"/>
                  <a:pt x="62028" y="44598"/>
                </a:cubicBezTo>
                <a:cubicBezTo>
                  <a:pt x="62843" y="42897"/>
                  <a:pt x="63538" y="41089"/>
                  <a:pt x="64113" y="39172"/>
                </a:cubicBezTo>
                <a:cubicBezTo>
                  <a:pt x="64688" y="37255"/>
                  <a:pt x="65215" y="35099"/>
                  <a:pt x="65694" y="32703"/>
                </a:cubicBezTo>
                <a:close/>
              </a:path>
            </a:pathLst>
          </a:custGeom>
          <a:solidFill xmlns:a="http://schemas.openxmlformats.org/drawingml/2006/main">
            <a:srgbClr val="000000"/>
          </a:solidFill>
          <a:ln xmlns:a="http://schemas.openxmlformats.org/drawingml/2006/main" w="0">
            <a:noFill/>
            <a:prstDash val="solid"/>
          </a:ln>
        </p:spPr>
      </p:sp>
      <p:sp>
        <p:nvSpPr>
          <p:cNvPr id="289" name="path-247">
            <a:extLst xmlns:a="http://schemas.openxmlformats.org/drawingml/2006/main">
              <a:ext uri="{FF2B5EF4-FFF2-40B4-BE49-F238E27FC236}">
                <a16:creationId xmlns:a16="http://schemas.microsoft.com/office/drawing/2014/main" id="{427EF8F9-FCA0-42DE-B479-50580D9D11E3}"/>
              </a:ext>
            </a:extLst>
          </p:cNvPr>
          <p:cNvSpPr>
            <a:spLocks xmlns:a="http://schemas.openxmlformats.org/drawingml/2006/main" noGrp="1"/>
          </p:cNvSpPr>
          <p:nvPr/>
        </p:nvSpPr>
        <p:spPr>
          <a:xfrm xmlns:a="http://schemas.openxmlformats.org/drawingml/2006/main">
            <a:off x="13660309" y="5011864"/>
            <a:ext cx="72378" cy="73384"/>
          </a:xfrm>
          <a:custGeom xmlns:a="http://schemas.openxmlformats.org/drawingml/2006/main">
            <a:pathLst>
              <a:path w="72378" h="73384">
                <a:moveTo>
                  <a:pt x="19909" y="26522"/>
                </a:moveTo>
                <a:cubicBezTo>
                  <a:pt x="20580" y="23743"/>
                  <a:pt x="21047" y="21443"/>
                  <a:pt x="21311" y="19622"/>
                </a:cubicBezTo>
                <a:cubicBezTo>
                  <a:pt x="21574" y="17801"/>
                  <a:pt x="21706" y="16268"/>
                  <a:pt x="21706" y="15022"/>
                </a:cubicBezTo>
                <a:cubicBezTo>
                  <a:pt x="21706" y="11524"/>
                  <a:pt x="20293" y="9775"/>
                  <a:pt x="17466" y="9775"/>
                </a:cubicBezTo>
                <a:cubicBezTo>
                  <a:pt x="16555" y="9775"/>
                  <a:pt x="15657" y="9955"/>
                  <a:pt x="14770" y="10314"/>
                </a:cubicBezTo>
                <a:cubicBezTo>
                  <a:pt x="13884" y="10673"/>
                  <a:pt x="12961" y="11213"/>
                  <a:pt x="12003" y="11931"/>
                </a:cubicBezTo>
                <a:cubicBezTo>
                  <a:pt x="11045" y="12650"/>
                  <a:pt x="9991" y="13560"/>
                  <a:pt x="8841" y="14663"/>
                </a:cubicBezTo>
                <a:cubicBezTo>
                  <a:pt x="7691" y="15765"/>
                  <a:pt x="6397" y="17058"/>
                  <a:pt x="4959" y="18544"/>
                </a:cubicBezTo>
                <a:lnTo>
                  <a:pt x="0" y="13872"/>
                </a:lnTo>
                <a:cubicBezTo>
                  <a:pt x="2396" y="11428"/>
                  <a:pt x="4588" y="9332"/>
                  <a:pt x="6577" y="7583"/>
                </a:cubicBezTo>
                <a:cubicBezTo>
                  <a:pt x="8565" y="5834"/>
                  <a:pt x="10470" y="4396"/>
                  <a:pt x="12291" y="3270"/>
                </a:cubicBezTo>
                <a:cubicBezTo>
                  <a:pt x="14111" y="2144"/>
                  <a:pt x="15908" y="1318"/>
                  <a:pt x="17681" y="791"/>
                </a:cubicBezTo>
                <a:cubicBezTo>
                  <a:pt x="19454" y="264"/>
                  <a:pt x="21299" y="0"/>
                  <a:pt x="23216" y="0"/>
                </a:cubicBezTo>
                <a:cubicBezTo>
                  <a:pt x="26761" y="0"/>
                  <a:pt x="29505" y="1162"/>
                  <a:pt x="31445" y="3486"/>
                </a:cubicBezTo>
                <a:cubicBezTo>
                  <a:pt x="33386" y="5810"/>
                  <a:pt x="34356" y="8865"/>
                  <a:pt x="34356" y="12650"/>
                </a:cubicBezTo>
                <a:cubicBezTo>
                  <a:pt x="34356" y="14806"/>
                  <a:pt x="34021" y="16723"/>
                  <a:pt x="33350" y="18400"/>
                </a:cubicBezTo>
                <a:lnTo>
                  <a:pt x="34356" y="18831"/>
                </a:lnTo>
                <a:cubicBezTo>
                  <a:pt x="39196" y="12363"/>
                  <a:pt x="43904" y="7607"/>
                  <a:pt x="48480" y="4564"/>
                </a:cubicBezTo>
                <a:cubicBezTo>
                  <a:pt x="53056" y="1521"/>
                  <a:pt x="57764" y="0"/>
                  <a:pt x="62603" y="0"/>
                </a:cubicBezTo>
                <a:cubicBezTo>
                  <a:pt x="64424" y="0"/>
                  <a:pt x="66137" y="96"/>
                  <a:pt x="67742" y="288"/>
                </a:cubicBezTo>
                <a:cubicBezTo>
                  <a:pt x="69347" y="479"/>
                  <a:pt x="70893" y="719"/>
                  <a:pt x="72378" y="1006"/>
                </a:cubicBezTo>
                <a:lnTo>
                  <a:pt x="68713" y="18400"/>
                </a:lnTo>
                <a:lnTo>
                  <a:pt x="60375" y="18400"/>
                </a:lnTo>
                <a:cubicBezTo>
                  <a:pt x="60135" y="15525"/>
                  <a:pt x="59525" y="13465"/>
                  <a:pt x="58542" y="12219"/>
                </a:cubicBezTo>
                <a:cubicBezTo>
                  <a:pt x="57560" y="10973"/>
                  <a:pt x="56134" y="10350"/>
                  <a:pt x="54266" y="10350"/>
                </a:cubicBezTo>
                <a:cubicBezTo>
                  <a:pt x="53164" y="10302"/>
                  <a:pt x="51894" y="10638"/>
                  <a:pt x="50456" y="11356"/>
                </a:cubicBezTo>
                <a:cubicBezTo>
                  <a:pt x="49019" y="12075"/>
                  <a:pt x="47497" y="13105"/>
                  <a:pt x="45892" y="14447"/>
                </a:cubicBezTo>
                <a:cubicBezTo>
                  <a:pt x="44287" y="15789"/>
                  <a:pt x="42694" y="17370"/>
                  <a:pt x="41113" y="19191"/>
                </a:cubicBezTo>
                <a:cubicBezTo>
                  <a:pt x="39531" y="21011"/>
                  <a:pt x="38034" y="23000"/>
                  <a:pt x="36620" y="25156"/>
                </a:cubicBezTo>
                <a:cubicBezTo>
                  <a:pt x="35207" y="27313"/>
                  <a:pt x="33973" y="29601"/>
                  <a:pt x="32919" y="32020"/>
                </a:cubicBezTo>
                <a:cubicBezTo>
                  <a:pt x="31865" y="34440"/>
                  <a:pt x="31074" y="36872"/>
                  <a:pt x="30547" y="39316"/>
                </a:cubicBezTo>
                <a:lnTo>
                  <a:pt x="23216" y="73384"/>
                </a:lnTo>
                <a:lnTo>
                  <a:pt x="9128" y="73384"/>
                </a:lnTo>
                <a:lnTo>
                  <a:pt x="19909" y="26522"/>
                </a:lnTo>
                <a:close/>
              </a:path>
            </a:pathLst>
          </a:custGeom>
          <a:solidFill xmlns:a="http://schemas.openxmlformats.org/drawingml/2006/main">
            <a:srgbClr val="000000"/>
          </a:solidFill>
          <a:ln xmlns:a="http://schemas.openxmlformats.org/drawingml/2006/main" w="0">
            <a:noFill/>
            <a:prstDash val="solid"/>
          </a:ln>
        </p:spPr>
      </p:sp>
      <p:sp>
        <p:nvSpPr>
          <p:cNvPr id="290" name="path-248">
            <a:extLst xmlns:a="http://schemas.openxmlformats.org/drawingml/2006/main">
              <a:ext uri="{FF2B5EF4-FFF2-40B4-BE49-F238E27FC236}">
                <a16:creationId xmlns:a16="http://schemas.microsoft.com/office/drawing/2014/main" id="{A0882A16-4899-4C74-900D-EA7406B850B7}"/>
              </a:ext>
            </a:extLst>
          </p:cNvPr>
          <p:cNvSpPr>
            <a:spLocks xmlns:a="http://schemas.openxmlformats.org/drawingml/2006/main" noGrp="1"/>
          </p:cNvSpPr>
          <p:nvPr/>
        </p:nvSpPr>
        <p:spPr>
          <a:xfrm xmlns:a="http://schemas.openxmlformats.org/drawingml/2006/main">
            <a:off x="13741896" y="5011864"/>
            <a:ext cx="67994" cy="74678"/>
          </a:xfrm>
          <a:custGeom xmlns:a="http://schemas.openxmlformats.org/drawingml/2006/main">
            <a:pathLst>
              <a:path w="67994" h="74678">
                <a:moveTo>
                  <a:pt x="25588" y="74678"/>
                </a:moveTo>
                <a:cubicBezTo>
                  <a:pt x="21610" y="74678"/>
                  <a:pt x="18041" y="74079"/>
                  <a:pt x="14878" y="72881"/>
                </a:cubicBezTo>
                <a:cubicBezTo>
                  <a:pt x="11716" y="71683"/>
                  <a:pt x="9032" y="69958"/>
                  <a:pt x="6828" y="67706"/>
                </a:cubicBezTo>
                <a:cubicBezTo>
                  <a:pt x="4624" y="65454"/>
                  <a:pt x="2935" y="62735"/>
                  <a:pt x="1761" y="59548"/>
                </a:cubicBezTo>
                <a:cubicBezTo>
                  <a:pt x="587" y="56362"/>
                  <a:pt x="0" y="52756"/>
                  <a:pt x="0" y="48731"/>
                </a:cubicBezTo>
                <a:cubicBezTo>
                  <a:pt x="0" y="41927"/>
                  <a:pt x="1066" y="35566"/>
                  <a:pt x="3198" y="29648"/>
                </a:cubicBezTo>
                <a:cubicBezTo>
                  <a:pt x="5331" y="23731"/>
                  <a:pt x="8278" y="18580"/>
                  <a:pt x="12039" y="14195"/>
                </a:cubicBezTo>
                <a:cubicBezTo>
                  <a:pt x="15801" y="9811"/>
                  <a:pt x="20245" y="6349"/>
                  <a:pt x="25372" y="3809"/>
                </a:cubicBezTo>
                <a:cubicBezTo>
                  <a:pt x="30499" y="1270"/>
                  <a:pt x="36081" y="0"/>
                  <a:pt x="42119" y="0"/>
                </a:cubicBezTo>
                <a:cubicBezTo>
                  <a:pt x="46431" y="0"/>
                  <a:pt x="50205" y="695"/>
                  <a:pt x="53439" y="2084"/>
                </a:cubicBezTo>
                <a:cubicBezTo>
                  <a:pt x="56673" y="3474"/>
                  <a:pt x="59369" y="5355"/>
                  <a:pt x="61525" y="7727"/>
                </a:cubicBezTo>
                <a:cubicBezTo>
                  <a:pt x="63681" y="10098"/>
                  <a:pt x="65298" y="12890"/>
                  <a:pt x="66377" y="16100"/>
                </a:cubicBezTo>
                <a:cubicBezTo>
                  <a:pt x="67455" y="19310"/>
                  <a:pt x="67994" y="22736"/>
                  <a:pt x="67994" y="26378"/>
                </a:cubicBezTo>
                <a:cubicBezTo>
                  <a:pt x="67994" y="33661"/>
                  <a:pt x="66916" y="40262"/>
                  <a:pt x="64759" y="46180"/>
                </a:cubicBezTo>
                <a:cubicBezTo>
                  <a:pt x="62603" y="52097"/>
                  <a:pt x="59620" y="57177"/>
                  <a:pt x="55811" y="61417"/>
                </a:cubicBezTo>
                <a:cubicBezTo>
                  <a:pt x="52002" y="65658"/>
                  <a:pt x="47521" y="68928"/>
                  <a:pt x="42370" y="71228"/>
                </a:cubicBezTo>
                <a:cubicBezTo>
                  <a:pt x="37219" y="73528"/>
                  <a:pt x="31625" y="74678"/>
                  <a:pt x="25588" y="74678"/>
                </a:cubicBezTo>
                <a:moveTo>
                  <a:pt x="14159" y="51750"/>
                </a:moveTo>
                <a:cubicBezTo>
                  <a:pt x="14159" y="57260"/>
                  <a:pt x="15297" y="61321"/>
                  <a:pt x="17573" y="63933"/>
                </a:cubicBezTo>
                <a:cubicBezTo>
                  <a:pt x="19849" y="66544"/>
                  <a:pt x="23311" y="67850"/>
                  <a:pt x="27959" y="67850"/>
                </a:cubicBezTo>
                <a:cubicBezTo>
                  <a:pt x="30547" y="67850"/>
                  <a:pt x="32991" y="67215"/>
                  <a:pt x="35291" y="65945"/>
                </a:cubicBezTo>
                <a:cubicBezTo>
                  <a:pt x="37591" y="64676"/>
                  <a:pt x="39699" y="62963"/>
                  <a:pt x="41616" y="60806"/>
                </a:cubicBezTo>
                <a:cubicBezTo>
                  <a:pt x="43532" y="58650"/>
                  <a:pt x="45245" y="56122"/>
                  <a:pt x="46755" y="53223"/>
                </a:cubicBezTo>
                <a:cubicBezTo>
                  <a:pt x="48264" y="50325"/>
                  <a:pt x="49546" y="47222"/>
                  <a:pt x="50600" y="43916"/>
                </a:cubicBezTo>
                <a:cubicBezTo>
                  <a:pt x="51654" y="40609"/>
                  <a:pt x="52457" y="37195"/>
                  <a:pt x="53008" y="33673"/>
                </a:cubicBezTo>
                <a:cubicBezTo>
                  <a:pt x="53559" y="30152"/>
                  <a:pt x="53834" y="26714"/>
                  <a:pt x="53834" y="23359"/>
                </a:cubicBezTo>
                <a:cubicBezTo>
                  <a:pt x="53834" y="18041"/>
                  <a:pt x="52780" y="14004"/>
                  <a:pt x="50672" y="11248"/>
                </a:cubicBezTo>
                <a:cubicBezTo>
                  <a:pt x="48564" y="8493"/>
                  <a:pt x="45257" y="7116"/>
                  <a:pt x="40753" y="7116"/>
                </a:cubicBezTo>
                <a:cubicBezTo>
                  <a:pt x="38070" y="7116"/>
                  <a:pt x="35554" y="7715"/>
                  <a:pt x="33206" y="8913"/>
                </a:cubicBezTo>
                <a:cubicBezTo>
                  <a:pt x="30858" y="10110"/>
                  <a:pt x="28702" y="11764"/>
                  <a:pt x="26738" y="13872"/>
                </a:cubicBezTo>
                <a:cubicBezTo>
                  <a:pt x="24773" y="15980"/>
                  <a:pt x="23012" y="18472"/>
                  <a:pt x="21455" y="21347"/>
                </a:cubicBezTo>
                <a:cubicBezTo>
                  <a:pt x="19897" y="24222"/>
                  <a:pt x="18580" y="27313"/>
                  <a:pt x="17502" y="30619"/>
                </a:cubicBezTo>
                <a:cubicBezTo>
                  <a:pt x="16423" y="33925"/>
                  <a:pt x="15597" y="37375"/>
                  <a:pt x="15022" y="40969"/>
                </a:cubicBezTo>
                <a:cubicBezTo>
                  <a:pt x="14447" y="44563"/>
                  <a:pt x="14159" y="48156"/>
                  <a:pt x="14159" y="51750"/>
                </a:cubicBezTo>
                <a:close/>
              </a:path>
            </a:pathLst>
          </a:custGeom>
          <a:solidFill xmlns:a="http://schemas.openxmlformats.org/drawingml/2006/main">
            <a:srgbClr val="000000"/>
          </a:solidFill>
          <a:ln xmlns:a="http://schemas.openxmlformats.org/drawingml/2006/main" w="0">
            <a:noFill/>
            <a:prstDash val="solid"/>
          </a:ln>
        </p:spPr>
      </p:sp>
      <p:sp>
        <p:nvSpPr>
          <p:cNvPr id="291" name="path-249">
            <a:extLst xmlns:a="http://schemas.openxmlformats.org/drawingml/2006/main">
              <a:ext uri="{FF2B5EF4-FFF2-40B4-BE49-F238E27FC236}">
                <a16:creationId xmlns:a16="http://schemas.microsoft.com/office/drawing/2014/main" id="{EEC8DF67-9CFB-44F2-AB5D-0526A3B97C46}"/>
              </a:ext>
            </a:extLst>
          </p:cNvPr>
          <p:cNvSpPr>
            <a:spLocks xmlns:a="http://schemas.openxmlformats.org/drawingml/2006/main" noGrp="1"/>
          </p:cNvSpPr>
          <p:nvPr/>
        </p:nvSpPr>
        <p:spPr>
          <a:xfrm xmlns:a="http://schemas.openxmlformats.org/drawingml/2006/main">
            <a:off x="13819528" y="5011864"/>
            <a:ext cx="89988" cy="74678"/>
          </a:xfrm>
          <a:custGeom xmlns:a="http://schemas.openxmlformats.org/drawingml/2006/main">
            <a:pathLst>
              <a:path w="89988" h="74678">
                <a:moveTo>
                  <a:pt x="55775" y="55847"/>
                </a:moveTo>
                <a:cubicBezTo>
                  <a:pt x="51031" y="62124"/>
                  <a:pt x="46419" y="66832"/>
                  <a:pt x="41939" y="69970"/>
                </a:cubicBezTo>
                <a:cubicBezTo>
                  <a:pt x="37459" y="73109"/>
                  <a:pt x="32799" y="74678"/>
                  <a:pt x="27959" y="74678"/>
                </a:cubicBezTo>
                <a:cubicBezTo>
                  <a:pt x="22880" y="74678"/>
                  <a:pt x="19059" y="73337"/>
                  <a:pt x="16495" y="70653"/>
                </a:cubicBezTo>
                <a:cubicBezTo>
                  <a:pt x="13932" y="67970"/>
                  <a:pt x="12650" y="64113"/>
                  <a:pt x="12650" y="59081"/>
                </a:cubicBezTo>
                <a:cubicBezTo>
                  <a:pt x="12650" y="57788"/>
                  <a:pt x="12878" y="55991"/>
                  <a:pt x="13333" y="53691"/>
                </a:cubicBezTo>
                <a:cubicBezTo>
                  <a:pt x="13788" y="51391"/>
                  <a:pt x="14351" y="48827"/>
                  <a:pt x="15022" y="46000"/>
                </a:cubicBezTo>
                <a:cubicBezTo>
                  <a:pt x="15693" y="43173"/>
                  <a:pt x="16411" y="40214"/>
                  <a:pt x="17178" y="37123"/>
                </a:cubicBezTo>
                <a:cubicBezTo>
                  <a:pt x="17945" y="34033"/>
                  <a:pt x="18664" y="31062"/>
                  <a:pt x="19334" y="28211"/>
                </a:cubicBezTo>
                <a:cubicBezTo>
                  <a:pt x="20005" y="25360"/>
                  <a:pt x="20568" y="22772"/>
                  <a:pt x="21023" y="20448"/>
                </a:cubicBezTo>
                <a:cubicBezTo>
                  <a:pt x="21479" y="18124"/>
                  <a:pt x="21706" y="16316"/>
                  <a:pt x="21706" y="15022"/>
                </a:cubicBezTo>
                <a:cubicBezTo>
                  <a:pt x="21706" y="11524"/>
                  <a:pt x="20269" y="9775"/>
                  <a:pt x="17394" y="9775"/>
                </a:cubicBezTo>
                <a:cubicBezTo>
                  <a:pt x="16483" y="9775"/>
                  <a:pt x="15597" y="9955"/>
                  <a:pt x="14734" y="10314"/>
                </a:cubicBezTo>
                <a:cubicBezTo>
                  <a:pt x="13872" y="10673"/>
                  <a:pt x="12949" y="11213"/>
                  <a:pt x="11967" y="11931"/>
                </a:cubicBezTo>
                <a:cubicBezTo>
                  <a:pt x="10985" y="12650"/>
                  <a:pt x="9919" y="13560"/>
                  <a:pt x="8769" y="14663"/>
                </a:cubicBezTo>
                <a:cubicBezTo>
                  <a:pt x="7619" y="15765"/>
                  <a:pt x="6325" y="17058"/>
                  <a:pt x="4888" y="18544"/>
                </a:cubicBezTo>
                <a:lnTo>
                  <a:pt x="0" y="13872"/>
                </a:lnTo>
                <a:cubicBezTo>
                  <a:pt x="2588" y="11284"/>
                  <a:pt x="4899" y="9104"/>
                  <a:pt x="6936" y="7331"/>
                </a:cubicBezTo>
                <a:cubicBezTo>
                  <a:pt x="8972" y="5558"/>
                  <a:pt x="10901" y="4133"/>
                  <a:pt x="12722" y="3055"/>
                </a:cubicBezTo>
                <a:cubicBezTo>
                  <a:pt x="14543" y="1977"/>
                  <a:pt x="16340" y="1198"/>
                  <a:pt x="18113" y="719"/>
                </a:cubicBezTo>
                <a:cubicBezTo>
                  <a:pt x="19885" y="240"/>
                  <a:pt x="21802" y="0"/>
                  <a:pt x="23863" y="0"/>
                </a:cubicBezTo>
                <a:cubicBezTo>
                  <a:pt x="27313" y="0"/>
                  <a:pt x="30068" y="1162"/>
                  <a:pt x="32128" y="3486"/>
                </a:cubicBezTo>
                <a:cubicBezTo>
                  <a:pt x="34189" y="5810"/>
                  <a:pt x="35219" y="8913"/>
                  <a:pt x="35219" y="12794"/>
                </a:cubicBezTo>
                <a:cubicBezTo>
                  <a:pt x="35219" y="14902"/>
                  <a:pt x="35027" y="17250"/>
                  <a:pt x="34644" y="19838"/>
                </a:cubicBezTo>
                <a:cubicBezTo>
                  <a:pt x="34260" y="22425"/>
                  <a:pt x="33614" y="25324"/>
                  <a:pt x="32703" y="28534"/>
                </a:cubicBezTo>
                <a:cubicBezTo>
                  <a:pt x="30882" y="35099"/>
                  <a:pt x="29445" y="40849"/>
                  <a:pt x="28391" y="45784"/>
                </a:cubicBezTo>
                <a:cubicBezTo>
                  <a:pt x="27336" y="50720"/>
                  <a:pt x="26809" y="54338"/>
                  <a:pt x="26809" y="56638"/>
                </a:cubicBezTo>
                <a:cubicBezTo>
                  <a:pt x="26809" y="59513"/>
                  <a:pt x="27372" y="61657"/>
                  <a:pt x="28498" y="63070"/>
                </a:cubicBezTo>
                <a:cubicBezTo>
                  <a:pt x="29625" y="64484"/>
                  <a:pt x="31433" y="65191"/>
                  <a:pt x="33925" y="65191"/>
                </a:cubicBezTo>
                <a:cubicBezTo>
                  <a:pt x="36177" y="65191"/>
                  <a:pt x="38585" y="64352"/>
                  <a:pt x="41148" y="62675"/>
                </a:cubicBezTo>
                <a:cubicBezTo>
                  <a:pt x="43712" y="60998"/>
                  <a:pt x="46168" y="58830"/>
                  <a:pt x="48516" y="56170"/>
                </a:cubicBezTo>
                <a:cubicBezTo>
                  <a:pt x="50864" y="53511"/>
                  <a:pt x="52960" y="50540"/>
                  <a:pt x="54805" y="47258"/>
                </a:cubicBezTo>
                <a:cubicBezTo>
                  <a:pt x="56650" y="43976"/>
                  <a:pt x="58003" y="40729"/>
                  <a:pt x="58866" y="37519"/>
                </a:cubicBezTo>
                <a:lnTo>
                  <a:pt x="66772" y="1509"/>
                </a:lnTo>
                <a:lnTo>
                  <a:pt x="80931" y="1509"/>
                </a:lnTo>
                <a:lnTo>
                  <a:pt x="69863" y="48444"/>
                </a:lnTo>
                <a:cubicBezTo>
                  <a:pt x="69288" y="50888"/>
                  <a:pt x="68880" y="53068"/>
                  <a:pt x="68641" y="54984"/>
                </a:cubicBezTo>
                <a:cubicBezTo>
                  <a:pt x="68401" y="56901"/>
                  <a:pt x="68281" y="58530"/>
                  <a:pt x="68281" y="59872"/>
                </a:cubicBezTo>
                <a:cubicBezTo>
                  <a:pt x="68281" y="61693"/>
                  <a:pt x="68617" y="63010"/>
                  <a:pt x="69288" y="63825"/>
                </a:cubicBezTo>
                <a:cubicBezTo>
                  <a:pt x="69958" y="64640"/>
                  <a:pt x="71037" y="65047"/>
                  <a:pt x="72522" y="65047"/>
                </a:cubicBezTo>
                <a:cubicBezTo>
                  <a:pt x="73432" y="65047"/>
                  <a:pt x="74319" y="64879"/>
                  <a:pt x="75181" y="64544"/>
                </a:cubicBezTo>
                <a:cubicBezTo>
                  <a:pt x="76044" y="64208"/>
                  <a:pt x="76966" y="63681"/>
                  <a:pt x="77948" y="62963"/>
                </a:cubicBezTo>
                <a:cubicBezTo>
                  <a:pt x="78931" y="62244"/>
                  <a:pt x="79997" y="61321"/>
                  <a:pt x="81147" y="60195"/>
                </a:cubicBezTo>
                <a:cubicBezTo>
                  <a:pt x="82297" y="59069"/>
                  <a:pt x="83591" y="57716"/>
                  <a:pt x="85028" y="56134"/>
                </a:cubicBezTo>
                <a:lnTo>
                  <a:pt x="89988" y="60878"/>
                </a:lnTo>
                <a:cubicBezTo>
                  <a:pt x="87592" y="63322"/>
                  <a:pt x="85388" y="65418"/>
                  <a:pt x="83375" y="67167"/>
                </a:cubicBezTo>
                <a:cubicBezTo>
                  <a:pt x="81363" y="68916"/>
                  <a:pt x="79446" y="70354"/>
                  <a:pt x="77625" y="71480"/>
                </a:cubicBezTo>
                <a:cubicBezTo>
                  <a:pt x="75804" y="72606"/>
                  <a:pt x="73995" y="73420"/>
                  <a:pt x="72198" y="73923"/>
                </a:cubicBezTo>
                <a:cubicBezTo>
                  <a:pt x="70402" y="74427"/>
                  <a:pt x="68545" y="74678"/>
                  <a:pt x="66628" y="74678"/>
                </a:cubicBezTo>
                <a:cubicBezTo>
                  <a:pt x="63178" y="74678"/>
                  <a:pt x="60483" y="73564"/>
                  <a:pt x="58542" y="71336"/>
                </a:cubicBezTo>
                <a:cubicBezTo>
                  <a:pt x="56602" y="69108"/>
                  <a:pt x="55631" y="66053"/>
                  <a:pt x="55631" y="62172"/>
                </a:cubicBezTo>
                <a:cubicBezTo>
                  <a:pt x="55631" y="61166"/>
                  <a:pt x="55703" y="60147"/>
                  <a:pt x="55847" y="59117"/>
                </a:cubicBezTo>
                <a:cubicBezTo>
                  <a:pt x="55991" y="58087"/>
                  <a:pt x="56254" y="57093"/>
                  <a:pt x="56638" y="56134"/>
                </a:cubicBezTo>
                <a:lnTo>
                  <a:pt x="55775" y="55847"/>
                </a:lnTo>
                <a:close/>
              </a:path>
            </a:pathLst>
          </a:custGeom>
          <a:solidFill xmlns:a="http://schemas.openxmlformats.org/drawingml/2006/main">
            <a:srgbClr val="000000"/>
          </a:solidFill>
          <a:ln xmlns:a="http://schemas.openxmlformats.org/drawingml/2006/main" w="0">
            <a:noFill/>
            <a:prstDash val="solid"/>
          </a:ln>
        </p:spPr>
      </p:sp>
      <p:sp>
        <p:nvSpPr>
          <p:cNvPr id="292" name="path-250">
            <a:extLst xmlns:a="http://schemas.openxmlformats.org/drawingml/2006/main">
              <a:ext uri="{FF2B5EF4-FFF2-40B4-BE49-F238E27FC236}">
                <a16:creationId xmlns:a16="http://schemas.microsoft.com/office/drawing/2014/main" id="{7F459A63-DE71-49CD-AB58-9D827A33C0FF}"/>
              </a:ext>
            </a:extLst>
          </p:cNvPr>
          <p:cNvSpPr>
            <a:spLocks xmlns:a="http://schemas.openxmlformats.org/drawingml/2006/main" noGrp="1"/>
          </p:cNvSpPr>
          <p:nvPr/>
        </p:nvSpPr>
        <p:spPr>
          <a:xfrm xmlns:a="http://schemas.openxmlformats.org/drawingml/2006/main">
            <a:off x="13913405" y="5011864"/>
            <a:ext cx="89988" cy="74678"/>
          </a:xfrm>
          <a:custGeom xmlns:a="http://schemas.openxmlformats.org/drawingml/2006/main">
            <a:pathLst>
              <a:path w="89988" h="74678">
                <a:moveTo>
                  <a:pt x="34213" y="19047"/>
                </a:moveTo>
                <a:cubicBezTo>
                  <a:pt x="38860" y="12674"/>
                  <a:pt x="43448" y="7906"/>
                  <a:pt x="47977" y="4744"/>
                </a:cubicBezTo>
                <a:cubicBezTo>
                  <a:pt x="52505" y="1581"/>
                  <a:pt x="57189" y="0"/>
                  <a:pt x="62028" y="0"/>
                </a:cubicBezTo>
                <a:cubicBezTo>
                  <a:pt x="67107" y="0"/>
                  <a:pt x="70905" y="1366"/>
                  <a:pt x="73420" y="4097"/>
                </a:cubicBezTo>
                <a:cubicBezTo>
                  <a:pt x="75936" y="6828"/>
                  <a:pt x="77194" y="10661"/>
                  <a:pt x="77194" y="15597"/>
                </a:cubicBezTo>
                <a:cubicBezTo>
                  <a:pt x="77194" y="17082"/>
                  <a:pt x="76978" y="19143"/>
                  <a:pt x="76547" y="21778"/>
                </a:cubicBezTo>
                <a:cubicBezTo>
                  <a:pt x="76116" y="24414"/>
                  <a:pt x="75565" y="27289"/>
                  <a:pt x="74894" y="30403"/>
                </a:cubicBezTo>
                <a:cubicBezTo>
                  <a:pt x="74223" y="33518"/>
                  <a:pt x="73504" y="36716"/>
                  <a:pt x="72738" y="39998"/>
                </a:cubicBezTo>
                <a:cubicBezTo>
                  <a:pt x="71971" y="43281"/>
                  <a:pt x="71252" y="46311"/>
                  <a:pt x="70581" y="49091"/>
                </a:cubicBezTo>
                <a:cubicBezTo>
                  <a:pt x="69910" y="51870"/>
                  <a:pt x="69359" y="54242"/>
                  <a:pt x="68928" y="56206"/>
                </a:cubicBezTo>
                <a:cubicBezTo>
                  <a:pt x="68497" y="58171"/>
                  <a:pt x="68281" y="59393"/>
                  <a:pt x="68281" y="59872"/>
                </a:cubicBezTo>
                <a:cubicBezTo>
                  <a:pt x="68281" y="61693"/>
                  <a:pt x="68617" y="63010"/>
                  <a:pt x="69288" y="63825"/>
                </a:cubicBezTo>
                <a:cubicBezTo>
                  <a:pt x="69958" y="64640"/>
                  <a:pt x="71037" y="65047"/>
                  <a:pt x="72522" y="65047"/>
                </a:cubicBezTo>
                <a:cubicBezTo>
                  <a:pt x="73432" y="65047"/>
                  <a:pt x="74331" y="64879"/>
                  <a:pt x="75217" y="64544"/>
                </a:cubicBezTo>
                <a:cubicBezTo>
                  <a:pt x="76104" y="64208"/>
                  <a:pt x="77026" y="63681"/>
                  <a:pt x="77984" y="62963"/>
                </a:cubicBezTo>
                <a:cubicBezTo>
                  <a:pt x="78943" y="62244"/>
                  <a:pt x="79997" y="61321"/>
                  <a:pt x="81147" y="60195"/>
                </a:cubicBezTo>
                <a:cubicBezTo>
                  <a:pt x="82297" y="59069"/>
                  <a:pt x="83591" y="57716"/>
                  <a:pt x="85028" y="56134"/>
                </a:cubicBezTo>
                <a:lnTo>
                  <a:pt x="89988" y="60878"/>
                </a:lnTo>
                <a:cubicBezTo>
                  <a:pt x="87640" y="63274"/>
                  <a:pt x="85483" y="65334"/>
                  <a:pt x="83519" y="67059"/>
                </a:cubicBezTo>
                <a:cubicBezTo>
                  <a:pt x="81554" y="68784"/>
                  <a:pt x="79650" y="70210"/>
                  <a:pt x="77805" y="71336"/>
                </a:cubicBezTo>
                <a:cubicBezTo>
                  <a:pt x="75960" y="72462"/>
                  <a:pt x="74127" y="73301"/>
                  <a:pt x="72306" y="73852"/>
                </a:cubicBezTo>
                <a:cubicBezTo>
                  <a:pt x="70485" y="74403"/>
                  <a:pt x="68545" y="74678"/>
                  <a:pt x="66484" y="74678"/>
                </a:cubicBezTo>
                <a:cubicBezTo>
                  <a:pt x="64759" y="74678"/>
                  <a:pt x="63166" y="74343"/>
                  <a:pt x="61705" y="73672"/>
                </a:cubicBezTo>
                <a:cubicBezTo>
                  <a:pt x="60243" y="73001"/>
                  <a:pt x="58985" y="72079"/>
                  <a:pt x="57931" y="70905"/>
                </a:cubicBezTo>
                <a:cubicBezTo>
                  <a:pt x="56877" y="69731"/>
                  <a:pt x="56063" y="68341"/>
                  <a:pt x="55488" y="66736"/>
                </a:cubicBezTo>
                <a:cubicBezTo>
                  <a:pt x="54913" y="65131"/>
                  <a:pt x="54625" y="63370"/>
                  <a:pt x="54625" y="61453"/>
                </a:cubicBezTo>
                <a:cubicBezTo>
                  <a:pt x="54625" y="59537"/>
                  <a:pt x="54829" y="57296"/>
                  <a:pt x="55236" y="54733"/>
                </a:cubicBezTo>
                <a:cubicBezTo>
                  <a:pt x="55643" y="52169"/>
                  <a:pt x="56254" y="49354"/>
                  <a:pt x="57069" y="46288"/>
                </a:cubicBezTo>
                <a:cubicBezTo>
                  <a:pt x="57931" y="43173"/>
                  <a:pt x="58734" y="40190"/>
                  <a:pt x="59477" y="37339"/>
                </a:cubicBezTo>
                <a:cubicBezTo>
                  <a:pt x="60219" y="34488"/>
                  <a:pt x="60866" y="31853"/>
                  <a:pt x="61417" y="29433"/>
                </a:cubicBezTo>
                <a:cubicBezTo>
                  <a:pt x="61968" y="27013"/>
                  <a:pt x="62400" y="24857"/>
                  <a:pt x="62711" y="22964"/>
                </a:cubicBezTo>
                <a:cubicBezTo>
                  <a:pt x="63022" y="21071"/>
                  <a:pt x="63178" y="19502"/>
                  <a:pt x="63178" y="18256"/>
                </a:cubicBezTo>
                <a:cubicBezTo>
                  <a:pt x="63178" y="15285"/>
                  <a:pt x="62615" y="13105"/>
                  <a:pt x="61489" y="11716"/>
                </a:cubicBezTo>
                <a:cubicBezTo>
                  <a:pt x="60363" y="10326"/>
                  <a:pt x="58554" y="9631"/>
                  <a:pt x="56063" y="9631"/>
                </a:cubicBezTo>
                <a:cubicBezTo>
                  <a:pt x="54625" y="9631"/>
                  <a:pt x="53080" y="10003"/>
                  <a:pt x="51427" y="10745"/>
                </a:cubicBezTo>
                <a:cubicBezTo>
                  <a:pt x="49773" y="11488"/>
                  <a:pt x="48108" y="12518"/>
                  <a:pt x="46431" y="13836"/>
                </a:cubicBezTo>
                <a:cubicBezTo>
                  <a:pt x="44754" y="15154"/>
                  <a:pt x="43113" y="16711"/>
                  <a:pt x="41508" y="18508"/>
                </a:cubicBezTo>
                <a:cubicBezTo>
                  <a:pt x="39903" y="20305"/>
                  <a:pt x="38429" y="22221"/>
                  <a:pt x="37088" y="24258"/>
                </a:cubicBezTo>
                <a:cubicBezTo>
                  <a:pt x="35746" y="26294"/>
                  <a:pt x="34560" y="28427"/>
                  <a:pt x="33530" y="30655"/>
                </a:cubicBezTo>
                <a:cubicBezTo>
                  <a:pt x="32500" y="32883"/>
                  <a:pt x="31745" y="35099"/>
                  <a:pt x="31266" y="37303"/>
                </a:cubicBezTo>
                <a:lnTo>
                  <a:pt x="23216" y="73384"/>
                </a:lnTo>
                <a:lnTo>
                  <a:pt x="9128" y="73384"/>
                </a:lnTo>
                <a:lnTo>
                  <a:pt x="19909" y="26522"/>
                </a:lnTo>
                <a:cubicBezTo>
                  <a:pt x="20532" y="24030"/>
                  <a:pt x="20988" y="21802"/>
                  <a:pt x="21275" y="19838"/>
                </a:cubicBezTo>
                <a:cubicBezTo>
                  <a:pt x="21563" y="17873"/>
                  <a:pt x="21706" y="16268"/>
                  <a:pt x="21706" y="15022"/>
                </a:cubicBezTo>
                <a:cubicBezTo>
                  <a:pt x="21706" y="11524"/>
                  <a:pt x="20293" y="9775"/>
                  <a:pt x="17466" y="9775"/>
                </a:cubicBezTo>
                <a:cubicBezTo>
                  <a:pt x="16603" y="9775"/>
                  <a:pt x="15729" y="9955"/>
                  <a:pt x="14842" y="10314"/>
                </a:cubicBezTo>
                <a:cubicBezTo>
                  <a:pt x="13956" y="10673"/>
                  <a:pt x="13021" y="11213"/>
                  <a:pt x="12039" y="11931"/>
                </a:cubicBezTo>
                <a:cubicBezTo>
                  <a:pt x="11057" y="12650"/>
                  <a:pt x="9991" y="13560"/>
                  <a:pt x="8841" y="14663"/>
                </a:cubicBezTo>
                <a:cubicBezTo>
                  <a:pt x="7691" y="15765"/>
                  <a:pt x="6397" y="17058"/>
                  <a:pt x="4959" y="18544"/>
                </a:cubicBezTo>
                <a:lnTo>
                  <a:pt x="0" y="13872"/>
                </a:lnTo>
                <a:cubicBezTo>
                  <a:pt x="2396" y="11428"/>
                  <a:pt x="4588" y="9332"/>
                  <a:pt x="6577" y="7583"/>
                </a:cubicBezTo>
                <a:cubicBezTo>
                  <a:pt x="8565" y="5834"/>
                  <a:pt x="10458" y="4396"/>
                  <a:pt x="12255" y="3270"/>
                </a:cubicBezTo>
                <a:cubicBezTo>
                  <a:pt x="14052" y="2144"/>
                  <a:pt x="15836" y="1318"/>
                  <a:pt x="17609" y="791"/>
                </a:cubicBezTo>
                <a:cubicBezTo>
                  <a:pt x="19382" y="264"/>
                  <a:pt x="21251" y="0"/>
                  <a:pt x="23216" y="0"/>
                </a:cubicBezTo>
                <a:cubicBezTo>
                  <a:pt x="26761" y="0"/>
                  <a:pt x="29505" y="1162"/>
                  <a:pt x="31445" y="3486"/>
                </a:cubicBezTo>
                <a:cubicBezTo>
                  <a:pt x="33386" y="5810"/>
                  <a:pt x="34356" y="8865"/>
                  <a:pt x="34356" y="12650"/>
                </a:cubicBezTo>
                <a:cubicBezTo>
                  <a:pt x="34356" y="13608"/>
                  <a:pt x="34272" y="14615"/>
                  <a:pt x="34105" y="15669"/>
                </a:cubicBezTo>
                <a:cubicBezTo>
                  <a:pt x="33937" y="16723"/>
                  <a:pt x="33638" y="17729"/>
                  <a:pt x="33206" y="18688"/>
                </a:cubicBezTo>
                <a:lnTo>
                  <a:pt x="34213" y="19047"/>
                </a:lnTo>
                <a:close/>
              </a:path>
            </a:pathLst>
          </a:custGeom>
          <a:solidFill xmlns:a="http://schemas.openxmlformats.org/drawingml/2006/main">
            <a:srgbClr val="000000"/>
          </a:solidFill>
          <a:ln xmlns:a="http://schemas.openxmlformats.org/drawingml/2006/main" w="0">
            <a:noFill/>
            <a:prstDash val="solid"/>
          </a:ln>
        </p:spPr>
      </p:sp>
      <p:sp>
        <p:nvSpPr>
          <p:cNvPr id="293" name="path-251">
            <a:extLst xmlns:a="http://schemas.openxmlformats.org/drawingml/2006/main">
              <a:ext uri="{FF2B5EF4-FFF2-40B4-BE49-F238E27FC236}">
                <a16:creationId xmlns:a16="http://schemas.microsoft.com/office/drawing/2014/main" id="{C4472DC6-944F-4290-BF38-942E09209A8B}"/>
              </a:ext>
            </a:extLst>
          </p:cNvPr>
          <p:cNvSpPr>
            <a:spLocks xmlns:a="http://schemas.openxmlformats.org/drawingml/2006/main" noGrp="1"/>
          </p:cNvSpPr>
          <p:nvPr/>
        </p:nvSpPr>
        <p:spPr>
          <a:xfrm xmlns:a="http://schemas.openxmlformats.org/drawingml/2006/main">
            <a:off x="14013247" y="4987139"/>
            <a:ext cx="79997" cy="99403"/>
          </a:xfrm>
          <a:custGeom xmlns:a="http://schemas.openxmlformats.org/drawingml/2006/main">
            <a:pathLst>
              <a:path w="79997" h="99403">
                <a:moveTo>
                  <a:pt x="60088" y="73313"/>
                </a:moveTo>
                <a:cubicBezTo>
                  <a:pt x="59417" y="76140"/>
                  <a:pt x="58973" y="78392"/>
                  <a:pt x="58758" y="80069"/>
                </a:cubicBezTo>
                <a:cubicBezTo>
                  <a:pt x="58542" y="81746"/>
                  <a:pt x="58434" y="83255"/>
                  <a:pt x="58434" y="84597"/>
                </a:cubicBezTo>
                <a:cubicBezTo>
                  <a:pt x="58434" y="86418"/>
                  <a:pt x="58806" y="87735"/>
                  <a:pt x="59548" y="88550"/>
                </a:cubicBezTo>
                <a:cubicBezTo>
                  <a:pt x="60291" y="89365"/>
                  <a:pt x="61357" y="89772"/>
                  <a:pt x="62747" y="89772"/>
                </a:cubicBezTo>
                <a:cubicBezTo>
                  <a:pt x="63609" y="89772"/>
                  <a:pt x="64460" y="89604"/>
                  <a:pt x="65298" y="89269"/>
                </a:cubicBezTo>
                <a:cubicBezTo>
                  <a:pt x="66137" y="88933"/>
                  <a:pt x="67047" y="88406"/>
                  <a:pt x="68030" y="87688"/>
                </a:cubicBezTo>
                <a:cubicBezTo>
                  <a:pt x="69012" y="86969"/>
                  <a:pt x="70090" y="86046"/>
                  <a:pt x="71264" y="84920"/>
                </a:cubicBezTo>
                <a:cubicBezTo>
                  <a:pt x="72438" y="83794"/>
                  <a:pt x="73768" y="82441"/>
                  <a:pt x="75253" y="80859"/>
                </a:cubicBezTo>
                <a:cubicBezTo>
                  <a:pt x="76020" y="81674"/>
                  <a:pt x="76810" y="82477"/>
                  <a:pt x="77625" y="83267"/>
                </a:cubicBezTo>
                <a:cubicBezTo>
                  <a:pt x="78440" y="84058"/>
                  <a:pt x="79230" y="84837"/>
                  <a:pt x="79997" y="85603"/>
                </a:cubicBezTo>
                <a:cubicBezTo>
                  <a:pt x="77601" y="88047"/>
                  <a:pt x="75421" y="90143"/>
                  <a:pt x="73456" y="91892"/>
                </a:cubicBezTo>
                <a:cubicBezTo>
                  <a:pt x="71492" y="93641"/>
                  <a:pt x="69587" y="95079"/>
                  <a:pt x="67742" y="96205"/>
                </a:cubicBezTo>
                <a:cubicBezTo>
                  <a:pt x="65897" y="97331"/>
                  <a:pt x="64089" y="98145"/>
                  <a:pt x="62316" y="98649"/>
                </a:cubicBezTo>
                <a:cubicBezTo>
                  <a:pt x="60543" y="99152"/>
                  <a:pt x="58698" y="99403"/>
                  <a:pt x="56781" y="99403"/>
                </a:cubicBezTo>
                <a:cubicBezTo>
                  <a:pt x="53331" y="99403"/>
                  <a:pt x="50648" y="98289"/>
                  <a:pt x="48731" y="96061"/>
                </a:cubicBezTo>
                <a:cubicBezTo>
                  <a:pt x="46815" y="93833"/>
                  <a:pt x="45856" y="90778"/>
                  <a:pt x="45856" y="86897"/>
                </a:cubicBezTo>
                <a:cubicBezTo>
                  <a:pt x="45856" y="84741"/>
                  <a:pt x="46192" y="82680"/>
                  <a:pt x="46863" y="80716"/>
                </a:cubicBezTo>
                <a:lnTo>
                  <a:pt x="45856" y="80284"/>
                </a:lnTo>
                <a:cubicBezTo>
                  <a:pt x="43413" y="83687"/>
                  <a:pt x="41041" y="86585"/>
                  <a:pt x="38741" y="88981"/>
                </a:cubicBezTo>
                <a:cubicBezTo>
                  <a:pt x="36441" y="91377"/>
                  <a:pt x="34165" y="93354"/>
                  <a:pt x="31913" y="94911"/>
                </a:cubicBezTo>
                <a:cubicBezTo>
                  <a:pt x="29660" y="96468"/>
                  <a:pt x="27384" y="97606"/>
                  <a:pt x="25084" y="98325"/>
                </a:cubicBezTo>
                <a:cubicBezTo>
                  <a:pt x="22784" y="99044"/>
                  <a:pt x="20389" y="99403"/>
                  <a:pt x="17897" y="99403"/>
                </a:cubicBezTo>
                <a:cubicBezTo>
                  <a:pt x="12195" y="99403"/>
                  <a:pt x="7786" y="97355"/>
                  <a:pt x="4672" y="93258"/>
                </a:cubicBezTo>
                <a:cubicBezTo>
                  <a:pt x="1557" y="89161"/>
                  <a:pt x="0" y="83207"/>
                  <a:pt x="0" y="75397"/>
                </a:cubicBezTo>
                <a:cubicBezTo>
                  <a:pt x="0" y="70749"/>
                  <a:pt x="491" y="66281"/>
                  <a:pt x="1473" y="61992"/>
                </a:cubicBezTo>
                <a:cubicBezTo>
                  <a:pt x="2456" y="57704"/>
                  <a:pt x="3845" y="53679"/>
                  <a:pt x="5642" y="49917"/>
                </a:cubicBezTo>
                <a:cubicBezTo>
                  <a:pt x="7439" y="46156"/>
                  <a:pt x="9583" y="42730"/>
                  <a:pt x="12075" y="39639"/>
                </a:cubicBezTo>
                <a:cubicBezTo>
                  <a:pt x="14567" y="36548"/>
                  <a:pt x="17298" y="33901"/>
                  <a:pt x="20269" y="31697"/>
                </a:cubicBezTo>
                <a:cubicBezTo>
                  <a:pt x="23240" y="29493"/>
                  <a:pt x="26402" y="27780"/>
                  <a:pt x="29756" y="26558"/>
                </a:cubicBezTo>
                <a:cubicBezTo>
                  <a:pt x="33110" y="25336"/>
                  <a:pt x="36584" y="24725"/>
                  <a:pt x="40178" y="24725"/>
                </a:cubicBezTo>
                <a:cubicBezTo>
                  <a:pt x="43341" y="24725"/>
                  <a:pt x="46240" y="25036"/>
                  <a:pt x="48875" y="25659"/>
                </a:cubicBezTo>
                <a:cubicBezTo>
                  <a:pt x="51510" y="26282"/>
                  <a:pt x="54026" y="27528"/>
                  <a:pt x="56422" y="29397"/>
                </a:cubicBezTo>
                <a:cubicBezTo>
                  <a:pt x="57237" y="26378"/>
                  <a:pt x="57883" y="23803"/>
                  <a:pt x="58363" y="21670"/>
                </a:cubicBezTo>
                <a:cubicBezTo>
                  <a:pt x="58842" y="19538"/>
                  <a:pt x="59237" y="17573"/>
                  <a:pt x="59548" y="15777"/>
                </a:cubicBezTo>
                <a:cubicBezTo>
                  <a:pt x="59860" y="13980"/>
                  <a:pt x="60016" y="12482"/>
                  <a:pt x="60016" y="11284"/>
                </a:cubicBezTo>
                <a:cubicBezTo>
                  <a:pt x="60016" y="10278"/>
                  <a:pt x="59884" y="9440"/>
                  <a:pt x="59620" y="8769"/>
                </a:cubicBezTo>
                <a:cubicBezTo>
                  <a:pt x="59357" y="8098"/>
                  <a:pt x="58890" y="7547"/>
                  <a:pt x="58219" y="7116"/>
                </a:cubicBezTo>
                <a:cubicBezTo>
                  <a:pt x="57548" y="6684"/>
                  <a:pt x="56602" y="6373"/>
                  <a:pt x="55380" y="6181"/>
                </a:cubicBezTo>
                <a:cubicBezTo>
                  <a:pt x="54158" y="5990"/>
                  <a:pt x="52613" y="5846"/>
                  <a:pt x="50744" y="5750"/>
                </a:cubicBezTo>
                <a:lnTo>
                  <a:pt x="51678" y="862"/>
                </a:lnTo>
                <a:lnTo>
                  <a:pt x="73097" y="0"/>
                </a:lnTo>
                <a:lnTo>
                  <a:pt x="76763" y="0"/>
                </a:lnTo>
                <a:lnTo>
                  <a:pt x="60088" y="73313"/>
                </a:lnTo>
                <a:moveTo>
                  <a:pt x="50384" y="57428"/>
                </a:moveTo>
                <a:cubicBezTo>
                  <a:pt x="50911" y="54841"/>
                  <a:pt x="51391" y="52253"/>
                  <a:pt x="51822" y="49666"/>
                </a:cubicBezTo>
                <a:cubicBezTo>
                  <a:pt x="52253" y="47078"/>
                  <a:pt x="52469" y="44706"/>
                  <a:pt x="52469" y="42550"/>
                </a:cubicBezTo>
                <a:cubicBezTo>
                  <a:pt x="52469" y="38669"/>
                  <a:pt x="51594" y="35914"/>
                  <a:pt x="49845" y="34284"/>
                </a:cubicBezTo>
                <a:cubicBezTo>
                  <a:pt x="48096" y="32655"/>
                  <a:pt x="45305" y="31841"/>
                  <a:pt x="41472" y="31841"/>
                </a:cubicBezTo>
                <a:cubicBezTo>
                  <a:pt x="38645" y="31841"/>
                  <a:pt x="36021" y="32452"/>
                  <a:pt x="33602" y="33673"/>
                </a:cubicBezTo>
                <a:cubicBezTo>
                  <a:pt x="31182" y="34895"/>
                  <a:pt x="28966" y="36572"/>
                  <a:pt x="26953" y="38705"/>
                </a:cubicBezTo>
                <a:cubicBezTo>
                  <a:pt x="24941" y="40837"/>
                  <a:pt x="23144" y="43305"/>
                  <a:pt x="21563" y="46108"/>
                </a:cubicBezTo>
                <a:cubicBezTo>
                  <a:pt x="19981" y="48911"/>
                  <a:pt x="18652" y="51906"/>
                  <a:pt x="17573" y="55092"/>
                </a:cubicBezTo>
                <a:cubicBezTo>
                  <a:pt x="16495" y="58279"/>
                  <a:pt x="15681" y="61537"/>
                  <a:pt x="15130" y="64867"/>
                </a:cubicBezTo>
                <a:cubicBezTo>
                  <a:pt x="14579" y="68197"/>
                  <a:pt x="14303" y="71444"/>
                  <a:pt x="14303" y="74606"/>
                </a:cubicBezTo>
                <a:cubicBezTo>
                  <a:pt x="14303" y="79781"/>
                  <a:pt x="15034" y="83627"/>
                  <a:pt x="16495" y="86142"/>
                </a:cubicBezTo>
                <a:cubicBezTo>
                  <a:pt x="17957" y="88658"/>
                  <a:pt x="20317" y="89916"/>
                  <a:pt x="23575" y="89916"/>
                </a:cubicBezTo>
                <a:cubicBezTo>
                  <a:pt x="25779" y="89916"/>
                  <a:pt x="28223" y="89173"/>
                  <a:pt x="30906" y="87688"/>
                </a:cubicBezTo>
                <a:cubicBezTo>
                  <a:pt x="33590" y="86202"/>
                  <a:pt x="36189" y="84058"/>
                  <a:pt x="38705" y="81255"/>
                </a:cubicBezTo>
                <a:cubicBezTo>
                  <a:pt x="41220" y="78452"/>
                  <a:pt x="43532" y="75038"/>
                  <a:pt x="45641" y="71013"/>
                </a:cubicBezTo>
                <a:cubicBezTo>
                  <a:pt x="47749" y="66988"/>
                  <a:pt x="49330" y="62459"/>
                  <a:pt x="50384" y="57428"/>
                </a:cubicBezTo>
                <a:close/>
              </a:path>
            </a:pathLst>
          </a:custGeom>
          <a:solidFill xmlns:a="http://schemas.openxmlformats.org/drawingml/2006/main">
            <a:srgbClr val="000000"/>
          </a:solidFill>
          <a:ln xmlns:a="http://schemas.openxmlformats.org/drawingml/2006/main" w="0">
            <a:noFill/>
            <a:prstDash val="solid"/>
          </a:ln>
        </p:spPr>
      </p:sp>
      <p:sp>
        <p:nvSpPr>
          <p:cNvPr id="294" name="path-252">
            <a:extLst xmlns:a="http://schemas.openxmlformats.org/drawingml/2006/main">
              <a:ext uri="{FF2B5EF4-FFF2-40B4-BE49-F238E27FC236}">
                <a16:creationId xmlns:a16="http://schemas.microsoft.com/office/drawing/2014/main" id="{AD0BAB22-87C9-490B-A298-6ED5367F8BF5}"/>
              </a:ext>
            </a:extLst>
          </p:cNvPr>
          <p:cNvSpPr>
            <a:spLocks xmlns:a="http://schemas.openxmlformats.org/drawingml/2006/main" noGrp="1"/>
          </p:cNvSpPr>
          <p:nvPr/>
        </p:nvSpPr>
        <p:spPr>
          <a:xfrm xmlns:a="http://schemas.openxmlformats.org/drawingml/2006/main">
            <a:off x="14585313" y="4932516"/>
            <a:ext cx="95426" cy="114461"/>
          </a:xfrm>
          <a:custGeom xmlns:a="http://schemas.openxmlformats.org/drawingml/2006/main">
            <a:pathLst>
              <a:path w="95426" h="114461">
                <a:moveTo>
                  <a:pt x="64316" y="62555"/>
                </a:moveTo>
                <a:cubicBezTo>
                  <a:pt x="67000" y="64568"/>
                  <a:pt x="69166" y="66972"/>
                  <a:pt x="70815" y="69767"/>
                </a:cubicBezTo>
                <a:cubicBezTo>
                  <a:pt x="72464" y="72562"/>
                  <a:pt x="73792" y="76447"/>
                  <a:pt x="74798" y="81422"/>
                </a:cubicBezTo>
                <a:lnTo>
                  <a:pt x="76727" y="91150"/>
                </a:lnTo>
                <a:cubicBezTo>
                  <a:pt x="77342" y="94224"/>
                  <a:pt x="78040" y="96991"/>
                  <a:pt x="78823" y="99451"/>
                </a:cubicBezTo>
                <a:cubicBezTo>
                  <a:pt x="79606" y="101911"/>
                  <a:pt x="80542" y="103867"/>
                  <a:pt x="81632" y="105321"/>
                </a:cubicBezTo>
                <a:cubicBezTo>
                  <a:pt x="82722" y="106774"/>
                  <a:pt x="83952" y="107864"/>
                  <a:pt x="85322" y="108591"/>
                </a:cubicBezTo>
                <a:cubicBezTo>
                  <a:pt x="86691" y="109318"/>
                  <a:pt x="88690" y="109905"/>
                  <a:pt x="91317" y="110352"/>
                </a:cubicBezTo>
                <a:lnTo>
                  <a:pt x="90479" y="114461"/>
                </a:lnTo>
                <a:lnTo>
                  <a:pt x="67251" y="114461"/>
                </a:lnTo>
                <a:cubicBezTo>
                  <a:pt x="65462" y="109486"/>
                  <a:pt x="63869" y="103560"/>
                  <a:pt x="62471" y="96684"/>
                </a:cubicBezTo>
                <a:lnTo>
                  <a:pt x="58782" y="78907"/>
                </a:lnTo>
                <a:cubicBezTo>
                  <a:pt x="58167" y="75832"/>
                  <a:pt x="57426" y="73247"/>
                  <a:pt x="56560" y="71150"/>
                </a:cubicBezTo>
                <a:cubicBezTo>
                  <a:pt x="55693" y="69054"/>
                  <a:pt x="54659" y="67433"/>
                  <a:pt x="53457" y="66287"/>
                </a:cubicBezTo>
                <a:cubicBezTo>
                  <a:pt x="52255" y="65141"/>
                  <a:pt x="50858" y="64386"/>
                  <a:pt x="49264" y="64023"/>
                </a:cubicBezTo>
                <a:cubicBezTo>
                  <a:pt x="47671" y="63659"/>
                  <a:pt x="45729" y="63478"/>
                  <a:pt x="43436" y="63478"/>
                </a:cubicBezTo>
                <a:lnTo>
                  <a:pt x="33877" y="63478"/>
                </a:lnTo>
                <a:lnTo>
                  <a:pt x="28007" y="90059"/>
                </a:lnTo>
                <a:cubicBezTo>
                  <a:pt x="27504" y="92240"/>
                  <a:pt x="27155" y="93973"/>
                  <a:pt x="26959" y="95258"/>
                </a:cubicBezTo>
                <a:cubicBezTo>
                  <a:pt x="26763" y="96544"/>
                  <a:pt x="26596" y="97900"/>
                  <a:pt x="26456" y="99325"/>
                </a:cubicBezTo>
                <a:cubicBezTo>
                  <a:pt x="26316" y="100751"/>
                  <a:pt x="26246" y="102023"/>
                  <a:pt x="26246" y="103141"/>
                </a:cubicBezTo>
                <a:cubicBezTo>
                  <a:pt x="26246" y="104874"/>
                  <a:pt x="26526" y="106229"/>
                  <a:pt x="27085" y="107208"/>
                </a:cubicBezTo>
                <a:cubicBezTo>
                  <a:pt x="27644" y="108186"/>
                  <a:pt x="28482" y="108899"/>
                  <a:pt x="29601" y="109346"/>
                </a:cubicBezTo>
                <a:cubicBezTo>
                  <a:pt x="30719" y="109793"/>
                  <a:pt x="32647" y="110129"/>
                  <a:pt x="35386" y="110352"/>
                </a:cubicBezTo>
                <a:lnTo>
                  <a:pt x="34464" y="114461"/>
                </a:lnTo>
                <a:lnTo>
                  <a:pt x="0" y="114461"/>
                </a:lnTo>
                <a:lnTo>
                  <a:pt x="922" y="110352"/>
                </a:lnTo>
                <a:cubicBezTo>
                  <a:pt x="3047" y="110017"/>
                  <a:pt x="4640" y="109472"/>
                  <a:pt x="5702" y="108717"/>
                </a:cubicBezTo>
                <a:cubicBezTo>
                  <a:pt x="6764" y="107962"/>
                  <a:pt x="7659" y="106914"/>
                  <a:pt x="8385" y="105572"/>
                </a:cubicBezTo>
                <a:cubicBezTo>
                  <a:pt x="9112" y="104231"/>
                  <a:pt x="9783" y="102596"/>
                  <a:pt x="10398" y="100667"/>
                </a:cubicBezTo>
                <a:cubicBezTo>
                  <a:pt x="11013" y="98738"/>
                  <a:pt x="11935" y="95007"/>
                  <a:pt x="13165" y="89472"/>
                </a:cubicBezTo>
                <a:lnTo>
                  <a:pt x="27420" y="24905"/>
                </a:lnTo>
                <a:cubicBezTo>
                  <a:pt x="28650" y="19314"/>
                  <a:pt x="29265" y="14898"/>
                  <a:pt x="29265" y="11656"/>
                </a:cubicBezTo>
                <a:cubicBezTo>
                  <a:pt x="29265" y="8917"/>
                  <a:pt x="28622" y="7016"/>
                  <a:pt x="27336" y="5954"/>
                </a:cubicBezTo>
                <a:cubicBezTo>
                  <a:pt x="26051" y="4892"/>
                  <a:pt x="23954" y="4277"/>
                  <a:pt x="21047" y="4109"/>
                </a:cubicBezTo>
                <a:lnTo>
                  <a:pt x="21970" y="0"/>
                </a:lnTo>
                <a:lnTo>
                  <a:pt x="59285" y="0"/>
                </a:lnTo>
                <a:cubicBezTo>
                  <a:pt x="65211" y="0"/>
                  <a:pt x="70046" y="349"/>
                  <a:pt x="73792" y="1048"/>
                </a:cubicBezTo>
                <a:cubicBezTo>
                  <a:pt x="77537" y="1747"/>
                  <a:pt x="80738" y="2795"/>
                  <a:pt x="83393" y="4193"/>
                </a:cubicBezTo>
                <a:cubicBezTo>
                  <a:pt x="86048" y="5590"/>
                  <a:pt x="88271" y="7393"/>
                  <a:pt x="90059" y="9601"/>
                </a:cubicBezTo>
                <a:cubicBezTo>
                  <a:pt x="91848" y="11809"/>
                  <a:pt x="93190" y="14297"/>
                  <a:pt x="94084" y="17064"/>
                </a:cubicBezTo>
                <a:cubicBezTo>
                  <a:pt x="94979" y="19832"/>
                  <a:pt x="95426" y="22780"/>
                  <a:pt x="95426" y="25911"/>
                </a:cubicBezTo>
                <a:cubicBezTo>
                  <a:pt x="95426" y="34520"/>
                  <a:pt x="92799" y="41843"/>
                  <a:pt x="87544" y="47881"/>
                </a:cubicBezTo>
                <a:cubicBezTo>
                  <a:pt x="82289" y="53918"/>
                  <a:pt x="74546" y="58502"/>
                  <a:pt x="64316" y="61633"/>
                </a:cubicBezTo>
                <a:lnTo>
                  <a:pt x="64316" y="62555"/>
                </a:lnTo>
                <a:moveTo>
                  <a:pt x="45365" y="56266"/>
                </a:moveTo>
                <a:cubicBezTo>
                  <a:pt x="53471" y="56266"/>
                  <a:pt x="59872" y="55176"/>
                  <a:pt x="64568" y="52996"/>
                </a:cubicBezTo>
                <a:cubicBezTo>
                  <a:pt x="69264" y="50816"/>
                  <a:pt x="72981" y="47238"/>
                  <a:pt x="75720" y="42263"/>
                </a:cubicBezTo>
                <a:cubicBezTo>
                  <a:pt x="78460" y="37287"/>
                  <a:pt x="79829" y="31921"/>
                  <a:pt x="79829" y="26163"/>
                </a:cubicBezTo>
                <a:cubicBezTo>
                  <a:pt x="79829" y="23759"/>
                  <a:pt x="79606" y="21620"/>
                  <a:pt x="79158" y="19748"/>
                </a:cubicBezTo>
                <a:cubicBezTo>
                  <a:pt x="78711" y="17875"/>
                  <a:pt x="78124" y="16324"/>
                  <a:pt x="77397" y="15094"/>
                </a:cubicBezTo>
                <a:cubicBezTo>
                  <a:pt x="76671" y="13864"/>
                  <a:pt x="75748" y="12774"/>
                  <a:pt x="74630" y="11823"/>
                </a:cubicBezTo>
                <a:cubicBezTo>
                  <a:pt x="73512" y="10873"/>
                  <a:pt x="72115" y="10049"/>
                  <a:pt x="70438" y="9350"/>
                </a:cubicBezTo>
                <a:cubicBezTo>
                  <a:pt x="68760" y="8651"/>
                  <a:pt x="66818" y="8148"/>
                  <a:pt x="64610" y="7840"/>
                </a:cubicBezTo>
                <a:cubicBezTo>
                  <a:pt x="62402" y="7533"/>
                  <a:pt x="59397" y="7379"/>
                  <a:pt x="55595" y="7379"/>
                </a:cubicBezTo>
                <a:cubicBezTo>
                  <a:pt x="52633" y="7379"/>
                  <a:pt x="49502" y="7491"/>
                  <a:pt x="46204" y="7715"/>
                </a:cubicBezTo>
                <a:lnTo>
                  <a:pt x="35470" y="56266"/>
                </a:lnTo>
                <a:lnTo>
                  <a:pt x="45365" y="56266"/>
                </a:lnTo>
                <a:close/>
              </a:path>
            </a:pathLst>
          </a:custGeom>
          <a:solidFill xmlns:a="http://schemas.openxmlformats.org/drawingml/2006/main">
            <a:srgbClr val="000000"/>
          </a:solidFill>
          <a:ln xmlns:a="http://schemas.openxmlformats.org/drawingml/2006/main" w="0">
            <a:noFill/>
            <a:prstDash val="solid"/>
          </a:ln>
        </p:spPr>
      </p:sp>
      <p:sp>
        <p:nvSpPr>
          <p:cNvPr id="295" name="path-253">
            <a:extLst xmlns:a="http://schemas.openxmlformats.org/drawingml/2006/main">
              <a:ext uri="{FF2B5EF4-FFF2-40B4-BE49-F238E27FC236}">
                <a16:creationId xmlns:a16="http://schemas.microsoft.com/office/drawing/2014/main" id="{451F57D5-434E-47FD-8FD8-7F482D3CD4E8}"/>
              </a:ext>
            </a:extLst>
          </p:cNvPr>
          <p:cNvSpPr>
            <a:spLocks xmlns:a="http://schemas.openxmlformats.org/drawingml/2006/main" noGrp="1"/>
          </p:cNvSpPr>
          <p:nvPr/>
        </p:nvSpPr>
        <p:spPr>
          <a:xfrm xmlns:a="http://schemas.openxmlformats.org/drawingml/2006/main">
            <a:off x="14754640" y="4974946"/>
            <a:ext cx="106830" cy="45952"/>
          </a:xfrm>
          <a:custGeom xmlns:a="http://schemas.openxmlformats.org/drawingml/2006/main">
            <a:pathLst>
              <a:path w="106830" h="45952">
                <a:moveTo>
                  <a:pt x="0" y="11153"/>
                </a:moveTo>
                <a:lnTo>
                  <a:pt x="0" y="0"/>
                </a:lnTo>
                <a:lnTo>
                  <a:pt x="103308" y="0"/>
                </a:lnTo>
                <a:lnTo>
                  <a:pt x="103308" y="11153"/>
                </a:lnTo>
                <a:lnTo>
                  <a:pt x="0" y="11153"/>
                </a:lnTo>
                <a:moveTo>
                  <a:pt x="0" y="45952"/>
                </a:moveTo>
                <a:lnTo>
                  <a:pt x="0" y="34800"/>
                </a:lnTo>
                <a:lnTo>
                  <a:pt x="103308" y="34800"/>
                </a:lnTo>
                <a:lnTo>
                  <a:pt x="103308" y="45952"/>
                </a:lnTo>
                <a:lnTo>
                  <a:pt x="0" y="45952"/>
                </a:lnTo>
                <a:moveTo>
                  <a:pt x="106830" y="22976"/>
                </a:moveTo>
                <a:lnTo>
                  <a:pt x="106830" y="22976"/>
                </a:lnTo>
                <a:close/>
              </a:path>
            </a:pathLst>
          </a:custGeom>
          <a:solidFill xmlns:a="http://schemas.openxmlformats.org/drawingml/2006/main">
            <a:srgbClr val="000000"/>
          </a:solidFill>
          <a:ln xmlns:a="http://schemas.openxmlformats.org/drawingml/2006/main" w="0">
            <a:noFill/>
            <a:prstDash val="solid"/>
          </a:ln>
        </p:spPr>
      </p:sp>
      <p:sp>
        <p:nvSpPr>
          <p:cNvPr id="296" name="path-254">
            <a:extLst xmlns:a="http://schemas.openxmlformats.org/drawingml/2006/main">
              <a:ext uri="{FF2B5EF4-FFF2-40B4-BE49-F238E27FC236}">
                <a16:creationId xmlns:a16="http://schemas.microsoft.com/office/drawing/2014/main" id="{5137F931-C391-4E8A-8259-0FA6693E03C6}"/>
              </a:ext>
            </a:extLst>
          </p:cNvPr>
          <p:cNvSpPr>
            <a:spLocks xmlns:a="http://schemas.openxmlformats.org/drawingml/2006/main" noGrp="1"/>
          </p:cNvSpPr>
          <p:nvPr/>
        </p:nvSpPr>
        <p:spPr>
          <a:xfrm xmlns:a="http://schemas.openxmlformats.org/drawingml/2006/main">
            <a:off x="14928811" y="4932516"/>
            <a:ext cx="96516" cy="114461"/>
          </a:xfrm>
          <a:custGeom xmlns:a="http://schemas.openxmlformats.org/drawingml/2006/main">
            <a:pathLst>
              <a:path w="96516" h="114461">
                <a:moveTo>
                  <a:pt x="25576" y="64735"/>
                </a:moveTo>
                <a:lnTo>
                  <a:pt x="25576" y="93246"/>
                </a:lnTo>
                <a:cubicBezTo>
                  <a:pt x="25576" y="97271"/>
                  <a:pt x="25729" y="100192"/>
                  <a:pt x="26037" y="102009"/>
                </a:cubicBezTo>
                <a:cubicBezTo>
                  <a:pt x="26344" y="103826"/>
                  <a:pt x="26805" y="105195"/>
                  <a:pt x="27420" y="106118"/>
                </a:cubicBezTo>
                <a:cubicBezTo>
                  <a:pt x="28035" y="107040"/>
                  <a:pt x="28874" y="107795"/>
                  <a:pt x="29936" y="108382"/>
                </a:cubicBezTo>
                <a:cubicBezTo>
                  <a:pt x="30998" y="108969"/>
                  <a:pt x="32815" y="109625"/>
                  <a:pt x="35386" y="110352"/>
                </a:cubicBezTo>
                <a:lnTo>
                  <a:pt x="35386" y="114461"/>
                </a:lnTo>
                <a:lnTo>
                  <a:pt x="0" y="114461"/>
                </a:lnTo>
                <a:lnTo>
                  <a:pt x="0" y="110352"/>
                </a:lnTo>
                <a:cubicBezTo>
                  <a:pt x="3466" y="109458"/>
                  <a:pt x="5786" y="108465"/>
                  <a:pt x="6960" y="107375"/>
                </a:cubicBezTo>
                <a:cubicBezTo>
                  <a:pt x="8134" y="106285"/>
                  <a:pt x="8903" y="104734"/>
                  <a:pt x="9266" y="102721"/>
                </a:cubicBezTo>
                <a:cubicBezTo>
                  <a:pt x="9629" y="100709"/>
                  <a:pt x="9811" y="97634"/>
                  <a:pt x="9811" y="93497"/>
                </a:cubicBezTo>
                <a:lnTo>
                  <a:pt x="9811" y="20964"/>
                </a:lnTo>
                <a:cubicBezTo>
                  <a:pt x="9811" y="17106"/>
                  <a:pt x="9671" y="14297"/>
                  <a:pt x="9392" y="12536"/>
                </a:cubicBezTo>
                <a:cubicBezTo>
                  <a:pt x="9112" y="10775"/>
                  <a:pt x="8651" y="9406"/>
                  <a:pt x="8008" y="8427"/>
                </a:cubicBezTo>
                <a:cubicBezTo>
                  <a:pt x="7365" y="7449"/>
                  <a:pt x="6513" y="6666"/>
                  <a:pt x="5451" y="6079"/>
                </a:cubicBezTo>
                <a:cubicBezTo>
                  <a:pt x="4388" y="5492"/>
                  <a:pt x="2572" y="4836"/>
                  <a:pt x="0" y="4109"/>
                </a:cubicBezTo>
                <a:lnTo>
                  <a:pt x="0" y="0"/>
                </a:lnTo>
                <a:lnTo>
                  <a:pt x="41508" y="0"/>
                </a:lnTo>
                <a:cubicBezTo>
                  <a:pt x="54589" y="0"/>
                  <a:pt x="64372" y="2376"/>
                  <a:pt x="70857" y="7128"/>
                </a:cubicBezTo>
                <a:cubicBezTo>
                  <a:pt x="77342" y="11879"/>
                  <a:pt x="80584" y="19259"/>
                  <a:pt x="80584" y="29265"/>
                </a:cubicBezTo>
                <a:cubicBezTo>
                  <a:pt x="80584" y="36924"/>
                  <a:pt x="78474" y="43436"/>
                  <a:pt x="74253" y="48803"/>
                </a:cubicBezTo>
                <a:cubicBezTo>
                  <a:pt x="70032" y="54170"/>
                  <a:pt x="63701" y="58363"/>
                  <a:pt x="55260" y="61381"/>
                </a:cubicBezTo>
                <a:lnTo>
                  <a:pt x="55260" y="62052"/>
                </a:lnTo>
                <a:cubicBezTo>
                  <a:pt x="58670" y="63450"/>
                  <a:pt x="61591" y="65448"/>
                  <a:pt x="64023" y="68048"/>
                </a:cubicBezTo>
                <a:cubicBezTo>
                  <a:pt x="66454" y="70647"/>
                  <a:pt x="69152" y="74686"/>
                  <a:pt x="72115" y="80165"/>
                </a:cubicBezTo>
                <a:lnTo>
                  <a:pt x="79662" y="93917"/>
                </a:lnTo>
                <a:cubicBezTo>
                  <a:pt x="81842" y="97942"/>
                  <a:pt x="83714" y="101016"/>
                  <a:pt x="85280" y="103141"/>
                </a:cubicBezTo>
                <a:cubicBezTo>
                  <a:pt x="86845" y="105265"/>
                  <a:pt x="88438" y="106886"/>
                  <a:pt x="90059" y="108004"/>
                </a:cubicBezTo>
                <a:cubicBezTo>
                  <a:pt x="91681" y="109122"/>
                  <a:pt x="93833" y="109905"/>
                  <a:pt x="96516" y="110352"/>
                </a:cubicBezTo>
                <a:lnTo>
                  <a:pt x="96516" y="114461"/>
                </a:lnTo>
                <a:lnTo>
                  <a:pt x="73289" y="114461"/>
                </a:lnTo>
                <a:cubicBezTo>
                  <a:pt x="71164" y="111498"/>
                  <a:pt x="69152" y="108312"/>
                  <a:pt x="67251" y="104902"/>
                </a:cubicBezTo>
                <a:cubicBezTo>
                  <a:pt x="65350" y="101492"/>
                  <a:pt x="63478" y="98026"/>
                  <a:pt x="61633" y="94504"/>
                </a:cubicBezTo>
                <a:lnTo>
                  <a:pt x="54254" y="80500"/>
                </a:lnTo>
                <a:cubicBezTo>
                  <a:pt x="52018" y="76251"/>
                  <a:pt x="50187" y="73121"/>
                  <a:pt x="48761" y="71108"/>
                </a:cubicBezTo>
                <a:cubicBezTo>
                  <a:pt x="47336" y="69096"/>
                  <a:pt x="46022" y="67684"/>
                  <a:pt x="44820" y="66874"/>
                </a:cubicBezTo>
                <a:cubicBezTo>
                  <a:pt x="43618" y="66063"/>
                  <a:pt x="42332" y="65504"/>
                  <a:pt x="40963" y="65197"/>
                </a:cubicBezTo>
                <a:cubicBezTo>
                  <a:pt x="39593" y="64889"/>
                  <a:pt x="37539" y="64735"/>
                  <a:pt x="34800" y="64735"/>
                </a:cubicBezTo>
                <a:lnTo>
                  <a:pt x="25576" y="64735"/>
                </a:lnTo>
                <a:moveTo>
                  <a:pt x="25576" y="7715"/>
                </a:moveTo>
                <a:lnTo>
                  <a:pt x="25576" y="57524"/>
                </a:lnTo>
                <a:lnTo>
                  <a:pt x="35051" y="57524"/>
                </a:lnTo>
                <a:cubicBezTo>
                  <a:pt x="39915" y="57524"/>
                  <a:pt x="43856" y="57175"/>
                  <a:pt x="46875" y="56476"/>
                </a:cubicBezTo>
                <a:cubicBezTo>
                  <a:pt x="49893" y="55777"/>
                  <a:pt x="52688" y="54449"/>
                  <a:pt x="55260" y="52493"/>
                </a:cubicBezTo>
                <a:cubicBezTo>
                  <a:pt x="57831" y="50536"/>
                  <a:pt x="59886" y="47811"/>
                  <a:pt x="61423" y="44317"/>
                </a:cubicBezTo>
                <a:cubicBezTo>
                  <a:pt x="62961" y="40823"/>
                  <a:pt x="63729" y="36532"/>
                  <a:pt x="63729" y="31445"/>
                </a:cubicBezTo>
                <a:cubicBezTo>
                  <a:pt x="63729" y="26135"/>
                  <a:pt x="62821" y="21718"/>
                  <a:pt x="61004" y="18196"/>
                </a:cubicBezTo>
                <a:cubicBezTo>
                  <a:pt x="59187" y="14674"/>
                  <a:pt x="56434" y="11991"/>
                  <a:pt x="52744" y="10146"/>
                </a:cubicBezTo>
                <a:cubicBezTo>
                  <a:pt x="49055" y="8302"/>
                  <a:pt x="44079" y="7379"/>
                  <a:pt x="37818" y="7379"/>
                </a:cubicBezTo>
                <a:cubicBezTo>
                  <a:pt x="32787" y="7379"/>
                  <a:pt x="28706" y="7491"/>
                  <a:pt x="25576" y="7715"/>
                </a:cubicBezTo>
                <a:close/>
              </a:path>
            </a:pathLst>
          </a:custGeom>
          <a:solidFill xmlns:a="http://schemas.openxmlformats.org/drawingml/2006/main">
            <a:srgbClr val="000000"/>
          </a:solidFill>
          <a:ln xmlns:a="http://schemas.openxmlformats.org/drawingml/2006/main" w="0">
            <a:noFill/>
            <a:prstDash val="solid"/>
          </a:ln>
        </p:spPr>
      </p:sp>
      <p:sp>
        <p:nvSpPr>
          <p:cNvPr id="297" name="path-255">
            <a:extLst xmlns:a="http://schemas.openxmlformats.org/drawingml/2006/main">
              <a:ext uri="{FF2B5EF4-FFF2-40B4-BE49-F238E27FC236}">
                <a16:creationId xmlns:a16="http://schemas.microsoft.com/office/drawing/2014/main" id="{DA375995-D7C4-4A84-9B7D-D59FDBBDC513}"/>
              </a:ext>
            </a:extLst>
          </p:cNvPr>
          <p:cNvSpPr>
            <a:spLocks xmlns:a="http://schemas.openxmlformats.org/drawingml/2006/main" noGrp="1"/>
          </p:cNvSpPr>
          <p:nvPr/>
        </p:nvSpPr>
        <p:spPr>
          <a:xfrm xmlns:a="http://schemas.openxmlformats.org/drawingml/2006/main">
            <a:off x="15023097" y="4998571"/>
            <a:ext cx="70198" cy="107573"/>
          </a:xfrm>
          <a:custGeom xmlns:a="http://schemas.openxmlformats.org/drawingml/2006/main">
            <a:pathLst>
              <a:path w="70198" h="107573">
                <a:moveTo>
                  <a:pt x="30008" y="81818"/>
                </a:moveTo>
                <a:cubicBezTo>
                  <a:pt x="28131" y="90563"/>
                  <a:pt x="25086" y="97041"/>
                  <a:pt x="20874" y="101254"/>
                </a:cubicBezTo>
                <a:cubicBezTo>
                  <a:pt x="16661" y="105467"/>
                  <a:pt x="11041" y="107573"/>
                  <a:pt x="4013" y="107573"/>
                </a:cubicBezTo>
                <a:cubicBezTo>
                  <a:pt x="2176" y="107573"/>
                  <a:pt x="839" y="107453"/>
                  <a:pt x="0" y="107214"/>
                </a:cubicBezTo>
                <a:cubicBezTo>
                  <a:pt x="240" y="106215"/>
                  <a:pt x="459" y="105187"/>
                  <a:pt x="659" y="104129"/>
                </a:cubicBezTo>
                <a:cubicBezTo>
                  <a:pt x="859" y="103071"/>
                  <a:pt x="1098" y="102043"/>
                  <a:pt x="1378" y="101044"/>
                </a:cubicBezTo>
                <a:cubicBezTo>
                  <a:pt x="1617" y="101124"/>
                  <a:pt x="1957" y="101164"/>
                  <a:pt x="2396" y="101164"/>
                </a:cubicBezTo>
                <a:cubicBezTo>
                  <a:pt x="2835" y="101164"/>
                  <a:pt x="3454" y="101164"/>
                  <a:pt x="4253" y="101164"/>
                </a:cubicBezTo>
                <a:cubicBezTo>
                  <a:pt x="5810" y="101164"/>
                  <a:pt x="7237" y="100915"/>
                  <a:pt x="8535" y="100415"/>
                </a:cubicBezTo>
                <a:cubicBezTo>
                  <a:pt x="9833" y="99916"/>
                  <a:pt x="11021" y="99018"/>
                  <a:pt x="12099" y="97720"/>
                </a:cubicBezTo>
                <a:cubicBezTo>
                  <a:pt x="13177" y="96422"/>
                  <a:pt x="14165" y="94645"/>
                  <a:pt x="15064" y="92389"/>
                </a:cubicBezTo>
                <a:cubicBezTo>
                  <a:pt x="15962" y="90133"/>
                  <a:pt x="16811" y="87228"/>
                  <a:pt x="17609" y="83675"/>
                </a:cubicBezTo>
                <a:lnTo>
                  <a:pt x="29589" y="30487"/>
                </a:lnTo>
                <a:lnTo>
                  <a:pt x="19286" y="30487"/>
                </a:lnTo>
                <a:lnTo>
                  <a:pt x="20365" y="25875"/>
                </a:lnTo>
                <a:cubicBezTo>
                  <a:pt x="22561" y="25755"/>
                  <a:pt x="24308" y="25615"/>
                  <a:pt x="25605" y="25456"/>
                </a:cubicBezTo>
                <a:cubicBezTo>
                  <a:pt x="26903" y="25296"/>
                  <a:pt x="28001" y="24947"/>
                  <a:pt x="28900" y="24408"/>
                </a:cubicBezTo>
                <a:cubicBezTo>
                  <a:pt x="29798" y="23869"/>
                  <a:pt x="30467" y="22960"/>
                  <a:pt x="30906" y="21682"/>
                </a:cubicBezTo>
                <a:cubicBezTo>
                  <a:pt x="33222" y="14375"/>
                  <a:pt x="36706" y="8934"/>
                  <a:pt x="41358" y="5361"/>
                </a:cubicBezTo>
                <a:cubicBezTo>
                  <a:pt x="46010" y="1787"/>
                  <a:pt x="52069" y="0"/>
                  <a:pt x="59536" y="0"/>
                </a:cubicBezTo>
                <a:cubicBezTo>
                  <a:pt x="61733" y="0"/>
                  <a:pt x="63669" y="110"/>
                  <a:pt x="65346" y="329"/>
                </a:cubicBezTo>
                <a:cubicBezTo>
                  <a:pt x="67023" y="549"/>
                  <a:pt x="68641" y="819"/>
                  <a:pt x="70198" y="1138"/>
                </a:cubicBezTo>
                <a:lnTo>
                  <a:pt x="67742" y="12279"/>
                </a:lnTo>
                <a:lnTo>
                  <a:pt x="61813" y="12279"/>
                </a:lnTo>
                <a:cubicBezTo>
                  <a:pt x="61533" y="10003"/>
                  <a:pt x="60854" y="8336"/>
                  <a:pt x="59776" y="7277"/>
                </a:cubicBezTo>
                <a:cubicBezTo>
                  <a:pt x="58698" y="6219"/>
                  <a:pt x="57260" y="5690"/>
                  <a:pt x="55464" y="5690"/>
                </a:cubicBezTo>
                <a:cubicBezTo>
                  <a:pt x="53387" y="5690"/>
                  <a:pt x="51640" y="6139"/>
                  <a:pt x="50223" y="7038"/>
                </a:cubicBezTo>
                <a:cubicBezTo>
                  <a:pt x="48805" y="7936"/>
                  <a:pt x="47567" y="9294"/>
                  <a:pt x="46509" y="11111"/>
                </a:cubicBezTo>
                <a:cubicBezTo>
                  <a:pt x="45451" y="12928"/>
                  <a:pt x="44543" y="15054"/>
                  <a:pt x="43784" y="17490"/>
                </a:cubicBezTo>
                <a:cubicBezTo>
                  <a:pt x="43025" y="19925"/>
                  <a:pt x="42506" y="22042"/>
                  <a:pt x="42227" y="23839"/>
                </a:cubicBezTo>
                <a:lnTo>
                  <a:pt x="58818" y="23839"/>
                </a:lnTo>
                <a:lnTo>
                  <a:pt x="57500" y="30487"/>
                </a:lnTo>
                <a:lnTo>
                  <a:pt x="40849" y="30487"/>
                </a:lnTo>
                <a:lnTo>
                  <a:pt x="30008" y="81818"/>
                </a:lnTo>
                <a:close/>
              </a:path>
            </a:pathLst>
          </a:custGeom>
          <a:solidFill xmlns:a="http://schemas.openxmlformats.org/drawingml/2006/main">
            <a:srgbClr val="000000"/>
          </a:solidFill>
          <a:ln xmlns:a="http://schemas.openxmlformats.org/drawingml/2006/main" w="0">
            <a:noFill/>
            <a:prstDash val="solid"/>
          </a:ln>
        </p:spPr>
      </p:sp>
      <p:sp>
        <p:nvSpPr>
          <p:cNvPr id="298" name="path-256">
            <a:extLst xmlns:a="http://schemas.openxmlformats.org/drawingml/2006/main">
              <a:ext uri="{FF2B5EF4-FFF2-40B4-BE49-F238E27FC236}">
                <a16:creationId xmlns:a16="http://schemas.microsoft.com/office/drawing/2014/main" id="{6CD6FEFE-18BE-406E-A2B7-C21FC3218D41}"/>
              </a:ext>
            </a:extLst>
          </p:cNvPr>
          <p:cNvSpPr>
            <a:spLocks xmlns:a="http://schemas.openxmlformats.org/drawingml/2006/main" noGrp="1"/>
          </p:cNvSpPr>
          <p:nvPr/>
        </p:nvSpPr>
        <p:spPr>
          <a:xfrm xmlns:a="http://schemas.openxmlformats.org/drawingml/2006/main">
            <a:off x="15099908" y="5021151"/>
            <a:ext cx="110089" cy="62232"/>
          </a:xfrm>
          <a:custGeom xmlns:a="http://schemas.openxmlformats.org/drawingml/2006/main">
            <a:pathLst>
              <a:path w="110089" h="62232">
                <a:moveTo>
                  <a:pt x="54745" y="61154"/>
                </a:moveTo>
                <a:lnTo>
                  <a:pt x="43065" y="61154"/>
                </a:lnTo>
                <a:cubicBezTo>
                  <a:pt x="43624" y="58598"/>
                  <a:pt x="44253" y="55853"/>
                  <a:pt x="44952" y="52918"/>
                </a:cubicBezTo>
                <a:cubicBezTo>
                  <a:pt x="45651" y="49983"/>
                  <a:pt x="46359" y="47018"/>
                  <a:pt x="47078" y="44023"/>
                </a:cubicBezTo>
                <a:cubicBezTo>
                  <a:pt x="47797" y="41029"/>
                  <a:pt x="48486" y="38074"/>
                  <a:pt x="49145" y="35159"/>
                </a:cubicBezTo>
                <a:cubicBezTo>
                  <a:pt x="49803" y="32244"/>
                  <a:pt x="50392" y="29519"/>
                  <a:pt x="50911" y="26983"/>
                </a:cubicBezTo>
                <a:cubicBezTo>
                  <a:pt x="51431" y="24447"/>
                  <a:pt x="51850" y="22171"/>
                  <a:pt x="52169" y="20155"/>
                </a:cubicBezTo>
                <a:cubicBezTo>
                  <a:pt x="52489" y="18138"/>
                  <a:pt x="52648" y="16531"/>
                  <a:pt x="52648" y="15333"/>
                </a:cubicBezTo>
                <a:cubicBezTo>
                  <a:pt x="52648" y="12818"/>
                  <a:pt x="52159" y="10971"/>
                  <a:pt x="51181" y="9793"/>
                </a:cubicBezTo>
                <a:cubicBezTo>
                  <a:pt x="50203" y="8615"/>
                  <a:pt x="48635" y="8026"/>
                  <a:pt x="46479" y="8026"/>
                </a:cubicBezTo>
                <a:cubicBezTo>
                  <a:pt x="44563" y="8026"/>
                  <a:pt x="42506" y="8745"/>
                  <a:pt x="40310" y="10182"/>
                </a:cubicBezTo>
                <a:cubicBezTo>
                  <a:pt x="38114" y="11620"/>
                  <a:pt x="36027" y="13507"/>
                  <a:pt x="34051" y="15842"/>
                </a:cubicBezTo>
                <a:cubicBezTo>
                  <a:pt x="32074" y="18178"/>
                  <a:pt x="30307" y="20814"/>
                  <a:pt x="28750" y="23749"/>
                </a:cubicBezTo>
                <a:cubicBezTo>
                  <a:pt x="27193" y="26684"/>
                  <a:pt x="26095" y="29648"/>
                  <a:pt x="25456" y="32643"/>
                </a:cubicBezTo>
                <a:lnTo>
                  <a:pt x="19346" y="61154"/>
                </a:lnTo>
                <a:lnTo>
                  <a:pt x="7607" y="61154"/>
                </a:lnTo>
                <a:lnTo>
                  <a:pt x="16591" y="22102"/>
                </a:lnTo>
                <a:cubicBezTo>
                  <a:pt x="17110" y="19945"/>
                  <a:pt x="17490" y="18069"/>
                  <a:pt x="17729" y="16471"/>
                </a:cubicBezTo>
                <a:cubicBezTo>
                  <a:pt x="17969" y="14874"/>
                  <a:pt x="18089" y="13556"/>
                  <a:pt x="18089" y="12518"/>
                </a:cubicBezTo>
                <a:cubicBezTo>
                  <a:pt x="18089" y="9603"/>
                  <a:pt x="16911" y="8146"/>
                  <a:pt x="14555" y="8146"/>
                </a:cubicBezTo>
                <a:cubicBezTo>
                  <a:pt x="13836" y="8146"/>
                  <a:pt x="13107" y="8296"/>
                  <a:pt x="12368" y="8595"/>
                </a:cubicBezTo>
                <a:cubicBezTo>
                  <a:pt x="11630" y="8895"/>
                  <a:pt x="10851" y="9344"/>
                  <a:pt x="10033" y="9943"/>
                </a:cubicBezTo>
                <a:cubicBezTo>
                  <a:pt x="9214" y="10542"/>
                  <a:pt x="8326" y="11300"/>
                  <a:pt x="7367" y="12219"/>
                </a:cubicBezTo>
                <a:cubicBezTo>
                  <a:pt x="6409" y="13137"/>
                  <a:pt x="5331" y="14215"/>
                  <a:pt x="4133" y="15453"/>
                </a:cubicBezTo>
                <a:lnTo>
                  <a:pt x="0" y="11560"/>
                </a:lnTo>
                <a:cubicBezTo>
                  <a:pt x="1957" y="9563"/>
                  <a:pt x="3763" y="7836"/>
                  <a:pt x="5421" y="6379"/>
                </a:cubicBezTo>
                <a:cubicBezTo>
                  <a:pt x="7078" y="4921"/>
                  <a:pt x="8675" y="3724"/>
                  <a:pt x="10212" y="2785"/>
                </a:cubicBezTo>
                <a:cubicBezTo>
                  <a:pt x="11750" y="1847"/>
                  <a:pt x="13257" y="1148"/>
                  <a:pt x="14734" y="689"/>
                </a:cubicBezTo>
                <a:cubicBezTo>
                  <a:pt x="16212" y="230"/>
                  <a:pt x="17749" y="0"/>
                  <a:pt x="19346" y="0"/>
                </a:cubicBezTo>
                <a:cubicBezTo>
                  <a:pt x="22301" y="0"/>
                  <a:pt x="24587" y="968"/>
                  <a:pt x="26204" y="2905"/>
                </a:cubicBezTo>
                <a:cubicBezTo>
                  <a:pt x="27822" y="4842"/>
                  <a:pt x="28630" y="7387"/>
                  <a:pt x="28630" y="10542"/>
                </a:cubicBezTo>
                <a:cubicBezTo>
                  <a:pt x="28630" y="11420"/>
                  <a:pt x="28570" y="12279"/>
                  <a:pt x="28451" y="13117"/>
                </a:cubicBezTo>
                <a:cubicBezTo>
                  <a:pt x="28331" y="13956"/>
                  <a:pt x="28111" y="14774"/>
                  <a:pt x="27792" y="15573"/>
                </a:cubicBezTo>
                <a:lnTo>
                  <a:pt x="28510" y="15872"/>
                </a:lnTo>
                <a:cubicBezTo>
                  <a:pt x="32304" y="10562"/>
                  <a:pt x="36097" y="6589"/>
                  <a:pt x="39891" y="3953"/>
                </a:cubicBezTo>
                <a:cubicBezTo>
                  <a:pt x="43684" y="1318"/>
                  <a:pt x="47577" y="0"/>
                  <a:pt x="51570" y="0"/>
                </a:cubicBezTo>
                <a:cubicBezTo>
                  <a:pt x="55803" y="0"/>
                  <a:pt x="58967" y="1088"/>
                  <a:pt x="61064" y="3264"/>
                </a:cubicBezTo>
                <a:cubicBezTo>
                  <a:pt x="63160" y="5441"/>
                  <a:pt x="64208" y="8645"/>
                  <a:pt x="64208" y="12878"/>
                </a:cubicBezTo>
                <a:cubicBezTo>
                  <a:pt x="64208" y="13237"/>
                  <a:pt x="64208" y="13586"/>
                  <a:pt x="64208" y="13926"/>
                </a:cubicBezTo>
                <a:cubicBezTo>
                  <a:pt x="64208" y="14265"/>
                  <a:pt x="64168" y="14615"/>
                  <a:pt x="64089" y="14974"/>
                </a:cubicBezTo>
                <a:lnTo>
                  <a:pt x="64328" y="14974"/>
                </a:lnTo>
                <a:cubicBezTo>
                  <a:pt x="68042" y="9903"/>
                  <a:pt x="71735" y="6139"/>
                  <a:pt x="75409" y="3684"/>
                </a:cubicBezTo>
                <a:cubicBezTo>
                  <a:pt x="79083" y="1228"/>
                  <a:pt x="82916" y="0"/>
                  <a:pt x="86909" y="0"/>
                </a:cubicBezTo>
                <a:cubicBezTo>
                  <a:pt x="91142" y="0"/>
                  <a:pt x="94306" y="1138"/>
                  <a:pt x="96402" y="3414"/>
                </a:cubicBezTo>
                <a:cubicBezTo>
                  <a:pt x="98499" y="5690"/>
                  <a:pt x="99547" y="8885"/>
                  <a:pt x="99547" y="12997"/>
                </a:cubicBezTo>
                <a:cubicBezTo>
                  <a:pt x="99547" y="14235"/>
                  <a:pt x="99347" y="15902"/>
                  <a:pt x="98948" y="17999"/>
                </a:cubicBezTo>
                <a:cubicBezTo>
                  <a:pt x="98549" y="20095"/>
                  <a:pt x="98060" y="22401"/>
                  <a:pt x="97481" y="24917"/>
                </a:cubicBezTo>
                <a:cubicBezTo>
                  <a:pt x="96902" y="27432"/>
                  <a:pt x="96273" y="30038"/>
                  <a:pt x="95594" y="32733"/>
                </a:cubicBezTo>
                <a:cubicBezTo>
                  <a:pt x="94915" y="35428"/>
                  <a:pt x="94276" y="37974"/>
                  <a:pt x="93677" y="40370"/>
                </a:cubicBezTo>
                <a:cubicBezTo>
                  <a:pt x="93318" y="41927"/>
                  <a:pt x="93028" y="43195"/>
                  <a:pt x="92809" y="44173"/>
                </a:cubicBezTo>
                <a:cubicBezTo>
                  <a:pt x="92589" y="45152"/>
                  <a:pt x="92419" y="45970"/>
                  <a:pt x="92300" y="46629"/>
                </a:cubicBezTo>
                <a:cubicBezTo>
                  <a:pt x="92180" y="47288"/>
                  <a:pt x="92100" y="47857"/>
                  <a:pt x="92060" y="48336"/>
                </a:cubicBezTo>
                <a:cubicBezTo>
                  <a:pt x="92020" y="48815"/>
                  <a:pt x="92000" y="49334"/>
                  <a:pt x="92000" y="49893"/>
                </a:cubicBezTo>
                <a:cubicBezTo>
                  <a:pt x="92000" y="51411"/>
                  <a:pt x="92280" y="52509"/>
                  <a:pt x="92839" y="53188"/>
                </a:cubicBezTo>
                <a:cubicBezTo>
                  <a:pt x="93398" y="53866"/>
                  <a:pt x="94296" y="54206"/>
                  <a:pt x="95534" y="54206"/>
                </a:cubicBezTo>
                <a:cubicBezTo>
                  <a:pt x="96253" y="54206"/>
                  <a:pt x="96971" y="54066"/>
                  <a:pt x="97690" y="53786"/>
                </a:cubicBezTo>
                <a:cubicBezTo>
                  <a:pt x="98409" y="53507"/>
                  <a:pt x="99178" y="53068"/>
                  <a:pt x="99996" y="52469"/>
                </a:cubicBezTo>
                <a:cubicBezTo>
                  <a:pt x="100815" y="51870"/>
                  <a:pt x="101713" y="51101"/>
                  <a:pt x="102691" y="50163"/>
                </a:cubicBezTo>
                <a:cubicBezTo>
                  <a:pt x="103670" y="49224"/>
                  <a:pt x="104758" y="48096"/>
                  <a:pt x="105956" y="46779"/>
                </a:cubicBezTo>
                <a:lnTo>
                  <a:pt x="110089" y="50732"/>
                </a:lnTo>
                <a:cubicBezTo>
                  <a:pt x="108172" y="52728"/>
                  <a:pt x="106385" y="54445"/>
                  <a:pt x="104728" y="55883"/>
                </a:cubicBezTo>
                <a:cubicBezTo>
                  <a:pt x="103071" y="57320"/>
                  <a:pt x="101474" y="58508"/>
                  <a:pt x="99936" y="59447"/>
                </a:cubicBezTo>
                <a:cubicBezTo>
                  <a:pt x="98399" y="60385"/>
                  <a:pt x="96872" y="61084"/>
                  <a:pt x="95354" y="61543"/>
                </a:cubicBezTo>
                <a:cubicBezTo>
                  <a:pt x="93837" y="62002"/>
                  <a:pt x="92240" y="62232"/>
                  <a:pt x="90563" y="62232"/>
                </a:cubicBezTo>
                <a:cubicBezTo>
                  <a:pt x="89045" y="62232"/>
                  <a:pt x="87668" y="61952"/>
                  <a:pt x="86430" y="61393"/>
                </a:cubicBezTo>
                <a:cubicBezTo>
                  <a:pt x="85192" y="60834"/>
                  <a:pt x="84144" y="60066"/>
                  <a:pt x="83285" y="59087"/>
                </a:cubicBezTo>
                <a:cubicBezTo>
                  <a:pt x="82427" y="58109"/>
                  <a:pt x="81758" y="56951"/>
                  <a:pt x="81279" y="55613"/>
                </a:cubicBezTo>
                <a:cubicBezTo>
                  <a:pt x="80800" y="54276"/>
                  <a:pt x="80560" y="52808"/>
                  <a:pt x="80560" y="51211"/>
                </a:cubicBezTo>
                <a:cubicBezTo>
                  <a:pt x="80560" y="47937"/>
                  <a:pt x="81259" y="43724"/>
                  <a:pt x="82656" y="38573"/>
                </a:cubicBezTo>
                <a:cubicBezTo>
                  <a:pt x="83415" y="35977"/>
                  <a:pt x="84104" y="33492"/>
                  <a:pt x="84723" y="31116"/>
                </a:cubicBezTo>
                <a:cubicBezTo>
                  <a:pt x="85342" y="28740"/>
                  <a:pt x="85871" y="26544"/>
                  <a:pt x="86310" y="24527"/>
                </a:cubicBezTo>
                <a:cubicBezTo>
                  <a:pt x="86749" y="22511"/>
                  <a:pt x="87099" y="20714"/>
                  <a:pt x="87358" y="19137"/>
                </a:cubicBezTo>
                <a:cubicBezTo>
                  <a:pt x="87618" y="17559"/>
                  <a:pt x="87747" y="16252"/>
                  <a:pt x="87747" y="15214"/>
                </a:cubicBezTo>
                <a:cubicBezTo>
                  <a:pt x="87747" y="12738"/>
                  <a:pt x="87278" y="10921"/>
                  <a:pt x="86340" y="9763"/>
                </a:cubicBezTo>
                <a:cubicBezTo>
                  <a:pt x="85402" y="8605"/>
                  <a:pt x="83934" y="8026"/>
                  <a:pt x="81938" y="8026"/>
                </a:cubicBezTo>
                <a:cubicBezTo>
                  <a:pt x="80700" y="8026"/>
                  <a:pt x="79382" y="8345"/>
                  <a:pt x="77984" y="8984"/>
                </a:cubicBezTo>
                <a:cubicBezTo>
                  <a:pt x="76587" y="9623"/>
                  <a:pt x="75179" y="10512"/>
                  <a:pt x="73762" y="11650"/>
                </a:cubicBezTo>
                <a:cubicBezTo>
                  <a:pt x="72344" y="12788"/>
                  <a:pt x="70957" y="14135"/>
                  <a:pt x="69599" y="15693"/>
                </a:cubicBezTo>
                <a:cubicBezTo>
                  <a:pt x="68241" y="17250"/>
                  <a:pt x="66984" y="18937"/>
                  <a:pt x="65826" y="20754"/>
                </a:cubicBezTo>
                <a:cubicBezTo>
                  <a:pt x="64668" y="22571"/>
                  <a:pt x="63639" y="24477"/>
                  <a:pt x="62741" y="26474"/>
                </a:cubicBezTo>
                <a:cubicBezTo>
                  <a:pt x="61842" y="28471"/>
                  <a:pt x="61154" y="30487"/>
                  <a:pt x="60675" y="32523"/>
                </a:cubicBezTo>
                <a:lnTo>
                  <a:pt x="54745" y="61154"/>
                </a:lnTo>
                <a:close/>
              </a:path>
            </a:pathLst>
          </a:custGeom>
          <a:solidFill xmlns:a="http://schemas.openxmlformats.org/drawingml/2006/main">
            <a:srgbClr val="000000"/>
          </a:solidFill>
          <a:ln xmlns:a="http://schemas.openxmlformats.org/drawingml/2006/main" w="0">
            <a:noFill/>
            <a:prstDash val="solid"/>
          </a:ln>
        </p:spPr>
      </p:sp>
      <p:sp>
        <p:nvSpPr>
          <p:cNvPr id="299" name="path-257">
            <a:extLst xmlns:a="http://schemas.openxmlformats.org/drawingml/2006/main">
              <a:ext uri="{FF2B5EF4-FFF2-40B4-BE49-F238E27FC236}">
                <a16:creationId xmlns:a16="http://schemas.microsoft.com/office/drawing/2014/main" id="{254958FF-3983-46BA-B6C2-15A2776D559A}"/>
              </a:ext>
            </a:extLst>
          </p:cNvPr>
          <p:cNvSpPr>
            <a:spLocks xmlns:a="http://schemas.openxmlformats.org/drawingml/2006/main" noGrp="1"/>
          </p:cNvSpPr>
          <p:nvPr/>
        </p:nvSpPr>
        <p:spPr>
          <a:xfrm xmlns:a="http://schemas.openxmlformats.org/drawingml/2006/main">
            <a:off x="15222551" y="5007196"/>
            <a:ext cx="43544" cy="76188"/>
          </a:xfrm>
          <a:custGeom xmlns:a="http://schemas.openxmlformats.org/drawingml/2006/main">
            <a:pathLst>
              <a:path w="43544" h="76188">
                <a:moveTo>
                  <a:pt x="37734" y="63550"/>
                </a:moveTo>
                <a:cubicBezTo>
                  <a:pt x="35698" y="65826"/>
                  <a:pt x="33761" y="67762"/>
                  <a:pt x="31924" y="69359"/>
                </a:cubicBezTo>
                <a:cubicBezTo>
                  <a:pt x="30088" y="70957"/>
                  <a:pt x="28291" y="72264"/>
                  <a:pt x="26534" y="73283"/>
                </a:cubicBezTo>
                <a:cubicBezTo>
                  <a:pt x="24777" y="74301"/>
                  <a:pt x="23040" y="75040"/>
                  <a:pt x="21323" y="75499"/>
                </a:cubicBezTo>
                <a:cubicBezTo>
                  <a:pt x="19606" y="75958"/>
                  <a:pt x="17849" y="76188"/>
                  <a:pt x="16052" y="76188"/>
                </a:cubicBezTo>
                <a:cubicBezTo>
                  <a:pt x="11300" y="76188"/>
                  <a:pt x="7757" y="75069"/>
                  <a:pt x="5421" y="72833"/>
                </a:cubicBezTo>
                <a:cubicBezTo>
                  <a:pt x="3085" y="70597"/>
                  <a:pt x="1917" y="67303"/>
                  <a:pt x="1917" y="62951"/>
                </a:cubicBezTo>
                <a:cubicBezTo>
                  <a:pt x="1917" y="61473"/>
                  <a:pt x="2026" y="59846"/>
                  <a:pt x="2246" y="58069"/>
                </a:cubicBezTo>
                <a:cubicBezTo>
                  <a:pt x="2466" y="56292"/>
                  <a:pt x="2775" y="54565"/>
                  <a:pt x="3174" y="52888"/>
                </a:cubicBezTo>
                <a:lnTo>
                  <a:pt x="10302" y="21862"/>
                </a:lnTo>
                <a:lnTo>
                  <a:pt x="0" y="21862"/>
                </a:lnTo>
                <a:lnTo>
                  <a:pt x="1198" y="17250"/>
                </a:lnTo>
                <a:cubicBezTo>
                  <a:pt x="3594" y="17250"/>
                  <a:pt x="5461" y="17020"/>
                  <a:pt x="6798" y="16561"/>
                </a:cubicBezTo>
                <a:cubicBezTo>
                  <a:pt x="8136" y="16102"/>
                  <a:pt x="9264" y="15473"/>
                  <a:pt x="10182" y="14674"/>
                </a:cubicBezTo>
                <a:cubicBezTo>
                  <a:pt x="10781" y="14115"/>
                  <a:pt x="11360" y="13427"/>
                  <a:pt x="11919" y="12608"/>
                </a:cubicBezTo>
                <a:cubicBezTo>
                  <a:pt x="12478" y="11790"/>
                  <a:pt x="13037" y="10801"/>
                  <a:pt x="13596" y="9643"/>
                </a:cubicBezTo>
                <a:cubicBezTo>
                  <a:pt x="14155" y="8485"/>
                  <a:pt x="14724" y="7118"/>
                  <a:pt x="15303" y="5540"/>
                </a:cubicBezTo>
                <a:cubicBezTo>
                  <a:pt x="15882" y="3963"/>
                  <a:pt x="16531" y="2116"/>
                  <a:pt x="17250" y="0"/>
                </a:cubicBezTo>
                <a:lnTo>
                  <a:pt x="26594" y="0"/>
                </a:lnTo>
                <a:lnTo>
                  <a:pt x="23180" y="15214"/>
                </a:lnTo>
                <a:lnTo>
                  <a:pt x="43544" y="15214"/>
                </a:lnTo>
                <a:lnTo>
                  <a:pt x="42167" y="21862"/>
                </a:lnTo>
                <a:lnTo>
                  <a:pt x="21862" y="21862"/>
                </a:lnTo>
                <a:lnTo>
                  <a:pt x="15753" y="46958"/>
                </a:lnTo>
                <a:cubicBezTo>
                  <a:pt x="15353" y="48635"/>
                  <a:pt x="15024" y="50143"/>
                  <a:pt x="14764" y="51480"/>
                </a:cubicBezTo>
                <a:cubicBezTo>
                  <a:pt x="14505" y="52818"/>
                  <a:pt x="14295" y="54026"/>
                  <a:pt x="14135" y="55104"/>
                </a:cubicBezTo>
                <a:cubicBezTo>
                  <a:pt x="13976" y="56182"/>
                  <a:pt x="13866" y="57161"/>
                  <a:pt x="13806" y="58039"/>
                </a:cubicBezTo>
                <a:cubicBezTo>
                  <a:pt x="13746" y="58918"/>
                  <a:pt x="13716" y="59736"/>
                  <a:pt x="13716" y="60495"/>
                </a:cubicBezTo>
                <a:cubicBezTo>
                  <a:pt x="13716" y="62891"/>
                  <a:pt x="14215" y="64767"/>
                  <a:pt x="15214" y="66125"/>
                </a:cubicBezTo>
                <a:cubicBezTo>
                  <a:pt x="16212" y="67483"/>
                  <a:pt x="17849" y="68161"/>
                  <a:pt x="20125" y="68161"/>
                </a:cubicBezTo>
                <a:cubicBezTo>
                  <a:pt x="22042" y="68161"/>
                  <a:pt x="24078" y="67453"/>
                  <a:pt x="26234" y="66035"/>
                </a:cubicBezTo>
                <a:cubicBezTo>
                  <a:pt x="28391" y="64618"/>
                  <a:pt x="30846" y="62392"/>
                  <a:pt x="33602" y="59357"/>
                </a:cubicBezTo>
                <a:lnTo>
                  <a:pt x="37734" y="63550"/>
                </a:lnTo>
                <a:close/>
              </a:path>
            </a:pathLst>
          </a:custGeom>
          <a:solidFill xmlns:a="http://schemas.openxmlformats.org/drawingml/2006/main">
            <a:srgbClr val="000000"/>
          </a:solidFill>
          <a:ln xmlns:a="http://schemas.openxmlformats.org/drawingml/2006/main" w="0">
            <a:noFill/>
            <a:prstDash val="solid"/>
          </a:ln>
        </p:spPr>
      </p:sp>
      <p:sp>
        <p:nvSpPr>
          <p:cNvPr id="300" name="path-258">
            <a:extLst xmlns:a="http://schemas.openxmlformats.org/drawingml/2006/main">
              <a:ext uri="{FF2B5EF4-FFF2-40B4-BE49-F238E27FC236}">
                <a16:creationId xmlns:a16="http://schemas.microsoft.com/office/drawing/2014/main" id="{6D3A8BD8-B363-49F3-BA53-901D08DD7513}"/>
              </a:ext>
            </a:extLst>
          </p:cNvPr>
          <p:cNvSpPr>
            <a:spLocks xmlns:a="http://schemas.openxmlformats.org/drawingml/2006/main" noGrp="1"/>
          </p:cNvSpPr>
          <p:nvPr/>
        </p:nvSpPr>
        <p:spPr>
          <a:xfrm xmlns:a="http://schemas.openxmlformats.org/drawingml/2006/main">
            <a:off x="15294766" y="4925808"/>
            <a:ext cx="52996" cy="159071"/>
          </a:xfrm>
          <a:custGeom xmlns:a="http://schemas.openxmlformats.org/drawingml/2006/main">
            <a:pathLst>
              <a:path w="52996" h="159071">
                <a:moveTo>
                  <a:pt x="14507" y="78739"/>
                </a:moveTo>
                <a:cubicBezTo>
                  <a:pt x="14507" y="98305"/>
                  <a:pt x="17651" y="114433"/>
                  <a:pt x="23940" y="127123"/>
                </a:cubicBezTo>
                <a:cubicBezTo>
                  <a:pt x="30229" y="139813"/>
                  <a:pt x="39831" y="148310"/>
                  <a:pt x="52744" y="152615"/>
                </a:cubicBezTo>
                <a:lnTo>
                  <a:pt x="50732" y="159071"/>
                </a:lnTo>
                <a:cubicBezTo>
                  <a:pt x="34352" y="154767"/>
                  <a:pt x="21802" y="145501"/>
                  <a:pt x="13081" y="131274"/>
                </a:cubicBezTo>
                <a:cubicBezTo>
                  <a:pt x="4360" y="117047"/>
                  <a:pt x="0" y="99814"/>
                  <a:pt x="0" y="79578"/>
                </a:cubicBezTo>
                <a:cubicBezTo>
                  <a:pt x="0" y="59397"/>
                  <a:pt x="4374" y="42165"/>
                  <a:pt x="13123" y="27882"/>
                </a:cubicBezTo>
                <a:cubicBezTo>
                  <a:pt x="21872" y="13598"/>
                  <a:pt x="34408" y="4305"/>
                  <a:pt x="50732" y="0"/>
                </a:cubicBezTo>
                <a:lnTo>
                  <a:pt x="52996" y="6457"/>
                </a:lnTo>
                <a:cubicBezTo>
                  <a:pt x="39915" y="10761"/>
                  <a:pt x="30229" y="19161"/>
                  <a:pt x="23940" y="31655"/>
                </a:cubicBezTo>
                <a:cubicBezTo>
                  <a:pt x="17651" y="44149"/>
                  <a:pt x="14507" y="59844"/>
                  <a:pt x="14507" y="78739"/>
                </a:cubicBezTo>
                <a:close/>
              </a:path>
            </a:pathLst>
          </a:custGeom>
          <a:solidFill xmlns:a="http://schemas.openxmlformats.org/drawingml/2006/main">
            <a:srgbClr val="000000"/>
          </a:solidFill>
          <a:ln xmlns:a="http://schemas.openxmlformats.org/drawingml/2006/main" w="0">
            <a:noFill/>
            <a:prstDash val="solid"/>
          </a:ln>
        </p:spPr>
      </p:sp>
      <p:sp>
        <p:nvSpPr>
          <p:cNvPr id="301" name="path-259">
            <a:extLst xmlns:a="http://schemas.openxmlformats.org/drawingml/2006/main">
              <a:ext uri="{FF2B5EF4-FFF2-40B4-BE49-F238E27FC236}">
                <a16:creationId xmlns:a16="http://schemas.microsoft.com/office/drawing/2014/main" id="{49653465-2339-4B31-8B7D-47D1929A467E}"/>
              </a:ext>
            </a:extLst>
          </p:cNvPr>
          <p:cNvSpPr>
            <a:spLocks xmlns:a="http://schemas.openxmlformats.org/drawingml/2006/main" noGrp="1"/>
          </p:cNvSpPr>
          <p:nvPr/>
        </p:nvSpPr>
        <p:spPr>
          <a:xfrm xmlns:a="http://schemas.openxmlformats.org/drawingml/2006/main">
            <a:off x="15360353" y="4932516"/>
            <a:ext cx="96516" cy="114461"/>
          </a:xfrm>
          <a:custGeom xmlns:a="http://schemas.openxmlformats.org/drawingml/2006/main">
            <a:pathLst>
              <a:path w="96516" h="114461">
                <a:moveTo>
                  <a:pt x="25576" y="64735"/>
                </a:moveTo>
                <a:lnTo>
                  <a:pt x="25576" y="93246"/>
                </a:lnTo>
                <a:cubicBezTo>
                  <a:pt x="25576" y="97271"/>
                  <a:pt x="25729" y="100192"/>
                  <a:pt x="26037" y="102009"/>
                </a:cubicBezTo>
                <a:cubicBezTo>
                  <a:pt x="26344" y="103826"/>
                  <a:pt x="26805" y="105195"/>
                  <a:pt x="27420" y="106118"/>
                </a:cubicBezTo>
                <a:cubicBezTo>
                  <a:pt x="28035" y="107040"/>
                  <a:pt x="28874" y="107795"/>
                  <a:pt x="29936" y="108382"/>
                </a:cubicBezTo>
                <a:cubicBezTo>
                  <a:pt x="30998" y="108969"/>
                  <a:pt x="32815" y="109625"/>
                  <a:pt x="35386" y="110352"/>
                </a:cubicBezTo>
                <a:lnTo>
                  <a:pt x="35386" y="114461"/>
                </a:lnTo>
                <a:lnTo>
                  <a:pt x="0" y="114461"/>
                </a:lnTo>
                <a:lnTo>
                  <a:pt x="0" y="110352"/>
                </a:lnTo>
                <a:cubicBezTo>
                  <a:pt x="3466" y="109458"/>
                  <a:pt x="5786" y="108465"/>
                  <a:pt x="6960" y="107375"/>
                </a:cubicBezTo>
                <a:cubicBezTo>
                  <a:pt x="8134" y="106285"/>
                  <a:pt x="8903" y="104734"/>
                  <a:pt x="9266" y="102721"/>
                </a:cubicBezTo>
                <a:cubicBezTo>
                  <a:pt x="9629" y="100709"/>
                  <a:pt x="9811" y="97634"/>
                  <a:pt x="9811" y="93497"/>
                </a:cubicBezTo>
                <a:lnTo>
                  <a:pt x="9811" y="20964"/>
                </a:lnTo>
                <a:cubicBezTo>
                  <a:pt x="9811" y="17106"/>
                  <a:pt x="9671" y="14297"/>
                  <a:pt x="9392" y="12536"/>
                </a:cubicBezTo>
                <a:cubicBezTo>
                  <a:pt x="9112" y="10775"/>
                  <a:pt x="8651" y="9406"/>
                  <a:pt x="8008" y="8427"/>
                </a:cubicBezTo>
                <a:cubicBezTo>
                  <a:pt x="7365" y="7449"/>
                  <a:pt x="6513" y="6666"/>
                  <a:pt x="5451" y="6079"/>
                </a:cubicBezTo>
                <a:cubicBezTo>
                  <a:pt x="4388" y="5492"/>
                  <a:pt x="2572" y="4836"/>
                  <a:pt x="0" y="4109"/>
                </a:cubicBezTo>
                <a:lnTo>
                  <a:pt x="0" y="0"/>
                </a:lnTo>
                <a:lnTo>
                  <a:pt x="41508" y="0"/>
                </a:lnTo>
                <a:cubicBezTo>
                  <a:pt x="54589" y="0"/>
                  <a:pt x="64372" y="2376"/>
                  <a:pt x="70857" y="7128"/>
                </a:cubicBezTo>
                <a:cubicBezTo>
                  <a:pt x="77342" y="11879"/>
                  <a:pt x="80584" y="19259"/>
                  <a:pt x="80584" y="29265"/>
                </a:cubicBezTo>
                <a:cubicBezTo>
                  <a:pt x="80584" y="36924"/>
                  <a:pt x="78474" y="43436"/>
                  <a:pt x="74253" y="48803"/>
                </a:cubicBezTo>
                <a:cubicBezTo>
                  <a:pt x="70032" y="54170"/>
                  <a:pt x="63701" y="58363"/>
                  <a:pt x="55260" y="61381"/>
                </a:cubicBezTo>
                <a:lnTo>
                  <a:pt x="55260" y="62052"/>
                </a:lnTo>
                <a:cubicBezTo>
                  <a:pt x="58670" y="63450"/>
                  <a:pt x="61591" y="65448"/>
                  <a:pt x="64023" y="68048"/>
                </a:cubicBezTo>
                <a:cubicBezTo>
                  <a:pt x="66454" y="70647"/>
                  <a:pt x="69152" y="74686"/>
                  <a:pt x="72115" y="80165"/>
                </a:cubicBezTo>
                <a:lnTo>
                  <a:pt x="79662" y="93917"/>
                </a:lnTo>
                <a:cubicBezTo>
                  <a:pt x="81842" y="97942"/>
                  <a:pt x="83714" y="101016"/>
                  <a:pt x="85280" y="103141"/>
                </a:cubicBezTo>
                <a:cubicBezTo>
                  <a:pt x="86845" y="105265"/>
                  <a:pt x="88438" y="106886"/>
                  <a:pt x="90059" y="108004"/>
                </a:cubicBezTo>
                <a:cubicBezTo>
                  <a:pt x="91681" y="109122"/>
                  <a:pt x="93833" y="109905"/>
                  <a:pt x="96516" y="110352"/>
                </a:cubicBezTo>
                <a:lnTo>
                  <a:pt x="96516" y="114461"/>
                </a:lnTo>
                <a:lnTo>
                  <a:pt x="73289" y="114461"/>
                </a:lnTo>
                <a:cubicBezTo>
                  <a:pt x="71164" y="111498"/>
                  <a:pt x="69152" y="108312"/>
                  <a:pt x="67251" y="104902"/>
                </a:cubicBezTo>
                <a:cubicBezTo>
                  <a:pt x="65350" y="101492"/>
                  <a:pt x="63478" y="98026"/>
                  <a:pt x="61633" y="94504"/>
                </a:cubicBezTo>
                <a:lnTo>
                  <a:pt x="54254" y="80500"/>
                </a:lnTo>
                <a:cubicBezTo>
                  <a:pt x="52018" y="76251"/>
                  <a:pt x="50187" y="73121"/>
                  <a:pt x="48761" y="71108"/>
                </a:cubicBezTo>
                <a:cubicBezTo>
                  <a:pt x="47336" y="69096"/>
                  <a:pt x="46022" y="67684"/>
                  <a:pt x="44820" y="66874"/>
                </a:cubicBezTo>
                <a:cubicBezTo>
                  <a:pt x="43618" y="66063"/>
                  <a:pt x="42332" y="65504"/>
                  <a:pt x="40963" y="65197"/>
                </a:cubicBezTo>
                <a:cubicBezTo>
                  <a:pt x="39593" y="64889"/>
                  <a:pt x="37539" y="64735"/>
                  <a:pt x="34800" y="64735"/>
                </a:cubicBezTo>
                <a:lnTo>
                  <a:pt x="25576" y="64735"/>
                </a:lnTo>
                <a:moveTo>
                  <a:pt x="25576" y="7715"/>
                </a:moveTo>
                <a:lnTo>
                  <a:pt x="25576" y="57524"/>
                </a:lnTo>
                <a:lnTo>
                  <a:pt x="35051" y="57524"/>
                </a:lnTo>
                <a:cubicBezTo>
                  <a:pt x="39915" y="57524"/>
                  <a:pt x="43856" y="57175"/>
                  <a:pt x="46875" y="56476"/>
                </a:cubicBezTo>
                <a:cubicBezTo>
                  <a:pt x="49893" y="55777"/>
                  <a:pt x="52688" y="54449"/>
                  <a:pt x="55260" y="52493"/>
                </a:cubicBezTo>
                <a:cubicBezTo>
                  <a:pt x="57831" y="50536"/>
                  <a:pt x="59886" y="47811"/>
                  <a:pt x="61423" y="44317"/>
                </a:cubicBezTo>
                <a:cubicBezTo>
                  <a:pt x="62961" y="40823"/>
                  <a:pt x="63729" y="36532"/>
                  <a:pt x="63729" y="31445"/>
                </a:cubicBezTo>
                <a:cubicBezTo>
                  <a:pt x="63729" y="26135"/>
                  <a:pt x="62821" y="21718"/>
                  <a:pt x="61004" y="18196"/>
                </a:cubicBezTo>
                <a:cubicBezTo>
                  <a:pt x="59187" y="14674"/>
                  <a:pt x="56434" y="11991"/>
                  <a:pt x="52744" y="10146"/>
                </a:cubicBezTo>
                <a:cubicBezTo>
                  <a:pt x="49055" y="8302"/>
                  <a:pt x="44079" y="7379"/>
                  <a:pt x="37818" y="7379"/>
                </a:cubicBezTo>
                <a:cubicBezTo>
                  <a:pt x="32787" y="7379"/>
                  <a:pt x="28706" y="7491"/>
                  <a:pt x="25576" y="7715"/>
                </a:cubicBezTo>
                <a:close/>
              </a:path>
            </a:pathLst>
          </a:custGeom>
          <a:solidFill xmlns:a="http://schemas.openxmlformats.org/drawingml/2006/main">
            <a:srgbClr val="000000"/>
          </a:solidFill>
          <a:ln xmlns:a="http://schemas.openxmlformats.org/drawingml/2006/main" w="0">
            <a:noFill/>
            <a:prstDash val="solid"/>
          </a:ln>
        </p:spPr>
      </p:sp>
      <p:sp>
        <p:nvSpPr>
          <p:cNvPr id="302" name="path-260">
            <a:extLst xmlns:a="http://schemas.openxmlformats.org/drawingml/2006/main">
              <a:ext uri="{FF2B5EF4-FFF2-40B4-BE49-F238E27FC236}">
                <a16:creationId xmlns:a16="http://schemas.microsoft.com/office/drawing/2014/main" id="{0A8AC98D-6FDC-4C4E-81F6-A05620DB3E85}"/>
              </a:ext>
            </a:extLst>
          </p:cNvPr>
          <p:cNvSpPr>
            <a:spLocks xmlns:a="http://schemas.openxmlformats.org/drawingml/2006/main" noGrp="1"/>
          </p:cNvSpPr>
          <p:nvPr/>
        </p:nvSpPr>
        <p:spPr>
          <a:xfrm xmlns:a="http://schemas.openxmlformats.org/drawingml/2006/main">
            <a:off x="15470393" y="5021151"/>
            <a:ext cx="56841" cy="62232"/>
          </a:xfrm>
          <a:custGeom xmlns:a="http://schemas.openxmlformats.org/drawingml/2006/main">
            <a:pathLst>
              <a:path w="56841" h="62232">
                <a:moveTo>
                  <a:pt x="38393" y="61154"/>
                </a:moveTo>
                <a:cubicBezTo>
                  <a:pt x="38473" y="59676"/>
                  <a:pt x="38533" y="58199"/>
                  <a:pt x="38573" y="56721"/>
                </a:cubicBezTo>
                <a:cubicBezTo>
                  <a:pt x="38613" y="55244"/>
                  <a:pt x="38673" y="53806"/>
                  <a:pt x="38753" y="52409"/>
                </a:cubicBezTo>
                <a:cubicBezTo>
                  <a:pt x="38633" y="52329"/>
                  <a:pt x="38513" y="52279"/>
                  <a:pt x="38393" y="52259"/>
                </a:cubicBezTo>
                <a:cubicBezTo>
                  <a:pt x="38273" y="52239"/>
                  <a:pt x="38114" y="52189"/>
                  <a:pt x="37914" y="52109"/>
                </a:cubicBezTo>
                <a:cubicBezTo>
                  <a:pt x="36037" y="53946"/>
                  <a:pt x="34250" y="55504"/>
                  <a:pt x="32553" y="56781"/>
                </a:cubicBezTo>
                <a:cubicBezTo>
                  <a:pt x="30856" y="58059"/>
                  <a:pt x="29159" y="59107"/>
                  <a:pt x="27462" y="59926"/>
                </a:cubicBezTo>
                <a:cubicBezTo>
                  <a:pt x="25765" y="60744"/>
                  <a:pt x="24048" y="61333"/>
                  <a:pt x="22311" y="61693"/>
                </a:cubicBezTo>
                <a:cubicBezTo>
                  <a:pt x="20574" y="62052"/>
                  <a:pt x="18767" y="62232"/>
                  <a:pt x="16891" y="62232"/>
                </a:cubicBezTo>
                <a:cubicBezTo>
                  <a:pt x="14295" y="62232"/>
                  <a:pt x="11949" y="61852"/>
                  <a:pt x="9853" y="61094"/>
                </a:cubicBezTo>
                <a:cubicBezTo>
                  <a:pt x="7757" y="60335"/>
                  <a:pt x="5980" y="59267"/>
                  <a:pt x="4522" y="57889"/>
                </a:cubicBezTo>
                <a:cubicBezTo>
                  <a:pt x="3065" y="56512"/>
                  <a:pt x="1947" y="54885"/>
                  <a:pt x="1168" y="53008"/>
                </a:cubicBezTo>
                <a:cubicBezTo>
                  <a:pt x="389" y="51131"/>
                  <a:pt x="0" y="49055"/>
                  <a:pt x="0" y="46779"/>
                </a:cubicBezTo>
                <a:cubicBezTo>
                  <a:pt x="0" y="40629"/>
                  <a:pt x="3145" y="35918"/>
                  <a:pt x="9434" y="32643"/>
                </a:cubicBezTo>
                <a:cubicBezTo>
                  <a:pt x="15723" y="29369"/>
                  <a:pt x="25136" y="27412"/>
                  <a:pt x="37675" y="26773"/>
                </a:cubicBezTo>
                <a:lnTo>
                  <a:pt x="37675" y="22461"/>
                </a:lnTo>
                <a:cubicBezTo>
                  <a:pt x="37675" y="19506"/>
                  <a:pt x="37445" y="17000"/>
                  <a:pt x="36986" y="14944"/>
                </a:cubicBezTo>
                <a:cubicBezTo>
                  <a:pt x="36526" y="12888"/>
                  <a:pt x="35808" y="11220"/>
                  <a:pt x="34829" y="9943"/>
                </a:cubicBezTo>
                <a:cubicBezTo>
                  <a:pt x="33851" y="8665"/>
                  <a:pt x="32563" y="7737"/>
                  <a:pt x="30966" y="7158"/>
                </a:cubicBezTo>
                <a:cubicBezTo>
                  <a:pt x="29369" y="6579"/>
                  <a:pt x="27432" y="6289"/>
                  <a:pt x="25156" y="6289"/>
                </a:cubicBezTo>
                <a:cubicBezTo>
                  <a:pt x="22002" y="6289"/>
                  <a:pt x="19346" y="7128"/>
                  <a:pt x="17190" y="8805"/>
                </a:cubicBezTo>
                <a:cubicBezTo>
                  <a:pt x="15034" y="10482"/>
                  <a:pt x="13437" y="13137"/>
                  <a:pt x="12398" y="16771"/>
                </a:cubicBezTo>
                <a:lnTo>
                  <a:pt x="3534" y="16771"/>
                </a:lnTo>
                <a:lnTo>
                  <a:pt x="3534" y="7667"/>
                </a:lnTo>
                <a:cubicBezTo>
                  <a:pt x="6409" y="6309"/>
                  <a:pt x="9044" y="5151"/>
                  <a:pt x="11440" y="4193"/>
                </a:cubicBezTo>
                <a:cubicBezTo>
                  <a:pt x="13836" y="3234"/>
                  <a:pt x="16122" y="2446"/>
                  <a:pt x="18298" y="1827"/>
                </a:cubicBezTo>
                <a:cubicBezTo>
                  <a:pt x="20474" y="1208"/>
                  <a:pt x="22591" y="759"/>
                  <a:pt x="24647" y="479"/>
                </a:cubicBezTo>
                <a:cubicBezTo>
                  <a:pt x="26704" y="200"/>
                  <a:pt x="28810" y="40"/>
                  <a:pt x="30966" y="0"/>
                </a:cubicBezTo>
                <a:cubicBezTo>
                  <a:pt x="34041" y="80"/>
                  <a:pt x="36726" y="429"/>
                  <a:pt x="39022" y="1048"/>
                </a:cubicBezTo>
                <a:cubicBezTo>
                  <a:pt x="41318" y="1667"/>
                  <a:pt x="43235" y="2735"/>
                  <a:pt x="44772" y="4253"/>
                </a:cubicBezTo>
                <a:cubicBezTo>
                  <a:pt x="46309" y="5770"/>
                  <a:pt x="47467" y="7816"/>
                  <a:pt x="48246" y="10392"/>
                </a:cubicBezTo>
                <a:cubicBezTo>
                  <a:pt x="49025" y="12967"/>
                  <a:pt x="49434" y="16232"/>
                  <a:pt x="49474" y="20185"/>
                </a:cubicBezTo>
                <a:lnTo>
                  <a:pt x="49474" y="43065"/>
                </a:lnTo>
                <a:cubicBezTo>
                  <a:pt x="49474" y="45661"/>
                  <a:pt x="49454" y="47757"/>
                  <a:pt x="49414" y="49354"/>
                </a:cubicBezTo>
                <a:cubicBezTo>
                  <a:pt x="49374" y="50951"/>
                  <a:pt x="49554" y="52249"/>
                  <a:pt x="49953" y="53247"/>
                </a:cubicBezTo>
                <a:cubicBezTo>
                  <a:pt x="50352" y="54246"/>
                  <a:pt x="51071" y="55034"/>
                  <a:pt x="52109" y="55613"/>
                </a:cubicBezTo>
                <a:cubicBezTo>
                  <a:pt x="53148" y="56192"/>
                  <a:pt x="54725" y="56761"/>
                  <a:pt x="56841" y="57320"/>
                </a:cubicBezTo>
                <a:lnTo>
                  <a:pt x="56841" y="61154"/>
                </a:lnTo>
                <a:lnTo>
                  <a:pt x="38393" y="61154"/>
                </a:lnTo>
                <a:moveTo>
                  <a:pt x="37675" y="32404"/>
                </a:moveTo>
                <a:cubicBezTo>
                  <a:pt x="28810" y="32603"/>
                  <a:pt x="22301" y="33741"/>
                  <a:pt x="18148" y="35818"/>
                </a:cubicBezTo>
                <a:cubicBezTo>
                  <a:pt x="13996" y="37894"/>
                  <a:pt x="11919" y="41049"/>
                  <a:pt x="11919" y="45281"/>
                </a:cubicBezTo>
                <a:cubicBezTo>
                  <a:pt x="11919" y="48556"/>
                  <a:pt x="12848" y="50921"/>
                  <a:pt x="14704" y="52379"/>
                </a:cubicBezTo>
                <a:cubicBezTo>
                  <a:pt x="16561" y="53836"/>
                  <a:pt x="19107" y="54565"/>
                  <a:pt x="22341" y="54565"/>
                </a:cubicBezTo>
                <a:cubicBezTo>
                  <a:pt x="24617" y="54565"/>
                  <a:pt x="26694" y="54166"/>
                  <a:pt x="28570" y="53367"/>
                </a:cubicBezTo>
                <a:cubicBezTo>
                  <a:pt x="30447" y="52569"/>
                  <a:pt x="32054" y="51540"/>
                  <a:pt x="33392" y="50283"/>
                </a:cubicBezTo>
                <a:cubicBezTo>
                  <a:pt x="34730" y="49025"/>
                  <a:pt x="35778" y="47627"/>
                  <a:pt x="36536" y="46090"/>
                </a:cubicBezTo>
                <a:cubicBezTo>
                  <a:pt x="37295" y="44553"/>
                  <a:pt x="37675" y="43045"/>
                  <a:pt x="37675" y="41568"/>
                </a:cubicBezTo>
                <a:lnTo>
                  <a:pt x="37675" y="32404"/>
                </a:lnTo>
                <a:close/>
              </a:path>
            </a:pathLst>
          </a:custGeom>
          <a:solidFill xmlns:a="http://schemas.openxmlformats.org/drawingml/2006/main">
            <a:srgbClr val="000000"/>
          </a:solidFill>
          <a:ln xmlns:a="http://schemas.openxmlformats.org/drawingml/2006/main" w="0">
            <a:noFill/>
            <a:prstDash val="solid"/>
          </a:ln>
        </p:spPr>
      </p:sp>
      <p:sp>
        <p:nvSpPr>
          <p:cNvPr id="303" name="path-261">
            <a:extLst xmlns:a="http://schemas.openxmlformats.org/drawingml/2006/main">
              <a:ext uri="{FF2B5EF4-FFF2-40B4-BE49-F238E27FC236}">
                <a16:creationId xmlns:a16="http://schemas.microsoft.com/office/drawing/2014/main" id="{3CE7EE02-BFB0-41D7-8CA0-62FA406B3315}"/>
              </a:ext>
            </a:extLst>
          </p:cNvPr>
          <p:cNvSpPr>
            <a:spLocks xmlns:a="http://schemas.openxmlformats.org/drawingml/2006/main" noGrp="1"/>
          </p:cNvSpPr>
          <p:nvPr/>
        </p:nvSpPr>
        <p:spPr>
          <a:xfrm xmlns:a="http://schemas.openxmlformats.org/drawingml/2006/main">
            <a:off x="15541011" y="5021151"/>
            <a:ext cx="49414" cy="62232"/>
          </a:xfrm>
          <a:custGeom xmlns:a="http://schemas.openxmlformats.org/drawingml/2006/main">
            <a:pathLst>
              <a:path w="49414" h="62232">
                <a:moveTo>
                  <a:pt x="48695" y="16352"/>
                </a:moveTo>
                <a:lnTo>
                  <a:pt x="39891" y="16352"/>
                </a:lnTo>
                <a:cubicBezTo>
                  <a:pt x="38932" y="12638"/>
                  <a:pt x="37555" y="9973"/>
                  <a:pt x="35758" y="8355"/>
                </a:cubicBezTo>
                <a:cubicBezTo>
                  <a:pt x="33961" y="6738"/>
                  <a:pt x="31465" y="5930"/>
                  <a:pt x="28271" y="5930"/>
                </a:cubicBezTo>
                <a:cubicBezTo>
                  <a:pt x="25955" y="5930"/>
                  <a:pt x="23849" y="6469"/>
                  <a:pt x="21952" y="7547"/>
                </a:cubicBezTo>
                <a:cubicBezTo>
                  <a:pt x="20055" y="8625"/>
                  <a:pt x="18438" y="10202"/>
                  <a:pt x="17100" y="12279"/>
                </a:cubicBezTo>
                <a:cubicBezTo>
                  <a:pt x="15763" y="14355"/>
                  <a:pt x="14724" y="16921"/>
                  <a:pt x="13986" y="19975"/>
                </a:cubicBezTo>
                <a:cubicBezTo>
                  <a:pt x="13247" y="23030"/>
                  <a:pt x="12878" y="26534"/>
                  <a:pt x="12878" y="30487"/>
                </a:cubicBezTo>
                <a:cubicBezTo>
                  <a:pt x="12878" y="34280"/>
                  <a:pt x="13167" y="37645"/>
                  <a:pt x="13746" y="40579"/>
                </a:cubicBezTo>
                <a:cubicBezTo>
                  <a:pt x="14325" y="43514"/>
                  <a:pt x="15253" y="45980"/>
                  <a:pt x="16531" y="47977"/>
                </a:cubicBezTo>
                <a:cubicBezTo>
                  <a:pt x="17809" y="49973"/>
                  <a:pt x="19456" y="51490"/>
                  <a:pt x="21473" y="52529"/>
                </a:cubicBezTo>
                <a:cubicBezTo>
                  <a:pt x="23489" y="53567"/>
                  <a:pt x="25915" y="54086"/>
                  <a:pt x="28750" y="54086"/>
                </a:cubicBezTo>
                <a:cubicBezTo>
                  <a:pt x="31745" y="54086"/>
                  <a:pt x="34570" y="53457"/>
                  <a:pt x="37225" y="52199"/>
                </a:cubicBezTo>
                <a:cubicBezTo>
                  <a:pt x="39881" y="50941"/>
                  <a:pt x="42646" y="48895"/>
                  <a:pt x="45521" y="46060"/>
                </a:cubicBezTo>
                <a:cubicBezTo>
                  <a:pt x="46120" y="46859"/>
                  <a:pt x="46769" y="47627"/>
                  <a:pt x="47467" y="48366"/>
                </a:cubicBezTo>
                <a:cubicBezTo>
                  <a:pt x="48166" y="49105"/>
                  <a:pt x="48815" y="49853"/>
                  <a:pt x="49414" y="50612"/>
                </a:cubicBezTo>
                <a:cubicBezTo>
                  <a:pt x="47378" y="52768"/>
                  <a:pt x="45421" y="54585"/>
                  <a:pt x="43544" y="56063"/>
                </a:cubicBezTo>
                <a:cubicBezTo>
                  <a:pt x="41668" y="57540"/>
                  <a:pt x="39781" y="58738"/>
                  <a:pt x="37884" y="59656"/>
                </a:cubicBezTo>
                <a:cubicBezTo>
                  <a:pt x="35987" y="60575"/>
                  <a:pt x="34021" y="61234"/>
                  <a:pt x="31984" y="61633"/>
                </a:cubicBezTo>
                <a:cubicBezTo>
                  <a:pt x="29948" y="62032"/>
                  <a:pt x="27752" y="62232"/>
                  <a:pt x="25396" y="62232"/>
                </a:cubicBezTo>
                <a:cubicBezTo>
                  <a:pt x="17210" y="62232"/>
                  <a:pt x="10931" y="59596"/>
                  <a:pt x="6559" y="54326"/>
                </a:cubicBezTo>
                <a:cubicBezTo>
                  <a:pt x="2186" y="49055"/>
                  <a:pt x="0" y="41408"/>
                  <a:pt x="0" y="31385"/>
                </a:cubicBezTo>
                <a:cubicBezTo>
                  <a:pt x="0" y="26714"/>
                  <a:pt x="709" y="22451"/>
                  <a:pt x="2126" y="18598"/>
                </a:cubicBezTo>
                <a:cubicBezTo>
                  <a:pt x="3544" y="14744"/>
                  <a:pt x="5540" y="11440"/>
                  <a:pt x="8116" y="8685"/>
                </a:cubicBezTo>
                <a:cubicBezTo>
                  <a:pt x="10691" y="5930"/>
                  <a:pt x="13786" y="3793"/>
                  <a:pt x="17400" y="2276"/>
                </a:cubicBezTo>
                <a:cubicBezTo>
                  <a:pt x="21013" y="759"/>
                  <a:pt x="24997" y="0"/>
                  <a:pt x="29349" y="0"/>
                </a:cubicBezTo>
                <a:cubicBezTo>
                  <a:pt x="31306" y="0"/>
                  <a:pt x="33142" y="60"/>
                  <a:pt x="34859" y="180"/>
                </a:cubicBezTo>
                <a:cubicBezTo>
                  <a:pt x="36576" y="299"/>
                  <a:pt x="38214" y="479"/>
                  <a:pt x="39771" y="719"/>
                </a:cubicBezTo>
                <a:cubicBezTo>
                  <a:pt x="41328" y="958"/>
                  <a:pt x="42846" y="1248"/>
                  <a:pt x="44323" y="1587"/>
                </a:cubicBezTo>
                <a:cubicBezTo>
                  <a:pt x="45800" y="1927"/>
                  <a:pt x="47258" y="2296"/>
                  <a:pt x="48695" y="2695"/>
                </a:cubicBezTo>
                <a:lnTo>
                  <a:pt x="48695" y="16352"/>
                </a:lnTo>
                <a:close/>
              </a:path>
            </a:pathLst>
          </a:custGeom>
          <a:solidFill xmlns:a="http://schemas.openxmlformats.org/drawingml/2006/main">
            <a:srgbClr val="000000"/>
          </a:solidFill>
          <a:ln xmlns:a="http://schemas.openxmlformats.org/drawingml/2006/main" w="0">
            <a:noFill/>
            <a:prstDash val="solid"/>
          </a:ln>
        </p:spPr>
      </p:sp>
      <p:sp>
        <p:nvSpPr>
          <p:cNvPr id="304" name="path-262">
            <a:extLst xmlns:a="http://schemas.openxmlformats.org/drawingml/2006/main">
              <a:ext uri="{FF2B5EF4-FFF2-40B4-BE49-F238E27FC236}">
                <a16:creationId xmlns:a16="http://schemas.microsoft.com/office/drawing/2014/main" id="{7BCF33C2-38D8-4080-8F2D-4ABEFE191C57}"/>
              </a:ext>
            </a:extLst>
          </p:cNvPr>
          <p:cNvSpPr>
            <a:spLocks xmlns:a="http://schemas.openxmlformats.org/drawingml/2006/main" noGrp="1"/>
          </p:cNvSpPr>
          <p:nvPr/>
        </p:nvSpPr>
        <p:spPr>
          <a:xfrm xmlns:a="http://schemas.openxmlformats.org/drawingml/2006/main">
            <a:off x="15603877" y="5021151"/>
            <a:ext cx="49414" cy="62232"/>
          </a:xfrm>
          <a:custGeom xmlns:a="http://schemas.openxmlformats.org/drawingml/2006/main">
            <a:pathLst>
              <a:path w="49414" h="62232">
                <a:moveTo>
                  <a:pt x="48695" y="16352"/>
                </a:moveTo>
                <a:lnTo>
                  <a:pt x="39891" y="16352"/>
                </a:lnTo>
                <a:cubicBezTo>
                  <a:pt x="38932" y="12638"/>
                  <a:pt x="37555" y="9973"/>
                  <a:pt x="35758" y="8355"/>
                </a:cubicBezTo>
                <a:cubicBezTo>
                  <a:pt x="33961" y="6738"/>
                  <a:pt x="31465" y="5930"/>
                  <a:pt x="28271" y="5930"/>
                </a:cubicBezTo>
                <a:cubicBezTo>
                  <a:pt x="25955" y="5930"/>
                  <a:pt x="23849" y="6469"/>
                  <a:pt x="21952" y="7547"/>
                </a:cubicBezTo>
                <a:cubicBezTo>
                  <a:pt x="20055" y="8625"/>
                  <a:pt x="18438" y="10202"/>
                  <a:pt x="17100" y="12279"/>
                </a:cubicBezTo>
                <a:cubicBezTo>
                  <a:pt x="15763" y="14355"/>
                  <a:pt x="14724" y="16921"/>
                  <a:pt x="13986" y="19975"/>
                </a:cubicBezTo>
                <a:cubicBezTo>
                  <a:pt x="13247" y="23030"/>
                  <a:pt x="12878" y="26534"/>
                  <a:pt x="12878" y="30487"/>
                </a:cubicBezTo>
                <a:cubicBezTo>
                  <a:pt x="12878" y="34280"/>
                  <a:pt x="13167" y="37645"/>
                  <a:pt x="13746" y="40579"/>
                </a:cubicBezTo>
                <a:cubicBezTo>
                  <a:pt x="14325" y="43514"/>
                  <a:pt x="15253" y="45980"/>
                  <a:pt x="16531" y="47977"/>
                </a:cubicBezTo>
                <a:cubicBezTo>
                  <a:pt x="17809" y="49973"/>
                  <a:pt x="19456" y="51490"/>
                  <a:pt x="21473" y="52529"/>
                </a:cubicBezTo>
                <a:cubicBezTo>
                  <a:pt x="23489" y="53567"/>
                  <a:pt x="25915" y="54086"/>
                  <a:pt x="28750" y="54086"/>
                </a:cubicBezTo>
                <a:cubicBezTo>
                  <a:pt x="31745" y="54086"/>
                  <a:pt x="34570" y="53457"/>
                  <a:pt x="37225" y="52199"/>
                </a:cubicBezTo>
                <a:cubicBezTo>
                  <a:pt x="39881" y="50941"/>
                  <a:pt x="42646" y="48895"/>
                  <a:pt x="45521" y="46060"/>
                </a:cubicBezTo>
                <a:cubicBezTo>
                  <a:pt x="46120" y="46859"/>
                  <a:pt x="46769" y="47627"/>
                  <a:pt x="47467" y="48366"/>
                </a:cubicBezTo>
                <a:cubicBezTo>
                  <a:pt x="48166" y="49105"/>
                  <a:pt x="48815" y="49853"/>
                  <a:pt x="49414" y="50612"/>
                </a:cubicBezTo>
                <a:cubicBezTo>
                  <a:pt x="47378" y="52768"/>
                  <a:pt x="45421" y="54585"/>
                  <a:pt x="43544" y="56063"/>
                </a:cubicBezTo>
                <a:cubicBezTo>
                  <a:pt x="41668" y="57540"/>
                  <a:pt x="39781" y="58738"/>
                  <a:pt x="37884" y="59656"/>
                </a:cubicBezTo>
                <a:cubicBezTo>
                  <a:pt x="35987" y="60575"/>
                  <a:pt x="34021" y="61234"/>
                  <a:pt x="31984" y="61633"/>
                </a:cubicBezTo>
                <a:cubicBezTo>
                  <a:pt x="29948" y="62032"/>
                  <a:pt x="27752" y="62232"/>
                  <a:pt x="25396" y="62232"/>
                </a:cubicBezTo>
                <a:cubicBezTo>
                  <a:pt x="17210" y="62232"/>
                  <a:pt x="10931" y="59596"/>
                  <a:pt x="6559" y="54326"/>
                </a:cubicBezTo>
                <a:cubicBezTo>
                  <a:pt x="2186" y="49055"/>
                  <a:pt x="0" y="41408"/>
                  <a:pt x="0" y="31385"/>
                </a:cubicBezTo>
                <a:cubicBezTo>
                  <a:pt x="0" y="26714"/>
                  <a:pt x="709" y="22451"/>
                  <a:pt x="2126" y="18598"/>
                </a:cubicBezTo>
                <a:cubicBezTo>
                  <a:pt x="3544" y="14744"/>
                  <a:pt x="5540" y="11440"/>
                  <a:pt x="8116" y="8685"/>
                </a:cubicBezTo>
                <a:cubicBezTo>
                  <a:pt x="10691" y="5930"/>
                  <a:pt x="13786" y="3793"/>
                  <a:pt x="17400" y="2276"/>
                </a:cubicBezTo>
                <a:cubicBezTo>
                  <a:pt x="21013" y="759"/>
                  <a:pt x="24997" y="0"/>
                  <a:pt x="29349" y="0"/>
                </a:cubicBezTo>
                <a:cubicBezTo>
                  <a:pt x="31306" y="0"/>
                  <a:pt x="33142" y="60"/>
                  <a:pt x="34859" y="180"/>
                </a:cubicBezTo>
                <a:cubicBezTo>
                  <a:pt x="36576" y="299"/>
                  <a:pt x="38214" y="479"/>
                  <a:pt x="39771" y="719"/>
                </a:cubicBezTo>
                <a:cubicBezTo>
                  <a:pt x="41328" y="958"/>
                  <a:pt x="42846" y="1248"/>
                  <a:pt x="44323" y="1587"/>
                </a:cubicBezTo>
                <a:cubicBezTo>
                  <a:pt x="45800" y="1927"/>
                  <a:pt x="47258" y="2296"/>
                  <a:pt x="48695" y="2695"/>
                </a:cubicBezTo>
                <a:lnTo>
                  <a:pt x="48695" y="16352"/>
                </a:lnTo>
                <a:close/>
              </a:path>
            </a:pathLst>
          </a:custGeom>
          <a:solidFill xmlns:a="http://schemas.openxmlformats.org/drawingml/2006/main">
            <a:srgbClr val="000000"/>
          </a:solidFill>
          <a:ln xmlns:a="http://schemas.openxmlformats.org/drawingml/2006/main" w="0">
            <a:noFill/>
            <a:prstDash val="solid"/>
          </a:ln>
        </p:spPr>
      </p:sp>
      <p:sp>
        <p:nvSpPr>
          <p:cNvPr id="305" name="path-263">
            <a:extLst xmlns:a="http://schemas.openxmlformats.org/drawingml/2006/main">
              <a:ext uri="{FF2B5EF4-FFF2-40B4-BE49-F238E27FC236}">
                <a16:creationId xmlns:a16="http://schemas.microsoft.com/office/drawing/2014/main" id="{0C1542DE-DE14-45B9-BAB7-047FA3D9E459}"/>
              </a:ext>
            </a:extLst>
          </p:cNvPr>
          <p:cNvSpPr>
            <a:spLocks xmlns:a="http://schemas.openxmlformats.org/drawingml/2006/main" noGrp="1"/>
          </p:cNvSpPr>
          <p:nvPr/>
        </p:nvSpPr>
        <p:spPr>
          <a:xfrm xmlns:a="http://schemas.openxmlformats.org/drawingml/2006/main">
            <a:off x="15716716" y="4944004"/>
            <a:ext cx="103308" cy="107753"/>
          </a:xfrm>
          <a:custGeom xmlns:a="http://schemas.openxmlformats.org/drawingml/2006/main">
            <a:pathLst>
              <a:path w="103308" h="107753">
                <a:moveTo>
                  <a:pt x="57608" y="59453"/>
                </a:moveTo>
                <a:lnTo>
                  <a:pt x="57608" y="107753"/>
                </a:lnTo>
                <a:lnTo>
                  <a:pt x="45701" y="107753"/>
                </a:lnTo>
                <a:lnTo>
                  <a:pt x="45701" y="59453"/>
                </a:lnTo>
                <a:lnTo>
                  <a:pt x="0" y="59453"/>
                </a:lnTo>
                <a:lnTo>
                  <a:pt x="0" y="48300"/>
                </a:lnTo>
                <a:lnTo>
                  <a:pt x="45701" y="48300"/>
                </a:lnTo>
                <a:lnTo>
                  <a:pt x="45701" y="0"/>
                </a:lnTo>
                <a:lnTo>
                  <a:pt x="57608" y="0"/>
                </a:lnTo>
                <a:lnTo>
                  <a:pt x="57608" y="48300"/>
                </a:lnTo>
                <a:lnTo>
                  <a:pt x="103308" y="48300"/>
                </a:lnTo>
                <a:lnTo>
                  <a:pt x="103308" y="59453"/>
                </a:lnTo>
                <a:lnTo>
                  <a:pt x="57608" y="59453"/>
                </a:lnTo>
                <a:close/>
              </a:path>
            </a:pathLst>
          </a:custGeom>
          <a:solidFill xmlns:a="http://schemas.openxmlformats.org/drawingml/2006/main">
            <a:srgbClr val="000000"/>
          </a:solidFill>
          <a:ln xmlns:a="http://schemas.openxmlformats.org/drawingml/2006/main" w="0">
            <a:noFill/>
            <a:prstDash val="solid"/>
          </a:ln>
        </p:spPr>
      </p:sp>
      <p:sp>
        <p:nvSpPr>
          <p:cNvPr id="306" name="path-264">
            <a:extLst xmlns:a="http://schemas.openxmlformats.org/drawingml/2006/main">
              <a:ext uri="{FF2B5EF4-FFF2-40B4-BE49-F238E27FC236}">
                <a16:creationId xmlns:a16="http://schemas.microsoft.com/office/drawing/2014/main" id="{E0649D7A-EB77-4B9A-BE5F-08BE7D8F8507}"/>
              </a:ext>
            </a:extLst>
          </p:cNvPr>
          <p:cNvSpPr>
            <a:spLocks xmlns:a="http://schemas.openxmlformats.org/drawingml/2006/main" noGrp="1"/>
          </p:cNvSpPr>
          <p:nvPr/>
        </p:nvSpPr>
        <p:spPr>
          <a:xfrm xmlns:a="http://schemas.openxmlformats.org/drawingml/2006/main">
            <a:off x="15881317" y="4932516"/>
            <a:ext cx="96516" cy="114461"/>
          </a:xfrm>
          <a:custGeom xmlns:a="http://schemas.openxmlformats.org/drawingml/2006/main">
            <a:pathLst>
              <a:path w="96516" h="114461">
                <a:moveTo>
                  <a:pt x="25576" y="64735"/>
                </a:moveTo>
                <a:lnTo>
                  <a:pt x="25576" y="93246"/>
                </a:lnTo>
                <a:cubicBezTo>
                  <a:pt x="25576" y="97271"/>
                  <a:pt x="25729" y="100192"/>
                  <a:pt x="26037" y="102009"/>
                </a:cubicBezTo>
                <a:cubicBezTo>
                  <a:pt x="26344" y="103826"/>
                  <a:pt x="26805" y="105195"/>
                  <a:pt x="27420" y="106118"/>
                </a:cubicBezTo>
                <a:cubicBezTo>
                  <a:pt x="28035" y="107040"/>
                  <a:pt x="28874" y="107795"/>
                  <a:pt x="29936" y="108382"/>
                </a:cubicBezTo>
                <a:cubicBezTo>
                  <a:pt x="30998" y="108969"/>
                  <a:pt x="32815" y="109625"/>
                  <a:pt x="35386" y="110352"/>
                </a:cubicBezTo>
                <a:lnTo>
                  <a:pt x="35386" y="114461"/>
                </a:lnTo>
                <a:lnTo>
                  <a:pt x="0" y="114461"/>
                </a:lnTo>
                <a:lnTo>
                  <a:pt x="0" y="110352"/>
                </a:lnTo>
                <a:cubicBezTo>
                  <a:pt x="3466" y="109458"/>
                  <a:pt x="5786" y="108465"/>
                  <a:pt x="6960" y="107375"/>
                </a:cubicBezTo>
                <a:cubicBezTo>
                  <a:pt x="8134" y="106285"/>
                  <a:pt x="8903" y="104734"/>
                  <a:pt x="9266" y="102721"/>
                </a:cubicBezTo>
                <a:cubicBezTo>
                  <a:pt x="9629" y="100709"/>
                  <a:pt x="9811" y="97634"/>
                  <a:pt x="9811" y="93497"/>
                </a:cubicBezTo>
                <a:lnTo>
                  <a:pt x="9811" y="20964"/>
                </a:lnTo>
                <a:cubicBezTo>
                  <a:pt x="9811" y="17106"/>
                  <a:pt x="9671" y="14297"/>
                  <a:pt x="9392" y="12536"/>
                </a:cubicBezTo>
                <a:cubicBezTo>
                  <a:pt x="9112" y="10775"/>
                  <a:pt x="8651" y="9406"/>
                  <a:pt x="8008" y="8427"/>
                </a:cubicBezTo>
                <a:cubicBezTo>
                  <a:pt x="7365" y="7449"/>
                  <a:pt x="6513" y="6666"/>
                  <a:pt x="5451" y="6079"/>
                </a:cubicBezTo>
                <a:cubicBezTo>
                  <a:pt x="4388" y="5492"/>
                  <a:pt x="2572" y="4836"/>
                  <a:pt x="0" y="4109"/>
                </a:cubicBezTo>
                <a:lnTo>
                  <a:pt x="0" y="0"/>
                </a:lnTo>
                <a:lnTo>
                  <a:pt x="41508" y="0"/>
                </a:lnTo>
                <a:cubicBezTo>
                  <a:pt x="54589" y="0"/>
                  <a:pt x="64372" y="2376"/>
                  <a:pt x="70857" y="7128"/>
                </a:cubicBezTo>
                <a:cubicBezTo>
                  <a:pt x="77342" y="11879"/>
                  <a:pt x="80584" y="19259"/>
                  <a:pt x="80584" y="29265"/>
                </a:cubicBezTo>
                <a:cubicBezTo>
                  <a:pt x="80584" y="36924"/>
                  <a:pt x="78474" y="43436"/>
                  <a:pt x="74253" y="48803"/>
                </a:cubicBezTo>
                <a:cubicBezTo>
                  <a:pt x="70032" y="54170"/>
                  <a:pt x="63701" y="58363"/>
                  <a:pt x="55260" y="61381"/>
                </a:cubicBezTo>
                <a:lnTo>
                  <a:pt x="55260" y="62052"/>
                </a:lnTo>
                <a:cubicBezTo>
                  <a:pt x="58670" y="63450"/>
                  <a:pt x="61591" y="65448"/>
                  <a:pt x="64023" y="68048"/>
                </a:cubicBezTo>
                <a:cubicBezTo>
                  <a:pt x="66454" y="70647"/>
                  <a:pt x="69152" y="74686"/>
                  <a:pt x="72115" y="80165"/>
                </a:cubicBezTo>
                <a:lnTo>
                  <a:pt x="79662" y="93917"/>
                </a:lnTo>
                <a:cubicBezTo>
                  <a:pt x="81842" y="97942"/>
                  <a:pt x="83714" y="101016"/>
                  <a:pt x="85280" y="103141"/>
                </a:cubicBezTo>
                <a:cubicBezTo>
                  <a:pt x="86845" y="105265"/>
                  <a:pt x="88438" y="106886"/>
                  <a:pt x="90059" y="108004"/>
                </a:cubicBezTo>
                <a:cubicBezTo>
                  <a:pt x="91681" y="109122"/>
                  <a:pt x="93833" y="109905"/>
                  <a:pt x="96516" y="110352"/>
                </a:cubicBezTo>
                <a:lnTo>
                  <a:pt x="96516" y="114461"/>
                </a:lnTo>
                <a:lnTo>
                  <a:pt x="73289" y="114461"/>
                </a:lnTo>
                <a:cubicBezTo>
                  <a:pt x="71164" y="111498"/>
                  <a:pt x="69152" y="108312"/>
                  <a:pt x="67251" y="104902"/>
                </a:cubicBezTo>
                <a:cubicBezTo>
                  <a:pt x="65350" y="101492"/>
                  <a:pt x="63478" y="98026"/>
                  <a:pt x="61633" y="94504"/>
                </a:cubicBezTo>
                <a:lnTo>
                  <a:pt x="54254" y="80500"/>
                </a:lnTo>
                <a:cubicBezTo>
                  <a:pt x="52018" y="76251"/>
                  <a:pt x="50187" y="73121"/>
                  <a:pt x="48761" y="71108"/>
                </a:cubicBezTo>
                <a:cubicBezTo>
                  <a:pt x="47336" y="69096"/>
                  <a:pt x="46022" y="67684"/>
                  <a:pt x="44820" y="66874"/>
                </a:cubicBezTo>
                <a:cubicBezTo>
                  <a:pt x="43618" y="66063"/>
                  <a:pt x="42332" y="65504"/>
                  <a:pt x="40963" y="65197"/>
                </a:cubicBezTo>
                <a:cubicBezTo>
                  <a:pt x="39593" y="64889"/>
                  <a:pt x="37539" y="64735"/>
                  <a:pt x="34800" y="64735"/>
                </a:cubicBezTo>
                <a:lnTo>
                  <a:pt x="25576" y="64735"/>
                </a:lnTo>
                <a:moveTo>
                  <a:pt x="25576" y="7715"/>
                </a:moveTo>
                <a:lnTo>
                  <a:pt x="25576" y="57524"/>
                </a:lnTo>
                <a:lnTo>
                  <a:pt x="35051" y="57524"/>
                </a:lnTo>
                <a:cubicBezTo>
                  <a:pt x="39915" y="57524"/>
                  <a:pt x="43856" y="57175"/>
                  <a:pt x="46875" y="56476"/>
                </a:cubicBezTo>
                <a:cubicBezTo>
                  <a:pt x="49893" y="55777"/>
                  <a:pt x="52688" y="54449"/>
                  <a:pt x="55260" y="52493"/>
                </a:cubicBezTo>
                <a:cubicBezTo>
                  <a:pt x="57831" y="50536"/>
                  <a:pt x="59886" y="47811"/>
                  <a:pt x="61423" y="44317"/>
                </a:cubicBezTo>
                <a:cubicBezTo>
                  <a:pt x="62961" y="40823"/>
                  <a:pt x="63729" y="36532"/>
                  <a:pt x="63729" y="31445"/>
                </a:cubicBezTo>
                <a:cubicBezTo>
                  <a:pt x="63729" y="26135"/>
                  <a:pt x="62821" y="21718"/>
                  <a:pt x="61004" y="18196"/>
                </a:cubicBezTo>
                <a:cubicBezTo>
                  <a:pt x="59187" y="14674"/>
                  <a:pt x="56434" y="11991"/>
                  <a:pt x="52744" y="10146"/>
                </a:cubicBezTo>
                <a:cubicBezTo>
                  <a:pt x="49055" y="8302"/>
                  <a:pt x="44079" y="7379"/>
                  <a:pt x="37818" y="7379"/>
                </a:cubicBezTo>
                <a:cubicBezTo>
                  <a:pt x="32787" y="7379"/>
                  <a:pt x="28706" y="7491"/>
                  <a:pt x="25576" y="7715"/>
                </a:cubicBezTo>
                <a:close/>
              </a:path>
            </a:pathLst>
          </a:custGeom>
          <a:solidFill xmlns:a="http://schemas.openxmlformats.org/drawingml/2006/main">
            <a:srgbClr val="000000"/>
          </a:solidFill>
          <a:ln xmlns:a="http://schemas.openxmlformats.org/drawingml/2006/main" w="0">
            <a:noFill/>
            <a:prstDash val="solid"/>
          </a:ln>
        </p:spPr>
      </p:sp>
      <p:sp>
        <p:nvSpPr>
          <p:cNvPr id="307" name="path-265">
            <a:extLst xmlns:a="http://schemas.openxmlformats.org/drawingml/2006/main">
              <a:ext uri="{FF2B5EF4-FFF2-40B4-BE49-F238E27FC236}">
                <a16:creationId xmlns:a16="http://schemas.microsoft.com/office/drawing/2014/main" id="{2AE97C3C-A01C-4E73-9E39-53C8FD3C77DF}"/>
              </a:ext>
            </a:extLst>
          </p:cNvPr>
          <p:cNvSpPr>
            <a:spLocks xmlns:a="http://schemas.openxmlformats.org/drawingml/2006/main" noGrp="1"/>
          </p:cNvSpPr>
          <p:nvPr/>
        </p:nvSpPr>
        <p:spPr>
          <a:xfrm xmlns:a="http://schemas.openxmlformats.org/drawingml/2006/main">
            <a:off x="15992977" y="5021151"/>
            <a:ext cx="62711" cy="86789"/>
          </a:xfrm>
          <a:custGeom xmlns:a="http://schemas.openxmlformats.org/drawingml/2006/main">
            <a:pathLst>
              <a:path w="62711" h="86789">
                <a:moveTo>
                  <a:pt x="62711" y="86789"/>
                </a:moveTo>
                <a:lnTo>
                  <a:pt x="35458" y="86789"/>
                </a:lnTo>
                <a:lnTo>
                  <a:pt x="35458" y="82836"/>
                </a:lnTo>
                <a:cubicBezTo>
                  <a:pt x="37335" y="82357"/>
                  <a:pt x="38803" y="81938"/>
                  <a:pt x="39861" y="81578"/>
                </a:cubicBezTo>
                <a:cubicBezTo>
                  <a:pt x="40919" y="81219"/>
                  <a:pt x="41707" y="80680"/>
                  <a:pt x="42227" y="79961"/>
                </a:cubicBezTo>
                <a:cubicBezTo>
                  <a:pt x="42746" y="79242"/>
                  <a:pt x="43065" y="78234"/>
                  <a:pt x="43185" y="76936"/>
                </a:cubicBezTo>
                <a:cubicBezTo>
                  <a:pt x="43305" y="75638"/>
                  <a:pt x="43365" y="73852"/>
                  <a:pt x="43365" y="71576"/>
                </a:cubicBezTo>
                <a:lnTo>
                  <a:pt x="43365" y="51451"/>
                </a:lnTo>
                <a:cubicBezTo>
                  <a:pt x="41448" y="53407"/>
                  <a:pt x="39671" y="55074"/>
                  <a:pt x="38034" y="56452"/>
                </a:cubicBezTo>
                <a:cubicBezTo>
                  <a:pt x="36397" y="57829"/>
                  <a:pt x="34790" y="58948"/>
                  <a:pt x="33212" y="59806"/>
                </a:cubicBezTo>
                <a:cubicBezTo>
                  <a:pt x="31635" y="60665"/>
                  <a:pt x="29998" y="61283"/>
                  <a:pt x="28301" y="61663"/>
                </a:cubicBezTo>
                <a:cubicBezTo>
                  <a:pt x="26604" y="62042"/>
                  <a:pt x="24737" y="62232"/>
                  <a:pt x="22701" y="62232"/>
                </a:cubicBezTo>
                <a:cubicBezTo>
                  <a:pt x="19147" y="62232"/>
                  <a:pt x="15972" y="61593"/>
                  <a:pt x="13177" y="60315"/>
                </a:cubicBezTo>
                <a:cubicBezTo>
                  <a:pt x="10382" y="59037"/>
                  <a:pt x="8006" y="57131"/>
                  <a:pt x="6049" y="54595"/>
                </a:cubicBezTo>
                <a:cubicBezTo>
                  <a:pt x="4093" y="52059"/>
                  <a:pt x="2595" y="48895"/>
                  <a:pt x="1557" y="45102"/>
                </a:cubicBezTo>
                <a:cubicBezTo>
                  <a:pt x="519" y="41308"/>
                  <a:pt x="0" y="36916"/>
                  <a:pt x="0" y="31924"/>
                </a:cubicBezTo>
                <a:cubicBezTo>
                  <a:pt x="0" y="26494"/>
                  <a:pt x="729" y="21772"/>
                  <a:pt x="2186" y="17759"/>
                </a:cubicBezTo>
                <a:cubicBezTo>
                  <a:pt x="3644" y="13746"/>
                  <a:pt x="5680" y="10422"/>
                  <a:pt x="8296" y="7786"/>
                </a:cubicBezTo>
                <a:cubicBezTo>
                  <a:pt x="10911" y="5151"/>
                  <a:pt x="14056" y="3194"/>
                  <a:pt x="17729" y="1917"/>
                </a:cubicBezTo>
                <a:cubicBezTo>
                  <a:pt x="21403" y="639"/>
                  <a:pt x="25456" y="0"/>
                  <a:pt x="29888" y="0"/>
                </a:cubicBezTo>
                <a:cubicBezTo>
                  <a:pt x="32843" y="0"/>
                  <a:pt x="35588" y="329"/>
                  <a:pt x="38124" y="988"/>
                </a:cubicBezTo>
                <a:cubicBezTo>
                  <a:pt x="40659" y="1647"/>
                  <a:pt x="43285" y="2655"/>
                  <a:pt x="46000" y="4013"/>
                </a:cubicBezTo>
                <a:lnTo>
                  <a:pt x="50492" y="0"/>
                </a:lnTo>
                <a:lnTo>
                  <a:pt x="55224" y="1078"/>
                </a:lnTo>
                <a:lnTo>
                  <a:pt x="55224" y="71576"/>
                </a:lnTo>
                <a:cubicBezTo>
                  <a:pt x="55224" y="73852"/>
                  <a:pt x="55294" y="75629"/>
                  <a:pt x="55434" y="76906"/>
                </a:cubicBezTo>
                <a:cubicBezTo>
                  <a:pt x="55573" y="78184"/>
                  <a:pt x="55903" y="79182"/>
                  <a:pt x="56422" y="79901"/>
                </a:cubicBezTo>
                <a:cubicBezTo>
                  <a:pt x="56941" y="80620"/>
                  <a:pt x="57700" y="81169"/>
                  <a:pt x="58698" y="81548"/>
                </a:cubicBezTo>
                <a:cubicBezTo>
                  <a:pt x="59696" y="81928"/>
                  <a:pt x="61034" y="82357"/>
                  <a:pt x="62711" y="82836"/>
                </a:cubicBezTo>
                <a:lnTo>
                  <a:pt x="62711" y="86789"/>
                </a:lnTo>
                <a:moveTo>
                  <a:pt x="43365" y="22940"/>
                </a:moveTo>
                <a:cubicBezTo>
                  <a:pt x="43365" y="19586"/>
                  <a:pt x="43075" y="16811"/>
                  <a:pt x="42496" y="14615"/>
                </a:cubicBezTo>
                <a:cubicBezTo>
                  <a:pt x="41917" y="12418"/>
                  <a:pt x="41059" y="10681"/>
                  <a:pt x="39921" y="9404"/>
                </a:cubicBezTo>
                <a:cubicBezTo>
                  <a:pt x="38783" y="8126"/>
                  <a:pt x="37375" y="7227"/>
                  <a:pt x="35698" y="6708"/>
                </a:cubicBezTo>
                <a:cubicBezTo>
                  <a:pt x="34021" y="6189"/>
                  <a:pt x="32084" y="5930"/>
                  <a:pt x="29888" y="5930"/>
                </a:cubicBezTo>
                <a:cubicBezTo>
                  <a:pt x="24258" y="5930"/>
                  <a:pt x="19995" y="8006"/>
                  <a:pt x="17100" y="12159"/>
                </a:cubicBezTo>
                <a:cubicBezTo>
                  <a:pt x="14205" y="16312"/>
                  <a:pt x="12758" y="22341"/>
                  <a:pt x="12758" y="30247"/>
                </a:cubicBezTo>
                <a:cubicBezTo>
                  <a:pt x="12758" y="46140"/>
                  <a:pt x="17569" y="54086"/>
                  <a:pt x="27193" y="54086"/>
                </a:cubicBezTo>
                <a:cubicBezTo>
                  <a:pt x="29109" y="54086"/>
                  <a:pt x="31026" y="53737"/>
                  <a:pt x="32943" y="53038"/>
                </a:cubicBezTo>
                <a:cubicBezTo>
                  <a:pt x="34859" y="52339"/>
                  <a:pt x="36596" y="51361"/>
                  <a:pt x="38154" y="50103"/>
                </a:cubicBezTo>
                <a:cubicBezTo>
                  <a:pt x="39711" y="48845"/>
                  <a:pt x="40969" y="47338"/>
                  <a:pt x="41927" y="45581"/>
                </a:cubicBezTo>
                <a:cubicBezTo>
                  <a:pt x="42885" y="43824"/>
                  <a:pt x="43365" y="41867"/>
                  <a:pt x="43365" y="39711"/>
                </a:cubicBezTo>
                <a:lnTo>
                  <a:pt x="43365" y="22940"/>
                </a:lnTo>
                <a:close/>
              </a:path>
            </a:pathLst>
          </a:custGeom>
          <a:solidFill xmlns:a="http://schemas.openxmlformats.org/drawingml/2006/main">
            <a:srgbClr val="000000"/>
          </a:solidFill>
          <a:ln xmlns:a="http://schemas.openxmlformats.org/drawingml/2006/main" w="0">
            <a:noFill/>
            <a:prstDash val="solid"/>
          </a:ln>
        </p:spPr>
      </p:sp>
      <p:sp>
        <p:nvSpPr>
          <p:cNvPr id="308" name="path-266">
            <a:extLst xmlns:a="http://schemas.openxmlformats.org/drawingml/2006/main">
              <a:ext uri="{FF2B5EF4-FFF2-40B4-BE49-F238E27FC236}">
                <a16:creationId xmlns:a16="http://schemas.microsoft.com/office/drawing/2014/main" id="{B2EFDC74-48E8-4B92-9633-32DDAF89CA90}"/>
              </a:ext>
            </a:extLst>
          </p:cNvPr>
          <p:cNvSpPr>
            <a:spLocks xmlns:a="http://schemas.openxmlformats.org/drawingml/2006/main" noGrp="1"/>
          </p:cNvSpPr>
          <p:nvPr/>
        </p:nvSpPr>
        <p:spPr>
          <a:xfrm xmlns:a="http://schemas.openxmlformats.org/drawingml/2006/main">
            <a:off x="16067667" y="5022409"/>
            <a:ext cx="64927" cy="60974"/>
          </a:xfrm>
          <a:custGeom xmlns:a="http://schemas.openxmlformats.org/drawingml/2006/main">
            <a:pathLst>
              <a:path w="64927" h="60974">
                <a:moveTo>
                  <a:pt x="0" y="0"/>
                </a:moveTo>
                <a:lnTo>
                  <a:pt x="19227" y="0"/>
                </a:lnTo>
                <a:lnTo>
                  <a:pt x="19227" y="31266"/>
                </a:lnTo>
                <a:cubicBezTo>
                  <a:pt x="19227" y="35578"/>
                  <a:pt x="19366" y="39132"/>
                  <a:pt x="19646" y="41927"/>
                </a:cubicBezTo>
                <a:cubicBezTo>
                  <a:pt x="19925" y="44722"/>
                  <a:pt x="20454" y="46928"/>
                  <a:pt x="21233" y="48546"/>
                </a:cubicBezTo>
                <a:cubicBezTo>
                  <a:pt x="22012" y="50163"/>
                  <a:pt x="23120" y="51281"/>
                  <a:pt x="24557" y="51900"/>
                </a:cubicBezTo>
                <a:cubicBezTo>
                  <a:pt x="25995" y="52519"/>
                  <a:pt x="27892" y="52828"/>
                  <a:pt x="30247" y="52828"/>
                </a:cubicBezTo>
                <a:cubicBezTo>
                  <a:pt x="31805" y="52828"/>
                  <a:pt x="33462" y="52449"/>
                  <a:pt x="35219" y="51690"/>
                </a:cubicBezTo>
                <a:cubicBezTo>
                  <a:pt x="36976" y="50931"/>
                  <a:pt x="38583" y="49933"/>
                  <a:pt x="40040" y="48695"/>
                </a:cubicBezTo>
                <a:cubicBezTo>
                  <a:pt x="41498" y="47457"/>
                  <a:pt x="42706" y="46040"/>
                  <a:pt x="43664" y="44443"/>
                </a:cubicBezTo>
                <a:cubicBezTo>
                  <a:pt x="44622" y="42846"/>
                  <a:pt x="45102" y="41228"/>
                  <a:pt x="45102" y="39591"/>
                </a:cubicBezTo>
                <a:lnTo>
                  <a:pt x="45102" y="15094"/>
                </a:lnTo>
                <a:cubicBezTo>
                  <a:pt x="45102" y="12818"/>
                  <a:pt x="45052" y="11051"/>
                  <a:pt x="44952" y="9793"/>
                </a:cubicBezTo>
                <a:cubicBezTo>
                  <a:pt x="44852" y="8535"/>
                  <a:pt x="44563" y="7547"/>
                  <a:pt x="44083" y="6828"/>
                </a:cubicBezTo>
                <a:cubicBezTo>
                  <a:pt x="43604" y="6109"/>
                  <a:pt x="42875" y="5560"/>
                  <a:pt x="41897" y="5181"/>
                </a:cubicBezTo>
                <a:cubicBezTo>
                  <a:pt x="40919" y="4802"/>
                  <a:pt x="39551" y="4352"/>
                  <a:pt x="37794" y="3833"/>
                </a:cubicBezTo>
                <a:lnTo>
                  <a:pt x="37794" y="0"/>
                </a:lnTo>
                <a:lnTo>
                  <a:pt x="56841" y="0"/>
                </a:lnTo>
                <a:lnTo>
                  <a:pt x="56841" y="43425"/>
                </a:lnTo>
                <a:cubicBezTo>
                  <a:pt x="56841" y="45461"/>
                  <a:pt x="56831" y="47178"/>
                  <a:pt x="56811" y="48576"/>
                </a:cubicBezTo>
                <a:cubicBezTo>
                  <a:pt x="56791" y="49973"/>
                  <a:pt x="56991" y="51131"/>
                  <a:pt x="57410" y="52050"/>
                </a:cubicBezTo>
                <a:cubicBezTo>
                  <a:pt x="57829" y="52968"/>
                  <a:pt x="58608" y="53717"/>
                  <a:pt x="59746" y="54296"/>
                </a:cubicBezTo>
                <a:cubicBezTo>
                  <a:pt x="60884" y="54875"/>
                  <a:pt x="62611" y="55364"/>
                  <a:pt x="64927" y="55763"/>
                </a:cubicBezTo>
                <a:lnTo>
                  <a:pt x="64927" y="59896"/>
                </a:lnTo>
                <a:lnTo>
                  <a:pt x="49534" y="60495"/>
                </a:lnTo>
                <a:lnTo>
                  <a:pt x="45221" y="60495"/>
                </a:lnTo>
                <a:cubicBezTo>
                  <a:pt x="45341" y="58818"/>
                  <a:pt x="45441" y="57161"/>
                  <a:pt x="45521" y="55523"/>
                </a:cubicBezTo>
                <a:cubicBezTo>
                  <a:pt x="45601" y="53886"/>
                  <a:pt x="45681" y="52229"/>
                  <a:pt x="45760" y="50552"/>
                </a:cubicBezTo>
                <a:cubicBezTo>
                  <a:pt x="45601" y="50472"/>
                  <a:pt x="45461" y="50432"/>
                  <a:pt x="45341" y="50432"/>
                </a:cubicBezTo>
                <a:cubicBezTo>
                  <a:pt x="45221" y="50432"/>
                  <a:pt x="45102" y="50392"/>
                  <a:pt x="44982" y="50313"/>
                </a:cubicBezTo>
                <a:cubicBezTo>
                  <a:pt x="43105" y="52309"/>
                  <a:pt x="41328" y="53986"/>
                  <a:pt x="39651" y="55344"/>
                </a:cubicBezTo>
                <a:cubicBezTo>
                  <a:pt x="37974" y="56701"/>
                  <a:pt x="36337" y="57800"/>
                  <a:pt x="34740" y="58638"/>
                </a:cubicBezTo>
                <a:cubicBezTo>
                  <a:pt x="33142" y="59477"/>
                  <a:pt x="31555" y="60076"/>
                  <a:pt x="29978" y="60435"/>
                </a:cubicBezTo>
                <a:cubicBezTo>
                  <a:pt x="28401" y="60794"/>
                  <a:pt x="26753" y="60974"/>
                  <a:pt x="25036" y="60974"/>
                </a:cubicBezTo>
                <a:cubicBezTo>
                  <a:pt x="22042" y="60934"/>
                  <a:pt x="19426" y="60535"/>
                  <a:pt x="17190" y="59776"/>
                </a:cubicBezTo>
                <a:cubicBezTo>
                  <a:pt x="14954" y="59017"/>
                  <a:pt x="13107" y="57800"/>
                  <a:pt x="11650" y="56122"/>
                </a:cubicBezTo>
                <a:cubicBezTo>
                  <a:pt x="10192" y="54445"/>
                  <a:pt x="9094" y="52269"/>
                  <a:pt x="8355" y="49594"/>
                </a:cubicBezTo>
                <a:cubicBezTo>
                  <a:pt x="7617" y="46918"/>
                  <a:pt x="7227" y="43624"/>
                  <a:pt x="7188" y="39711"/>
                </a:cubicBezTo>
                <a:lnTo>
                  <a:pt x="7188" y="15094"/>
                </a:lnTo>
                <a:cubicBezTo>
                  <a:pt x="7188" y="12898"/>
                  <a:pt x="7178" y="11181"/>
                  <a:pt x="7158" y="9943"/>
                </a:cubicBezTo>
                <a:cubicBezTo>
                  <a:pt x="7138" y="8705"/>
                  <a:pt x="6918" y="7737"/>
                  <a:pt x="6499" y="7038"/>
                </a:cubicBezTo>
                <a:cubicBezTo>
                  <a:pt x="6079" y="6339"/>
                  <a:pt x="5381" y="5780"/>
                  <a:pt x="4402" y="5361"/>
                </a:cubicBezTo>
                <a:cubicBezTo>
                  <a:pt x="3424" y="4941"/>
                  <a:pt x="1957" y="4432"/>
                  <a:pt x="0" y="3833"/>
                </a:cubicBezTo>
                <a:lnTo>
                  <a:pt x="0" y="0"/>
                </a:lnTo>
                <a:close/>
              </a:path>
            </a:pathLst>
          </a:custGeom>
          <a:solidFill xmlns:a="http://schemas.openxmlformats.org/drawingml/2006/main">
            <a:srgbClr val="000000"/>
          </a:solidFill>
          <a:ln xmlns:a="http://schemas.openxmlformats.org/drawingml/2006/main" w="0">
            <a:noFill/>
            <a:prstDash val="solid"/>
          </a:ln>
        </p:spPr>
      </p:sp>
      <p:sp>
        <p:nvSpPr>
          <p:cNvPr id="309" name="path-267">
            <a:extLst xmlns:a="http://schemas.openxmlformats.org/drawingml/2006/main">
              <a:ext uri="{FF2B5EF4-FFF2-40B4-BE49-F238E27FC236}">
                <a16:creationId xmlns:a16="http://schemas.microsoft.com/office/drawing/2014/main" id="{D32F0A6D-464F-4495-8C8E-8DB42082B99B}"/>
              </a:ext>
            </a:extLst>
          </p:cNvPr>
          <p:cNvSpPr>
            <a:spLocks xmlns:a="http://schemas.openxmlformats.org/drawingml/2006/main" noGrp="1"/>
          </p:cNvSpPr>
          <p:nvPr/>
        </p:nvSpPr>
        <p:spPr>
          <a:xfrm xmlns:a="http://schemas.openxmlformats.org/drawingml/2006/main">
            <a:off x="16147905" y="5021151"/>
            <a:ext cx="53427" cy="62232"/>
          </a:xfrm>
          <a:custGeom xmlns:a="http://schemas.openxmlformats.org/drawingml/2006/main">
            <a:pathLst>
              <a:path w="53427" h="62232">
                <a:moveTo>
                  <a:pt x="52529" y="50133"/>
                </a:moveTo>
                <a:cubicBezTo>
                  <a:pt x="50293" y="52329"/>
                  <a:pt x="48166" y="54196"/>
                  <a:pt x="46150" y="55733"/>
                </a:cubicBezTo>
                <a:cubicBezTo>
                  <a:pt x="44133" y="57270"/>
                  <a:pt x="42127" y="58518"/>
                  <a:pt x="40130" y="59477"/>
                </a:cubicBezTo>
                <a:cubicBezTo>
                  <a:pt x="38134" y="60435"/>
                  <a:pt x="36097" y="61134"/>
                  <a:pt x="34021" y="61573"/>
                </a:cubicBezTo>
                <a:cubicBezTo>
                  <a:pt x="31944" y="62012"/>
                  <a:pt x="29748" y="62232"/>
                  <a:pt x="27432" y="62232"/>
                </a:cubicBezTo>
                <a:cubicBezTo>
                  <a:pt x="18328" y="62232"/>
                  <a:pt x="11480" y="59626"/>
                  <a:pt x="6888" y="54415"/>
                </a:cubicBezTo>
                <a:cubicBezTo>
                  <a:pt x="2296" y="49204"/>
                  <a:pt x="0" y="41528"/>
                  <a:pt x="0" y="31385"/>
                </a:cubicBezTo>
                <a:cubicBezTo>
                  <a:pt x="0" y="26714"/>
                  <a:pt x="679" y="22451"/>
                  <a:pt x="2036" y="18598"/>
                </a:cubicBezTo>
                <a:cubicBezTo>
                  <a:pt x="3394" y="14744"/>
                  <a:pt x="5331" y="11440"/>
                  <a:pt x="7846" y="8685"/>
                </a:cubicBezTo>
                <a:cubicBezTo>
                  <a:pt x="10362" y="5930"/>
                  <a:pt x="13377" y="3793"/>
                  <a:pt x="16891" y="2276"/>
                </a:cubicBezTo>
                <a:cubicBezTo>
                  <a:pt x="20405" y="759"/>
                  <a:pt x="24318" y="0"/>
                  <a:pt x="28630" y="0"/>
                </a:cubicBezTo>
                <a:cubicBezTo>
                  <a:pt x="32863" y="0"/>
                  <a:pt x="36517" y="649"/>
                  <a:pt x="39591" y="1947"/>
                </a:cubicBezTo>
                <a:cubicBezTo>
                  <a:pt x="42666" y="3244"/>
                  <a:pt x="45161" y="5031"/>
                  <a:pt x="47078" y="7307"/>
                </a:cubicBezTo>
                <a:cubicBezTo>
                  <a:pt x="48036" y="8425"/>
                  <a:pt x="48895" y="9703"/>
                  <a:pt x="49654" y="11141"/>
                </a:cubicBezTo>
                <a:cubicBezTo>
                  <a:pt x="50412" y="12578"/>
                  <a:pt x="51061" y="14245"/>
                  <a:pt x="51600" y="16142"/>
                </a:cubicBezTo>
                <a:cubicBezTo>
                  <a:pt x="52139" y="18039"/>
                  <a:pt x="52559" y="20205"/>
                  <a:pt x="52858" y="22641"/>
                </a:cubicBezTo>
                <a:cubicBezTo>
                  <a:pt x="53158" y="25076"/>
                  <a:pt x="53347" y="27852"/>
                  <a:pt x="53427" y="30966"/>
                </a:cubicBezTo>
                <a:lnTo>
                  <a:pt x="12398" y="30966"/>
                </a:lnTo>
                <a:lnTo>
                  <a:pt x="12398" y="31505"/>
                </a:lnTo>
                <a:cubicBezTo>
                  <a:pt x="12398" y="39052"/>
                  <a:pt x="13806" y="44702"/>
                  <a:pt x="16621" y="48456"/>
                </a:cubicBezTo>
                <a:cubicBezTo>
                  <a:pt x="19436" y="52209"/>
                  <a:pt x="23898" y="54086"/>
                  <a:pt x="30008" y="54086"/>
                </a:cubicBezTo>
                <a:cubicBezTo>
                  <a:pt x="31645" y="54086"/>
                  <a:pt x="33212" y="53916"/>
                  <a:pt x="34710" y="53577"/>
                </a:cubicBezTo>
                <a:cubicBezTo>
                  <a:pt x="36207" y="53237"/>
                  <a:pt x="37694" y="52708"/>
                  <a:pt x="39172" y="51990"/>
                </a:cubicBezTo>
                <a:cubicBezTo>
                  <a:pt x="40649" y="51271"/>
                  <a:pt x="42137" y="50342"/>
                  <a:pt x="43634" y="49204"/>
                </a:cubicBezTo>
                <a:cubicBezTo>
                  <a:pt x="45132" y="48066"/>
                  <a:pt x="46699" y="46719"/>
                  <a:pt x="48336" y="45161"/>
                </a:cubicBezTo>
                <a:lnTo>
                  <a:pt x="52529" y="50133"/>
                </a:lnTo>
                <a:moveTo>
                  <a:pt x="40550" y="25036"/>
                </a:moveTo>
                <a:cubicBezTo>
                  <a:pt x="40150" y="18528"/>
                  <a:pt x="38962" y="13716"/>
                  <a:pt x="36986" y="10602"/>
                </a:cubicBezTo>
                <a:cubicBezTo>
                  <a:pt x="35009" y="7487"/>
                  <a:pt x="31984" y="5930"/>
                  <a:pt x="27911" y="5930"/>
                </a:cubicBezTo>
                <a:cubicBezTo>
                  <a:pt x="25755" y="5930"/>
                  <a:pt x="23809" y="6359"/>
                  <a:pt x="22072" y="7217"/>
                </a:cubicBezTo>
                <a:cubicBezTo>
                  <a:pt x="20335" y="8076"/>
                  <a:pt x="18817" y="9324"/>
                  <a:pt x="17520" y="10961"/>
                </a:cubicBezTo>
                <a:cubicBezTo>
                  <a:pt x="16222" y="12598"/>
                  <a:pt x="15164" y="14605"/>
                  <a:pt x="14345" y="16980"/>
                </a:cubicBezTo>
                <a:cubicBezTo>
                  <a:pt x="13526" y="19356"/>
                  <a:pt x="12997" y="22042"/>
                  <a:pt x="12758" y="25036"/>
                </a:cubicBezTo>
                <a:lnTo>
                  <a:pt x="40550" y="25036"/>
                </a:lnTo>
                <a:close/>
              </a:path>
            </a:pathLst>
          </a:custGeom>
          <a:solidFill xmlns:a="http://schemas.openxmlformats.org/drawingml/2006/main">
            <a:srgbClr val="000000"/>
          </a:solidFill>
          <a:ln xmlns:a="http://schemas.openxmlformats.org/drawingml/2006/main" w="0">
            <a:noFill/>
            <a:prstDash val="solid"/>
          </a:ln>
        </p:spPr>
      </p:sp>
      <p:sp>
        <p:nvSpPr>
          <p:cNvPr id="310" name="path-268">
            <a:extLst xmlns:a="http://schemas.openxmlformats.org/drawingml/2006/main">
              <a:ext uri="{FF2B5EF4-FFF2-40B4-BE49-F238E27FC236}">
                <a16:creationId xmlns:a16="http://schemas.microsoft.com/office/drawing/2014/main" id="{73EBA66B-428B-4A01-8EFA-69CBEA5C17B6}"/>
              </a:ext>
            </a:extLst>
          </p:cNvPr>
          <p:cNvSpPr>
            <a:spLocks xmlns:a="http://schemas.openxmlformats.org/drawingml/2006/main" noGrp="1"/>
          </p:cNvSpPr>
          <p:nvPr/>
        </p:nvSpPr>
        <p:spPr>
          <a:xfrm xmlns:a="http://schemas.openxmlformats.org/drawingml/2006/main">
            <a:off x="16215589" y="5021151"/>
            <a:ext cx="48096" cy="61154"/>
          </a:xfrm>
          <a:custGeom xmlns:a="http://schemas.openxmlformats.org/drawingml/2006/main">
            <a:pathLst>
              <a:path w="48096" h="61154">
                <a:moveTo>
                  <a:pt x="19107" y="11260"/>
                </a:moveTo>
                <a:cubicBezTo>
                  <a:pt x="19227" y="11340"/>
                  <a:pt x="19326" y="11390"/>
                  <a:pt x="19406" y="11410"/>
                </a:cubicBezTo>
                <a:cubicBezTo>
                  <a:pt x="19486" y="11430"/>
                  <a:pt x="19586" y="11480"/>
                  <a:pt x="19706" y="11560"/>
                </a:cubicBezTo>
                <a:cubicBezTo>
                  <a:pt x="21622" y="9484"/>
                  <a:pt x="23389" y="7707"/>
                  <a:pt x="25007" y="6229"/>
                </a:cubicBezTo>
                <a:cubicBezTo>
                  <a:pt x="26624" y="4752"/>
                  <a:pt x="28261" y="3554"/>
                  <a:pt x="29918" y="2635"/>
                </a:cubicBezTo>
                <a:cubicBezTo>
                  <a:pt x="31575" y="1717"/>
                  <a:pt x="33292" y="1048"/>
                  <a:pt x="35069" y="629"/>
                </a:cubicBezTo>
                <a:cubicBezTo>
                  <a:pt x="36846" y="210"/>
                  <a:pt x="38832" y="0"/>
                  <a:pt x="41029" y="0"/>
                </a:cubicBezTo>
                <a:cubicBezTo>
                  <a:pt x="43504" y="0"/>
                  <a:pt x="45860" y="240"/>
                  <a:pt x="48096" y="719"/>
                </a:cubicBezTo>
                <a:lnTo>
                  <a:pt x="48096" y="15573"/>
                </a:lnTo>
                <a:lnTo>
                  <a:pt x="40430" y="15573"/>
                </a:lnTo>
                <a:cubicBezTo>
                  <a:pt x="39990" y="14455"/>
                  <a:pt x="39531" y="13487"/>
                  <a:pt x="39052" y="12668"/>
                </a:cubicBezTo>
                <a:cubicBezTo>
                  <a:pt x="38573" y="11849"/>
                  <a:pt x="38024" y="11171"/>
                  <a:pt x="37405" y="10632"/>
                </a:cubicBezTo>
                <a:cubicBezTo>
                  <a:pt x="36786" y="10092"/>
                  <a:pt x="36067" y="9693"/>
                  <a:pt x="35249" y="9434"/>
                </a:cubicBezTo>
                <a:cubicBezTo>
                  <a:pt x="34430" y="9174"/>
                  <a:pt x="33462" y="9044"/>
                  <a:pt x="32344" y="9044"/>
                </a:cubicBezTo>
                <a:cubicBezTo>
                  <a:pt x="31186" y="9044"/>
                  <a:pt x="29878" y="9414"/>
                  <a:pt x="28421" y="10152"/>
                </a:cubicBezTo>
                <a:cubicBezTo>
                  <a:pt x="26963" y="10891"/>
                  <a:pt x="25596" y="11899"/>
                  <a:pt x="24318" y="13177"/>
                </a:cubicBezTo>
                <a:cubicBezTo>
                  <a:pt x="23040" y="14455"/>
                  <a:pt x="21972" y="15932"/>
                  <a:pt x="21113" y="17609"/>
                </a:cubicBezTo>
                <a:cubicBezTo>
                  <a:pt x="20255" y="19286"/>
                  <a:pt x="19826" y="21063"/>
                  <a:pt x="19826" y="22940"/>
                </a:cubicBezTo>
                <a:lnTo>
                  <a:pt x="19826" y="45880"/>
                </a:lnTo>
                <a:cubicBezTo>
                  <a:pt x="19826" y="48396"/>
                  <a:pt x="19935" y="50323"/>
                  <a:pt x="20155" y="51660"/>
                </a:cubicBezTo>
                <a:cubicBezTo>
                  <a:pt x="20375" y="52998"/>
                  <a:pt x="20784" y="54006"/>
                  <a:pt x="21383" y="54685"/>
                </a:cubicBezTo>
                <a:cubicBezTo>
                  <a:pt x="21982" y="55364"/>
                  <a:pt x="22800" y="55853"/>
                  <a:pt x="23839" y="56152"/>
                </a:cubicBezTo>
                <a:cubicBezTo>
                  <a:pt x="24877" y="56452"/>
                  <a:pt x="26234" y="56841"/>
                  <a:pt x="27911" y="57320"/>
                </a:cubicBezTo>
                <a:lnTo>
                  <a:pt x="27911" y="61154"/>
                </a:lnTo>
                <a:lnTo>
                  <a:pt x="898" y="61154"/>
                </a:lnTo>
                <a:lnTo>
                  <a:pt x="898" y="57320"/>
                </a:lnTo>
                <a:cubicBezTo>
                  <a:pt x="2456" y="56761"/>
                  <a:pt x="3704" y="56322"/>
                  <a:pt x="4642" y="56003"/>
                </a:cubicBezTo>
                <a:cubicBezTo>
                  <a:pt x="5580" y="55683"/>
                  <a:pt x="6299" y="55194"/>
                  <a:pt x="6798" y="54535"/>
                </a:cubicBezTo>
                <a:cubicBezTo>
                  <a:pt x="7297" y="53876"/>
                  <a:pt x="7617" y="52908"/>
                  <a:pt x="7757" y="51630"/>
                </a:cubicBezTo>
                <a:cubicBezTo>
                  <a:pt x="7896" y="50352"/>
                  <a:pt x="7966" y="48496"/>
                  <a:pt x="7966" y="46060"/>
                </a:cubicBezTo>
                <a:lnTo>
                  <a:pt x="7966" y="20305"/>
                </a:lnTo>
                <a:cubicBezTo>
                  <a:pt x="7966" y="17549"/>
                  <a:pt x="7956" y="15293"/>
                  <a:pt x="7936" y="13536"/>
                </a:cubicBezTo>
                <a:cubicBezTo>
                  <a:pt x="7916" y="11780"/>
                  <a:pt x="7677" y="10352"/>
                  <a:pt x="7217" y="9254"/>
                </a:cubicBezTo>
                <a:cubicBezTo>
                  <a:pt x="6758" y="8156"/>
                  <a:pt x="5980" y="7317"/>
                  <a:pt x="4882" y="6738"/>
                </a:cubicBezTo>
                <a:cubicBezTo>
                  <a:pt x="3783" y="6159"/>
                  <a:pt x="2156" y="5690"/>
                  <a:pt x="0" y="5331"/>
                </a:cubicBezTo>
                <a:lnTo>
                  <a:pt x="0" y="1258"/>
                </a:lnTo>
                <a:lnTo>
                  <a:pt x="15693" y="599"/>
                </a:lnTo>
                <a:lnTo>
                  <a:pt x="19945" y="599"/>
                </a:lnTo>
                <a:lnTo>
                  <a:pt x="19107" y="11260"/>
                </a:lnTo>
                <a:close/>
              </a:path>
            </a:pathLst>
          </a:custGeom>
          <a:solidFill xmlns:a="http://schemas.openxmlformats.org/drawingml/2006/main">
            <a:srgbClr val="000000"/>
          </a:solidFill>
          <a:ln xmlns:a="http://schemas.openxmlformats.org/drawingml/2006/main" w="0">
            <a:noFill/>
            <a:prstDash val="solid"/>
          </a:ln>
        </p:spPr>
      </p:sp>
      <p:sp>
        <p:nvSpPr>
          <p:cNvPr id="311" name="path-269">
            <a:extLst xmlns:a="http://schemas.openxmlformats.org/drawingml/2006/main">
              <a:ext uri="{FF2B5EF4-FFF2-40B4-BE49-F238E27FC236}">
                <a16:creationId xmlns:a16="http://schemas.microsoft.com/office/drawing/2014/main" id="{B2AE936D-E007-4739-9DDE-17964EA1CA21}"/>
              </a:ext>
            </a:extLst>
          </p:cNvPr>
          <p:cNvSpPr>
            <a:spLocks xmlns:a="http://schemas.openxmlformats.org/drawingml/2006/main" noGrp="1"/>
          </p:cNvSpPr>
          <p:nvPr/>
        </p:nvSpPr>
        <p:spPr>
          <a:xfrm xmlns:a="http://schemas.openxmlformats.org/drawingml/2006/main">
            <a:off x="16271618" y="5022409"/>
            <a:ext cx="66784" cy="86130"/>
          </a:xfrm>
          <a:custGeom xmlns:a="http://schemas.openxmlformats.org/drawingml/2006/main">
            <a:pathLst>
              <a:path w="66784" h="86130">
                <a:moveTo>
                  <a:pt x="33602" y="64029"/>
                </a:moveTo>
                <a:cubicBezTo>
                  <a:pt x="31765" y="67902"/>
                  <a:pt x="29968" y="71226"/>
                  <a:pt x="28211" y="74001"/>
                </a:cubicBezTo>
                <a:cubicBezTo>
                  <a:pt x="26454" y="76777"/>
                  <a:pt x="24607" y="79063"/>
                  <a:pt x="22671" y="80859"/>
                </a:cubicBezTo>
                <a:cubicBezTo>
                  <a:pt x="20734" y="82656"/>
                  <a:pt x="18638" y="83984"/>
                  <a:pt x="16382" y="84842"/>
                </a:cubicBezTo>
                <a:cubicBezTo>
                  <a:pt x="14125" y="85701"/>
                  <a:pt x="11600" y="86130"/>
                  <a:pt x="8805" y="86130"/>
                </a:cubicBezTo>
                <a:cubicBezTo>
                  <a:pt x="7487" y="86130"/>
                  <a:pt x="6139" y="86050"/>
                  <a:pt x="4762" y="85891"/>
                </a:cubicBezTo>
                <a:cubicBezTo>
                  <a:pt x="3384" y="85731"/>
                  <a:pt x="1917" y="85491"/>
                  <a:pt x="359" y="85172"/>
                </a:cubicBezTo>
                <a:lnTo>
                  <a:pt x="359" y="72055"/>
                </a:lnTo>
                <a:lnTo>
                  <a:pt x="6768" y="72055"/>
                </a:lnTo>
                <a:cubicBezTo>
                  <a:pt x="7247" y="73732"/>
                  <a:pt x="7906" y="74940"/>
                  <a:pt x="8745" y="75678"/>
                </a:cubicBezTo>
                <a:cubicBezTo>
                  <a:pt x="9583" y="76417"/>
                  <a:pt x="10681" y="76787"/>
                  <a:pt x="12039" y="76787"/>
                </a:cubicBezTo>
                <a:cubicBezTo>
                  <a:pt x="13317" y="76787"/>
                  <a:pt x="14465" y="76587"/>
                  <a:pt x="15483" y="76188"/>
                </a:cubicBezTo>
                <a:cubicBezTo>
                  <a:pt x="16501" y="75788"/>
                  <a:pt x="17559" y="74990"/>
                  <a:pt x="18658" y="73792"/>
                </a:cubicBezTo>
                <a:cubicBezTo>
                  <a:pt x="19756" y="72594"/>
                  <a:pt x="20964" y="70907"/>
                  <a:pt x="22281" y="68731"/>
                </a:cubicBezTo>
                <a:cubicBezTo>
                  <a:pt x="23599" y="66554"/>
                  <a:pt x="25176" y="63689"/>
                  <a:pt x="27013" y="60135"/>
                </a:cubicBezTo>
                <a:lnTo>
                  <a:pt x="9224" y="13956"/>
                </a:lnTo>
                <a:cubicBezTo>
                  <a:pt x="8505" y="12079"/>
                  <a:pt x="7866" y="10572"/>
                  <a:pt x="7307" y="9434"/>
                </a:cubicBezTo>
                <a:cubicBezTo>
                  <a:pt x="6748" y="8296"/>
                  <a:pt x="6159" y="7377"/>
                  <a:pt x="5540" y="6678"/>
                </a:cubicBezTo>
                <a:cubicBezTo>
                  <a:pt x="4921" y="5980"/>
                  <a:pt x="4183" y="5431"/>
                  <a:pt x="3324" y="5031"/>
                </a:cubicBezTo>
                <a:cubicBezTo>
                  <a:pt x="2466" y="4632"/>
                  <a:pt x="1358" y="4233"/>
                  <a:pt x="0" y="3833"/>
                </a:cubicBezTo>
                <a:lnTo>
                  <a:pt x="0" y="0"/>
                </a:lnTo>
                <a:lnTo>
                  <a:pt x="27313" y="0"/>
                </a:lnTo>
                <a:lnTo>
                  <a:pt x="27313" y="3833"/>
                </a:lnTo>
                <a:cubicBezTo>
                  <a:pt x="24757" y="4313"/>
                  <a:pt x="22980" y="4911"/>
                  <a:pt x="21982" y="5630"/>
                </a:cubicBezTo>
                <a:cubicBezTo>
                  <a:pt x="20984" y="6349"/>
                  <a:pt x="20484" y="7407"/>
                  <a:pt x="20484" y="8805"/>
                </a:cubicBezTo>
                <a:cubicBezTo>
                  <a:pt x="20484" y="9803"/>
                  <a:pt x="20634" y="10881"/>
                  <a:pt x="20934" y="12039"/>
                </a:cubicBezTo>
                <a:cubicBezTo>
                  <a:pt x="21233" y="13197"/>
                  <a:pt x="21662" y="14555"/>
                  <a:pt x="22221" y="16112"/>
                </a:cubicBezTo>
                <a:lnTo>
                  <a:pt x="33602" y="47138"/>
                </a:lnTo>
                <a:lnTo>
                  <a:pt x="46599" y="17549"/>
                </a:lnTo>
                <a:cubicBezTo>
                  <a:pt x="47278" y="15872"/>
                  <a:pt x="47847" y="14425"/>
                  <a:pt x="48306" y="13207"/>
                </a:cubicBezTo>
                <a:cubicBezTo>
                  <a:pt x="48765" y="11989"/>
                  <a:pt x="48995" y="10761"/>
                  <a:pt x="48995" y="9523"/>
                </a:cubicBezTo>
                <a:cubicBezTo>
                  <a:pt x="48995" y="7886"/>
                  <a:pt x="48446" y="6618"/>
                  <a:pt x="47348" y="5720"/>
                </a:cubicBezTo>
                <a:cubicBezTo>
                  <a:pt x="46250" y="4822"/>
                  <a:pt x="44423" y="4193"/>
                  <a:pt x="41867" y="3833"/>
                </a:cubicBezTo>
                <a:lnTo>
                  <a:pt x="41867" y="0"/>
                </a:lnTo>
                <a:lnTo>
                  <a:pt x="66784" y="0"/>
                </a:lnTo>
                <a:lnTo>
                  <a:pt x="66784" y="3833"/>
                </a:lnTo>
                <a:cubicBezTo>
                  <a:pt x="65506" y="4113"/>
                  <a:pt x="64448" y="4422"/>
                  <a:pt x="63609" y="4762"/>
                </a:cubicBezTo>
                <a:cubicBezTo>
                  <a:pt x="62771" y="5101"/>
                  <a:pt x="61992" y="5630"/>
                  <a:pt x="61273" y="6349"/>
                </a:cubicBezTo>
                <a:cubicBezTo>
                  <a:pt x="60555" y="7068"/>
                  <a:pt x="59846" y="8056"/>
                  <a:pt x="59147" y="9314"/>
                </a:cubicBezTo>
                <a:cubicBezTo>
                  <a:pt x="58448" y="10572"/>
                  <a:pt x="57620" y="12239"/>
                  <a:pt x="56661" y="14315"/>
                </a:cubicBezTo>
                <a:lnTo>
                  <a:pt x="33602" y="64029"/>
                </a:lnTo>
                <a:close/>
              </a:path>
            </a:pathLst>
          </a:custGeom>
          <a:solidFill xmlns:a="http://schemas.openxmlformats.org/drawingml/2006/main">
            <a:srgbClr val="000000"/>
          </a:solidFill>
          <a:ln xmlns:a="http://schemas.openxmlformats.org/drawingml/2006/main" w="0">
            <a:noFill/>
            <a:prstDash val="solid"/>
          </a:ln>
        </p:spPr>
      </p:sp>
      <p:sp>
        <p:nvSpPr>
          <p:cNvPr id="312" name="path-270">
            <a:extLst xmlns:a="http://schemas.openxmlformats.org/drawingml/2006/main">
              <a:ext uri="{FF2B5EF4-FFF2-40B4-BE49-F238E27FC236}">
                <a16:creationId xmlns:a16="http://schemas.microsoft.com/office/drawing/2014/main" id="{3E797FF3-9F57-4A26-96BB-7BDA966C170F}"/>
              </a:ext>
            </a:extLst>
          </p:cNvPr>
          <p:cNvSpPr>
            <a:spLocks xmlns:a="http://schemas.openxmlformats.org/drawingml/2006/main" noGrp="1"/>
          </p:cNvSpPr>
          <p:nvPr/>
        </p:nvSpPr>
        <p:spPr>
          <a:xfrm xmlns:a="http://schemas.openxmlformats.org/drawingml/2006/main">
            <a:off x="16398682" y="4944004"/>
            <a:ext cx="103308" cy="107753"/>
          </a:xfrm>
          <a:custGeom xmlns:a="http://schemas.openxmlformats.org/drawingml/2006/main">
            <a:pathLst>
              <a:path w="103308" h="107753">
                <a:moveTo>
                  <a:pt x="57608" y="59453"/>
                </a:moveTo>
                <a:lnTo>
                  <a:pt x="57608" y="107753"/>
                </a:lnTo>
                <a:lnTo>
                  <a:pt x="45701" y="107753"/>
                </a:lnTo>
                <a:lnTo>
                  <a:pt x="45701" y="59453"/>
                </a:lnTo>
                <a:lnTo>
                  <a:pt x="0" y="59453"/>
                </a:lnTo>
                <a:lnTo>
                  <a:pt x="0" y="48300"/>
                </a:lnTo>
                <a:lnTo>
                  <a:pt x="45701" y="48300"/>
                </a:lnTo>
                <a:lnTo>
                  <a:pt x="45701" y="0"/>
                </a:lnTo>
                <a:lnTo>
                  <a:pt x="57608" y="0"/>
                </a:lnTo>
                <a:lnTo>
                  <a:pt x="57608" y="48300"/>
                </a:lnTo>
                <a:lnTo>
                  <a:pt x="103308" y="48300"/>
                </a:lnTo>
                <a:lnTo>
                  <a:pt x="103308" y="59453"/>
                </a:lnTo>
                <a:lnTo>
                  <a:pt x="57608" y="59453"/>
                </a:lnTo>
                <a:close/>
              </a:path>
            </a:pathLst>
          </a:custGeom>
          <a:solidFill xmlns:a="http://schemas.openxmlformats.org/drawingml/2006/main">
            <a:srgbClr val="000000"/>
          </a:solidFill>
          <a:ln xmlns:a="http://schemas.openxmlformats.org/drawingml/2006/main" w="0">
            <a:noFill/>
            <a:prstDash val="solid"/>
          </a:ln>
        </p:spPr>
      </p:sp>
      <p:sp>
        <p:nvSpPr>
          <p:cNvPr id="313" name="path-271">
            <a:extLst xmlns:a="http://schemas.openxmlformats.org/drawingml/2006/main">
              <a:ext uri="{FF2B5EF4-FFF2-40B4-BE49-F238E27FC236}">
                <a16:creationId xmlns:a16="http://schemas.microsoft.com/office/drawing/2014/main" id="{78AE8874-77CA-4601-AEDC-876E185CB062}"/>
              </a:ext>
            </a:extLst>
          </p:cNvPr>
          <p:cNvSpPr>
            <a:spLocks xmlns:a="http://schemas.openxmlformats.org/drawingml/2006/main" noGrp="1"/>
          </p:cNvSpPr>
          <p:nvPr/>
        </p:nvSpPr>
        <p:spPr>
          <a:xfrm xmlns:a="http://schemas.openxmlformats.org/drawingml/2006/main">
            <a:off x="16563282" y="4932516"/>
            <a:ext cx="96516" cy="114461"/>
          </a:xfrm>
          <a:custGeom xmlns:a="http://schemas.openxmlformats.org/drawingml/2006/main">
            <a:pathLst>
              <a:path w="96516" h="114461">
                <a:moveTo>
                  <a:pt x="25576" y="64735"/>
                </a:moveTo>
                <a:lnTo>
                  <a:pt x="25576" y="93246"/>
                </a:lnTo>
                <a:cubicBezTo>
                  <a:pt x="25576" y="97271"/>
                  <a:pt x="25729" y="100192"/>
                  <a:pt x="26037" y="102009"/>
                </a:cubicBezTo>
                <a:cubicBezTo>
                  <a:pt x="26344" y="103826"/>
                  <a:pt x="26805" y="105195"/>
                  <a:pt x="27420" y="106118"/>
                </a:cubicBezTo>
                <a:cubicBezTo>
                  <a:pt x="28035" y="107040"/>
                  <a:pt x="28874" y="107795"/>
                  <a:pt x="29936" y="108382"/>
                </a:cubicBezTo>
                <a:cubicBezTo>
                  <a:pt x="30998" y="108969"/>
                  <a:pt x="32815" y="109625"/>
                  <a:pt x="35386" y="110352"/>
                </a:cubicBezTo>
                <a:lnTo>
                  <a:pt x="35386" y="114461"/>
                </a:lnTo>
                <a:lnTo>
                  <a:pt x="0" y="114461"/>
                </a:lnTo>
                <a:lnTo>
                  <a:pt x="0" y="110352"/>
                </a:lnTo>
                <a:cubicBezTo>
                  <a:pt x="3466" y="109458"/>
                  <a:pt x="5786" y="108465"/>
                  <a:pt x="6960" y="107375"/>
                </a:cubicBezTo>
                <a:cubicBezTo>
                  <a:pt x="8134" y="106285"/>
                  <a:pt x="8903" y="104734"/>
                  <a:pt x="9266" y="102721"/>
                </a:cubicBezTo>
                <a:cubicBezTo>
                  <a:pt x="9629" y="100709"/>
                  <a:pt x="9811" y="97634"/>
                  <a:pt x="9811" y="93497"/>
                </a:cubicBezTo>
                <a:lnTo>
                  <a:pt x="9811" y="20964"/>
                </a:lnTo>
                <a:cubicBezTo>
                  <a:pt x="9811" y="17106"/>
                  <a:pt x="9671" y="14297"/>
                  <a:pt x="9392" y="12536"/>
                </a:cubicBezTo>
                <a:cubicBezTo>
                  <a:pt x="9112" y="10775"/>
                  <a:pt x="8651" y="9406"/>
                  <a:pt x="8008" y="8427"/>
                </a:cubicBezTo>
                <a:cubicBezTo>
                  <a:pt x="7365" y="7449"/>
                  <a:pt x="6513" y="6666"/>
                  <a:pt x="5451" y="6079"/>
                </a:cubicBezTo>
                <a:cubicBezTo>
                  <a:pt x="4388" y="5492"/>
                  <a:pt x="2572" y="4836"/>
                  <a:pt x="0" y="4109"/>
                </a:cubicBezTo>
                <a:lnTo>
                  <a:pt x="0" y="0"/>
                </a:lnTo>
                <a:lnTo>
                  <a:pt x="41508" y="0"/>
                </a:lnTo>
                <a:cubicBezTo>
                  <a:pt x="54589" y="0"/>
                  <a:pt x="64372" y="2376"/>
                  <a:pt x="70857" y="7128"/>
                </a:cubicBezTo>
                <a:cubicBezTo>
                  <a:pt x="77342" y="11879"/>
                  <a:pt x="80584" y="19259"/>
                  <a:pt x="80584" y="29265"/>
                </a:cubicBezTo>
                <a:cubicBezTo>
                  <a:pt x="80584" y="36924"/>
                  <a:pt x="78474" y="43436"/>
                  <a:pt x="74253" y="48803"/>
                </a:cubicBezTo>
                <a:cubicBezTo>
                  <a:pt x="70032" y="54170"/>
                  <a:pt x="63701" y="58363"/>
                  <a:pt x="55260" y="61381"/>
                </a:cubicBezTo>
                <a:lnTo>
                  <a:pt x="55260" y="62052"/>
                </a:lnTo>
                <a:cubicBezTo>
                  <a:pt x="58670" y="63450"/>
                  <a:pt x="61591" y="65448"/>
                  <a:pt x="64023" y="68048"/>
                </a:cubicBezTo>
                <a:cubicBezTo>
                  <a:pt x="66454" y="70647"/>
                  <a:pt x="69152" y="74686"/>
                  <a:pt x="72115" y="80165"/>
                </a:cubicBezTo>
                <a:lnTo>
                  <a:pt x="79662" y="93917"/>
                </a:lnTo>
                <a:cubicBezTo>
                  <a:pt x="81842" y="97942"/>
                  <a:pt x="83714" y="101016"/>
                  <a:pt x="85280" y="103141"/>
                </a:cubicBezTo>
                <a:cubicBezTo>
                  <a:pt x="86845" y="105265"/>
                  <a:pt x="88438" y="106886"/>
                  <a:pt x="90059" y="108004"/>
                </a:cubicBezTo>
                <a:cubicBezTo>
                  <a:pt x="91681" y="109122"/>
                  <a:pt x="93833" y="109905"/>
                  <a:pt x="96516" y="110352"/>
                </a:cubicBezTo>
                <a:lnTo>
                  <a:pt x="96516" y="114461"/>
                </a:lnTo>
                <a:lnTo>
                  <a:pt x="73289" y="114461"/>
                </a:lnTo>
                <a:cubicBezTo>
                  <a:pt x="71164" y="111498"/>
                  <a:pt x="69152" y="108312"/>
                  <a:pt x="67251" y="104902"/>
                </a:cubicBezTo>
                <a:cubicBezTo>
                  <a:pt x="65350" y="101492"/>
                  <a:pt x="63478" y="98026"/>
                  <a:pt x="61633" y="94504"/>
                </a:cubicBezTo>
                <a:lnTo>
                  <a:pt x="54254" y="80500"/>
                </a:lnTo>
                <a:cubicBezTo>
                  <a:pt x="52018" y="76251"/>
                  <a:pt x="50187" y="73121"/>
                  <a:pt x="48761" y="71108"/>
                </a:cubicBezTo>
                <a:cubicBezTo>
                  <a:pt x="47336" y="69096"/>
                  <a:pt x="46022" y="67684"/>
                  <a:pt x="44820" y="66874"/>
                </a:cubicBezTo>
                <a:cubicBezTo>
                  <a:pt x="43618" y="66063"/>
                  <a:pt x="42332" y="65504"/>
                  <a:pt x="40963" y="65197"/>
                </a:cubicBezTo>
                <a:cubicBezTo>
                  <a:pt x="39593" y="64889"/>
                  <a:pt x="37539" y="64735"/>
                  <a:pt x="34800" y="64735"/>
                </a:cubicBezTo>
                <a:lnTo>
                  <a:pt x="25576" y="64735"/>
                </a:lnTo>
                <a:moveTo>
                  <a:pt x="25576" y="7715"/>
                </a:moveTo>
                <a:lnTo>
                  <a:pt x="25576" y="57524"/>
                </a:lnTo>
                <a:lnTo>
                  <a:pt x="35051" y="57524"/>
                </a:lnTo>
                <a:cubicBezTo>
                  <a:pt x="39915" y="57524"/>
                  <a:pt x="43856" y="57175"/>
                  <a:pt x="46875" y="56476"/>
                </a:cubicBezTo>
                <a:cubicBezTo>
                  <a:pt x="49893" y="55777"/>
                  <a:pt x="52688" y="54449"/>
                  <a:pt x="55260" y="52493"/>
                </a:cubicBezTo>
                <a:cubicBezTo>
                  <a:pt x="57831" y="50536"/>
                  <a:pt x="59886" y="47811"/>
                  <a:pt x="61423" y="44317"/>
                </a:cubicBezTo>
                <a:cubicBezTo>
                  <a:pt x="62961" y="40823"/>
                  <a:pt x="63729" y="36532"/>
                  <a:pt x="63729" y="31445"/>
                </a:cubicBezTo>
                <a:cubicBezTo>
                  <a:pt x="63729" y="26135"/>
                  <a:pt x="62821" y="21718"/>
                  <a:pt x="61004" y="18196"/>
                </a:cubicBezTo>
                <a:cubicBezTo>
                  <a:pt x="59187" y="14674"/>
                  <a:pt x="56434" y="11991"/>
                  <a:pt x="52744" y="10146"/>
                </a:cubicBezTo>
                <a:cubicBezTo>
                  <a:pt x="49055" y="8302"/>
                  <a:pt x="44079" y="7379"/>
                  <a:pt x="37818" y="7379"/>
                </a:cubicBezTo>
                <a:cubicBezTo>
                  <a:pt x="32787" y="7379"/>
                  <a:pt x="28706" y="7491"/>
                  <a:pt x="25576" y="7715"/>
                </a:cubicBezTo>
                <a:close/>
              </a:path>
            </a:pathLst>
          </a:custGeom>
          <a:solidFill xmlns:a="http://schemas.openxmlformats.org/drawingml/2006/main">
            <a:srgbClr val="000000"/>
          </a:solidFill>
          <a:ln xmlns:a="http://schemas.openxmlformats.org/drawingml/2006/main" w="0">
            <a:noFill/>
            <a:prstDash val="solid"/>
          </a:ln>
        </p:spPr>
      </p:sp>
      <p:sp>
        <p:nvSpPr>
          <p:cNvPr id="314" name="path-272">
            <a:extLst xmlns:a="http://schemas.openxmlformats.org/drawingml/2006/main">
              <a:ext uri="{FF2B5EF4-FFF2-40B4-BE49-F238E27FC236}">
                <a16:creationId xmlns:a16="http://schemas.microsoft.com/office/drawing/2014/main" id="{5A6C3E9A-E0C2-4FFA-BE3C-7A6039AF9945}"/>
              </a:ext>
            </a:extLst>
          </p:cNvPr>
          <p:cNvSpPr>
            <a:spLocks xmlns:a="http://schemas.openxmlformats.org/drawingml/2006/main" noGrp="1"/>
          </p:cNvSpPr>
          <p:nvPr/>
        </p:nvSpPr>
        <p:spPr>
          <a:xfrm xmlns:a="http://schemas.openxmlformats.org/drawingml/2006/main">
            <a:off x="16675423" y="5000547"/>
            <a:ext cx="62352" cy="81758"/>
          </a:xfrm>
          <a:custGeom xmlns:a="http://schemas.openxmlformats.org/drawingml/2006/main">
            <a:pathLst>
              <a:path w="62352" h="81758">
                <a:moveTo>
                  <a:pt x="61633" y="0"/>
                </a:moveTo>
                <a:lnTo>
                  <a:pt x="61633" y="19406"/>
                </a:lnTo>
                <a:lnTo>
                  <a:pt x="54745" y="19406"/>
                </a:lnTo>
                <a:cubicBezTo>
                  <a:pt x="53786" y="16771"/>
                  <a:pt x="52928" y="14625"/>
                  <a:pt x="52169" y="12967"/>
                </a:cubicBezTo>
                <a:cubicBezTo>
                  <a:pt x="51411" y="11310"/>
                  <a:pt x="50552" y="10013"/>
                  <a:pt x="49594" y="9074"/>
                </a:cubicBezTo>
                <a:cubicBezTo>
                  <a:pt x="48635" y="8136"/>
                  <a:pt x="47487" y="7497"/>
                  <a:pt x="46150" y="7158"/>
                </a:cubicBezTo>
                <a:cubicBezTo>
                  <a:pt x="44812" y="6818"/>
                  <a:pt x="43065" y="6648"/>
                  <a:pt x="40909" y="6648"/>
                </a:cubicBezTo>
                <a:lnTo>
                  <a:pt x="20484" y="6648"/>
                </a:lnTo>
                <a:lnTo>
                  <a:pt x="20484" y="35938"/>
                </a:lnTo>
                <a:lnTo>
                  <a:pt x="34380" y="35938"/>
                </a:lnTo>
                <a:cubicBezTo>
                  <a:pt x="35738" y="35938"/>
                  <a:pt x="36886" y="35798"/>
                  <a:pt x="37824" y="35518"/>
                </a:cubicBezTo>
                <a:cubicBezTo>
                  <a:pt x="38763" y="35239"/>
                  <a:pt x="39551" y="34770"/>
                  <a:pt x="40190" y="34111"/>
                </a:cubicBezTo>
                <a:cubicBezTo>
                  <a:pt x="40829" y="33452"/>
                  <a:pt x="41378" y="32553"/>
                  <a:pt x="41837" y="31415"/>
                </a:cubicBezTo>
                <a:cubicBezTo>
                  <a:pt x="42296" y="30277"/>
                  <a:pt x="42726" y="28870"/>
                  <a:pt x="43125" y="27193"/>
                </a:cubicBezTo>
                <a:lnTo>
                  <a:pt x="49893" y="27193"/>
                </a:lnTo>
                <a:lnTo>
                  <a:pt x="49893" y="51331"/>
                </a:lnTo>
                <a:lnTo>
                  <a:pt x="43125" y="51331"/>
                </a:lnTo>
                <a:cubicBezTo>
                  <a:pt x="42726" y="49574"/>
                  <a:pt x="42296" y="48126"/>
                  <a:pt x="41837" y="46988"/>
                </a:cubicBezTo>
                <a:cubicBezTo>
                  <a:pt x="41378" y="45850"/>
                  <a:pt x="40819" y="44952"/>
                  <a:pt x="40160" y="44293"/>
                </a:cubicBezTo>
                <a:cubicBezTo>
                  <a:pt x="39501" y="43634"/>
                  <a:pt x="38703" y="43185"/>
                  <a:pt x="37764" y="42945"/>
                </a:cubicBezTo>
                <a:cubicBezTo>
                  <a:pt x="36826" y="42706"/>
                  <a:pt x="35698" y="42586"/>
                  <a:pt x="34380" y="42586"/>
                </a:cubicBezTo>
                <a:lnTo>
                  <a:pt x="20484" y="42586"/>
                </a:lnTo>
                <a:lnTo>
                  <a:pt x="20484" y="75289"/>
                </a:lnTo>
                <a:lnTo>
                  <a:pt x="40550" y="75289"/>
                </a:lnTo>
                <a:cubicBezTo>
                  <a:pt x="42905" y="75289"/>
                  <a:pt x="44842" y="75089"/>
                  <a:pt x="46359" y="74690"/>
                </a:cubicBezTo>
                <a:cubicBezTo>
                  <a:pt x="47877" y="74291"/>
                  <a:pt x="49155" y="73512"/>
                  <a:pt x="50193" y="72354"/>
                </a:cubicBezTo>
                <a:cubicBezTo>
                  <a:pt x="51231" y="71196"/>
                  <a:pt x="52129" y="69599"/>
                  <a:pt x="52888" y="67563"/>
                </a:cubicBezTo>
                <a:cubicBezTo>
                  <a:pt x="53647" y="65526"/>
                  <a:pt x="54465" y="62851"/>
                  <a:pt x="55344" y="59536"/>
                </a:cubicBezTo>
                <a:lnTo>
                  <a:pt x="62352" y="59536"/>
                </a:lnTo>
                <a:cubicBezTo>
                  <a:pt x="62112" y="63250"/>
                  <a:pt x="61872" y="66964"/>
                  <a:pt x="61633" y="70677"/>
                </a:cubicBezTo>
                <a:cubicBezTo>
                  <a:pt x="61393" y="74391"/>
                  <a:pt x="61174" y="78084"/>
                  <a:pt x="60974" y="81758"/>
                </a:cubicBezTo>
                <a:lnTo>
                  <a:pt x="0" y="81758"/>
                </a:lnTo>
                <a:lnTo>
                  <a:pt x="0" y="77925"/>
                </a:lnTo>
                <a:cubicBezTo>
                  <a:pt x="1917" y="77326"/>
                  <a:pt x="3394" y="76836"/>
                  <a:pt x="4432" y="76457"/>
                </a:cubicBezTo>
                <a:cubicBezTo>
                  <a:pt x="5470" y="76078"/>
                  <a:pt x="6229" y="75539"/>
                  <a:pt x="6708" y="74840"/>
                </a:cubicBezTo>
                <a:cubicBezTo>
                  <a:pt x="7188" y="74141"/>
                  <a:pt x="7457" y="73163"/>
                  <a:pt x="7517" y="71905"/>
                </a:cubicBezTo>
                <a:cubicBezTo>
                  <a:pt x="7577" y="70647"/>
                  <a:pt x="7607" y="68840"/>
                  <a:pt x="7607" y="66484"/>
                </a:cubicBezTo>
                <a:lnTo>
                  <a:pt x="7607" y="15393"/>
                </a:lnTo>
                <a:cubicBezTo>
                  <a:pt x="7567" y="13317"/>
                  <a:pt x="7507" y="11650"/>
                  <a:pt x="7427" y="10392"/>
                </a:cubicBezTo>
                <a:cubicBezTo>
                  <a:pt x="7347" y="9134"/>
                  <a:pt x="7078" y="8126"/>
                  <a:pt x="6618" y="7367"/>
                </a:cubicBezTo>
                <a:cubicBezTo>
                  <a:pt x="6159" y="6609"/>
                  <a:pt x="5421" y="5990"/>
                  <a:pt x="4402" y="5510"/>
                </a:cubicBezTo>
                <a:cubicBezTo>
                  <a:pt x="3384" y="5031"/>
                  <a:pt x="1917" y="4512"/>
                  <a:pt x="0" y="3953"/>
                </a:cubicBezTo>
                <a:lnTo>
                  <a:pt x="0" y="0"/>
                </a:lnTo>
                <a:lnTo>
                  <a:pt x="61633" y="0"/>
                </a:lnTo>
                <a:close/>
              </a:path>
            </a:pathLst>
          </a:custGeom>
          <a:solidFill xmlns:a="http://schemas.openxmlformats.org/drawingml/2006/main">
            <a:srgbClr val="000000"/>
          </a:solidFill>
          <a:ln xmlns:a="http://schemas.openxmlformats.org/drawingml/2006/main" w="0">
            <a:noFill/>
            <a:prstDash val="solid"/>
          </a:ln>
        </p:spPr>
      </p:sp>
      <p:sp>
        <p:nvSpPr>
          <p:cNvPr id="315" name="path-273">
            <a:extLst xmlns:a="http://schemas.openxmlformats.org/drawingml/2006/main">
              <a:ext uri="{FF2B5EF4-FFF2-40B4-BE49-F238E27FC236}">
                <a16:creationId xmlns:a16="http://schemas.microsoft.com/office/drawing/2014/main" id="{7E7CFA5C-D8F9-4552-BCF0-40506A638408}"/>
              </a:ext>
            </a:extLst>
          </p:cNvPr>
          <p:cNvSpPr>
            <a:spLocks xmlns:a="http://schemas.openxmlformats.org/drawingml/2006/main" noGrp="1"/>
          </p:cNvSpPr>
          <p:nvPr/>
        </p:nvSpPr>
        <p:spPr>
          <a:xfrm xmlns:a="http://schemas.openxmlformats.org/drawingml/2006/main">
            <a:off x="16749225" y="5000547"/>
            <a:ext cx="79961" cy="82836"/>
          </a:xfrm>
          <a:custGeom xmlns:a="http://schemas.openxmlformats.org/drawingml/2006/main">
            <a:pathLst>
              <a:path w="79961" h="82836">
                <a:moveTo>
                  <a:pt x="30247" y="0"/>
                </a:moveTo>
                <a:lnTo>
                  <a:pt x="30247" y="3953"/>
                </a:lnTo>
                <a:cubicBezTo>
                  <a:pt x="27372" y="4273"/>
                  <a:pt x="25396" y="4891"/>
                  <a:pt x="24318" y="5810"/>
                </a:cubicBezTo>
                <a:cubicBezTo>
                  <a:pt x="23240" y="6728"/>
                  <a:pt x="22701" y="8146"/>
                  <a:pt x="22701" y="10063"/>
                </a:cubicBezTo>
                <a:cubicBezTo>
                  <a:pt x="22701" y="11340"/>
                  <a:pt x="22870" y="12728"/>
                  <a:pt x="23210" y="14225"/>
                </a:cubicBezTo>
                <a:cubicBezTo>
                  <a:pt x="23549" y="15723"/>
                  <a:pt x="24018" y="17450"/>
                  <a:pt x="24617" y="19406"/>
                </a:cubicBezTo>
                <a:cubicBezTo>
                  <a:pt x="29569" y="35339"/>
                  <a:pt x="34540" y="51211"/>
                  <a:pt x="39531" y="67023"/>
                </a:cubicBezTo>
                <a:cubicBezTo>
                  <a:pt x="42526" y="59237"/>
                  <a:pt x="45511" y="51490"/>
                  <a:pt x="48486" y="43784"/>
                </a:cubicBezTo>
                <a:cubicBezTo>
                  <a:pt x="51461" y="36077"/>
                  <a:pt x="54465" y="28271"/>
                  <a:pt x="57500" y="20365"/>
                </a:cubicBezTo>
                <a:cubicBezTo>
                  <a:pt x="58259" y="18168"/>
                  <a:pt x="58838" y="16302"/>
                  <a:pt x="59237" y="14764"/>
                </a:cubicBezTo>
                <a:cubicBezTo>
                  <a:pt x="59636" y="13227"/>
                  <a:pt x="59836" y="11859"/>
                  <a:pt x="59836" y="10661"/>
                </a:cubicBezTo>
                <a:cubicBezTo>
                  <a:pt x="59836" y="8505"/>
                  <a:pt x="59247" y="6928"/>
                  <a:pt x="58069" y="5930"/>
                </a:cubicBezTo>
                <a:cubicBezTo>
                  <a:pt x="56891" y="4931"/>
                  <a:pt x="54885" y="4273"/>
                  <a:pt x="52050" y="3953"/>
                </a:cubicBezTo>
                <a:lnTo>
                  <a:pt x="52050" y="0"/>
                </a:lnTo>
                <a:lnTo>
                  <a:pt x="79961" y="0"/>
                </a:lnTo>
                <a:lnTo>
                  <a:pt x="79961" y="3953"/>
                </a:lnTo>
                <a:cubicBezTo>
                  <a:pt x="78643" y="4233"/>
                  <a:pt x="77495" y="4612"/>
                  <a:pt x="76517" y="5091"/>
                </a:cubicBezTo>
                <a:cubicBezTo>
                  <a:pt x="75539" y="5570"/>
                  <a:pt x="74630" y="6279"/>
                  <a:pt x="73792" y="7217"/>
                </a:cubicBezTo>
                <a:cubicBezTo>
                  <a:pt x="72953" y="8156"/>
                  <a:pt x="72115" y="9404"/>
                  <a:pt x="71276" y="10961"/>
                </a:cubicBezTo>
                <a:cubicBezTo>
                  <a:pt x="70438" y="12518"/>
                  <a:pt x="69519" y="14495"/>
                  <a:pt x="68521" y="16891"/>
                </a:cubicBezTo>
                <a:cubicBezTo>
                  <a:pt x="63969" y="27991"/>
                  <a:pt x="59457" y="39012"/>
                  <a:pt x="54984" y="49953"/>
                </a:cubicBezTo>
                <a:cubicBezTo>
                  <a:pt x="50512" y="60894"/>
                  <a:pt x="45980" y="71855"/>
                  <a:pt x="41388" y="82836"/>
                </a:cubicBezTo>
                <a:lnTo>
                  <a:pt x="32224" y="82836"/>
                </a:lnTo>
                <a:cubicBezTo>
                  <a:pt x="28590" y="71735"/>
                  <a:pt x="24947" y="60675"/>
                  <a:pt x="21293" y="49654"/>
                </a:cubicBezTo>
                <a:cubicBezTo>
                  <a:pt x="17639" y="38633"/>
                  <a:pt x="13976" y="27532"/>
                  <a:pt x="10302" y="16352"/>
                </a:cubicBezTo>
                <a:cubicBezTo>
                  <a:pt x="9464" y="13956"/>
                  <a:pt x="8705" y="12019"/>
                  <a:pt x="8026" y="10542"/>
                </a:cubicBezTo>
                <a:cubicBezTo>
                  <a:pt x="7347" y="9064"/>
                  <a:pt x="6628" y="7886"/>
                  <a:pt x="5870" y="7008"/>
                </a:cubicBezTo>
                <a:cubicBezTo>
                  <a:pt x="5111" y="6129"/>
                  <a:pt x="4273" y="5470"/>
                  <a:pt x="3354" y="5031"/>
                </a:cubicBezTo>
                <a:cubicBezTo>
                  <a:pt x="2436" y="4592"/>
                  <a:pt x="1318" y="4233"/>
                  <a:pt x="0" y="3953"/>
                </a:cubicBezTo>
                <a:lnTo>
                  <a:pt x="0" y="0"/>
                </a:lnTo>
                <a:lnTo>
                  <a:pt x="30247" y="0"/>
                </a:lnTo>
                <a:close/>
              </a:path>
            </a:pathLst>
          </a:custGeom>
          <a:solidFill xmlns:a="http://schemas.openxmlformats.org/drawingml/2006/main">
            <a:srgbClr val="000000"/>
          </a:solidFill>
          <a:ln xmlns:a="http://schemas.openxmlformats.org/drawingml/2006/main" w="0">
            <a:noFill/>
            <a:prstDash val="solid"/>
          </a:ln>
        </p:spPr>
      </p:sp>
      <p:sp>
        <p:nvSpPr>
          <p:cNvPr id="316" name="path-274">
            <a:extLst xmlns:a="http://schemas.openxmlformats.org/drawingml/2006/main">
              <a:ext uri="{FF2B5EF4-FFF2-40B4-BE49-F238E27FC236}">
                <a16:creationId xmlns:a16="http://schemas.microsoft.com/office/drawing/2014/main" id="{E3CB9513-ADA1-477A-9DB4-FBEF61F9C62B}"/>
              </a:ext>
            </a:extLst>
          </p:cNvPr>
          <p:cNvSpPr>
            <a:spLocks xmlns:a="http://schemas.openxmlformats.org/drawingml/2006/main" noGrp="1"/>
          </p:cNvSpPr>
          <p:nvPr/>
        </p:nvSpPr>
        <p:spPr>
          <a:xfrm xmlns:a="http://schemas.openxmlformats.org/drawingml/2006/main">
            <a:off x="16841260" y="4999349"/>
            <a:ext cx="69539" cy="84333"/>
          </a:xfrm>
          <a:custGeom xmlns:a="http://schemas.openxmlformats.org/drawingml/2006/main">
            <a:pathLst>
              <a:path w="69539" h="84333">
                <a:moveTo>
                  <a:pt x="63130" y="82836"/>
                </a:moveTo>
                <a:lnTo>
                  <a:pt x="57800" y="84333"/>
                </a:lnTo>
                <a:lnTo>
                  <a:pt x="53068" y="79721"/>
                </a:lnTo>
                <a:cubicBezTo>
                  <a:pt x="50153" y="81359"/>
                  <a:pt x="47158" y="82537"/>
                  <a:pt x="44083" y="83255"/>
                </a:cubicBezTo>
                <a:cubicBezTo>
                  <a:pt x="41009" y="83974"/>
                  <a:pt x="37515" y="84333"/>
                  <a:pt x="33602" y="84333"/>
                </a:cubicBezTo>
                <a:cubicBezTo>
                  <a:pt x="22461" y="84333"/>
                  <a:pt x="14076" y="80829"/>
                  <a:pt x="8445" y="73822"/>
                </a:cubicBezTo>
                <a:cubicBezTo>
                  <a:pt x="2815" y="66814"/>
                  <a:pt x="0" y="56402"/>
                  <a:pt x="0" y="42586"/>
                </a:cubicBezTo>
                <a:cubicBezTo>
                  <a:pt x="0" y="36197"/>
                  <a:pt x="878" y="30387"/>
                  <a:pt x="2635" y="25156"/>
                </a:cubicBezTo>
                <a:cubicBezTo>
                  <a:pt x="4392" y="19925"/>
                  <a:pt x="6908" y="15443"/>
                  <a:pt x="10182" y="11710"/>
                </a:cubicBezTo>
                <a:cubicBezTo>
                  <a:pt x="13457" y="7976"/>
                  <a:pt x="17450" y="5091"/>
                  <a:pt x="22161" y="3055"/>
                </a:cubicBezTo>
                <a:cubicBezTo>
                  <a:pt x="26873" y="1018"/>
                  <a:pt x="32184" y="0"/>
                  <a:pt x="38094" y="0"/>
                </a:cubicBezTo>
                <a:cubicBezTo>
                  <a:pt x="40210" y="0"/>
                  <a:pt x="42257" y="60"/>
                  <a:pt x="44233" y="180"/>
                </a:cubicBezTo>
                <a:cubicBezTo>
                  <a:pt x="46210" y="299"/>
                  <a:pt x="48176" y="479"/>
                  <a:pt x="50133" y="719"/>
                </a:cubicBezTo>
                <a:cubicBezTo>
                  <a:pt x="52089" y="958"/>
                  <a:pt x="54086" y="1278"/>
                  <a:pt x="56122" y="1677"/>
                </a:cubicBezTo>
                <a:cubicBezTo>
                  <a:pt x="58159" y="2076"/>
                  <a:pt x="60295" y="2556"/>
                  <a:pt x="62531" y="3115"/>
                </a:cubicBezTo>
                <a:lnTo>
                  <a:pt x="62531" y="20484"/>
                </a:lnTo>
                <a:lnTo>
                  <a:pt x="55583" y="20484"/>
                </a:lnTo>
                <a:cubicBezTo>
                  <a:pt x="54785" y="17969"/>
                  <a:pt x="53886" y="15822"/>
                  <a:pt x="52888" y="14046"/>
                </a:cubicBezTo>
                <a:cubicBezTo>
                  <a:pt x="51890" y="12269"/>
                  <a:pt x="50672" y="10811"/>
                  <a:pt x="49234" y="9673"/>
                </a:cubicBezTo>
                <a:cubicBezTo>
                  <a:pt x="47797" y="8535"/>
                  <a:pt x="46100" y="7707"/>
                  <a:pt x="44143" y="7188"/>
                </a:cubicBezTo>
                <a:cubicBezTo>
                  <a:pt x="42187" y="6668"/>
                  <a:pt x="39891" y="6409"/>
                  <a:pt x="37255" y="6409"/>
                </a:cubicBezTo>
                <a:cubicBezTo>
                  <a:pt x="33741" y="6409"/>
                  <a:pt x="30547" y="7197"/>
                  <a:pt x="27672" y="8775"/>
                </a:cubicBezTo>
                <a:cubicBezTo>
                  <a:pt x="24797" y="10352"/>
                  <a:pt x="22331" y="12648"/>
                  <a:pt x="20275" y="15663"/>
                </a:cubicBezTo>
                <a:cubicBezTo>
                  <a:pt x="18218" y="18678"/>
                  <a:pt x="16631" y="22391"/>
                  <a:pt x="15513" y="26803"/>
                </a:cubicBezTo>
                <a:cubicBezTo>
                  <a:pt x="14395" y="31216"/>
                  <a:pt x="13836" y="36237"/>
                  <a:pt x="13836" y="41867"/>
                </a:cubicBezTo>
                <a:cubicBezTo>
                  <a:pt x="13836" y="47657"/>
                  <a:pt x="14295" y="52778"/>
                  <a:pt x="15214" y="57231"/>
                </a:cubicBezTo>
                <a:cubicBezTo>
                  <a:pt x="16132" y="61683"/>
                  <a:pt x="17510" y="65426"/>
                  <a:pt x="19346" y="68461"/>
                </a:cubicBezTo>
                <a:cubicBezTo>
                  <a:pt x="21183" y="71496"/>
                  <a:pt x="23449" y="73802"/>
                  <a:pt x="26145" y="75379"/>
                </a:cubicBezTo>
                <a:cubicBezTo>
                  <a:pt x="28840" y="76956"/>
                  <a:pt x="31984" y="77745"/>
                  <a:pt x="35578" y="77745"/>
                </a:cubicBezTo>
                <a:cubicBezTo>
                  <a:pt x="40530" y="77745"/>
                  <a:pt x="44253" y="76806"/>
                  <a:pt x="46749" y="74930"/>
                </a:cubicBezTo>
                <a:cubicBezTo>
                  <a:pt x="49244" y="73053"/>
                  <a:pt x="50492" y="70018"/>
                  <a:pt x="50492" y="65826"/>
                </a:cubicBezTo>
                <a:lnTo>
                  <a:pt x="50492" y="62292"/>
                </a:lnTo>
                <a:cubicBezTo>
                  <a:pt x="50492" y="59816"/>
                  <a:pt x="50412" y="57849"/>
                  <a:pt x="50253" y="56392"/>
                </a:cubicBezTo>
                <a:cubicBezTo>
                  <a:pt x="50093" y="54934"/>
                  <a:pt x="49744" y="53767"/>
                  <a:pt x="49204" y="52888"/>
                </a:cubicBezTo>
                <a:cubicBezTo>
                  <a:pt x="48665" y="52010"/>
                  <a:pt x="47867" y="51331"/>
                  <a:pt x="46809" y="50852"/>
                </a:cubicBezTo>
                <a:cubicBezTo>
                  <a:pt x="45750" y="50372"/>
                  <a:pt x="44323" y="49853"/>
                  <a:pt x="42526" y="49294"/>
                </a:cubicBezTo>
                <a:lnTo>
                  <a:pt x="42526" y="45461"/>
                </a:lnTo>
                <a:lnTo>
                  <a:pt x="69539" y="45461"/>
                </a:lnTo>
                <a:lnTo>
                  <a:pt x="69539" y="49294"/>
                </a:lnTo>
                <a:cubicBezTo>
                  <a:pt x="68062" y="49853"/>
                  <a:pt x="66894" y="50402"/>
                  <a:pt x="66035" y="50941"/>
                </a:cubicBezTo>
                <a:cubicBezTo>
                  <a:pt x="65177" y="51480"/>
                  <a:pt x="64538" y="52169"/>
                  <a:pt x="64119" y="53008"/>
                </a:cubicBezTo>
                <a:cubicBezTo>
                  <a:pt x="63699" y="53846"/>
                  <a:pt x="63430" y="54944"/>
                  <a:pt x="63310" y="56302"/>
                </a:cubicBezTo>
                <a:cubicBezTo>
                  <a:pt x="63190" y="57660"/>
                  <a:pt x="63130" y="59437"/>
                  <a:pt x="63130" y="61633"/>
                </a:cubicBezTo>
                <a:lnTo>
                  <a:pt x="63130" y="82836"/>
                </a:lnTo>
                <a:close/>
              </a:path>
            </a:pathLst>
          </a:custGeom>
          <a:solidFill xmlns:a="http://schemas.openxmlformats.org/drawingml/2006/main">
            <a:srgbClr val="000000"/>
          </a:solidFill>
          <a:ln xmlns:a="http://schemas.openxmlformats.org/drawingml/2006/main" w="0">
            <a:noFill/>
            <a:prstDash val="solid"/>
          </a:ln>
        </p:spPr>
      </p:sp>
      <p:sp>
        <p:nvSpPr>
          <p:cNvPr id="317" name="path-275">
            <a:extLst xmlns:a="http://schemas.openxmlformats.org/drawingml/2006/main">
              <a:ext uri="{FF2B5EF4-FFF2-40B4-BE49-F238E27FC236}">
                <a16:creationId xmlns:a16="http://schemas.microsoft.com/office/drawing/2014/main" id="{18B33B69-E674-40E3-A1E1-251D1C725F13}"/>
              </a:ext>
            </a:extLst>
          </p:cNvPr>
          <p:cNvSpPr>
            <a:spLocks xmlns:a="http://schemas.openxmlformats.org/drawingml/2006/main" noGrp="1"/>
          </p:cNvSpPr>
          <p:nvPr/>
        </p:nvSpPr>
        <p:spPr>
          <a:xfrm xmlns:a="http://schemas.openxmlformats.org/drawingml/2006/main">
            <a:off x="16926890" y="5000547"/>
            <a:ext cx="75229" cy="81758"/>
          </a:xfrm>
          <a:custGeom xmlns:a="http://schemas.openxmlformats.org/drawingml/2006/main">
            <a:pathLst>
              <a:path w="75229" h="81758">
                <a:moveTo>
                  <a:pt x="20484" y="46958"/>
                </a:moveTo>
                <a:lnTo>
                  <a:pt x="20484" y="66365"/>
                </a:lnTo>
                <a:cubicBezTo>
                  <a:pt x="20484" y="68920"/>
                  <a:pt x="20554" y="70857"/>
                  <a:pt x="20694" y="72175"/>
                </a:cubicBezTo>
                <a:cubicBezTo>
                  <a:pt x="20834" y="73492"/>
                  <a:pt x="21163" y="74481"/>
                  <a:pt x="21682" y="75139"/>
                </a:cubicBezTo>
                <a:cubicBezTo>
                  <a:pt x="22201" y="75798"/>
                  <a:pt x="22970" y="76267"/>
                  <a:pt x="23988" y="76547"/>
                </a:cubicBezTo>
                <a:cubicBezTo>
                  <a:pt x="25007" y="76826"/>
                  <a:pt x="26394" y="77226"/>
                  <a:pt x="28151" y="77745"/>
                </a:cubicBezTo>
                <a:lnTo>
                  <a:pt x="28151" y="81758"/>
                </a:lnTo>
                <a:lnTo>
                  <a:pt x="0" y="81758"/>
                </a:lnTo>
                <a:lnTo>
                  <a:pt x="0" y="77745"/>
                </a:lnTo>
                <a:cubicBezTo>
                  <a:pt x="1917" y="77186"/>
                  <a:pt x="3394" y="76717"/>
                  <a:pt x="4432" y="76337"/>
                </a:cubicBezTo>
                <a:cubicBezTo>
                  <a:pt x="5470" y="75958"/>
                  <a:pt x="6229" y="75429"/>
                  <a:pt x="6708" y="74750"/>
                </a:cubicBezTo>
                <a:cubicBezTo>
                  <a:pt x="7188" y="74071"/>
                  <a:pt x="7457" y="73103"/>
                  <a:pt x="7517" y="71845"/>
                </a:cubicBezTo>
                <a:cubicBezTo>
                  <a:pt x="7577" y="70587"/>
                  <a:pt x="7607" y="68800"/>
                  <a:pt x="7607" y="66484"/>
                </a:cubicBezTo>
                <a:lnTo>
                  <a:pt x="7607" y="15273"/>
                </a:lnTo>
                <a:cubicBezTo>
                  <a:pt x="7607" y="12838"/>
                  <a:pt x="7557" y="10991"/>
                  <a:pt x="7457" y="9733"/>
                </a:cubicBezTo>
                <a:cubicBezTo>
                  <a:pt x="7357" y="8475"/>
                  <a:pt x="7068" y="7517"/>
                  <a:pt x="6589" y="6858"/>
                </a:cubicBezTo>
                <a:cubicBezTo>
                  <a:pt x="6109" y="6199"/>
                  <a:pt x="5361" y="5700"/>
                  <a:pt x="4342" y="5361"/>
                </a:cubicBezTo>
                <a:cubicBezTo>
                  <a:pt x="3324" y="5021"/>
                  <a:pt x="1877" y="4552"/>
                  <a:pt x="0" y="3953"/>
                </a:cubicBezTo>
                <a:lnTo>
                  <a:pt x="0" y="0"/>
                </a:lnTo>
                <a:lnTo>
                  <a:pt x="32643" y="0"/>
                </a:lnTo>
                <a:cubicBezTo>
                  <a:pt x="42905" y="0"/>
                  <a:pt x="50572" y="1767"/>
                  <a:pt x="55643" y="5301"/>
                </a:cubicBezTo>
                <a:cubicBezTo>
                  <a:pt x="60714" y="8835"/>
                  <a:pt x="63250" y="14215"/>
                  <a:pt x="63250" y="21443"/>
                </a:cubicBezTo>
                <a:cubicBezTo>
                  <a:pt x="63250" y="26913"/>
                  <a:pt x="61673" y="31515"/>
                  <a:pt x="58518" y="35249"/>
                </a:cubicBezTo>
                <a:cubicBezTo>
                  <a:pt x="55364" y="38982"/>
                  <a:pt x="50692" y="41827"/>
                  <a:pt x="44503" y="43784"/>
                </a:cubicBezTo>
                <a:lnTo>
                  <a:pt x="44503" y="44622"/>
                </a:lnTo>
                <a:cubicBezTo>
                  <a:pt x="46779" y="45661"/>
                  <a:pt x="48905" y="47098"/>
                  <a:pt x="50882" y="48935"/>
                </a:cubicBezTo>
                <a:cubicBezTo>
                  <a:pt x="52858" y="50772"/>
                  <a:pt x="54865" y="53367"/>
                  <a:pt x="56901" y="56721"/>
                </a:cubicBezTo>
                <a:cubicBezTo>
                  <a:pt x="58538" y="59596"/>
                  <a:pt x="59956" y="62072"/>
                  <a:pt x="61154" y="64148"/>
                </a:cubicBezTo>
                <a:cubicBezTo>
                  <a:pt x="62352" y="66225"/>
                  <a:pt x="63420" y="68012"/>
                  <a:pt x="64358" y="69509"/>
                </a:cubicBezTo>
                <a:cubicBezTo>
                  <a:pt x="65296" y="71007"/>
                  <a:pt x="66155" y="72244"/>
                  <a:pt x="66934" y="73223"/>
                </a:cubicBezTo>
                <a:cubicBezTo>
                  <a:pt x="67712" y="74201"/>
                  <a:pt x="68511" y="75000"/>
                  <a:pt x="69329" y="75619"/>
                </a:cubicBezTo>
                <a:cubicBezTo>
                  <a:pt x="70148" y="76237"/>
                  <a:pt x="71027" y="76717"/>
                  <a:pt x="71965" y="77056"/>
                </a:cubicBezTo>
                <a:cubicBezTo>
                  <a:pt x="72903" y="77395"/>
                  <a:pt x="73991" y="77685"/>
                  <a:pt x="75229" y="77925"/>
                </a:cubicBezTo>
                <a:lnTo>
                  <a:pt x="75229" y="81758"/>
                </a:lnTo>
                <a:lnTo>
                  <a:pt x="56302" y="81758"/>
                </a:lnTo>
                <a:cubicBezTo>
                  <a:pt x="54745" y="79602"/>
                  <a:pt x="53247" y="77346"/>
                  <a:pt x="51810" y="74990"/>
                </a:cubicBezTo>
                <a:cubicBezTo>
                  <a:pt x="50372" y="72634"/>
                  <a:pt x="48895" y="70058"/>
                  <a:pt x="47378" y="67263"/>
                </a:cubicBezTo>
                <a:cubicBezTo>
                  <a:pt x="45541" y="63949"/>
                  <a:pt x="44003" y="61144"/>
                  <a:pt x="42766" y="58848"/>
                </a:cubicBezTo>
                <a:cubicBezTo>
                  <a:pt x="41528" y="56552"/>
                  <a:pt x="40450" y="54655"/>
                  <a:pt x="39531" y="53158"/>
                </a:cubicBezTo>
                <a:cubicBezTo>
                  <a:pt x="38613" y="51660"/>
                  <a:pt x="37784" y="50492"/>
                  <a:pt x="37046" y="49654"/>
                </a:cubicBezTo>
                <a:cubicBezTo>
                  <a:pt x="36307" y="48815"/>
                  <a:pt x="35508" y="48196"/>
                  <a:pt x="34650" y="47797"/>
                </a:cubicBezTo>
                <a:cubicBezTo>
                  <a:pt x="33791" y="47398"/>
                  <a:pt x="32803" y="47158"/>
                  <a:pt x="31685" y="47078"/>
                </a:cubicBezTo>
                <a:cubicBezTo>
                  <a:pt x="30567" y="46998"/>
                  <a:pt x="29189" y="46958"/>
                  <a:pt x="27552" y="46958"/>
                </a:cubicBezTo>
                <a:lnTo>
                  <a:pt x="20484" y="46958"/>
                </a:lnTo>
                <a:moveTo>
                  <a:pt x="20484" y="40430"/>
                </a:moveTo>
                <a:lnTo>
                  <a:pt x="27672" y="40430"/>
                </a:lnTo>
                <a:cubicBezTo>
                  <a:pt x="31306" y="40430"/>
                  <a:pt x="34490" y="40120"/>
                  <a:pt x="37225" y="39501"/>
                </a:cubicBezTo>
                <a:cubicBezTo>
                  <a:pt x="39961" y="38882"/>
                  <a:pt x="42247" y="37884"/>
                  <a:pt x="44083" y="36507"/>
                </a:cubicBezTo>
                <a:cubicBezTo>
                  <a:pt x="45920" y="35129"/>
                  <a:pt x="47298" y="33332"/>
                  <a:pt x="48216" y="31116"/>
                </a:cubicBezTo>
                <a:cubicBezTo>
                  <a:pt x="49135" y="28900"/>
                  <a:pt x="49594" y="26174"/>
                  <a:pt x="49594" y="22940"/>
                </a:cubicBezTo>
                <a:cubicBezTo>
                  <a:pt x="49594" y="17510"/>
                  <a:pt x="48017" y="13437"/>
                  <a:pt x="44862" y="10721"/>
                </a:cubicBezTo>
                <a:cubicBezTo>
                  <a:pt x="41707" y="8006"/>
                  <a:pt x="36756" y="6648"/>
                  <a:pt x="30008" y="6648"/>
                </a:cubicBezTo>
                <a:cubicBezTo>
                  <a:pt x="28131" y="6648"/>
                  <a:pt x="26394" y="6668"/>
                  <a:pt x="24797" y="6708"/>
                </a:cubicBezTo>
                <a:cubicBezTo>
                  <a:pt x="23200" y="6748"/>
                  <a:pt x="21762" y="6808"/>
                  <a:pt x="20484" y="6888"/>
                </a:cubicBezTo>
                <a:lnTo>
                  <a:pt x="20484" y="40430"/>
                </a:lnTo>
                <a:close/>
              </a:path>
            </a:pathLst>
          </a:custGeom>
          <a:solidFill xmlns:a="http://schemas.openxmlformats.org/drawingml/2006/main">
            <a:srgbClr val="000000"/>
          </a:solidFill>
          <a:ln xmlns:a="http://schemas.openxmlformats.org/drawingml/2006/main" w="0">
            <a:noFill/>
            <a:prstDash val="solid"/>
          </a:ln>
        </p:spPr>
      </p:sp>
      <p:sp>
        <p:nvSpPr>
          <p:cNvPr id="318" name="path-276">
            <a:extLst xmlns:a="http://schemas.openxmlformats.org/drawingml/2006/main">
              <a:ext uri="{FF2B5EF4-FFF2-40B4-BE49-F238E27FC236}">
                <a16:creationId xmlns:a16="http://schemas.microsoft.com/office/drawing/2014/main" id="{EB0F45FF-EA97-4558-8D64-47F24DC140E2}"/>
              </a:ext>
            </a:extLst>
          </p:cNvPr>
          <p:cNvSpPr>
            <a:spLocks xmlns:a="http://schemas.openxmlformats.org/drawingml/2006/main" noGrp="1"/>
          </p:cNvSpPr>
          <p:nvPr/>
        </p:nvSpPr>
        <p:spPr>
          <a:xfrm xmlns:a="http://schemas.openxmlformats.org/drawingml/2006/main">
            <a:off x="17014791" y="4925808"/>
            <a:ext cx="52996" cy="159071"/>
          </a:xfrm>
          <a:custGeom xmlns:a="http://schemas.openxmlformats.org/drawingml/2006/main">
            <a:pathLst>
              <a:path w="52996" h="159071">
                <a:moveTo>
                  <a:pt x="38489" y="78739"/>
                </a:moveTo>
                <a:cubicBezTo>
                  <a:pt x="38489" y="59844"/>
                  <a:pt x="35359" y="44149"/>
                  <a:pt x="29097" y="31655"/>
                </a:cubicBezTo>
                <a:cubicBezTo>
                  <a:pt x="22836" y="19161"/>
                  <a:pt x="13137" y="10761"/>
                  <a:pt x="0" y="6457"/>
                </a:cubicBezTo>
                <a:lnTo>
                  <a:pt x="2264" y="0"/>
                </a:lnTo>
                <a:cubicBezTo>
                  <a:pt x="18588" y="4305"/>
                  <a:pt x="31124" y="13598"/>
                  <a:pt x="39873" y="27882"/>
                </a:cubicBezTo>
                <a:cubicBezTo>
                  <a:pt x="48621" y="42165"/>
                  <a:pt x="52996" y="59397"/>
                  <a:pt x="52996" y="79578"/>
                </a:cubicBezTo>
                <a:cubicBezTo>
                  <a:pt x="52996" y="99814"/>
                  <a:pt x="48635" y="117047"/>
                  <a:pt x="39915" y="131274"/>
                </a:cubicBezTo>
                <a:cubicBezTo>
                  <a:pt x="31194" y="145501"/>
                  <a:pt x="18644" y="154767"/>
                  <a:pt x="2264" y="159071"/>
                </a:cubicBezTo>
                <a:lnTo>
                  <a:pt x="252" y="152615"/>
                </a:lnTo>
                <a:cubicBezTo>
                  <a:pt x="13165" y="148310"/>
                  <a:pt x="22766" y="139813"/>
                  <a:pt x="29055" y="127123"/>
                </a:cubicBezTo>
                <a:cubicBezTo>
                  <a:pt x="35345" y="114433"/>
                  <a:pt x="38489" y="98305"/>
                  <a:pt x="38489" y="78739"/>
                </a:cubicBezTo>
                <a:close/>
              </a:path>
            </a:pathLst>
          </a:custGeom>
          <a:solidFill xmlns:a="http://schemas.openxmlformats.org/drawingml/2006/main">
            <a:srgbClr val="000000"/>
          </a:solidFill>
          <a:ln xmlns:a="http://schemas.openxmlformats.org/drawingml/2006/main" w="0">
            <a:noFill/>
            <a:prstDash val="solid"/>
          </a:ln>
        </p:spPr>
      </p:sp>
      <p:sp>
        <p:nvSpPr>
          <p:cNvPr id="319" name="text-277 Policy">
            <a:extLst xmlns:a="http://schemas.openxmlformats.org/drawingml/2006/main">
              <a:ext uri="{FF2B5EF4-FFF2-40B4-BE49-F238E27FC236}">
                <a16:creationId xmlns:a16="http://schemas.microsoft.com/office/drawing/2014/main" id="{E1DBB0F6-FEC3-430D-B1CC-8702E4EA684D}"/>
              </a:ext>
            </a:extLst>
          </p:cNvPr>
          <p:cNvSpPr>
            <a:spLocks xmlns:a="http://schemas.openxmlformats.org/drawingml/2006/main" noGrp="1"/>
          </p:cNvSpPr>
          <p:nvPr/>
        </p:nvSpPr>
        <p:spPr>
          <a:xfrm xmlns:a="http://schemas.openxmlformats.org/drawingml/2006/main" rot="0">
            <a:off x="15169333" y="4535386"/>
            <a:ext cx="553040" cy="2752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8" b="0" i="0">
                <a:solidFill>
                  <a:srgbClr val="000000"/>
                </a:solidFill>
                <a:latin typeface="Comic Sans MS"/>
                <a:ea typeface="Comic Sans MS"/>
                <a:cs typeface="Comic Sans MS"/>
              </a:defRPr>
            </a:defPPr>
            <a:lvl1pPr algn="l">
              <a:defRPr sz="1548" b="0" i="0">
                <a:solidFill>
                  <a:srgbClr val="000000"/>
                </a:solidFill>
                <a:latin typeface="Comic Sans MS"/>
                <a:ea typeface="Comic Sans MS"/>
                <a:cs typeface="Comic Sans MS"/>
              </a:defRPr>
            </a:lvl1pPr>
            <a:lvl2pPr algn="l">
              <a:defRPr sz="1548" b="0" i="0">
                <a:solidFill>
                  <a:srgbClr val="000000"/>
                </a:solidFill>
                <a:latin typeface="Comic Sans MS"/>
                <a:ea typeface="Comic Sans MS"/>
                <a:cs typeface="Comic Sans MS"/>
              </a:defRPr>
            </a:lvl2pPr>
            <a:lvl3pPr algn="l">
              <a:defRPr sz="1548" b="0" i="0">
                <a:solidFill>
                  <a:srgbClr val="000000"/>
                </a:solidFill>
                <a:latin typeface="Comic Sans MS"/>
                <a:ea typeface="Comic Sans MS"/>
                <a:cs typeface="Comic Sans MS"/>
              </a:defRPr>
            </a:lvl3pPr>
            <a:lvl4pPr algn="l">
              <a:defRPr sz="1548" b="0" i="0">
                <a:solidFill>
                  <a:srgbClr val="000000"/>
                </a:solidFill>
                <a:latin typeface="Comic Sans MS"/>
                <a:ea typeface="Comic Sans MS"/>
                <a:cs typeface="Comic Sans MS"/>
              </a:defRPr>
            </a:lvl4pPr>
            <a:lvl5pPr algn="l">
              <a:defRPr sz="1548" b="0" i="0">
                <a:solidFill>
                  <a:srgbClr val="000000"/>
                </a:solidFill>
                <a:latin typeface="Comic Sans MS"/>
                <a:ea typeface="Comic Sans MS"/>
                <a:cs typeface="Comic Sans MS"/>
              </a:defRPr>
            </a:lvl5pPr>
            <a:lvl6pPr algn="l">
              <a:defRPr sz="1548" b="0" i="0">
                <a:solidFill>
                  <a:srgbClr val="000000"/>
                </a:solidFill>
                <a:latin typeface="Comic Sans MS"/>
                <a:ea typeface="Comic Sans MS"/>
                <a:cs typeface="Comic Sans MS"/>
              </a:defRPr>
            </a:lvl6pPr>
            <a:lvl7pPr algn="l">
              <a:defRPr sz="1548" b="0" i="0">
                <a:solidFill>
                  <a:srgbClr val="000000"/>
                </a:solidFill>
                <a:latin typeface="Comic Sans MS"/>
                <a:ea typeface="Comic Sans MS"/>
                <a:cs typeface="Comic Sans MS"/>
              </a:defRPr>
            </a:lvl7pPr>
            <a:lvl8pPr algn="l">
              <a:defRPr sz="1548" b="0" i="0">
                <a:solidFill>
                  <a:srgbClr val="000000"/>
                </a:solidFill>
                <a:latin typeface="Comic Sans MS"/>
                <a:ea typeface="Comic Sans MS"/>
                <a:cs typeface="Comic Sans MS"/>
              </a:defRPr>
            </a:lvl8pPr>
            <a:lvl9pPr algn="l">
              <a:defRPr sz="1548" b="0" i="0">
                <a:solidFill>
                  <a:srgbClr val="000000"/>
                </a:solidFill>
                <a:latin typeface="Comic Sans MS"/>
                <a:ea typeface="Comic Sans MS"/>
                <a:cs typeface="Comic Sans MS"/>
              </a:defRPr>
            </a:lvl9pPr>
          </a:lstStyle>
          <a:p xmlns:a="http://schemas.openxmlformats.org/drawingml/2006/main">
            <a:pPr algn="l">
              <a:lnSpc>
                <a:spcPct val="100000"/>
              </a:lnSpc>
              <a:buNone/>
              <a:defRPr sz="1548" b="0" i="0">
                <a:solidFill>
                  <a:srgbClr val="000000"/>
                </a:solidFill>
                <a:latin typeface="Comic Sans MS"/>
                <a:ea typeface="Comic Sans MS"/>
                <a:cs typeface="Comic Sans MS"/>
              </a:defRPr>
            </a:pPr>
            <a:r>
              <a:rPr sz="1548" b="0" i="0">
                <a:solidFill>
                  <a:srgbClr val="000000"/>
                </a:solidFill>
                <a:latin typeface="Comic Sans MS"/>
                <a:ea typeface="Comic Sans MS"/>
                <a:cs typeface="Comic Sans MS"/>
              </a:rPr>
              <a:t>Policy</a:t>
            </a:r>
          </a:p>
        </p:txBody>
      </p:sp>
      <p:sp>
        <p:nvSpPr>
          <p:cNvPr id="320" name="text-277 Reward">
            <a:extLst xmlns:a="http://schemas.openxmlformats.org/drawingml/2006/main">
              <a:ext uri="{FF2B5EF4-FFF2-40B4-BE49-F238E27FC236}">
                <a16:creationId xmlns:a16="http://schemas.microsoft.com/office/drawing/2014/main" id="{03B50F1F-2148-41CC-BC85-44E71A75D589}"/>
              </a:ext>
            </a:extLst>
          </p:cNvPr>
          <p:cNvSpPr>
            <a:spLocks xmlns:a="http://schemas.openxmlformats.org/drawingml/2006/main" noGrp="1"/>
          </p:cNvSpPr>
          <p:nvPr/>
        </p:nvSpPr>
        <p:spPr>
          <a:xfrm xmlns:a="http://schemas.openxmlformats.org/drawingml/2006/main" rot="0">
            <a:off x="15745730" y="4535217"/>
            <a:ext cx="711830" cy="2754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9" b="0" i="0">
                <a:solidFill>
                  <a:srgbClr val="000000"/>
                </a:solidFill>
                <a:latin typeface="Comic Sans MS"/>
                <a:ea typeface="Comic Sans MS"/>
                <a:cs typeface="Comic Sans MS"/>
              </a:defRPr>
            </a:defPPr>
            <a:lvl1pPr algn="l">
              <a:defRPr sz="1549" b="0" i="0">
                <a:solidFill>
                  <a:srgbClr val="000000"/>
                </a:solidFill>
                <a:latin typeface="Comic Sans MS"/>
                <a:ea typeface="Comic Sans MS"/>
                <a:cs typeface="Comic Sans MS"/>
              </a:defRPr>
            </a:lvl1pPr>
            <a:lvl2pPr algn="l">
              <a:defRPr sz="1549" b="0" i="0">
                <a:solidFill>
                  <a:srgbClr val="000000"/>
                </a:solidFill>
                <a:latin typeface="Comic Sans MS"/>
                <a:ea typeface="Comic Sans MS"/>
                <a:cs typeface="Comic Sans MS"/>
              </a:defRPr>
            </a:lvl2pPr>
            <a:lvl3pPr algn="l">
              <a:defRPr sz="1549" b="0" i="0">
                <a:solidFill>
                  <a:srgbClr val="000000"/>
                </a:solidFill>
                <a:latin typeface="Comic Sans MS"/>
                <a:ea typeface="Comic Sans MS"/>
                <a:cs typeface="Comic Sans MS"/>
              </a:defRPr>
            </a:lvl3pPr>
            <a:lvl4pPr algn="l">
              <a:defRPr sz="1549" b="0" i="0">
                <a:solidFill>
                  <a:srgbClr val="000000"/>
                </a:solidFill>
                <a:latin typeface="Comic Sans MS"/>
                <a:ea typeface="Comic Sans MS"/>
                <a:cs typeface="Comic Sans MS"/>
              </a:defRPr>
            </a:lvl4pPr>
            <a:lvl5pPr algn="l">
              <a:defRPr sz="1549" b="0" i="0">
                <a:solidFill>
                  <a:srgbClr val="000000"/>
                </a:solidFill>
                <a:latin typeface="Comic Sans MS"/>
                <a:ea typeface="Comic Sans MS"/>
                <a:cs typeface="Comic Sans MS"/>
              </a:defRPr>
            </a:lvl5pPr>
            <a:lvl6pPr algn="l">
              <a:defRPr sz="1549" b="0" i="0">
                <a:solidFill>
                  <a:srgbClr val="000000"/>
                </a:solidFill>
                <a:latin typeface="Comic Sans MS"/>
                <a:ea typeface="Comic Sans MS"/>
                <a:cs typeface="Comic Sans MS"/>
              </a:defRPr>
            </a:lvl6pPr>
            <a:lvl7pPr algn="l">
              <a:defRPr sz="1549" b="0" i="0">
                <a:solidFill>
                  <a:srgbClr val="000000"/>
                </a:solidFill>
                <a:latin typeface="Comic Sans MS"/>
                <a:ea typeface="Comic Sans MS"/>
                <a:cs typeface="Comic Sans MS"/>
              </a:defRPr>
            </a:lvl7pPr>
            <a:lvl8pPr algn="l">
              <a:defRPr sz="1549" b="0" i="0">
                <a:solidFill>
                  <a:srgbClr val="000000"/>
                </a:solidFill>
                <a:latin typeface="Comic Sans MS"/>
                <a:ea typeface="Comic Sans MS"/>
                <a:cs typeface="Comic Sans MS"/>
              </a:defRPr>
            </a:lvl8pPr>
            <a:lvl9pPr algn="l">
              <a:defRPr sz="1549" b="0" i="0">
                <a:solidFill>
                  <a:srgbClr val="000000"/>
                </a:solidFill>
                <a:latin typeface="Comic Sans MS"/>
                <a:ea typeface="Comic Sans MS"/>
                <a:cs typeface="Comic Sans MS"/>
              </a:defRPr>
            </a:lvl9pPr>
          </a:lstStyle>
          <a:p xmlns:a="http://schemas.openxmlformats.org/drawingml/2006/main">
            <a:pPr algn="l">
              <a:lnSpc>
                <a:spcPct val="100000"/>
              </a:lnSpc>
              <a:buNone/>
              <a:defRPr sz="1549" b="0" i="0">
                <a:solidFill>
                  <a:srgbClr val="000000"/>
                </a:solidFill>
                <a:latin typeface="Comic Sans MS"/>
                <a:ea typeface="Comic Sans MS"/>
                <a:cs typeface="Comic Sans MS"/>
              </a:defRPr>
            </a:pPr>
            <a:r>
              <a:rPr sz="1549" b="0" i="0">
                <a:solidFill>
                  <a:srgbClr val="000000"/>
                </a:solidFill>
                <a:latin typeface="Comic Sans MS"/>
                <a:ea typeface="Comic Sans MS"/>
                <a:cs typeface="Comic Sans MS"/>
              </a:rPr>
              <a:t>Reward</a:t>
            </a:r>
          </a:p>
        </p:txBody>
      </p:sp>
      <p:pic>
        <p:nvPicPr>
          <p:cNvPr id="321" name="">
            <a:extLst xmlns:a="http://schemas.openxmlformats.org/drawingml/2006/main">
              <a:ext uri="{FF2B5EF4-FFF2-40B4-BE49-F238E27FC236}">
                <a16:creationId xmlns:a16="http://schemas.microsoft.com/office/drawing/2014/main" id="{931B66EF-4CA9-4493-8E59-EE26CEE594F5}"/>
              </a:ext>
            </a:extLst>
          </p:cNvPr>
          <p:cNvPicPr>
            <a:picLocks xmlns:a="http://schemas.openxmlformats.org/drawingml/2006/main" noChangeAspect="1"/>
          </p:cNvPicPr>
          <p:nvPr/>
        </p:nvPicPr>
        <p:blipFill>
          <a:blip xmlns:r="http://schemas.openxmlformats.org/officeDocument/2006/relationships" xmlns:a="http://schemas.openxmlformats.org/drawingml/2006/main" r:embed="R007d7707ea8e417d"/>
          <a:stretch xmlns:a="http://schemas.openxmlformats.org/drawingml/2006/main"/>
        </p:blipFill>
        <p:spPr>
          <a:xfrm xmlns:a="http://schemas.openxmlformats.org/drawingml/2006/main">
            <a:off x="2266950" y="3333750"/>
            <a:ext cx="447675" cy="419100"/>
          </a:xfrm>
          <a:prstGeom xmlns:a="http://schemas.openxmlformats.org/drawingml/2006/main" prst="rect">
            <a:avLst/>
          </a:prstGeom>
        </p:spPr>
      </p:pic>
      <p:sp>
        <p:nvSpPr>
          <p:cNvPr id="322" name="path-279">
            <a:extLst xmlns:a="http://schemas.openxmlformats.org/drawingml/2006/main">
              <a:ext uri="{FF2B5EF4-FFF2-40B4-BE49-F238E27FC236}">
                <a16:creationId xmlns:a16="http://schemas.microsoft.com/office/drawing/2014/main" id="{3812E8A0-D1AD-4BD7-A4CF-75A65FC10512}"/>
              </a:ext>
            </a:extLst>
          </p:cNvPr>
          <p:cNvSpPr>
            <a:spLocks xmlns:a="http://schemas.openxmlformats.org/drawingml/2006/main" noGrp="1"/>
          </p:cNvSpPr>
          <p:nvPr/>
        </p:nvSpPr>
        <p:spPr>
          <a:xfrm xmlns:a="http://schemas.openxmlformats.org/drawingml/2006/main">
            <a:off x="5538478" y="4482532"/>
            <a:ext cx="622538" cy="384223"/>
          </a:xfrm>
          <a:custGeom xmlns:a="http://schemas.openxmlformats.org/drawingml/2006/main">
            <a:pathLst>
              <a:path w="622538" h="384223">
                <a:moveTo>
                  <a:pt x="624" y="384223"/>
                </a:moveTo>
                <a:lnTo>
                  <a:pt x="30054" y="383224"/>
                </a:lnTo>
                <a:lnTo>
                  <a:pt x="59542" y="380283"/>
                </a:lnTo>
                <a:lnTo>
                  <a:pt x="88548" y="375541"/>
                </a:lnTo>
                <a:lnTo>
                  <a:pt x="116852" y="369126"/>
                </a:lnTo>
                <a:lnTo>
                  <a:pt x="144235" y="361165"/>
                </a:lnTo>
                <a:lnTo>
                  <a:pt x="170478" y="351780"/>
                </a:lnTo>
                <a:lnTo>
                  <a:pt x="195362" y="341090"/>
                </a:lnTo>
                <a:lnTo>
                  <a:pt x="218670" y="329212"/>
                </a:lnTo>
                <a:lnTo>
                  <a:pt x="240184" y="316254"/>
                </a:lnTo>
                <a:lnTo>
                  <a:pt x="259684" y="302319"/>
                </a:lnTo>
                <a:lnTo>
                  <a:pt x="276952" y="287498"/>
                </a:lnTo>
                <a:lnTo>
                  <a:pt x="291755" y="271868"/>
                </a:lnTo>
                <a:lnTo>
                  <a:pt x="303847" y="255490"/>
                </a:lnTo>
                <a:lnTo>
                  <a:pt x="312938" y="238421"/>
                </a:lnTo>
                <a:lnTo>
                  <a:pt x="318681" y="220745"/>
                </a:lnTo>
                <a:lnTo>
                  <a:pt x="320569" y="203670"/>
                </a:lnTo>
                <a:lnTo>
                  <a:pt x="322355" y="187532"/>
                </a:lnTo>
                <a:lnTo>
                  <a:pt x="321959" y="189363"/>
                </a:lnTo>
                <a:lnTo>
                  <a:pt x="327161" y="173351"/>
                </a:lnTo>
                <a:lnTo>
                  <a:pt x="326532" y="174832"/>
                </a:lnTo>
                <a:lnTo>
                  <a:pt x="334925" y="159073"/>
                </a:lnTo>
                <a:lnTo>
                  <a:pt x="334208" y="160213"/>
                </a:lnTo>
                <a:lnTo>
                  <a:pt x="345563" y="144832"/>
                </a:lnTo>
                <a:lnTo>
                  <a:pt x="344841" y="145693"/>
                </a:lnTo>
                <a:lnTo>
                  <a:pt x="358930" y="130818"/>
                </a:lnTo>
                <a:lnTo>
                  <a:pt x="358243" y="131472"/>
                </a:lnTo>
                <a:lnTo>
                  <a:pt x="374839" y="117228"/>
                </a:lnTo>
                <a:lnTo>
                  <a:pt x="374196" y="117732"/>
                </a:lnTo>
                <a:lnTo>
                  <a:pt x="393071" y="104245"/>
                </a:lnTo>
                <a:lnTo>
                  <a:pt x="392469" y="104640"/>
                </a:lnTo>
                <a:lnTo>
                  <a:pt x="413395" y="92036"/>
                </a:lnTo>
                <a:lnTo>
                  <a:pt x="412825" y="92353"/>
                </a:lnTo>
                <a:lnTo>
                  <a:pt x="435573" y="80759"/>
                </a:lnTo>
                <a:lnTo>
                  <a:pt x="435028" y="81015"/>
                </a:lnTo>
                <a:lnTo>
                  <a:pt x="459371" y="70557"/>
                </a:lnTo>
                <a:lnTo>
                  <a:pt x="458837" y="70767"/>
                </a:lnTo>
                <a:lnTo>
                  <a:pt x="484548" y="61572"/>
                </a:lnTo>
                <a:lnTo>
                  <a:pt x="484018" y="61744"/>
                </a:lnTo>
                <a:lnTo>
                  <a:pt x="510869" y="53937"/>
                </a:lnTo>
                <a:lnTo>
                  <a:pt x="510334" y="54076"/>
                </a:lnTo>
                <a:lnTo>
                  <a:pt x="538096" y="47784"/>
                </a:lnTo>
                <a:lnTo>
                  <a:pt x="537218" y="47939"/>
                </a:lnTo>
                <a:lnTo>
                  <a:pt x="562590" y="44728"/>
                </a:lnTo>
                <a:lnTo>
                  <a:pt x="560279" y="26473"/>
                </a:lnTo>
                <a:lnTo>
                  <a:pt x="534464" y="29741"/>
                </a:lnTo>
                <a:lnTo>
                  <a:pt x="505998" y="36192"/>
                </a:lnTo>
                <a:lnTo>
                  <a:pt x="478615" y="44153"/>
                </a:lnTo>
                <a:lnTo>
                  <a:pt x="452371" y="53539"/>
                </a:lnTo>
                <a:lnTo>
                  <a:pt x="427488" y="64228"/>
                </a:lnTo>
                <a:lnTo>
                  <a:pt x="404179" y="76106"/>
                </a:lnTo>
                <a:lnTo>
                  <a:pt x="382666" y="89064"/>
                </a:lnTo>
                <a:lnTo>
                  <a:pt x="363165" y="102999"/>
                </a:lnTo>
                <a:lnTo>
                  <a:pt x="345897" y="117820"/>
                </a:lnTo>
                <a:lnTo>
                  <a:pt x="331095" y="133450"/>
                </a:lnTo>
                <a:lnTo>
                  <a:pt x="319004" y="149827"/>
                </a:lnTo>
                <a:lnTo>
                  <a:pt x="309912" y="166897"/>
                </a:lnTo>
                <a:lnTo>
                  <a:pt x="304170" y="184573"/>
                </a:lnTo>
                <a:lnTo>
                  <a:pt x="302280" y="201648"/>
                </a:lnTo>
                <a:lnTo>
                  <a:pt x="300496" y="217786"/>
                </a:lnTo>
                <a:lnTo>
                  <a:pt x="300891" y="215954"/>
                </a:lnTo>
                <a:lnTo>
                  <a:pt x="295687" y="231967"/>
                </a:lnTo>
                <a:lnTo>
                  <a:pt x="296317" y="230485"/>
                </a:lnTo>
                <a:lnTo>
                  <a:pt x="287923" y="246245"/>
                </a:lnTo>
                <a:lnTo>
                  <a:pt x="288642" y="245105"/>
                </a:lnTo>
                <a:lnTo>
                  <a:pt x="277287" y="260486"/>
                </a:lnTo>
                <a:lnTo>
                  <a:pt x="278010" y="259624"/>
                </a:lnTo>
                <a:lnTo>
                  <a:pt x="263920" y="274501"/>
                </a:lnTo>
                <a:lnTo>
                  <a:pt x="264607" y="273845"/>
                </a:lnTo>
                <a:lnTo>
                  <a:pt x="248012" y="288091"/>
                </a:lnTo>
                <a:lnTo>
                  <a:pt x="248655" y="287587"/>
                </a:lnTo>
                <a:lnTo>
                  <a:pt x="229779" y="301073"/>
                </a:lnTo>
                <a:lnTo>
                  <a:pt x="230381" y="300678"/>
                </a:lnTo>
                <a:lnTo>
                  <a:pt x="209456" y="313282"/>
                </a:lnTo>
                <a:lnTo>
                  <a:pt x="210024" y="312966"/>
                </a:lnTo>
                <a:lnTo>
                  <a:pt x="187277" y="324560"/>
                </a:lnTo>
                <a:lnTo>
                  <a:pt x="187822" y="324303"/>
                </a:lnTo>
                <a:lnTo>
                  <a:pt x="163480" y="334761"/>
                </a:lnTo>
                <a:lnTo>
                  <a:pt x="164011" y="334551"/>
                </a:lnTo>
                <a:lnTo>
                  <a:pt x="138302" y="343746"/>
                </a:lnTo>
                <a:lnTo>
                  <a:pt x="138830" y="343575"/>
                </a:lnTo>
                <a:lnTo>
                  <a:pt x="111982" y="351381"/>
                </a:lnTo>
                <a:lnTo>
                  <a:pt x="112516" y="351243"/>
                </a:lnTo>
                <a:lnTo>
                  <a:pt x="84754" y="357534"/>
                </a:lnTo>
                <a:lnTo>
                  <a:pt x="85303" y="357427"/>
                </a:lnTo>
                <a:lnTo>
                  <a:pt x="56858" y="362077"/>
                </a:lnTo>
                <a:lnTo>
                  <a:pt x="57429" y="362002"/>
                </a:lnTo>
                <a:lnTo>
                  <a:pt x="28528" y="364885"/>
                </a:lnTo>
                <a:lnTo>
                  <a:pt x="29130" y="364845"/>
                </a:lnTo>
                <a:lnTo>
                  <a:pt x="0" y="365833"/>
                </a:lnTo>
                <a:lnTo>
                  <a:pt x="624" y="384223"/>
                </a:lnTo>
                <a:moveTo>
                  <a:pt x="552399" y="73324"/>
                </a:moveTo>
                <a:lnTo>
                  <a:pt x="622538" y="30290"/>
                </a:lnTo>
                <a:lnTo>
                  <a:pt x="546028" y="0"/>
                </a:lnTo>
                <a:lnTo>
                  <a:pt x="552399" y="73324"/>
                </a:lnTo>
              </a:path>
            </a:pathLst>
          </a:custGeom>
          <a:solidFill xmlns:a="http://schemas.openxmlformats.org/drawingml/2006/main">
            <a:srgbClr val="156082"/>
          </a:solidFill>
          <a:ln xmlns:a="http://schemas.openxmlformats.org/drawingml/2006/main" w="0">
            <a:noFill/>
            <a:prstDash val="solid"/>
          </a:ln>
        </p:spPr>
      </p:sp>
      <p:sp>
        <p:nvSpPr>
          <p:cNvPr id="323" name="path-280">
            <a:extLst xmlns:a="http://schemas.openxmlformats.org/drawingml/2006/main">
              <a:ext uri="{FF2B5EF4-FFF2-40B4-BE49-F238E27FC236}">
                <a16:creationId xmlns:a16="http://schemas.microsoft.com/office/drawing/2014/main" id="{8FC6F380-59EB-4ECB-8C5C-23BE80C76D51}"/>
              </a:ext>
            </a:extLst>
          </p:cNvPr>
          <p:cNvSpPr>
            <a:spLocks xmlns:a="http://schemas.openxmlformats.org/drawingml/2006/main" noGrp="1"/>
          </p:cNvSpPr>
          <p:nvPr/>
        </p:nvSpPr>
        <p:spPr>
          <a:xfrm xmlns:a="http://schemas.openxmlformats.org/drawingml/2006/main">
            <a:off x="6476644" y="2159896"/>
            <a:ext cx="1071351" cy="1155940"/>
          </a:xfrm>
          <a:custGeom xmlns:a="http://schemas.openxmlformats.org/drawingml/2006/main">
            <a:pathLst>
              <a:path w="1071351" h="1155940">
                <a:moveTo>
                  <a:pt x="0" y="140604"/>
                </a:moveTo>
                <a:cubicBezTo>
                  <a:pt x="0" y="62951"/>
                  <a:pt x="62951" y="0"/>
                  <a:pt x="140604" y="0"/>
                </a:cubicBezTo>
                <a:lnTo>
                  <a:pt x="930748" y="0"/>
                </a:lnTo>
                <a:cubicBezTo>
                  <a:pt x="1008401" y="0"/>
                  <a:pt x="1071351" y="62951"/>
                  <a:pt x="1071351" y="140604"/>
                </a:cubicBezTo>
                <a:lnTo>
                  <a:pt x="1071351" y="1015336"/>
                </a:lnTo>
                <a:cubicBezTo>
                  <a:pt x="1071351" y="1092990"/>
                  <a:pt x="1008401" y="1155940"/>
                  <a:pt x="930748" y="1155940"/>
                </a:cubicBezTo>
                <a:lnTo>
                  <a:pt x="140604" y="1155940"/>
                </a:lnTo>
                <a:cubicBezTo>
                  <a:pt x="62951" y="1155940"/>
                  <a:pt x="0" y="1092990"/>
                  <a:pt x="0" y="1015336"/>
                </a:cubicBezTo>
                <a:lnTo>
                  <a:pt x="0" y="140604"/>
                </a:lnTo>
              </a:path>
            </a:pathLst>
          </a:custGeom>
          <a:noFill xmlns:a="http://schemas.openxmlformats.org/drawingml/2006/main"/>
          <a:ln xmlns:a="http://schemas.openxmlformats.org/drawingml/2006/main" w="13800">
            <a:solidFill>
              <a:srgbClr val="3B7D23"/>
            </a:solidFill>
            <a:prstDash val="solid"/>
          </a:ln>
        </p:spPr>
      </p:sp>
      <p:sp>
        <p:nvSpPr>
          <p:cNvPr id="324" name="text-281 Visual">
            <a:extLst xmlns:a="http://schemas.openxmlformats.org/drawingml/2006/main">
              <a:ext uri="{FF2B5EF4-FFF2-40B4-BE49-F238E27FC236}">
                <a16:creationId xmlns:a16="http://schemas.microsoft.com/office/drawing/2014/main" id="{71FE0B58-D748-4F99-9650-E474162A9A22}"/>
              </a:ext>
            </a:extLst>
          </p:cNvPr>
          <p:cNvSpPr>
            <a:spLocks xmlns:a="http://schemas.openxmlformats.org/drawingml/2006/main" noGrp="1"/>
          </p:cNvSpPr>
          <p:nvPr/>
        </p:nvSpPr>
        <p:spPr>
          <a:xfrm xmlns:a="http://schemas.openxmlformats.org/drawingml/2006/main" rot="0">
            <a:off x="6792378" y="2197146"/>
            <a:ext cx="427318" cy="20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9" b="0" i="0">
                <a:solidFill>
                  <a:srgbClr val="000000"/>
                </a:solidFill>
                <a:latin typeface="Comic Sans MS"/>
                <a:ea typeface="Comic Sans MS"/>
                <a:cs typeface="Comic Sans MS"/>
              </a:defRPr>
            </a:defPPr>
            <a:lvl1pPr algn="l">
              <a:defRPr sz="1159" b="0" i="0">
                <a:solidFill>
                  <a:srgbClr val="000000"/>
                </a:solidFill>
                <a:latin typeface="Comic Sans MS"/>
                <a:ea typeface="Comic Sans MS"/>
                <a:cs typeface="Comic Sans MS"/>
              </a:defRPr>
            </a:lvl1pPr>
            <a:lvl2pPr algn="l">
              <a:defRPr sz="1159" b="0" i="0">
                <a:solidFill>
                  <a:srgbClr val="000000"/>
                </a:solidFill>
                <a:latin typeface="Comic Sans MS"/>
                <a:ea typeface="Comic Sans MS"/>
                <a:cs typeface="Comic Sans MS"/>
              </a:defRPr>
            </a:lvl2pPr>
            <a:lvl3pPr algn="l">
              <a:defRPr sz="1159" b="0" i="0">
                <a:solidFill>
                  <a:srgbClr val="000000"/>
                </a:solidFill>
                <a:latin typeface="Comic Sans MS"/>
                <a:ea typeface="Comic Sans MS"/>
                <a:cs typeface="Comic Sans MS"/>
              </a:defRPr>
            </a:lvl3pPr>
            <a:lvl4pPr algn="l">
              <a:defRPr sz="1159" b="0" i="0">
                <a:solidFill>
                  <a:srgbClr val="000000"/>
                </a:solidFill>
                <a:latin typeface="Comic Sans MS"/>
                <a:ea typeface="Comic Sans MS"/>
                <a:cs typeface="Comic Sans MS"/>
              </a:defRPr>
            </a:lvl4pPr>
            <a:lvl5pPr algn="l">
              <a:defRPr sz="1159" b="0" i="0">
                <a:solidFill>
                  <a:srgbClr val="000000"/>
                </a:solidFill>
                <a:latin typeface="Comic Sans MS"/>
                <a:ea typeface="Comic Sans MS"/>
                <a:cs typeface="Comic Sans MS"/>
              </a:defRPr>
            </a:lvl5pPr>
            <a:lvl6pPr algn="l">
              <a:defRPr sz="1159" b="0" i="0">
                <a:solidFill>
                  <a:srgbClr val="000000"/>
                </a:solidFill>
                <a:latin typeface="Comic Sans MS"/>
                <a:ea typeface="Comic Sans MS"/>
                <a:cs typeface="Comic Sans MS"/>
              </a:defRPr>
            </a:lvl6pPr>
            <a:lvl7pPr algn="l">
              <a:defRPr sz="1159" b="0" i="0">
                <a:solidFill>
                  <a:srgbClr val="000000"/>
                </a:solidFill>
                <a:latin typeface="Comic Sans MS"/>
                <a:ea typeface="Comic Sans MS"/>
                <a:cs typeface="Comic Sans MS"/>
              </a:defRPr>
            </a:lvl7pPr>
            <a:lvl8pPr algn="l">
              <a:defRPr sz="1159" b="0" i="0">
                <a:solidFill>
                  <a:srgbClr val="000000"/>
                </a:solidFill>
                <a:latin typeface="Comic Sans MS"/>
                <a:ea typeface="Comic Sans MS"/>
                <a:cs typeface="Comic Sans MS"/>
              </a:defRPr>
            </a:lvl8pPr>
            <a:lvl9pPr algn="l">
              <a:defRPr sz="1159" b="0" i="0">
                <a:solidFill>
                  <a:srgbClr val="000000"/>
                </a:solidFill>
                <a:latin typeface="Comic Sans MS"/>
                <a:ea typeface="Comic Sans MS"/>
                <a:cs typeface="Comic Sans MS"/>
              </a:defRPr>
            </a:lvl9pPr>
          </a:lstStyle>
          <a:p xmlns:a="http://schemas.openxmlformats.org/drawingml/2006/main">
            <a:pPr algn="l">
              <a:lnSpc>
                <a:spcPct val="100000"/>
              </a:lnSpc>
              <a:buNone/>
              <a:defRPr sz="1159" b="0" i="0">
                <a:solidFill>
                  <a:srgbClr val="000000"/>
                </a:solidFill>
                <a:latin typeface="Comic Sans MS"/>
                <a:ea typeface="Comic Sans MS"/>
                <a:cs typeface="Comic Sans MS"/>
              </a:defRPr>
            </a:pPr>
            <a:r>
              <a:rPr sz="1159" b="0" i="0">
                <a:solidFill>
                  <a:srgbClr val="000000"/>
                </a:solidFill>
                <a:latin typeface="Comic Sans MS"/>
                <a:ea typeface="Comic Sans MS"/>
                <a:cs typeface="Comic Sans MS"/>
              </a:rPr>
              <a:t>Visual</a:t>
            </a:r>
          </a:p>
        </p:txBody>
      </p:sp>
      <p:sp>
        <p:nvSpPr>
          <p:cNvPr id="325" name="text-282 Anchor">
            <a:extLst xmlns:a="http://schemas.openxmlformats.org/drawingml/2006/main">
              <a:ext uri="{FF2B5EF4-FFF2-40B4-BE49-F238E27FC236}">
                <a16:creationId xmlns:a16="http://schemas.microsoft.com/office/drawing/2014/main" id="{6DF9E54F-CFDB-4DD6-99D9-86F8449B2096}"/>
              </a:ext>
            </a:extLst>
          </p:cNvPr>
          <p:cNvSpPr>
            <a:spLocks xmlns:a="http://schemas.openxmlformats.org/drawingml/2006/main" noGrp="1"/>
          </p:cNvSpPr>
          <p:nvPr/>
        </p:nvSpPr>
        <p:spPr>
          <a:xfrm xmlns:a="http://schemas.openxmlformats.org/drawingml/2006/main" rot="0">
            <a:off x="6747115" y="2380459"/>
            <a:ext cx="517342" cy="205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3" b="0" i="0">
                <a:solidFill>
                  <a:srgbClr val="000000"/>
                </a:solidFill>
                <a:latin typeface="Comic Sans MS"/>
                <a:ea typeface="Comic Sans MS"/>
                <a:cs typeface="Comic Sans MS"/>
              </a:defRPr>
            </a:defPPr>
            <a:lvl1pPr algn="l">
              <a:defRPr sz="1153" b="0" i="0">
                <a:solidFill>
                  <a:srgbClr val="000000"/>
                </a:solidFill>
                <a:latin typeface="Comic Sans MS"/>
                <a:ea typeface="Comic Sans MS"/>
                <a:cs typeface="Comic Sans MS"/>
              </a:defRPr>
            </a:lvl1pPr>
            <a:lvl2pPr algn="l">
              <a:defRPr sz="1153" b="0" i="0">
                <a:solidFill>
                  <a:srgbClr val="000000"/>
                </a:solidFill>
                <a:latin typeface="Comic Sans MS"/>
                <a:ea typeface="Comic Sans MS"/>
                <a:cs typeface="Comic Sans MS"/>
              </a:defRPr>
            </a:lvl2pPr>
            <a:lvl3pPr algn="l">
              <a:defRPr sz="1153" b="0" i="0">
                <a:solidFill>
                  <a:srgbClr val="000000"/>
                </a:solidFill>
                <a:latin typeface="Comic Sans MS"/>
                <a:ea typeface="Comic Sans MS"/>
                <a:cs typeface="Comic Sans MS"/>
              </a:defRPr>
            </a:lvl3pPr>
            <a:lvl4pPr algn="l">
              <a:defRPr sz="1153" b="0" i="0">
                <a:solidFill>
                  <a:srgbClr val="000000"/>
                </a:solidFill>
                <a:latin typeface="Comic Sans MS"/>
                <a:ea typeface="Comic Sans MS"/>
                <a:cs typeface="Comic Sans MS"/>
              </a:defRPr>
            </a:lvl4pPr>
            <a:lvl5pPr algn="l">
              <a:defRPr sz="1153" b="0" i="0">
                <a:solidFill>
                  <a:srgbClr val="000000"/>
                </a:solidFill>
                <a:latin typeface="Comic Sans MS"/>
                <a:ea typeface="Comic Sans MS"/>
                <a:cs typeface="Comic Sans MS"/>
              </a:defRPr>
            </a:lvl5pPr>
            <a:lvl6pPr algn="l">
              <a:defRPr sz="1153" b="0" i="0">
                <a:solidFill>
                  <a:srgbClr val="000000"/>
                </a:solidFill>
                <a:latin typeface="Comic Sans MS"/>
                <a:ea typeface="Comic Sans MS"/>
                <a:cs typeface="Comic Sans MS"/>
              </a:defRPr>
            </a:lvl6pPr>
            <a:lvl7pPr algn="l">
              <a:defRPr sz="1153" b="0" i="0">
                <a:solidFill>
                  <a:srgbClr val="000000"/>
                </a:solidFill>
                <a:latin typeface="Comic Sans MS"/>
                <a:ea typeface="Comic Sans MS"/>
                <a:cs typeface="Comic Sans MS"/>
              </a:defRPr>
            </a:lvl7pPr>
            <a:lvl8pPr algn="l">
              <a:defRPr sz="1153" b="0" i="0">
                <a:solidFill>
                  <a:srgbClr val="000000"/>
                </a:solidFill>
                <a:latin typeface="Comic Sans MS"/>
                <a:ea typeface="Comic Sans MS"/>
                <a:cs typeface="Comic Sans MS"/>
              </a:defRPr>
            </a:lvl8pPr>
            <a:lvl9pPr algn="l">
              <a:defRPr sz="1153" b="0" i="0">
                <a:solidFill>
                  <a:srgbClr val="000000"/>
                </a:solidFill>
                <a:latin typeface="Comic Sans MS"/>
                <a:ea typeface="Comic Sans MS"/>
                <a:cs typeface="Comic Sans MS"/>
              </a:defRPr>
            </a:lvl9pPr>
          </a:lstStyle>
          <a:p xmlns:a="http://schemas.openxmlformats.org/drawingml/2006/main">
            <a:pPr algn="l">
              <a:lnSpc>
                <a:spcPct val="100000"/>
              </a:lnSpc>
              <a:buNone/>
              <a:defRPr sz="1153" b="0" i="0">
                <a:solidFill>
                  <a:srgbClr val="000000"/>
                </a:solidFill>
                <a:latin typeface="Comic Sans MS"/>
                <a:ea typeface="Comic Sans MS"/>
                <a:cs typeface="Comic Sans MS"/>
              </a:defRPr>
            </a:pPr>
            <a:r>
              <a:rPr sz="1153" b="0" i="0">
                <a:solidFill>
                  <a:srgbClr val="000000"/>
                </a:solidFill>
                <a:latin typeface="Comic Sans MS"/>
                <a:ea typeface="Comic Sans MS"/>
                <a:cs typeface="Comic Sans MS"/>
              </a:rPr>
              <a:t>Anchor</a:t>
            </a:r>
          </a:p>
        </p:txBody>
      </p:sp>
      <p:pic>
        <p:nvPicPr>
          <p:cNvPr id="326" name="">
            <a:extLst xmlns:a="http://schemas.openxmlformats.org/drawingml/2006/main">
              <a:ext uri="{FF2B5EF4-FFF2-40B4-BE49-F238E27FC236}">
                <a16:creationId xmlns:a16="http://schemas.microsoft.com/office/drawing/2014/main" id="{FC0E3B30-7539-4CBE-ACE7-4309A9E94031}"/>
              </a:ext>
            </a:extLst>
          </p:cNvPr>
          <p:cNvPicPr>
            <a:picLocks xmlns:a="http://schemas.openxmlformats.org/drawingml/2006/main" noChangeAspect="1"/>
          </p:cNvPicPr>
          <p:nvPr/>
        </p:nvPicPr>
        <p:blipFill>
          <a:blip xmlns:r="http://schemas.openxmlformats.org/officeDocument/2006/relationships" xmlns:a="http://schemas.openxmlformats.org/drawingml/2006/main" r:embed="R7b70f00a36d442e5"/>
          <a:stretch xmlns:a="http://schemas.openxmlformats.org/drawingml/2006/main"/>
        </p:blipFill>
        <p:spPr>
          <a:xfrm xmlns:a="http://schemas.openxmlformats.org/drawingml/2006/main">
            <a:off x="6686550" y="2590800"/>
            <a:ext cx="571500" cy="447675"/>
          </a:xfrm>
          <a:prstGeom xmlns:a="http://schemas.openxmlformats.org/drawingml/2006/main" prst="rect">
            <a:avLst/>
          </a:prstGeom>
        </p:spPr>
      </p:pic>
      <p:sp>
        <p:nvSpPr>
          <p:cNvPr id="327" name="text-284 t=30.4s+bbox">
            <a:extLst xmlns:a="http://schemas.openxmlformats.org/drawingml/2006/main">
              <a:ext uri="{FF2B5EF4-FFF2-40B4-BE49-F238E27FC236}">
                <a16:creationId xmlns:a16="http://schemas.microsoft.com/office/drawing/2014/main" id="{4709814B-C7C0-4AA5-9D24-6B990536D40F}"/>
              </a:ext>
            </a:extLst>
          </p:cNvPr>
          <p:cNvSpPr>
            <a:spLocks xmlns:a="http://schemas.openxmlformats.org/drawingml/2006/main" noGrp="1"/>
          </p:cNvSpPr>
          <p:nvPr/>
        </p:nvSpPr>
        <p:spPr>
          <a:xfrm xmlns:a="http://schemas.openxmlformats.org/drawingml/2006/main" rot="0">
            <a:off x="6603564" y="3092311"/>
            <a:ext cx="841908" cy="1811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19" b="0" i="0">
                <a:solidFill>
                  <a:srgbClr val="000000"/>
                </a:solidFill>
                <a:latin typeface="Comic Sans MS"/>
                <a:ea typeface="Comic Sans MS"/>
                <a:cs typeface="Comic Sans MS"/>
              </a:defRPr>
            </a:defPPr>
            <a:lvl1pPr algn="l">
              <a:defRPr sz="1019" b="0" i="0">
                <a:solidFill>
                  <a:srgbClr val="000000"/>
                </a:solidFill>
                <a:latin typeface="Comic Sans MS"/>
                <a:ea typeface="Comic Sans MS"/>
                <a:cs typeface="Comic Sans MS"/>
              </a:defRPr>
            </a:lvl1pPr>
            <a:lvl2pPr algn="l">
              <a:defRPr sz="1019" b="0" i="0">
                <a:solidFill>
                  <a:srgbClr val="000000"/>
                </a:solidFill>
                <a:latin typeface="Comic Sans MS"/>
                <a:ea typeface="Comic Sans MS"/>
                <a:cs typeface="Comic Sans MS"/>
              </a:defRPr>
            </a:lvl2pPr>
            <a:lvl3pPr algn="l">
              <a:defRPr sz="1019" b="0" i="0">
                <a:solidFill>
                  <a:srgbClr val="000000"/>
                </a:solidFill>
                <a:latin typeface="Comic Sans MS"/>
                <a:ea typeface="Comic Sans MS"/>
                <a:cs typeface="Comic Sans MS"/>
              </a:defRPr>
            </a:lvl3pPr>
            <a:lvl4pPr algn="l">
              <a:defRPr sz="1019" b="0" i="0">
                <a:solidFill>
                  <a:srgbClr val="000000"/>
                </a:solidFill>
                <a:latin typeface="Comic Sans MS"/>
                <a:ea typeface="Comic Sans MS"/>
                <a:cs typeface="Comic Sans MS"/>
              </a:defRPr>
            </a:lvl4pPr>
            <a:lvl5pPr algn="l">
              <a:defRPr sz="1019" b="0" i="0">
                <a:solidFill>
                  <a:srgbClr val="000000"/>
                </a:solidFill>
                <a:latin typeface="Comic Sans MS"/>
                <a:ea typeface="Comic Sans MS"/>
                <a:cs typeface="Comic Sans MS"/>
              </a:defRPr>
            </a:lvl5pPr>
            <a:lvl6pPr algn="l">
              <a:defRPr sz="1019" b="0" i="0">
                <a:solidFill>
                  <a:srgbClr val="000000"/>
                </a:solidFill>
                <a:latin typeface="Comic Sans MS"/>
                <a:ea typeface="Comic Sans MS"/>
                <a:cs typeface="Comic Sans MS"/>
              </a:defRPr>
            </a:lvl6pPr>
            <a:lvl7pPr algn="l">
              <a:defRPr sz="1019" b="0" i="0">
                <a:solidFill>
                  <a:srgbClr val="000000"/>
                </a:solidFill>
                <a:latin typeface="Comic Sans MS"/>
                <a:ea typeface="Comic Sans MS"/>
                <a:cs typeface="Comic Sans MS"/>
              </a:defRPr>
            </a:lvl7pPr>
            <a:lvl8pPr algn="l">
              <a:defRPr sz="1019" b="0" i="0">
                <a:solidFill>
                  <a:srgbClr val="000000"/>
                </a:solidFill>
                <a:latin typeface="Comic Sans MS"/>
                <a:ea typeface="Comic Sans MS"/>
                <a:cs typeface="Comic Sans MS"/>
              </a:defRPr>
            </a:lvl8pPr>
            <a:lvl9pPr algn="l">
              <a:defRPr sz="1019" b="0" i="0">
                <a:solidFill>
                  <a:srgbClr val="000000"/>
                </a:solidFill>
                <a:latin typeface="Comic Sans MS"/>
                <a:ea typeface="Comic Sans MS"/>
                <a:cs typeface="Comic Sans MS"/>
              </a:defRPr>
            </a:lvl9pPr>
          </a:lstStyle>
          <a:p xmlns:a="http://schemas.openxmlformats.org/drawingml/2006/main">
            <a:pPr algn="l">
              <a:lnSpc>
                <a:spcPct val="100000"/>
              </a:lnSpc>
              <a:buNone/>
              <a:defRPr sz="1019" b="0" i="0">
                <a:solidFill>
                  <a:srgbClr val="000000"/>
                </a:solidFill>
                <a:latin typeface="Comic Sans MS"/>
                <a:ea typeface="Comic Sans MS"/>
                <a:cs typeface="Comic Sans MS"/>
              </a:defRPr>
            </a:pPr>
            <a:r>
              <a:rPr sz="1019" b="0" i="0">
                <a:solidFill>
                  <a:srgbClr val="000000"/>
                </a:solidFill>
                <a:latin typeface="Comic Sans MS"/>
                <a:ea typeface="Comic Sans MS"/>
                <a:cs typeface="Comic Sans MS"/>
              </a:rPr>
              <a:t>t=30.4s+bbox</a:t>
            </a:r>
          </a:p>
        </p:txBody>
      </p:sp>
      <p:sp>
        <p:nvSpPr>
          <p:cNvPr id="328" name="path-285">
            <a:extLst xmlns:a="http://schemas.openxmlformats.org/drawingml/2006/main">
              <a:ext uri="{FF2B5EF4-FFF2-40B4-BE49-F238E27FC236}">
                <a16:creationId xmlns:a16="http://schemas.microsoft.com/office/drawing/2014/main" id="{5CA6F6D6-2612-47AA-B0A4-717C4D7BA475}"/>
              </a:ext>
            </a:extLst>
          </p:cNvPr>
          <p:cNvSpPr>
            <a:spLocks xmlns:a="http://schemas.openxmlformats.org/drawingml/2006/main" noGrp="1"/>
          </p:cNvSpPr>
          <p:nvPr/>
        </p:nvSpPr>
        <p:spPr>
          <a:xfrm xmlns:a="http://schemas.openxmlformats.org/drawingml/2006/main">
            <a:off x="7873094" y="1043508"/>
            <a:ext cx="892535" cy="808608"/>
          </a:xfrm>
          <a:custGeom xmlns:a="http://schemas.openxmlformats.org/drawingml/2006/main">
            <a:pathLst>
              <a:path w="892535" h="808608">
                <a:moveTo>
                  <a:pt x="0" y="106121"/>
                </a:moveTo>
                <a:cubicBezTo>
                  <a:pt x="0" y="47512"/>
                  <a:pt x="47512" y="0"/>
                  <a:pt x="106121" y="0"/>
                </a:cubicBezTo>
                <a:lnTo>
                  <a:pt x="786414" y="0"/>
                </a:lnTo>
                <a:cubicBezTo>
                  <a:pt x="845023" y="0"/>
                  <a:pt x="892535" y="47512"/>
                  <a:pt x="892535" y="106121"/>
                </a:cubicBezTo>
                <a:lnTo>
                  <a:pt x="892535" y="702486"/>
                </a:lnTo>
                <a:cubicBezTo>
                  <a:pt x="892535" y="761096"/>
                  <a:pt x="845023" y="808608"/>
                  <a:pt x="786414" y="808608"/>
                </a:cubicBezTo>
                <a:lnTo>
                  <a:pt x="106121" y="808608"/>
                </a:lnTo>
                <a:cubicBezTo>
                  <a:pt x="47512" y="808608"/>
                  <a:pt x="0" y="761096"/>
                  <a:pt x="0" y="702486"/>
                </a:cubicBezTo>
                <a:lnTo>
                  <a:pt x="0" y="106121"/>
                </a:lnTo>
              </a:path>
            </a:pathLst>
          </a:custGeom>
          <a:noFill xmlns:a="http://schemas.openxmlformats.org/drawingml/2006/main"/>
          <a:ln xmlns:a="http://schemas.openxmlformats.org/drawingml/2006/main" w="13800">
            <a:solidFill>
              <a:srgbClr val="3B7D23"/>
            </a:solidFill>
            <a:prstDash val="solid"/>
          </a:ln>
        </p:spPr>
      </p:sp>
      <p:sp>
        <p:nvSpPr>
          <p:cNvPr id="329" name="text-286 Entity">
            <a:extLst xmlns:a="http://schemas.openxmlformats.org/drawingml/2006/main">
              <a:ext uri="{FF2B5EF4-FFF2-40B4-BE49-F238E27FC236}">
                <a16:creationId xmlns:a16="http://schemas.microsoft.com/office/drawing/2014/main" id="{FF9B0FDE-43DB-417F-8CCC-C37F516497A4}"/>
              </a:ext>
            </a:extLst>
          </p:cNvPr>
          <p:cNvSpPr>
            <a:spLocks xmlns:a="http://schemas.openxmlformats.org/drawingml/2006/main" noGrp="1"/>
          </p:cNvSpPr>
          <p:nvPr/>
        </p:nvSpPr>
        <p:spPr>
          <a:xfrm xmlns:a="http://schemas.openxmlformats.org/drawingml/2006/main" rot="0">
            <a:off x="8092375" y="1069942"/>
            <a:ext cx="451113" cy="2056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7" b="0" i="0">
                <a:solidFill>
                  <a:srgbClr val="000000"/>
                </a:solidFill>
                <a:latin typeface="Comic Sans MS"/>
                <a:ea typeface="Comic Sans MS"/>
                <a:cs typeface="Comic Sans MS"/>
              </a:defRPr>
            </a:defPPr>
            <a:lvl1pPr algn="l">
              <a:defRPr sz="1157" b="0" i="0">
                <a:solidFill>
                  <a:srgbClr val="000000"/>
                </a:solidFill>
                <a:latin typeface="Comic Sans MS"/>
                <a:ea typeface="Comic Sans MS"/>
                <a:cs typeface="Comic Sans MS"/>
              </a:defRPr>
            </a:lvl1pPr>
            <a:lvl2pPr algn="l">
              <a:defRPr sz="1157" b="0" i="0">
                <a:solidFill>
                  <a:srgbClr val="000000"/>
                </a:solidFill>
                <a:latin typeface="Comic Sans MS"/>
                <a:ea typeface="Comic Sans MS"/>
                <a:cs typeface="Comic Sans MS"/>
              </a:defRPr>
            </a:lvl2pPr>
            <a:lvl3pPr algn="l">
              <a:defRPr sz="1157" b="0" i="0">
                <a:solidFill>
                  <a:srgbClr val="000000"/>
                </a:solidFill>
                <a:latin typeface="Comic Sans MS"/>
                <a:ea typeface="Comic Sans MS"/>
                <a:cs typeface="Comic Sans MS"/>
              </a:defRPr>
            </a:lvl3pPr>
            <a:lvl4pPr algn="l">
              <a:defRPr sz="1157" b="0" i="0">
                <a:solidFill>
                  <a:srgbClr val="000000"/>
                </a:solidFill>
                <a:latin typeface="Comic Sans MS"/>
                <a:ea typeface="Comic Sans MS"/>
                <a:cs typeface="Comic Sans MS"/>
              </a:defRPr>
            </a:lvl4pPr>
            <a:lvl5pPr algn="l">
              <a:defRPr sz="1157" b="0" i="0">
                <a:solidFill>
                  <a:srgbClr val="000000"/>
                </a:solidFill>
                <a:latin typeface="Comic Sans MS"/>
                <a:ea typeface="Comic Sans MS"/>
                <a:cs typeface="Comic Sans MS"/>
              </a:defRPr>
            </a:lvl5pPr>
            <a:lvl6pPr algn="l">
              <a:defRPr sz="1157" b="0" i="0">
                <a:solidFill>
                  <a:srgbClr val="000000"/>
                </a:solidFill>
                <a:latin typeface="Comic Sans MS"/>
                <a:ea typeface="Comic Sans MS"/>
                <a:cs typeface="Comic Sans MS"/>
              </a:defRPr>
            </a:lvl6pPr>
            <a:lvl7pPr algn="l">
              <a:defRPr sz="1157" b="0" i="0">
                <a:solidFill>
                  <a:srgbClr val="000000"/>
                </a:solidFill>
                <a:latin typeface="Comic Sans MS"/>
                <a:ea typeface="Comic Sans MS"/>
                <a:cs typeface="Comic Sans MS"/>
              </a:defRPr>
            </a:lvl7pPr>
            <a:lvl8pPr algn="l">
              <a:defRPr sz="1157" b="0" i="0">
                <a:solidFill>
                  <a:srgbClr val="000000"/>
                </a:solidFill>
                <a:latin typeface="Comic Sans MS"/>
                <a:ea typeface="Comic Sans MS"/>
                <a:cs typeface="Comic Sans MS"/>
              </a:defRPr>
            </a:lvl8pPr>
            <a:lvl9pPr algn="l">
              <a:defRPr sz="1157" b="0" i="0">
                <a:solidFill>
                  <a:srgbClr val="000000"/>
                </a:solidFill>
                <a:latin typeface="Comic Sans MS"/>
                <a:ea typeface="Comic Sans MS"/>
                <a:cs typeface="Comic Sans MS"/>
              </a:defRPr>
            </a:lvl9pPr>
          </a:lstStyle>
          <a:p xmlns:a="http://schemas.openxmlformats.org/drawingml/2006/main">
            <a:pPr algn="l">
              <a:lnSpc>
                <a:spcPct val="100000"/>
              </a:lnSpc>
              <a:buNone/>
              <a:defRPr sz="1157" b="0" i="0">
                <a:solidFill>
                  <a:srgbClr val="000000"/>
                </a:solidFill>
                <a:latin typeface="Comic Sans MS"/>
                <a:ea typeface="Comic Sans MS"/>
                <a:cs typeface="Comic Sans MS"/>
              </a:defRPr>
            </a:pPr>
            <a:r>
              <a:rPr sz="1157" b="0" i="0">
                <a:solidFill>
                  <a:srgbClr val="000000"/>
                </a:solidFill>
                <a:latin typeface="Comic Sans MS"/>
                <a:ea typeface="Comic Sans MS"/>
                <a:cs typeface="Comic Sans MS"/>
              </a:rPr>
              <a:t>Entity</a:t>
            </a:r>
          </a:p>
        </p:txBody>
      </p:sp>
      <p:pic>
        <p:nvPicPr>
          <p:cNvPr id="330" name="">
            <a:extLst xmlns:a="http://schemas.openxmlformats.org/drawingml/2006/main">
              <a:ext uri="{FF2B5EF4-FFF2-40B4-BE49-F238E27FC236}">
                <a16:creationId xmlns:a16="http://schemas.microsoft.com/office/drawing/2014/main" id="{59E217AA-FE5D-490F-9284-C4E1FB1D01EC}"/>
              </a:ext>
            </a:extLst>
          </p:cNvPr>
          <p:cNvPicPr>
            <a:picLocks xmlns:a="http://schemas.openxmlformats.org/drawingml/2006/main" noChangeAspect="1"/>
          </p:cNvPicPr>
          <p:nvPr/>
        </p:nvPicPr>
        <p:blipFill>
          <a:blip xmlns:r="http://schemas.openxmlformats.org/officeDocument/2006/relationships" xmlns:a="http://schemas.openxmlformats.org/drawingml/2006/main" r:embed="Rde867d03ccce4ef4"/>
          <a:stretch xmlns:a="http://schemas.openxmlformats.org/drawingml/2006/main"/>
        </p:blipFill>
        <p:spPr>
          <a:xfrm xmlns:a="http://schemas.openxmlformats.org/drawingml/2006/main">
            <a:off x="8107715" y="1340477"/>
            <a:ext cx="426880" cy="426880"/>
          </a:xfrm>
          <a:prstGeom xmlns:a="http://schemas.openxmlformats.org/drawingml/2006/main" prst="rect">
            <a:avLst/>
          </a:prstGeom>
        </p:spPr>
      </p:pic>
      <p:sp>
        <p:nvSpPr>
          <p:cNvPr id="331" name="path-288">
            <a:extLst xmlns:a="http://schemas.openxmlformats.org/drawingml/2006/main">
              <a:ext uri="{FF2B5EF4-FFF2-40B4-BE49-F238E27FC236}">
                <a16:creationId xmlns:a16="http://schemas.microsoft.com/office/drawing/2014/main" id="{985AA3C1-1979-4838-B1B4-D37BB61F3C91}"/>
              </a:ext>
            </a:extLst>
          </p:cNvPr>
          <p:cNvSpPr>
            <a:spLocks xmlns:a="http://schemas.openxmlformats.org/drawingml/2006/main" noGrp="1"/>
          </p:cNvSpPr>
          <p:nvPr/>
        </p:nvSpPr>
        <p:spPr>
          <a:xfrm xmlns:a="http://schemas.openxmlformats.org/drawingml/2006/main">
            <a:off x="10287010" y="1007674"/>
            <a:ext cx="893633" cy="808608"/>
          </a:xfrm>
          <a:custGeom xmlns:a="http://schemas.openxmlformats.org/drawingml/2006/main">
            <a:pathLst>
              <a:path w="893633" h="808608">
                <a:moveTo>
                  <a:pt x="0" y="106122"/>
                </a:moveTo>
                <a:cubicBezTo>
                  <a:pt x="0" y="47513"/>
                  <a:pt x="47512" y="0"/>
                  <a:pt x="106121" y="0"/>
                </a:cubicBezTo>
                <a:lnTo>
                  <a:pt x="787510" y="0"/>
                </a:lnTo>
                <a:cubicBezTo>
                  <a:pt x="846120" y="0"/>
                  <a:pt x="893633" y="47513"/>
                  <a:pt x="893633" y="106122"/>
                </a:cubicBezTo>
                <a:lnTo>
                  <a:pt x="893633" y="702486"/>
                </a:lnTo>
                <a:cubicBezTo>
                  <a:pt x="893633" y="761095"/>
                  <a:pt x="846120" y="808608"/>
                  <a:pt x="787510" y="808608"/>
                </a:cubicBezTo>
                <a:lnTo>
                  <a:pt x="106121" y="808608"/>
                </a:lnTo>
                <a:cubicBezTo>
                  <a:pt x="47512" y="808608"/>
                  <a:pt x="0" y="761095"/>
                  <a:pt x="0" y="702486"/>
                </a:cubicBezTo>
                <a:lnTo>
                  <a:pt x="0" y="106122"/>
                </a:lnTo>
              </a:path>
            </a:pathLst>
          </a:custGeom>
          <a:noFill xmlns:a="http://schemas.openxmlformats.org/drawingml/2006/main"/>
          <a:ln xmlns:a="http://schemas.openxmlformats.org/drawingml/2006/main" w="13800">
            <a:solidFill>
              <a:srgbClr val="3B7D23"/>
            </a:solidFill>
            <a:prstDash val="solid"/>
          </a:ln>
        </p:spPr>
      </p:sp>
      <p:sp>
        <p:nvSpPr>
          <p:cNvPr id="332" name="text-289 Supported">
            <a:extLst xmlns:a="http://schemas.openxmlformats.org/drawingml/2006/main">
              <a:ext uri="{FF2B5EF4-FFF2-40B4-BE49-F238E27FC236}">
                <a16:creationId xmlns:a16="http://schemas.microsoft.com/office/drawing/2014/main" id="{688CC87C-2458-4BE2-89A5-F12244E720E5}"/>
              </a:ext>
            </a:extLst>
          </p:cNvPr>
          <p:cNvSpPr>
            <a:spLocks xmlns:a="http://schemas.openxmlformats.org/drawingml/2006/main" noGrp="1"/>
          </p:cNvSpPr>
          <p:nvPr/>
        </p:nvSpPr>
        <p:spPr>
          <a:xfrm xmlns:a="http://schemas.openxmlformats.org/drawingml/2006/main" rot="0">
            <a:off x="10408832" y="1032134"/>
            <a:ext cx="623479" cy="172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7" b="0" i="0">
                <a:solidFill>
                  <a:srgbClr val="000000"/>
                </a:solidFill>
                <a:latin typeface="Comic Sans MS"/>
                <a:ea typeface="Comic Sans MS"/>
                <a:cs typeface="Comic Sans MS"/>
              </a:defRPr>
            </a:defPPr>
            <a:lvl1pPr algn="l">
              <a:defRPr sz="967" b="0" i="0">
                <a:solidFill>
                  <a:srgbClr val="000000"/>
                </a:solidFill>
                <a:latin typeface="Comic Sans MS"/>
                <a:ea typeface="Comic Sans MS"/>
                <a:cs typeface="Comic Sans MS"/>
              </a:defRPr>
            </a:lvl1pPr>
            <a:lvl2pPr algn="l">
              <a:defRPr sz="967" b="0" i="0">
                <a:solidFill>
                  <a:srgbClr val="000000"/>
                </a:solidFill>
                <a:latin typeface="Comic Sans MS"/>
                <a:ea typeface="Comic Sans MS"/>
                <a:cs typeface="Comic Sans MS"/>
              </a:defRPr>
            </a:lvl2pPr>
            <a:lvl3pPr algn="l">
              <a:defRPr sz="967" b="0" i="0">
                <a:solidFill>
                  <a:srgbClr val="000000"/>
                </a:solidFill>
                <a:latin typeface="Comic Sans MS"/>
                <a:ea typeface="Comic Sans MS"/>
                <a:cs typeface="Comic Sans MS"/>
              </a:defRPr>
            </a:lvl3pPr>
            <a:lvl4pPr algn="l">
              <a:defRPr sz="967" b="0" i="0">
                <a:solidFill>
                  <a:srgbClr val="000000"/>
                </a:solidFill>
                <a:latin typeface="Comic Sans MS"/>
                <a:ea typeface="Comic Sans MS"/>
                <a:cs typeface="Comic Sans MS"/>
              </a:defRPr>
            </a:lvl4pPr>
            <a:lvl5pPr algn="l">
              <a:defRPr sz="967" b="0" i="0">
                <a:solidFill>
                  <a:srgbClr val="000000"/>
                </a:solidFill>
                <a:latin typeface="Comic Sans MS"/>
                <a:ea typeface="Comic Sans MS"/>
                <a:cs typeface="Comic Sans MS"/>
              </a:defRPr>
            </a:lvl5pPr>
            <a:lvl6pPr algn="l">
              <a:defRPr sz="967" b="0" i="0">
                <a:solidFill>
                  <a:srgbClr val="000000"/>
                </a:solidFill>
                <a:latin typeface="Comic Sans MS"/>
                <a:ea typeface="Comic Sans MS"/>
                <a:cs typeface="Comic Sans MS"/>
              </a:defRPr>
            </a:lvl6pPr>
            <a:lvl7pPr algn="l">
              <a:defRPr sz="967" b="0" i="0">
                <a:solidFill>
                  <a:srgbClr val="000000"/>
                </a:solidFill>
                <a:latin typeface="Comic Sans MS"/>
                <a:ea typeface="Comic Sans MS"/>
                <a:cs typeface="Comic Sans MS"/>
              </a:defRPr>
            </a:lvl7pPr>
            <a:lvl8pPr algn="l">
              <a:defRPr sz="967" b="0" i="0">
                <a:solidFill>
                  <a:srgbClr val="000000"/>
                </a:solidFill>
                <a:latin typeface="Comic Sans MS"/>
                <a:ea typeface="Comic Sans MS"/>
                <a:cs typeface="Comic Sans MS"/>
              </a:defRPr>
            </a:lvl8pPr>
            <a:lvl9pPr algn="l">
              <a:defRPr sz="967" b="0" i="0">
                <a:solidFill>
                  <a:srgbClr val="000000"/>
                </a:solidFill>
                <a:latin typeface="Comic Sans MS"/>
                <a:ea typeface="Comic Sans MS"/>
                <a:cs typeface="Comic Sans MS"/>
              </a:defRPr>
            </a:lvl9pPr>
          </a:lstStyle>
          <a:p xmlns:a="http://schemas.openxmlformats.org/drawingml/2006/main">
            <a:pPr algn="l">
              <a:lnSpc>
                <a:spcPct val="100000"/>
              </a:lnSpc>
              <a:buNone/>
              <a:defRPr sz="967" b="0" i="0">
                <a:solidFill>
                  <a:srgbClr val="000000"/>
                </a:solidFill>
                <a:latin typeface="Comic Sans MS"/>
                <a:ea typeface="Comic Sans MS"/>
                <a:cs typeface="Comic Sans MS"/>
              </a:defRPr>
            </a:pPr>
            <a:r>
              <a:rPr sz="967" b="0" i="0">
                <a:solidFill>
                  <a:srgbClr val="000000"/>
                </a:solidFill>
                <a:latin typeface="Comic Sans MS"/>
                <a:ea typeface="Comic Sans MS"/>
                <a:cs typeface="Comic Sans MS"/>
              </a:rPr>
              <a:t>Supported</a:t>
            </a:r>
          </a:p>
        </p:txBody>
      </p:sp>
      <p:sp>
        <p:nvSpPr>
          <p:cNvPr id="333" name="text-290 Fact">
            <a:extLst xmlns:a="http://schemas.openxmlformats.org/drawingml/2006/main">
              <a:ext uri="{FF2B5EF4-FFF2-40B4-BE49-F238E27FC236}">
                <a16:creationId xmlns:a16="http://schemas.microsoft.com/office/drawing/2014/main" id="{28141964-391B-4943-AD77-A7BD55C7821C}"/>
              </a:ext>
            </a:extLst>
          </p:cNvPr>
          <p:cNvSpPr>
            <a:spLocks xmlns:a="http://schemas.openxmlformats.org/drawingml/2006/main" noGrp="1"/>
          </p:cNvSpPr>
          <p:nvPr/>
        </p:nvSpPr>
        <p:spPr>
          <a:xfrm xmlns:a="http://schemas.openxmlformats.org/drawingml/2006/main" rot="0">
            <a:off x="10579827" y="1179192"/>
            <a:ext cx="280809" cy="172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9" b="0" i="0">
                <a:solidFill>
                  <a:srgbClr val="000000"/>
                </a:solidFill>
                <a:latin typeface="Comic Sans MS"/>
                <a:ea typeface="Comic Sans MS"/>
                <a:cs typeface="Comic Sans MS"/>
              </a:defRPr>
            </a:defPPr>
            <a:lvl1pPr algn="l">
              <a:defRPr sz="969" b="0" i="0">
                <a:solidFill>
                  <a:srgbClr val="000000"/>
                </a:solidFill>
                <a:latin typeface="Comic Sans MS"/>
                <a:ea typeface="Comic Sans MS"/>
                <a:cs typeface="Comic Sans MS"/>
              </a:defRPr>
            </a:lvl1pPr>
            <a:lvl2pPr algn="l">
              <a:defRPr sz="969" b="0" i="0">
                <a:solidFill>
                  <a:srgbClr val="000000"/>
                </a:solidFill>
                <a:latin typeface="Comic Sans MS"/>
                <a:ea typeface="Comic Sans MS"/>
                <a:cs typeface="Comic Sans MS"/>
              </a:defRPr>
            </a:lvl2pPr>
            <a:lvl3pPr algn="l">
              <a:defRPr sz="969" b="0" i="0">
                <a:solidFill>
                  <a:srgbClr val="000000"/>
                </a:solidFill>
                <a:latin typeface="Comic Sans MS"/>
                <a:ea typeface="Comic Sans MS"/>
                <a:cs typeface="Comic Sans MS"/>
              </a:defRPr>
            </a:lvl3pPr>
            <a:lvl4pPr algn="l">
              <a:defRPr sz="969" b="0" i="0">
                <a:solidFill>
                  <a:srgbClr val="000000"/>
                </a:solidFill>
                <a:latin typeface="Comic Sans MS"/>
                <a:ea typeface="Comic Sans MS"/>
                <a:cs typeface="Comic Sans MS"/>
              </a:defRPr>
            </a:lvl4pPr>
            <a:lvl5pPr algn="l">
              <a:defRPr sz="969" b="0" i="0">
                <a:solidFill>
                  <a:srgbClr val="000000"/>
                </a:solidFill>
                <a:latin typeface="Comic Sans MS"/>
                <a:ea typeface="Comic Sans MS"/>
                <a:cs typeface="Comic Sans MS"/>
              </a:defRPr>
            </a:lvl5pPr>
            <a:lvl6pPr algn="l">
              <a:defRPr sz="969" b="0" i="0">
                <a:solidFill>
                  <a:srgbClr val="000000"/>
                </a:solidFill>
                <a:latin typeface="Comic Sans MS"/>
                <a:ea typeface="Comic Sans MS"/>
                <a:cs typeface="Comic Sans MS"/>
              </a:defRPr>
            </a:lvl6pPr>
            <a:lvl7pPr algn="l">
              <a:defRPr sz="969" b="0" i="0">
                <a:solidFill>
                  <a:srgbClr val="000000"/>
                </a:solidFill>
                <a:latin typeface="Comic Sans MS"/>
                <a:ea typeface="Comic Sans MS"/>
                <a:cs typeface="Comic Sans MS"/>
              </a:defRPr>
            </a:lvl7pPr>
            <a:lvl8pPr algn="l">
              <a:defRPr sz="969" b="0" i="0">
                <a:solidFill>
                  <a:srgbClr val="000000"/>
                </a:solidFill>
                <a:latin typeface="Comic Sans MS"/>
                <a:ea typeface="Comic Sans MS"/>
                <a:cs typeface="Comic Sans MS"/>
              </a:defRPr>
            </a:lvl8pPr>
            <a:lvl9pPr algn="l">
              <a:defRPr sz="969" b="0" i="0">
                <a:solidFill>
                  <a:srgbClr val="000000"/>
                </a:solidFill>
                <a:latin typeface="Comic Sans MS"/>
                <a:ea typeface="Comic Sans MS"/>
                <a:cs typeface="Comic Sans MS"/>
              </a:defRPr>
            </a:lvl9pPr>
          </a:lstStyle>
          <a:p xmlns:a="http://schemas.openxmlformats.org/drawingml/2006/main">
            <a:pPr algn="l">
              <a:lnSpc>
                <a:spcPct val="100000"/>
              </a:lnSpc>
              <a:buNone/>
              <a:defRPr sz="969" b="0" i="0">
                <a:solidFill>
                  <a:srgbClr val="000000"/>
                </a:solidFill>
                <a:latin typeface="Comic Sans MS"/>
                <a:ea typeface="Comic Sans MS"/>
                <a:cs typeface="Comic Sans MS"/>
              </a:defRPr>
            </a:pPr>
            <a:r>
              <a:rPr sz="969" b="0" i="0">
                <a:solidFill>
                  <a:srgbClr val="000000"/>
                </a:solidFill>
                <a:latin typeface="Comic Sans MS"/>
                <a:ea typeface="Comic Sans MS"/>
                <a:cs typeface="Comic Sans MS"/>
              </a:rPr>
              <a:t>Fact</a:t>
            </a:r>
          </a:p>
        </p:txBody>
      </p:sp>
      <p:pic>
        <p:nvPicPr>
          <p:cNvPr id="334" name="">
            <a:extLst xmlns:a="http://schemas.openxmlformats.org/drawingml/2006/main">
              <a:ext uri="{FF2B5EF4-FFF2-40B4-BE49-F238E27FC236}">
                <a16:creationId xmlns:a16="http://schemas.microsoft.com/office/drawing/2014/main" id="{FEC49A83-55C8-44E2-BC48-E0436DC8DF37}"/>
              </a:ext>
            </a:extLst>
          </p:cNvPr>
          <p:cNvPicPr>
            <a:picLocks xmlns:a="http://schemas.openxmlformats.org/drawingml/2006/main" noChangeAspect="1"/>
          </p:cNvPicPr>
          <p:nvPr/>
        </p:nvPicPr>
        <p:blipFill>
          <a:blip xmlns:r="http://schemas.openxmlformats.org/officeDocument/2006/relationships" xmlns:a="http://schemas.openxmlformats.org/drawingml/2006/main" r:embed="Rfbbd3759474f42b5"/>
          <a:stretch xmlns:a="http://schemas.openxmlformats.org/drawingml/2006/main"/>
        </p:blipFill>
        <p:spPr>
          <a:xfrm xmlns:a="http://schemas.openxmlformats.org/drawingml/2006/main">
            <a:off x="10510020" y="1319870"/>
            <a:ext cx="441600" cy="406272"/>
          </a:xfrm>
          <a:prstGeom xmlns:a="http://schemas.openxmlformats.org/drawingml/2006/main" prst="rect">
            <a:avLst/>
          </a:prstGeom>
        </p:spPr>
      </p:pic>
      <p:sp>
        <p:nvSpPr>
          <p:cNvPr id="335" name="path-292">
            <a:extLst xmlns:a="http://schemas.openxmlformats.org/drawingml/2006/main">
              <a:ext uri="{FF2B5EF4-FFF2-40B4-BE49-F238E27FC236}">
                <a16:creationId xmlns:a16="http://schemas.microsoft.com/office/drawing/2014/main" id="{516A3511-BA2E-4801-B9A9-10D373C923F0}"/>
              </a:ext>
            </a:extLst>
          </p:cNvPr>
          <p:cNvSpPr>
            <a:spLocks xmlns:a="http://schemas.openxmlformats.org/drawingml/2006/main" noGrp="1"/>
          </p:cNvSpPr>
          <p:nvPr/>
        </p:nvSpPr>
        <p:spPr>
          <a:xfrm xmlns:a="http://schemas.openxmlformats.org/drawingml/2006/main">
            <a:off x="7547989" y="2693461"/>
            <a:ext cx="326854" cy="46001"/>
          </a:xfrm>
          <a:custGeom xmlns:a="http://schemas.openxmlformats.org/drawingml/2006/main">
            <a:pathLst>
              <a:path w="326854" h="46001">
                <a:moveTo>
                  <a:pt x="0" y="46001"/>
                </a:moveTo>
                <a:lnTo>
                  <a:pt x="265521" y="46000"/>
                </a:lnTo>
                <a:lnTo>
                  <a:pt x="265521" y="27600"/>
                </a:lnTo>
                <a:lnTo>
                  <a:pt x="0" y="27601"/>
                </a:lnTo>
                <a:lnTo>
                  <a:pt x="0" y="46001"/>
                </a:lnTo>
                <a:moveTo>
                  <a:pt x="253254" y="73600"/>
                </a:moveTo>
                <a:lnTo>
                  <a:pt x="326854" y="36800"/>
                </a:lnTo>
                <a:lnTo>
                  <a:pt x="253254" y="0"/>
                </a:lnTo>
                <a:lnTo>
                  <a:pt x="253254" y="73600"/>
                </a:lnTo>
              </a:path>
            </a:pathLst>
          </a:custGeom>
          <a:solidFill xmlns:a="http://schemas.openxmlformats.org/drawingml/2006/main">
            <a:srgbClr val="000000"/>
          </a:solidFill>
          <a:ln xmlns:a="http://schemas.openxmlformats.org/drawingml/2006/main" w="0">
            <a:noFill/>
            <a:prstDash val="solid"/>
          </a:ln>
        </p:spPr>
      </p:sp>
      <p:sp>
        <p:nvSpPr>
          <p:cNvPr id="336" name="path-293">
            <a:extLst xmlns:a="http://schemas.openxmlformats.org/drawingml/2006/main">
              <a:ext uri="{FF2B5EF4-FFF2-40B4-BE49-F238E27FC236}">
                <a16:creationId xmlns:a16="http://schemas.microsoft.com/office/drawing/2014/main" id="{AE6AB9C0-CFA6-4722-9980-BBB1F98AFD57}"/>
              </a:ext>
            </a:extLst>
          </p:cNvPr>
          <p:cNvSpPr>
            <a:spLocks xmlns:a="http://schemas.openxmlformats.org/drawingml/2006/main" noGrp="1"/>
          </p:cNvSpPr>
          <p:nvPr/>
        </p:nvSpPr>
        <p:spPr>
          <a:xfrm xmlns:a="http://schemas.openxmlformats.org/drawingml/2006/main">
            <a:off x="8767339" y="2721062"/>
            <a:ext cx="287243" cy="46000"/>
          </a:xfrm>
          <a:custGeom xmlns:a="http://schemas.openxmlformats.org/drawingml/2006/main">
            <a:pathLst>
              <a:path w="287243" h="46000">
                <a:moveTo>
                  <a:pt x="0" y="0"/>
                </a:moveTo>
                <a:lnTo>
                  <a:pt x="0" y="18400"/>
                </a:lnTo>
                <a:lnTo>
                  <a:pt x="225909" y="18400"/>
                </a:lnTo>
                <a:lnTo>
                  <a:pt x="225909" y="0"/>
                </a:lnTo>
                <a:close/>
                <a:moveTo>
                  <a:pt x="213643" y="-27600"/>
                </a:moveTo>
                <a:lnTo>
                  <a:pt x="287243" y="9200"/>
                </a:lnTo>
                <a:lnTo>
                  <a:pt x="213642" y="46000"/>
                </a:lnTo>
                <a:lnTo>
                  <a:pt x="213643" y="-27600"/>
                </a:lnTo>
              </a:path>
            </a:pathLst>
          </a:custGeom>
          <a:solidFill xmlns:a="http://schemas.openxmlformats.org/drawingml/2006/main">
            <a:srgbClr val="000000"/>
          </a:solidFill>
          <a:ln xmlns:a="http://schemas.openxmlformats.org/drawingml/2006/main" w="0">
            <a:noFill/>
            <a:prstDash val="solid"/>
          </a:ln>
        </p:spPr>
      </p:sp>
      <p:sp>
        <p:nvSpPr>
          <p:cNvPr id="337" name="path-294">
            <a:extLst xmlns:a="http://schemas.openxmlformats.org/drawingml/2006/main">
              <a:ext uri="{FF2B5EF4-FFF2-40B4-BE49-F238E27FC236}">
                <a16:creationId xmlns:a16="http://schemas.microsoft.com/office/drawing/2014/main" id="{E49D8EFA-0783-41E3-A634-5471939696F0}"/>
              </a:ext>
            </a:extLst>
          </p:cNvPr>
          <p:cNvSpPr>
            <a:spLocks xmlns:a="http://schemas.openxmlformats.org/drawingml/2006/main" noGrp="1"/>
          </p:cNvSpPr>
          <p:nvPr/>
        </p:nvSpPr>
        <p:spPr>
          <a:xfrm xmlns:a="http://schemas.openxmlformats.org/drawingml/2006/main">
            <a:off x="7874803" y="2325964"/>
            <a:ext cx="892535" cy="808608"/>
          </a:xfrm>
          <a:custGeom xmlns:a="http://schemas.openxmlformats.org/drawingml/2006/main">
            <a:pathLst>
              <a:path w="892535" h="808608">
                <a:moveTo>
                  <a:pt x="0" y="106121"/>
                </a:moveTo>
                <a:cubicBezTo>
                  <a:pt x="0" y="47512"/>
                  <a:pt x="47512" y="0"/>
                  <a:pt x="106121" y="0"/>
                </a:cubicBezTo>
                <a:lnTo>
                  <a:pt x="786414" y="0"/>
                </a:lnTo>
                <a:cubicBezTo>
                  <a:pt x="845023" y="0"/>
                  <a:pt x="892535" y="47512"/>
                  <a:pt x="892535" y="106121"/>
                </a:cubicBezTo>
                <a:lnTo>
                  <a:pt x="892535" y="702486"/>
                </a:lnTo>
                <a:cubicBezTo>
                  <a:pt x="892535" y="761095"/>
                  <a:pt x="845023" y="808608"/>
                  <a:pt x="786414" y="808608"/>
                </a:cubicBezTo>
                <a:lnTo>
                  <a:pt x="106121" y="808608"/>
                </a:lnTo>
                <a:cubicBezTo>
                  <a:pt x="47512" y="808608"/>
                  <a:pt x="0" y="761095"/>
                  <a:pt x="0" y="702486"/>
                </a:cubicBezTo>
                <a:lnTo>
                  <a:pt x="0" y="106121"/>
                </a:lnTo>
              </a:path>
            </a:pathLst>
          </a:custGeom>
          <a:noFill xmlns:a="http://schemas.openxmlformats.org/drawingml/2006/main"/>
          <a:ln xmlns:a="http://schemas.openxmlformats.org/drawingml/2006/main" w="13800">
            <a:solidFill>
              <a:srgbClr val="3B7D23"/>
            </a:solidFill>
            <a:prstDash val="solid"/>
          </a:ln>
        </p:spPr>
      </p:sp>
      <p:sp>
        <p:nvSpPr>
          <p:cNvPr id="338" name="text-295 Entity">
            <a:extLst xmlns:a="http://schemas.openxmlformats.org/drawingml/2006/main">
              <a:ext uri="{FF2B5EF4-FFF2-40B4-BE49-F238E27FC236}">
                <a16:creationId xmlns:a16="http://schemas.microsoft.com/office/drawing/2014/main" id="{1F8862E0-F565-4038-A949-18FD3C2D8EE6}"/>
              </a:ext>
            </a:extLst>
          </p:cNvPr>
          <p:cNvSpPr>
            <a:spLocks xmlns:a="http://schemas.openxmlformats.org/drawingml/2006/main" noGrp="1"/>
          </p:cNvSpPr>
          <p:nvPr/>
        </p:nvSpPr>
        <p:spPr>
          <a:xfrm xmlns:a="http://schemas.openxmlformats.org/drawingml/2006/main" rot="0">
            <a:off x="8094085" y="2350583"/>
            <a:ext cx="451113" cy="2056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7" b="0" i="0">
                <a:solidFill>
                  <a:srgbClr val="000000"/>
                </a:solidFill>
                <a:latin typeface="Comic Sans MS"/>
                <a:ea typeface="Comic Sans MS"/>
                <a:cs typeface="Comic Sans MS"/>
              </a:defRPr>
            </a:defPPr>
            <a:lvl1pPr algn="l">
              <a:defRPr sz="1157" b="0" i="0">
                <a:solidFill>
                  <a:srgbClr val="000000"/>
                </a:solidFill>
                <a:latin typeface="Comic Sans MS"/>
                <a:ea typeface="Comic Sans MS"/>
                <a:cs typeface="Comic Sans MS"/>
              </a:defRPr>
            </a:lvl1pPr>
            <a:lvl2pPr algn="l">
              <a:defRPr sz="1157" b="0" i="0">
                <a:solidFill>
                  <a:srgbClr val="000000"/>
                </a:solidFill>
                <a:latin typeface="Comic Sans MS"/>
                <a:ea typeface="Comic Sans MS"/>
                <a:cs typeface="Comic Sans MS"/>
              </a:defRPr>
            </a:lvl2pPr>
            <a:lvl3pPr algn="l">
              <a:defRPr sz="1157" b="0" i="0">
                <a:solidFill>
                  <a:srgbClr val="000000"/>
                </a:solidFill>
                <a:latin typeface="Comic Sans MS"/>
                <a:ea typeface="Comic Sans MS"/>
                <a:cs typeface="Comic Sans MS"/>
              </a:defRPr>
            </a:lvl3pPr>
            <a:lvl4pPr algn="l">
              <a:defRPr sz="1157" b="0" i="0">
                <a:solidFill>
                  <a:srgbClr val="000000"/>
                </a:solidFill>
                <a:latin typeface="Comic Sans MS"/>
                <a:ea typeface="Comic Sans MS"/>
                <a:cs typeface="Comic Sans MS"/>
              </a:defRPr>
            </a:lvl4pPr>
            <a:lvl5pPr algn="l">
              <a:defRPr sz="1157" b="0" i="0">
                <a:solidFill>
                  <a:srgbClr val="000000"/>
                </a:solidFill>
                <a:latin typeface="Comic Sans MS"/>
                <a:ea typeface="Comic Sans MS"/>
                <a:cs typeface="Comic Sans MS"/>
              </a:defRPr>
            </a:lvl5pPr>
            <a:lvl6pPr algn="l">
              <a:defRPr sz="1157" b="0" i="0">
                <a:solidFill>
                  <a:srgbClr val="000000"/>
                </a:solidFill>
                <a:latin typeface="Comic Sans MS"/>
                <a:ea typeface="Comic Sans MS"/>
                <a:cs typeface="Comic Sans MS"/>
              </a:defRPr>
            </a:lvl6pPr>
            <a:lvl7pPr algn="l">
              <a:defRPr sz="1157" b="0" i="0">
                <a:solidFill>
                  <a:srgbClr val="000000"/>
                </a:solidFill>
                <a:latin typeface="Comic Sans MS"/>
                <a:ea typeface="Comic Sans MS"/>
                <a:cs typeface="Comic Sans MS"/>
              </a:defRPr>
            </a:lvl7pPr>
            <a:lvl8pPr algn="l">
              <a:defRPr sz="1157" b="0" i="0">
                <a:solidFill>
                  <a:srgbClr val="000000"/>
                </a:solidFill>
                <a:latin typeface="Comic Sans MS"/>
                <a:ea typeface="Comic Sans MS"/>
                <a:cs typeface="Comic Sans MS"/>
              </a:defRPr>
            </a:lvl8pPr>
            <a:lvl9pPr algn="l">
              <a:defRPr sz="1157" b="0" i="0">
                <a:solidFill>
                  <a:srgbClr val="000000"/>
                </a:solidFill>
                <a:latin typeface="Comic Sans MS"/>
                <a:ea typeface="Comic Sans MS"/>
                <a:cs typeface="Comic Sans MS"/>
              </a:defRPr>
            </a:lvl9pPr>
          </a:lstStyle>
          <a:p xmlns:a="http://schemas.openxmlformats.org/drawingml/2006/main">
            <a:pPr algn="l">
              <a:lnSpc>
                <a:spcPct val="100000"/>
              </a:lnSpc>
              <a:buNone/>
              <a:defRPr sz="1157" b="0" i="0">
                <a:solidFill>
                  <a:srgbClr val="000000"/>
                </a:solidFill>
                <a:latin typeface="Comic Sans MS"/>
                <a:ea typeface="Comic Sans MS"/>
                <a:cs typeface="Comic Sans MS"/>
              </a:defRPr>
            </a:pPr>
            <a:r>
              <a:rPr sz="1157" b="0" i="0">
                <a:solidFill>
                  <a:srgbClr val="000000"/>
                </a:solidFill>
                <a:latin typeface="Comic Sans MS"/>
                <a:ea typeface="Comic Sans MS"/>
                <a:cs typeface="Comic Sans MS"/>
              </a:rPr>
              <a:t>Entity</a:t>
            </a:r>
          </a:p>
        </p:txBody>
      </p:sp>
      <p:pic>
        <p:nvPicPr>
          <p:cNvPr id="339" name="">
            <a:extLst xmlns:a="http://schemas.openxmlformats.org/drawingml/2006/main">
              <a:ext uri="{FF2B5EF4-FFF2-40B4-BE49-F238E27FC236}">
                <a16:creationId xmlns:a16="http://schemas.microsoft.com/office/drawing/2014/main" id="{0FC8B151-58B9-4964-BEA0-DED0F70CF615}"/>
              </a:ext>
            </a:extLst>
          </p:cNvPr>
          <p:cNvPicPr>
            <a:picLocks xmlns:a="http://schemas.openxmlformats.org/drawingml/2006/main" noChangeAspect="1"/>
          </p:cNvPicPr>
          <p:nvPr/>
        </p:nvPicPr>
        <p:blipFill>
          <a:blip xmlns:r="http://schemas.openxmlformats.org/officeDocument/2006/relationships" xmlns:a="http://schemas.openxmlformats.org/drawingml/2006/main" r:embed="R490e39ccc3894ad8"/>
          <a:stretch xmlns:a="http://schemas.openxmlformats.org/drawingml/2006/main"/>
        </p:blipFill>
        <p:spPr>
          <a:xfrm xmlns:a="http://schemas.openxmlformats.org/drawingml/2006/main">
            <a:off x="8110659" y="2624063"/>
            <a:ext cx="426880" cy="426880"/>
          </a:xfrm>
          <a:prstGeom xmlns:a="http://schemas.openxmlformats.org/drawingml/2006/main" prst="rect">
            <a:avLst/>
          </a:prstGeom>
        </p:spPr>
      </p:pic>
      <p:sp>
        <p:nvSpPr>
          <p:cNvPr id="340" name="path-297">
            <a:extLst xmlns:a="http://schemas.openxmlformats.org/drawingml/2006/main">
              <a:ext uri="{FF2B5EF4-FFF2-40B4-BE49-F238E27FC236}">
                <a16:creationId xmlns:a16="http://schemas.microsoft.com/office/drawing/2014/main" id="{B84E69C5-6483-4677-BB51-FCA7B1EB0DF8}"/>
              </a:ext>
            </a:extLst>
          </p:cNvPr>
          <p:cNvSpPr>
            <a:spLocks xmlns:a="http://schemas.openxmlformats.org/drawingml/2006/main" noGrp="1"/>
          </p:cNvSpPr>
          <p:nvPr/>
        </p:nvSpPr>
        <p:spPr>
          <a:xfrm xmlns:a="http://schemas.openxmlformats.org/drawingml/2006/main">
            <a:off x="9049919" y="2339197"/>
            <a:ext cx="893633" cy="808608"/>
          </a:xfrm>
          <a:custGeom xmlns:a="http://schemas.openxmlformats.org/drawingml/2006/main">
            <a:pathLst>
              <a:path w="893633" h="808608">
                <a:moveTo>
                  <a:pt x="0" y="106122"/>
                </a:moveTo>
                <a:cubicBezTo>
                  <a:pt x="0" y="47512"/>
                  <a:pt x="47512" y="0"/>
                  <a:pt x="106121" y="0"/>
                </a:cubicBezTo>
                <a:lnTo>
                  <a:pt x="787510" y="0"/>
                </a:lnTo>
                <a:cubicBezTo>
                  <a:pt x="846120" y="0"/>
                  <a:pt x="893633" y="47512"/>
                  <a:pt x="893633" y="106122"/>
                </a:cubicBezTo>
                <a:lnTo>
                  <a:pt x="893633" y="702486"/>
                </a:lnTo>
                <a:cubicBezTo>
                  <a:pt x="893633" y="761095"/>
                  <a:pt x="846120" y="808608"/>
                  <a:pt x="787510" y="808608"/>
                </a:cubicBezTo>
                <a:lnTo>
                  <a:pt x="106121" y="808608"/>
                </a:lnTo>
                <a:cubicBezTo>
                  <a:pt x="47512" y="808608"/>
                  <a:pt x="0" y="761095"/>
                  <a:pt x="0" y="702486"/>
                </a:cubicBezTo>
                <a:lnTo>
                  <a:pt x="0" y="106122"/>
                </a:lnTo>
              </a:path>
            </a:pathLst>
          </a:custGeom>
          <a:noFill xmlns:a="http://schemas.openxmlformats.org/drawingml/2006/main"/>
          <a:ln xmlns:a="http://schemas.openxmlformats.org/drawingml/2006/main" w="13800">
            <a:solidFill>
              <a:srgbClr val="3B7D23"/>
            </a:solidFill>
            <a:prstDash val="solid"/>
          </a:ln>
        </p:spPr>
      </p:sp>
      <p:sp>
        <p:nvSpPr>
          <p:cNvPr id="341" name="text-298 Supported">
            <a:extLst xmlns:a="http://schemas.openxmlformats.org/drawingml/2006/main">
              <a:ext uri="{FF2B5EF4-FFF2-40B4-BE49-F238E27FC236}">
                <a16:creationId xmlns:a16="http://schemas.microsoft.com/office/drawing/2014/main" id="{50F16EB3-37E3-47C0-80E0-605BA220C88B}"/>
              </a:ext>
            </a:extLst>
          </p:cNvPr>
          <p:cNvSpPr>
            <a:spLocks xmlns:a="http://schemas.openxmlformats.org/drawingml/2006/main" noGrp="1"/>
          </p:cNvSpPr>
          <p:nvPr/>
        </p:nvSpPr>
        <p:spPr>
          <a:xfrm xmlns:a="http://schemas.openxmlformats.org/drawingml/2006/main" rot="0">
            <a:off x="9171737" y="2365767"/>
            <a:ext cx="623479" cy="172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7" b="0" i="0">
                <a:solidFill>
                  <a:srgbClr val="000000"/>
                </a:solidFill>
                <a:latin typeface="Comic Sans MS"/>
                <a:ea typeface="Comic Sans MS"/>
                <a:cs typeface="Comic Sans MS"/>
              </a:defRPr>
            </a:defPPr>
            <a:lvl1pPr algn="l">
              <a:defRPr sz="967" b="0" i="0">
                <a:solidFill>
                  <a:srgbClr val="000000"/>
                </a:solidFill>
                <a:latin typeface="Comic Sans MS"/>
                <a:ea typeface="Comic Sans MS"/>
                <a:cs typeface="Comic Sans MS"/>
              </a:defRPr>
            </a:lvl1pPr>
            <a:lvl2pPr algn="l">
              <a:defRPr sz="967" b="0" i="0">
                <a:solidFill>
                  <a:srgbClr val="000000"/>
                </a:solidFill>
                <a:latin typeface="Comic Sans MS"/>
                <a:ea typeface="Comic Sans MS"/>
                <a:cs typeface="Comic Sans MS"/>
              </a:defRPr>
            </a:lvl2pPr>
            <a:lvl3pPr algn="l">
              <a:defRPr sz="967" b="0" i="0">
                <a:solidFill>
                  <a:srgbClr val="000000"/>
                </a:solidFill>
                <a:latin typeface="Comic Sans MS"/>
                <a:ea typeface="Comic Sans MS"/>
                <a:cs typeface="Comic Sans MS"/>
              </a:defRPr>
            </a:lvl3pPr>
            <a:lvl4pPr algn="l">
              <a:defRPr sz="967" b="0" i="0">
                <a:solidFill>
                  <a:srgbClr val="000000"/>
                </a:solidFill>
                <a:latin typeface="Comic Sans MS"/>
                <a:ea typeface="Comic Sans MS"/>
                <a:cs typeface="Comic Sans MS"/>
              </a:defRPr>
            </a:lvl4pPr>
            <a:lvl5pPr algn="l">
              <a:defRPr sz="967" b="0" i="0">
                <a:solidFill>
                  <a:srgbClr val="000000"/>
                </a:solidFill>
                <a:latin typeface="Comic Sans MS"/>
                <a:ea typeface="Comic Sans MS"/>
                <a:cs typeface="Comic Sans MS"/>
              </a:defRPr>
            </a:lvl5pPr>
            <a:lvl6pPr algn="l">
              <a:defRPr sz="967" b="0" i="0">
                <a:solidFill>
                  <a:srgbClr val="000000"/>
                </a:solidFill>
                <a:latin typeface="Comic Sans MS"/>
                <a:ea typeface="Comic Sans MS"/>
                <a:cs typeface="Comic Sans MS"/>
              </a:defRPr>
            </a:lvl6pPr>
            <a:lvl7pPr algn="l">
              <a:defRPr sz="967" b="0" i="0">
                <a:solidFill>
                  <a:srgbClr val="000000"/>
                </a:solidFill>
                <a:latin typeface="Comic Sans MS"/>
                <a:ea typeface="Comic Sans MS"/>
                <a:cs typeface="Comic Sans MS"/>
              </a:defRPr>
            </a:lvl7pPr>
            <a:lvl8pPr algn="l">
              <a:defRPr sz="967" b="0" i="0">
                <a:solidFill>
                  <a:srgbClr val="000000"/>
                </a:solidFill>
                <a:latin typeface="Comic Sans MS"/>
                <a:ea typeface="Comic Sans MS"/>
                <a:cs typeface="Comic Sans MS"/>
              </a:defRPr>
            </a:lvl8pPr>
            <a:lvl9pPr algn="l">
              <a:defRPr sz="967" b="0" i="0">
                <a:solidFill>
                  <a:srgbClr val="000000"/>
                </a:solidFill>
                <a:latin typeface="Comic Sans MS"/>
                <a:ea typeface="Comic Sans MS"/>
                <a:cs typeface="Comic Sans MS"/>
              </a:defRPr>
            </a:lvl9pPr>
          </a:lstStyle>
          <a:p xmlns:a="http://schemas.openxmlformats.org/drawingml/2006/main">
            <a:pPr algn="l">
              <a:lnSpc>
                <a:spcPct val="100000"/>
              </a:lnSpc>
              <a:buNone/>
              <a:defRPr sz="967" b="0" i="0">
                <a:solidFill>
                  <a:srgbClr val="000000"/>
                </a:solidFill>
                <a:latin typeface="Comic Sans MS"/>
                <a:ea typeface="Comic Sans MS"/>
                <a:cs typeface="Comic Sans MS"/>
              </a:defRPr>
            </a:pPr>
            <a:r>
              <a:rPr sz="967" b="0" i="0">
                <a:solidFill>
                  <a:srgbClr val="000000"/>
                </a:solidFill>
                <a:latin typeface="Comic Sans MS"/>
                <a:ea typeface="Comic Sans MS"/>
                <a:cs typeface="Comic Sans MS"/>
              </a:rPr>
              <a:t>Supported</a:t>
            </a:r>
          </a:p>
        </p:txBody>
      </p:sp>
      <p:sp>
        <p:nvSpPr>
          <p:cNvPr id="342" name="text-299 Fact">
            <a:extLst xmlns:a="http://schemas.openxmlformats.org/drawingml/2006/main">
              <a:ext uri="{FF2B5EF4-FFF2-40B4-BE49-F238E27FC236}">
                <a16:creationId xmlns:a16="http://schemas.microsoft.com/office/drawing/2014/main" id="{39DDFBEF-AD67-4422-B6EB-270FEBDD5219}"/>
              </a:ext>
            </a:extLst>
          </p:cNvPr>
          <p:cNvSpPr>
            <a:spLocks xmlns:a="http://schemas.openxmlformats.org/drawingml/2006/main" noGrp="1"/>
          </p:cNvSpPr>
          <p:nvPr/>
        </p:nvSpPr>
        <p:spPr>
          <a:xfrm xmlns:a="http://schemas.openxmlformats.org/drawingml/2006/main" rot="0">
            <a:off x="9342734" y="2512825"/>
            <a:ext cx="280809" cy="172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9" b="0" i="0">
                <a:solidFill>
                  <a:srgbClr val="000000"/>
                </a:solidFill>
                <a:latin typeface="Comic Sans MS"/>
                <a:ea typeface="Comic Sans MS"/>
                <a:cs typeface="Comic Sans MS"/>
              </a:defRPr>
            </a:defPPr>
            <a:lvl1pPr algn="l">
              <a:defRPr sz="969" b="0" i="0">
                <a:solidFill>
                  <a:srgbClr val="000000"/>
                </a:solidFill>
                <a:latin typeface="Comic Sans MS"/>
                <a:ea typeface="Comic Sans MS"/>
                <a:cs typeface="Comic Sans MS"/>
              </a:defRPr>
            </a:lvl1pPr>
            <a:lvl2pPr algn="l">
              <a:defRPr sz="969" b="0" i="0">
                <a:solidFill>
                  <a:srgbClr val="000000"/>
                </a:solidFill>
                <a:latin typeface="Comic Sans MS"/>
                <a:ea typeface="Comic Sans MS"/>
                <a:cs typeface="Comic Sans MS"/>
              </a:defRPr>
            </a:lvl2pPr>
            <a:lvl3pPr algn="l">
              <a:defRPr sz="969" b="0" i="0">
                <a:solidFill>
                  <a:srgbClr val="000000"/>
                </a:solidFill>
                <a:latin typeface="Comic Sans MS"/>
                <a:ea typeface="Comic Sans MS"/>
                <a:cs typeface="Comic Sans MS"/>
              </a:defRPr>
            </a:lvl3pPr>
            <a:lvl4pPr algn="l">
              <a:defRPr sz="969" b="0" i="0">
                <a:solidFill>
                  <a:srgbClr val="000000"/>
                </a:solidFill>
                <a:latin typeface="Comic Sans MS"/>
                <a:ea typeface="Comic Sans MS"/>
                <a:cs typeface="Comic Sans MS"/>
              </a:defRPr>
            </a:lvl4pPr>
            <a:lvl5pPr algn="l">
              <a:defRPr sz="969" b="0" i="0">
                <a:solidFill>
                  <a:srgbClr val="000000"/>
                </a:solidFill>
                <a:latin typeface="Comic Sans MS"/>
                <a:ea typeface="Comic Sans MS"/>
                <a:cs typeface="Comic Sans MS"/>
              </a:defRPr>
            </a:lvl5pPr>
            <a:lvl6pPr algn="l">
              <a:defRPr sz="969" b="0" i="0">
                <a:solidFill>
                  <a:srgbClr val="000000"/>
                </a:solidFill>
                <a:latin typeface="Comic Sans MS"/>
                <a:ea typeface="Comic Sans MS"/>
                <a:cs typeface="Comic Sans MS"/>
              </a:defRPr>
            </a:lvl6pPr>
            <a:lvl7pPr algn="l">
              <a:defRPr sz="969" b="0" i="0">
                <a:solidFill>
                  <a:srgbClr val="000000"/>
                </a:solidFill>
                <a:latin typeface="Comic Sans MS"/>
                <a:ea typeface="Comic Sans MS"/>
                <a:cs typeface="Comic Sans MS"/>
              </a:defRPr>
            </a:lvl7pPr>
            <a:lvl8pPr algn="l">
              <a:defRPr sz="969" b="0" i="0">
                <a:solidFill>
                  <a:srgbClr val="000000"/>
                </a:solidFill>
                <a:latin typeface="Comic Sans MS"/>
                <a:ea typeface="Comic Sans MS"/>
                <a:cs typeface="Comic Sans MS"/>
              </a:defRPr>
            </a:lvl8pPr>
            <a:lvl9pPr algn="l">
              <a:defRPr sz="969" b="0" i="0">
                <a:solidFill>
                  <a:srgbClr val="000000"/>
                </a:solidFill>
                <a:latin typeface="Comic Sans MS"/>
                <a:ea typeface="Comic Sans MS"/>
                <a:cs typeface="Comic Sans MS"/>
              </a:defRPr>
            </a:lvl9pPr>
          </a:lstStyle>
          <a:p xmlns:a="http://schemas.openxmlformats.org/drawingml/2006/main">
            <a:pPr algn="l">
              <a:lnSpc>
                <a:spcPct val="100000"/>
              </a:lnSpc>
              <a:buNone/>
              <a:defRPr sz="969" b="0" i="0">
                <a:solidFill>
                  <a:srgbClr val="000000"/>
                </a:solidFill>
                <a:latin typeface="Comic Sans MS"/>
                <a:ea typeface="Comic Sans MS"/>
                <a:cs typeface="Comic Sans MS"/>
              </a:defRPr>
            </a:pPr>
            <a:r>
              <a:rPr sz="969" b="0" i="0">
                <a:solidFill>
                  <a:srgbClr val="000000"/>
                </a:solidFill>
                <a:latin typeface="Comic Sans MS"/>
                <a:ea typeface="Comic Sans MS"/>
                <a:cs typeface="Comic Sans MS"/>
              </a:rPr>
              <a:t>Fact</a:t>
            </a:r>
          </a:p>
        </p:txBody>
      </p:sp>
      <p:pic>
        <p:nvPicPr>
          <p:cNvPr id="343" name="">
            <a:extLst xmlns:a="http://schemas.openxmlformats.org/drawingml/2006/main">
              <a:ext uri="{FF2B5EF4-FFF2-40B4-BE49-F238E27FC236}">
                <a16:creationId xmlns:a16="http://schemas.microsoft.com/office/drawing/2014/main" id="{2586BC2B-5C78-4263-B900-02B15711BF8B}"/>
              </a:ext>
            </a:extLst>
          </p:cNvPr>
          <p:cNvPicPr>
            <a:picLocks xmlns:a="http://schemas.openxmlformats.org/drawingml/2006/main" noChangeAspect="1"/>
          </p:cNvPicPr>
          <p:nvPr/>
        </p:nvPicPr>
        <p:blipFill>
          <a:blip xmlns:r="http://schemas.openxmlformats.org/officeDocument/2006/relationships" xmlns:a="http://schemas.openxmlformats.org/drawingml/2006/main" r:embed="R021c0f801f9f4277"/>
          <a:stretch xmlns:a="http://schemas.openxmlformats.org/drawingml/2006/main"/>
        </p:blipFill>
        <p:spPr>
          <a:xfrm xmlns:a="http://schemas.openxmlformats.org/drawingml/2006/main">
            <a:off x="9270596" y="2650559"/>
            <a:ext cx="444544" cy="406272"/>
          </a:xfrm>
          <a:prstGeom xmlns:a="http://schemas.openxmlformats.org/drawingml/2006/main" prst="rect">
            <a:avLst/>
          </a:prstGeom>
        </p:spPr>
      </p:pic>
      <p:sp>
        <p:nvSpPr>
          <p:cNvPr id="344" name="path-301">
            <a:extLst xmlns:a="http://schemas.openxmlformats.org/drawingml/2006/main">
              <a:ext uri="{FF2B5EF4-FFF2-40B4-BE49-F238E27FC236}">
                <a16:creationId xmlns:a16="http://schemas.microsoft.com/office/drawing/2014/main" id="{3390F4AE-F1F5-497A-B63B-A7A52B03E254}"/>
              </a:ext>
            </a:extLst>
          </p:cNvPr>
          <p:cNvSpPr>
            <a:spLocks xmlns:a="http://schemas.openxmlformats.org/drawingml/2006/main" noGrp="1"/>
          </p:cNvSpPr>
          <p:nvPr/>
        </p:nvSpPr>
        <p:spPr>
          <a:xfrm xmlns:a="http://schemas.openxmlformats.org/drawingml/2006/main">
            <a:off x="10267185" y="2524066"/>
            <a:ext cx="893633" cy="808608"/>
          </a:xfrm>
          <a:custGeom xmlns:a="http://schemas.openxmlformats.org/drawingml/2006/main">
            <a:pathLst>
              <a:path w="893633" h="808608">
                <a:moveTo>
                  <a:pt x="0" y="106122"/>
                </a:moveTo>
                <a:cubicBezTo>
                  <a:pt x="0" y="47512"/>
                  <a:pt x="47512" y="0"/>
                  <a:pt x="106121" y="0"/>
                </a:cubicBezTo>
                <a:lnTo>
                  <a:pt x="787510" y="0"/>
                </a:lnTo>
                <a:cubicBezTo>
                  <a:pt x="846120" y="0"/>
                  <a:pt x="893633" y="47512"/>
                  <a:pt x="893633" y="106122"/>
                </a:cubicBezTo>
                <a:lnTo>
                  <a:pt x="893633" y="702486"/>
                </a:lnTo>
                <a:cubicBezTo>
                  <a:pt x="893633" y="761095"/>
                  <a:pt x="846120" y="808608"/>
                  <a:pt x="787510" y="808608"/>
                </a:cubicBezTo>
                <a:lnTo>
                  <a:pt x="106121" y="808608"/>
                </a:lnTo>
                <a:cubicBezTo>
                  <a:pt x="47512" y="808608"/>
                  <a:pt x="0" y="761095"/>
                  <a:pt x="0" y="702486"/>
                </a:cubicBezTo>
                <a:lnTo>
                  <a:pt x="0" y="106122"/>
                </a:lnTo>
              </a:path>
            </a:pathLst>
          </a:custGeom>
          <a:noFill xmlns:a="http://schemas.openxmlformats.org/drawingml/2006/main"/>
          <a:ln xmlns:a="http://schemas.openxmlformats.org/drawingml/2006/main" w="13800">
            <a:solidFill>
              <a:srgbClr val="3B7D23"/>
            </a:solidFill>
            <a:prstDash val="solid"/>
          </a:ln>
        </p:spPr>
      </p:sp>
      <p:sp>
        <p:nvSpPr>
          <p:cNvPr id="345" name="text-302 Supported">
            <a:extLst xmlns:a="http://schemas.openxmlformats.org/drawingml/2006/main">
              <a:ext uri="{FF2B5EF4-FFF2-40B4-BE49-F238E27FC236}">
                <a16:creationId xmlns:a16="http://schemas.microsoft.com/office/drawing/2014/main" id="{D5572FCC-B530-4378-8EF8-560D4D6CEA7C}"/>
              </a:ext>
            </a:extLst>
          </p:cNvPr>
          <p:cNvSpPr>
            <a:spLocks xmlns:a="http://schemas.openxmlformats.org/drawingml/2006/main" noGrp="1"/>
          </p:cNvSpPr>
          <p:nvPr/>
        </p:nvSpPr>
        <p:spPr>
          <a:xfrm xmlns:a="http://schemas.openxmlformats.org/drawingml/2006/main" rot="0">
            <a:off x="10389004" y="2548296"/>
            <a:ext cx="623479" cy="172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7" b="0" i="0">
                <a:solidFill>
                  <a:srgbClr val="000000"/>
                </a:solidFill>
                <a:latin typeface="Comic Sans MS"/>
                <a:ea typeface="Comic Sans MS"/>
                <a:cs typeface="Comic Sans MS"/>
              </a:defRPr>
            </a:defPPr>
            <a:lvl1pPr algn="l">
              <a:defRPr sz="967" b="0" i="0">
                <a:solidFill>
                  <a:srgbClr val="000000"/>
                </a:solidFill>
                <a:latin typeface="Comic Sans MS"/>
                <a:ea typeface="Comic Sans MS"/>
                <a:cs typeface="Comic Sans MS"/>
              </a:defRPr>
            </a:lvl1pPr>
            <a:lvl2pPr algn="l">
              <a:defRPr sz="967" b="0" i="0">
                <a:solidFill>
                  <a:srgbClr val="000000"/>
                </a:solidFill>
                <a:latin typeface="Comic Sans MS"/>
                <a:ea typeface="Comic Sans MS"/>
                <a:cs typeface="Comic Sans MS"/>
              </a:defRPr>
            </a:lvl2pPr>
            <a:lvl3pPr algn="l">
              <a:defRPr sz="967" b="0" i="0">
                <a:solidFill>
                  <a:srgbClr val="000000"/>
                </a:solidFill>
                <a:latin typeface="Comic Sans MS"/>
                <a:ea typeface="Comic Sans MS"/>
                <a:cs typeface="Comic Sans MS"/>
              </a:defRPr>
            </a:lvl3pPr>
            <a:lvl4pPr algn="l">
              <a:defRPr sz="967" b="0" i="0">
                <a:solidFill>
                  <a:srgbClr val="000000"/>
                </a:solidFill>
                <a:latin typeface="Comic Sans MS"/>
                <a:ea typeface="Comic Sans MS"/>
                <a:cs typeface="Comic Sans MS"/>
              </a:defRPr>
            </a:lvl4pPr>
            <a:lvl5pPr algn="l">
              <a:defRPr sz="967" b="0" i="0">
                <a:solidFill>
                  <a:srgbClr val="000000"/>
                </a:solidFill>
                <a:latin typeface="Comic Sans MS"/>
                <a:ea typeface="Comic Sans MS"/>
                <a:cs typeface="Comic Sans MS"/>
              </a:defRPr>
            </a:lvl5pPr>
            <a:lvl6pPr algn="l">
              <a:defRPr sz="967" b="0" i="0">
                <a:solidFill>
                  <a:srgbClr val="000000"/>
                </a:solidFill>
                <a:latin typeface="Comic Sans MS"/>
                <a:ea typeface="Comic Sans MS"/>
                <a:cs typeface="Comic Sans MS"/>
              </a:defRPr>
            </a:lvl6pPr>
            <a:lvl7pPr algn="l">
              <a:defRPr sz="967" b="0" i="0">
                <a:solidFill>
                  <a:srgbClr val="000000"/>
                </a:solidFill>
                <a:latin typeface="Comic Sans MS"/>
                <a:ea typeface="Comic Sans MS"/>
                <a:cs typeface="Comic Sans MS"/>
              </a:defRPr>
            </a:lvl7pPr>
            <a:lvl8pPr algn="l">
              <a:defRPr sz="967" b="0" i="0">
                <a:solidFill>
                  <a:srgbClr val="000000"/>
                </a:solidFill>
                <a:latin typeface="Comic Sans MS"/>
                <a:ea typeface="Comic Sans MS"/>
                <a:cs typeface="Comic Sans MS"/>
              </a:defRPr>
            </a:lvl8pPr>
            <a:lvl9pPr algn="l">
              <a:defRPr sz="967" b="0" i="0">
                <a:solidFill>
                  <a:srgbClr val="000000"/>
                </a:solidFill>
                <a:latin typeface="Comic Sans MS"/>
                <a:ea typeface="Comic Sans MS"/>
                <a:cs typeface="Comic Sans MS"/>
              </a:defRPr>
            </a:lvl9pPr>
          </a:lstStyle>
          <a:p xmlns:a="http://schemas.openxmlformats.org/drawingml/2006/main">
            <a:pPr algn="l">
              <a:lnSpc>
                <a:spcPct val="100000"/>
              </a:lnSpc>
              <a:buNone/>
              <a:defRPr sz="967" b="0" i="0">
                <a:solidFill>
                  <a:srgbClr val="000000"/>
                </a:solidFill>
                <a:latin typeface="Comic Sans MS"/>
                <a:ea typeface="Comic Sans MS"/>
                <a:cs typeface="Comic Sans MS"/>
              </a:defRPr>
            </a:pPr>
            <a:r>
              <a:rPr sz="967" b="0" i="0">
                <a:solidFill>
                  <a:srgbClr val="000000"/>
                </a:solidFill>
                <a:latin typeface="Comic Sans MS"/>
                <a:ea typeface="Comic Sans MS"/>
                <a:cs typeface="Comic Sans MS"/>
              </a:rPr>
              <a:t>Supported</a:t>
            </a:r>
          </a:p>
        </p:txBody>
      </p:sp>
      <p:sp>
        <p:nvSpPr>
          <p:cNvPr id="346" name="text-303 Answer">
            <a:extLst xmlns:a="http://schemas.openxmlformats.org/drawingml/2006/main">
              <a:ext uri="{FF2B5EF4-FFF2-40B4-BE49-F238E27FC236}">
                <a16:creationId xmlns:a16="http://schemas.microsoft.com/office/drawing/2014/main" id="{F8DA8874-9E59-44B4-AAA8-40B34A7C6813}"/>
              </a:ext>
            </a:extLst>
          </p:cNvPr>
          <p:cNvSpPr>
            <a:spLocks xmlns:a="http://schemas.openxmlformats.org/drawingml/2006/main" noGrp="1"/>
          </p:cNvSpPr>
          <p:nvPr/>
        </p:nvSpPr>
        <p:spPr>
          <a:xfrm xmlns:a="http://schemas.openxmlformats.org/drawingml/2006/main" rot="0">
            <a:off x="10477201" y="2695207"/>
            <a:ext cx="447450" cy="172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0" b="0" i="0">
                <a:solidFill>
                  <a:srgbClr val="000000"/>
                </a:solidFill>
                <a:latin typeface="Comic Sans MS"/>
                <a:ea typeface="Comic Sans MS"/>
                <a:cs typeface="Comic Sans MS"/>
              </a:defRPr>
            </a:defPPr>
            <a:lvl1pPr algn="l">
              <a:defRPr sz="970" b="0" i="0">
                <a:solidFill>
                  <a:srgbClr val="000000"/>
                </a:solidFill>
                <a:latin typeface="Comic Sans MS"/>
                <a:ea typeface="Comic Sans MS"/>
                <a:cs typeface="Comic Sans MS"/>
              </a:defRPr>
            </a:lvl1pPr>
            <a:lvl2pPr algn="l">
              <a:defRPr sz="970" b="0" i="0">
                <a:solidFill>
                  <a:srgbClr val="000000"/>
                </a:solidFill>
                <a:latin typeface="Comic Sans MS"/>
                <a:ea typeface="Comic Sans MS"/>
                <a:cs typeface="Comic Sans MS"/>
              </a:defRPr>
            </a:lvl2pPr>
            <a:lvl3pPr algn="l">
              <a:defRPr sz="970" b="0" i="0">
                <a:solidFill>
                  <a:srgbClr val="000000"/>
                </a:solidFill>
                <a:latin typeface="Comic Sans MS"/>
                <a:ea typeface="Comic Sans MS"/>
                <a:cs typeface="Comic Sans MS"/>
              </a:defRPr>
            </a:lvl3pPr>
            <a:lvl4pPr algn="l">
              <a:defRPr sz="970" b="0" i="0">
                <a:solidFill>
                  <a:srgbClr val="000000"/>
                </a:solidFill>
                <a:latin typeface="Comic Sans MS"/>
                <a:ea typeface="Comic Sans MS"/>
                <a:cs typeface="Comic Sans MS"/>
              </a:defRPr>
            </a:lvl4pPr>
            <a:lvl5pPr algn="l">
              <a:defRPr sz="970" b="0" i="0">
                <a:solidFill>
                  <a:srgbClr val="000000"/>
                </a:solidFill>
                <a:latin typeface="Comic Sans MS"/>
                <a:ea typeface="Comic Sans MS"/>
                <a:cs typeface="Comic Sans MS"/>
              </a:defRPr>
            </a:lvl5pPr>
            <a:lvl6pPr algn="l">
              <a:defRPr sz="970" b="0" i="0">
                <a:solidFill>
                  <a:srgbClr val="000000"/>
                </a:solidFill>
                <a:latin typeface="Comic Sans MS"/>
                <a:ea typeface="Comic Sans MS"/>
                <a:cs typeface="Comic Sans MS"/>
              </a:defRPr>
            </a:lvl6pPr>
            <a:lvl7pPr algn="l">
              <a:defRPr sz="970" b="0" i="0">
                <a:solidFill>
                  <a:srgbClr val="000000"/>
                </a:solidFill>
                <a:latin typeface="Comic Sans MS"/>
                <a:ea typeface="Comic Sans MS"/>
                <a:cs typeface="Comic Sans MS"/>
              </a:defRPr>
            </a:lvl7pPr>
            <a:lvl8pPr algn="l">
              <a:defRPr sz="970" b="0" i="0">
                <a:solidFill>
                  <a:srgbClr val="000000"/>
                </a:solidFill>
                <a:latin typeface="Comic Sans MS"/>
                <a:ea typeface="Comic Sans MS"/>
                <a:cs typeface="Comic Sans MS"/>
              </a:defRPr>
            </a:lvl8pPr>
            <a:lvl9pPr algn="l">
              <a:defRPr sz="970" b="0" i="0">
                <a:solidFill>
                  <a:srgbClr val="000000"/>
                </a:solidFill>
                <a:latin typeface="Comic Sans MS"/>
                <a:ea typeface="Comic Sans MS"/>
                <a:cs typeface="Comic Sans MS"/>
              </a:defRPr>
            </a:lvl9pPr>
          </a:lstStyle>
          <a:p xmlns:a="http://schemas.openxmlformats.org/drawingml/2006/main">
            <a:pPr algn="l">
              <a:lnSpc>
                <a:spcPct val="100000"/>
              </a:lnSpc>
              <a:buNone/>
              <a:defRPr sz="970" b="0" i="0">
                <a:solidFill>
                  <a:srgbClr val="000000"/>
                </a:solidFill>
                <a:latin typeface="Comic Sans MS"/>
                <a:ea typeface="Comic Sans MS"/>
                <a:cs typeface="Comic Sans MS"/>
              </a:defRPr>
            </a:pPr>
            <a:r>
              <a:rPr sz="970" b="0" i="0">
                <a:solidFill>
                  <a:srgbClr val="000000"/>
                </a:solidFill>
                <a:latin typeface="Comic Sans MS"/>
                <a:ea typeface="Comic Sans MS"/>
                <a:cs typeface="Comic Sans MS"/>
              </a:rPr>
              <a:t>Answer</a:t>
            </a:r>
          </a:p>
        </p:txBody>
      </p:sp>
      <p:pic>
        <p:nvPicPr>
          <p:cNvPr id="347" name="">
            <a:extLst xmlns:a="http://schemas.openxmlformats.org/drawingml/2006/main">
              <a:ext uri="{FF2B5EF4-FFF2-40B4-BE49-F238E27FC236}">
                <a16:creationId xmlns:a16="http://schemas.microsoft.com/office/drawing/2014/main" id="{24EF2307-4D92-4313-AE16-1F8FB1A80BB2}"/>
              </a:ext>
            </a:extLst>
          </p:cNvPr>
          <p:cNvPicPr>
            <a:picLocks xmlns:a="http://schemas.openxmlformats.org/drawingml/2006/main" noChangeAspect="1"/>
          </p:cNvPicPr>
          <p:nvPr/>
        </p:nvPicPr>
        <p:blipFill>
          <a:blip xmlns:r="http://schemas.openxmlformats.org/officeDocument/2006/relationships" xmlns:a="http://schemas.openxmlformats.org/drawingml/2006/main" r:embed="R262184cff3cf4ed9"/>
          <a:stretch xmlns:a="http://schemas.openxmlformats.org/drawingml/2006/main"/>
        </p:blipFill>
        <p:spPr>
          <a:xfrm xmlns:a="http://schemas.openxmlformats.org/drawingml/2006/main">
            <a:off x="10542404" y="2836031"/>
            <a:ext cx="332672" cy="403328"/>
          </a:xfrm>
          <a:prstGeom xmlns:a="http://schemas.openxmlformats.org/drawingml/2006/main" prst="rect">
            <a:avLst/>
          </a:prstGeom>
        </p:spPr>
      </p:pic>
      <p:sp>
        <p:nvSpPr>
          <p:cNvPr id="348" name="path-305">
            <a:extLst xmlns:a="http://schemas.openxmlformats.org/drawingml/2006/main">
              <a:ext uri="{FF2B5EF4-FFF2-40B4-BE49-F238E27FC236}">
                <a16:creationId xmlns:a16="http://schemas.microsoft.com/office/drawing/2014/main" id="{A8D1E675-E810-4D6D-96F6-0805424194AB}"/>
              </a:ext>
            </a:extLst>
          </p:cNvPr>
          <p:cNvSpPr>
            <a:spLocks xmlns:a="http://schemas.openxmlformats.org/drawingml/2006/main" noGrp="1"/>
          </p:cNvSpPr>
          <p:nvPr/>
        </p:nvSpPr>
        <p:spPr>
          <a:xfrm xmlns:a="http://schemas.openxmlformats.org/drawingml/2006/main">
            <a:off x="8765596" y="1438611"/>
            <a:ext cx="265874" cy="46558"/>
          </a:xfrm>
          <a:custGeom xmlns:a="http://schemas.openxmlformats.org/drawingml/2006/main">
            <a:pathLst>
              <a:path w="265874" h="46558">
                <a:moveTo>
                  <a:pt x="55" y="0"/>
                </a:moveTo>
                <a:lnTo>
                  <a:pt x="204568" y="594"/>
                </a:lnTo>
                <a:lnTo>
                  <a:pt x="204513" y="18994"/>
                </a:lnTo>
                <a:lnTo>
                  <a:pt x="0" y="18400"/>
                </a:lnTo>
                <a:lnTo>
                  <a:pt x="55" y="0"/>
                </a:lnTo>
                <a:moveTo>
                  <a:pt x="192381" y="-27042"/>
                </a:moveTo>
                <a:lnTo>
                  <a:pt x="265874" y="9971"/>
                </a:lnTo>
                <a:lnTo>
                  <a:pt x="192167" y="46558"/>
                </a:lnTo>
                <a:lnTo>
                  <a:pt x="192381" y="-27042"/>
                </a:lnTo>
              </a:path>
            </a:pathLst>
          </a:custGeom>
          <a:solidFill xmlns:a="http://schemas.openxmlformats.org/drawingml/2006/main">
            <a:srgbClr val="000000"/>
          </a:solidFill>
          <a:ln xmlns:a="http://schemas.openxmlformats.org/drawingml/2006/main" w="0">
            <a:noFill/>
            <a:prstDash val="solid"/>
          </a:ln>
        </p:spPr>
      </p:sp>
      <p:sp>
        <p:nvSpPr>
          <p:cNvPr id="349" name="path-306">
            <a:extLst xmlns:a="http://schemas.openxmlformats.org/drawingml/2006/main">
              <a:ext uri="{FF2B5EF4-FFF2-40B4-BE49-F238E27FC236}">
                <a16:creationId xmlns:a16="http://schemas.microsoft.com/office/drawing/2014/main" id="{5CE0AC9C-A070-4968-BC71-3CC329181C8E}"/>
              </a:ext>
            </a:extLst>
          </p:cNvPr>
          <p:cNvSpPr>
            <a:spLocks xmlns:a="http://schemas.openxmlformats.org/drawingml/2006/main" noGrp="1"/>
          </p:cNvSpPr>
          <p:nvPr/>
        </p:nvSpPr>
        <p:spPr>
          <a:xfrm xmlns:a="http://schemas.openxmlformats.org/drawingml/2006/main">
            <a:off x="9031475" y="1044279"/>
            <a:ext cx="892535" cy="808608"/>
          </a:xfrm>
          <a:custGeom xmlns:a="http://schemas.openxmlformats.org/drawingml/2006/main">
            <a:pathLst>
              <a:path w="892535" h="808608">
                <a:moveTo>
                  <a:pt x="0" y="106121"/>
                </a:moveTo>
                <a:cubicBezTo>
                  <a:pt x="0" y="47512"/>
                  <a:pt x="47512" y="0"/>
                  <a:pt x="106121" y="0"/>
                </a:cubicBezTo>
                <a:lnTo>
                  <a:pt x="786414" y="0"/>
                </a:lnTo>
                <a:cubicBezTo>
                  <a:pt x="845023" y="0"/>
                  <a:pt x="892535" y="47512"/>
                  <a:pt x="892535" y="106121"/>
                </a:cubicBezTo>
                <a:lnTo>
                  <a:pt x="892535" y="702486"/>
                </a:lnTo>
                <a:cubicBezTo>
                  <a:pt x="892535" y="761096"/>
                  <a:pt x="845023" y="808608"/>
                  <a:pt x="786414" y="808608"/>
                </a:cubicBezTo>
                <a:lnTo>
                  <a:pt x="106121" y="808608"/>
                </a:lnTo>
                <a:cubicBezTo>
                  <a:pt x="47512" y="808608"/>
                  <a:pt x="0" y="761096"/>
                  <a:pt x="0" y="702486"/>
                </a:cubicBezTo>
                <a:lnTo>
                  <a:pt x="0" y="106121"/>
                </a:lnTo>
              </a:path>
            </a:pathLst>
          </a:custGeom>
          <a:noFill xmlns:a="http://schemas.openxmlformats.org/drawingml/2006/main"/>
          <a:ln xmlns:a="http://schemas.openxmlformats.org/drawingml/2006/main" w="13800">
            <a:solidFill>
              <a:srgbClr val="3B7D23"/>
            </a:solidFill>
            <a:prstDash val="solid"/>
          </a:ln>
        </p:spPr>
      </p:sp>
      <p:sp>
        <p:nvSpPr>
          <p:cNvPr id="350" name="text-307 Entity">
            <a:extLst xmlns:a="http://schemas.openxmlformats.org/drawingml/2006/main">
              <a:ext uri="{FF2B5EF4-FFF2-40B4-BE49-F238E27FC236}">
                <a16:creationId xmlns:a16="http://schemas.microsoft.com/office/drawing/2014/main" id="{AC40C8E9-2C14-4783-8347-42166B11F6E3}"/>
              </a:ext>
            </a:extLst>
          </p:cNvPr>
          <p:cNvSpPr>
            <a:spLocks xmlns:a="http://schemas.openxmlformats.org/drawingml/2006/main" noGrp="1"/>
          </p:cNvSpPr>
          <p:nvPr/>
        </p:nvSpPr>
        <p:spPr>
          <a:xfrm xmlns:a="http://schemas.openxmlformats.org/drawingml/2006/main" rot="0">
            <a:off x="9250755" y="1069942"/>
            <a:ext cx="451113" cy="2056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57" b="0" i="0">
                <a:solidFill>
                  <a:srgbClr val="000000"/>
                </a:solidFill>
                <a:latin typeface="Comic Sans MS"/>
                <a:ea typeface="Comic Sans MS"/>
                <a:cs typeface="Comic Sans MS"/>
              </a:defRPr>
            </a:defPPr>
            <a:lvl1pPr algn="l">
              <a:defRPr sz="1157" b="0" i="0">
                <a:solidFill>
                  <a:srgbClr val="000000"/>
                </a:solidFill>
                <a:latin typeface="Comic Sans MS"/>
                <a:ea typeface="Comic Sans MS"/>
                <a:cs typeface="Comic Sans MS"/>
              </a:defRPr>
            </a:lvl1pPr>
            <a:lvl2pPr algn="l">
              <a:defRPr sz="1157" b="0" i="0">
                <a:solidFill>
                  <a:srgbClr val="000000"/>
                </a:solidFill>
                <a:latin typeface="Comic Sans MS"/>
                <a:ea typeface="Comic Sans MS"/>
                <a:cs typeface="Comic Sans MS"/>
              </a:defRPr>
            </a:lvl2pPr>
            <a:lvl3pPr algn="l">
              <a:defRPr sz="1157" b="0" i="0">
                <a:solidFill>
                  <a:srgbClr val="000000"/>
                </a:solidFill>
                <a:latin typeface="Comic Sans MS"/>
                <a:ea typeface="Comic Sans MS"/>
                <a:cs typeface="Comic Sans MS"/>
              </a:defRPr>
            </a:lvl3pPr>
            <a:lvl4pPr algn="l">
              <a:defRPr sz="1157" b="0" i="0">
                <a:solidFill>
                  <a:srgbClr val="000000"/>
                </a:solidFill>
                <a:latin typeface="Comic Sans MS"/>
                <a:ea typeface="Comic Sans MS"/>
                <a:cs typeface="Comic Sans MS"/>
              </a:defRPr>
            </a:lvl4pPr>
            <a:lvl5pPr algn="l">
              <a:defRPr sz="1157" b="0" i="0">
                <a:solidFill>
                  <a:srgbClr val="000000"/>
                </a:solidFill>
                <a:latin typeface="Comic Sans MS"/>
                <a:ea typeface="Comic Sans MS"/>
                <a:cs typeface="Comic Sans MS"/>
              </a:defRPr>
            </a:lvl5pPr>
            <a:lvl6pPr algn="l">
              <a:defRPr sz="1157" b="0" i="0">
                <a:solidFill>
                  <a:srgbClr val="000000"/>
                </a:solidFill>
                <a:latin typeface="Comic Sans MS"/>
                <a:ea typeface="Comic Sans MS"/>
                <a:cs typeface="Comic Sans MS"/>
              </a:defRPr>
            </a:lvl6pPr>
            <a:lvl7pPr algn="l">
              <a:defRPr sz="1157" b="0" i="0">
                <a:solidFill>
                  <a:srgbClr val="000000"/>
                </a:solidFill>
                <a:latin typeface="Comic Sans MS"/>
                <a:ea typeface="Comic Sans MS"/>
                <a:cs typeface="Comic Sans MS"/>
              </a:defRPr>
            </a:lvl7pPr>
            <a:lvl8pPr algn="l">
              <a:defRPr sz="1157" b="0" i="0">
                <a:solidFill>
                  <a:srgbClr val="000000"/>
                </a:solidFill>
                <a:latin typeface="Comic Sans MS"/>
                <a:ea typeface="Comic Sans MS"/>
                <a:cs typeface="Comic Sans MS"/>
              </a:defRPr>
            </a:lvl8pPr>
            <a:lvl9pPr algn="l">
              <a:defRPr sz="1157" b="0" i="0">
                <a:solidFill>
                  <a:srgbClr val="000000"/>
                </a:solidFill>
                <a:latin typeface="Comic Sans MS"/>
                <a:ea typeface="Comic Sans MS"/>
                <a:cs typeface="Comic Sans MS"/>
              </a:defRPr>
            </a:lvl9pPr>
          </a:lstStyle>
          <a:p xmlns:a="http://schemas.openxmlformats.org/drawingml/2006/main">
            <a:pPr algn="l">
              <a:lnSpc>
                <a:spcPct val="100000"/>
              </a:lnSpc>
              <a:buNone/>
              <a:defRPr sz="1157" b="0" i="0">
                <a:solidFill>
                  <a:srgbClr val="000000"/>
                </a:solidFill>
                <a:latin typeface="Comic Sans MS"/>
                <a:ea typeface="Comic Sans MS"/>
                <a:cs typeface="Comic Sans MS"/>
              </a:defRPr>
            </a:pPr>
            <a:r>
              <a:rPr sz="1157" b="0" i="0">
                <a:solidFill>
                  <a:srgbClr val="000000"/>
                </a:solidFill>
                <a:latin typeface="Comic Sans MS"/>
                <a:ea typeface="Comic Sans MS"/>
                <a:cs typeface="Comic Sans MS"/>
              </a:rPr>
              <a:t>Entity</a:t>
            </a:r>
          </a:p>
        </p:txBody>
      </p:sp>
      <p:pic>
        <p:nvPicPr>
          <p:cNvPr id="351" name="">
            <a:extLst xmlns:a="http://schemas.openxmlformats.org/drawingml/2006/main">
              <a:ext uri="{FF2B5EF4-FFF2-40B4-BE49-F238E27FC236}">
                <a16:creationId xmlns:a16="http://schemas.microsoft.com/office/drawing/2014/main" id="{557798AA-D6A1-4841-B219-D59F51574164}"/>
              </a:ext>
            </a:extLst>
          </p:cNvPr>
          <p:cNvPicPr>
            <a:picLocks xmlns:a="http://schemas.openxmlformats.org/drawingml/2006/main" noChangeAspect="1"/>
          </p:cNvPicPr>
          <p:nvPr/>
        </p:nvPicPr>
        <p:blipFill>
          <a:blip xmlns:r="http://schemas.openxmlformats.org/officeDocument/2006/relationships" xmlns:a="http://schemas.openxmlformats.org/drawingml/2006/main" r:embed="Rf9a0411054e44349"/>
          <a:stretch xmlns:a="http://schemas.openxmlformats.org/drawingml/2006/main"/>
        </p:blipFill>
        <p:spPr>
          <a:xfrm xmlns:a="http://schemas.openxmlformats.org/drawingml/2006/main">
            <a:off x="9267652" y="1340478"/>
            <a:ext cx="426880" cy="426880"/>
          </a:xfrm>
          <a:prstGeom xmlns:a="http://schemas.openxmlformats.org/drawingml/2006/main" prst="rect">
            <a:avLst/>
          </a:prstGeom>
        </p:spPr>
      </p:pic>
      <p:sp>
        <p:nvSpPr>
          <p:cNvPr id="352" name="path-309">
            <a:extLst xmlns:a="http://schemas.openxmlformats.org/drawingml/2006/main">
              <a:ext uri="{FF2B5EF4-FFF2-40B4-BE49-F238E27FC236}">
                <a16:creationId xmlns:a16="http://schemas.microsoft.com/office/drawing/2014/main" id="{847E8266-0345-4D49-A5C6-1AD7530A9C68}"/>
              </a:ext>
            </a:extLst>
          </p:cNvPr>
          <p:cNvSpPr>
            <a:spLocks xmlns:a="http://schemas.openxmlformats.org/drawingml/2006/main" noGrp="1"/>
          </p:cNvSpPr>
          <p:nvPr/>
        </p:nvSpPr>
        <p:spPr>
          <a:xfrm xmlns:a="http://schemas.openxmlformats.org/drawingml/2006/main">
            <a:off x="10285335" y="1979623"/>
            <a:ext cx="893632" cy="350811"/>
          </a:xfrm>
          <a:custGeom xmlns:a="http://schemas.openxmlformats.org/drawingml/2006/main">
            <a:pathLst>
              <a:path w="893632" h="350811">
                <a:moveTo>
                  <a:pt x="0" y="46040"/>
                </a:moveTo>
                <a:cubicBezTo>
                  <a:pt x="0" y="20613"/>
                  <a:pt x="20612" y="0"/>
                  <a:pt x="46040" y="0"/>
                </a:cubicBezTo>
                <a:lnTo>
                  <a:pt x="847592" y="0"/>
                </a:lnTo>
                <a:cubicBezTo>
                  <a:pt x="873019" y="0"/>
                  <a:pt x="893632" y="20613"/>
                  <a:pt x="893632" y="46040"/>
                </a:cubicBezTo>
                <a:lnTo>
                  <a:pt x="893632" y="304770"/>
                </a:lnTo>
                <a:cubicBezTo>
                  <a:pt x="893632" y="330198"/>
                  <a:pt x="873019" y="350811"/>
                  <a:pt x="847592" y="350811"/>
                </a:cubicBezTo>
                <a:lnTo>
                  <a:pt x="46040" y="350811"/>
                </a:lnTo>
                <a:cubicBezTo>
                  <a:pt x="20612" y="350811"/>
                  <a:pt x="0" y="330198"/>
                  <a:pt x="0" y="304770"/>
                </a:cubicBezTo>
                <a:lnTo>
                  <a:pt x="0" y="46040"/>
                </a:lnTo>
              </a:path>
            </a:pathLst>
          </a:custGeom>
          <a:solidFill xmlns:a="http://schemas.openxmlformats.org/drawingml/2006/main">
            <a:srgbClr val="F2CFEE">
              <a:alpha val="50000"/>
            </a:srgbClr>
          </a:solidFill>
          <a:ln xmlns:a="http://schemas.openxmlformats.org/drawingml/2006/main" w="0">
            <a:noFill/>
            <a:prstDash val="solid"/>
          </a:ln>
        </p:spPr>
      </p:sp>
      <p:sp>
        <p:nvSpPr>
          <p:cNvPr id="353" name="path-310">
            <a:extLst xmlns:a="http://schemas.openxmlformats.org/drawingml/2006/main">
              <a:ext uri="{FF2B5EF4-FFF2-40B4-BE49-F238E27FC236}">
                <a16:creationId xmlns:a16="http://schemas.microsoft.com/office/drawing/2014/main" id="{A12F460A-1C6B-4524-B490-6A700CF9D1E6}"/>
              </a:ext>
            </a:extLst>
          </p:cNvPr>
          <p:cNvSpPr>
            <a:spLocks xmlns:a="http://schemas.openxmlformats.org/drawingml/2006/main" noGrp="1"/>
          </p:cNvSpPr>
          <p:nvPr/>
        </p:nvSpPr>
        <p:spPr>
          <a:xfrm xmlns:a="http://schemas.openxmlformats.org/drawingml/2006/main">
            <a:off x="10285335" y="1979623"/>
            <a:ext cx="893633" cy="350812"/>
          </a:xfrm>
          <a:custGeom xmlns:a="http://schemas.openxmlformats.org/drawingml/2006/main">
            <a:pathLst>
              <a:path w="893633" h="350812">
                <a:moveTo>
                  <a:pt x="0" y="46040"/>
                </a:moveTo>
                <a:cubicBezTo>
                  <a:pt x="0" y="20613"/>
                  <a:pt x="20613" y="0"/>
                  <a:pt x="46040" y="0"/>
                </a:cubicBezTo>
                <a:lnTo>
                  <a:pt x="847592" y="0"/>
                </a:lnTo>
                <a:cubicBezTo>
                  <a:pt x="873019" y="0"/>
                  <a:pt x="893633" y="20613"/>
                  <a:pt x="893633" y="46040"/>
                </a:cubicBezTo>
                <a:lnTo>
                  <a:pt x="893633" y="304772"/>
                </a:lnTo>
                <a:cubicBezTo>
                  <a:pt x="893633" y="330198"/>
                  <a:pt x="873019" y="350812"/>
                  <a:pt x="847592" y="350812"/>
                </a:cubicBezTo>
                <a:lnTo>
                  <a:pt x="46040" y="350812"/>
                </a:lnTo>
                <a:cubicBezTo>
                  <a:pt x="20613" y="350812"/>
                  <a:pt x="0" y="330198"/>
                  <a:pt x="0" y="304772"/>
                </a:cubicBezTo>
                <a:lnTo>
                  <a:pt x="0" y="46040"/>
                </a:lnTo>
              </a:path>
            </a:pathLst>
          </a:custGeom>
          <a:noFill xmlns:a="http://schemas.openxmlformats.org/drawingml/2006/main"/>
          <a:ln xmlns:a="http://schemas.openxmlformats.org/drawingml/2006/main" w="13800">
            <a:solidFill>
              <a:srgbClr val="78206E"/>
            </a:solidFill>
            <a:prstDash val="solid"/>
          </a:ln>
        </p:spPr>
      </p:sp>
      <p:sp>
        <p:nvSpPr>
          <p:cNvPr id="354" name="text-311 compose">
            <a:extLst xmlns:a="http://schemas.openxmlformats.org/drawingml/2006/main">
              <a:ext uri="{FF2B5EF4-FFF2-40B4-BE49-F238E27FC236}">
                <a16:creationId xmlns:a16="http://schemas.microsoft.com/office/drawing/2014/main" id="{31135D6D-A016-45BB-8715-D0FC23A7BA5D}"/>
              </a:ext>
            </a:extLst>
          </p:cNvPr>
          <p:cNvSpPr>
            <a:spLocks xmlns:a="http://schemas.openxmlformats.org/drawingml/2006/main" noGrp="1"/>
          </p:cNvSpPr>
          <p:nvPr/>
        </p:nvSpPr>
        <p:spPr>
          <a:xfrm xmlns:a="http://schemas.openxmlformats.org/drawingml/2006/main" rot="0">
            <a:off x="10481043" y="2059783"/>
            <a:ext cx="501814" cy="17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6" b="0" i="0">
                <a:solidFill>
                  <a:srgbClr val="000000"/>
                </a:solidFill>
                <a:latin typeface="Comic Sans MS"/>
                <a:ea typeface="Comic Sans MS"/>
                <a:cs typeface="Comic Sans MS"/>
              </a:defRPr>
            </a:defPPr>
            <a:lvl1pPr algn="l">
              <a:defRPr sz="966" b="0" i="0">
                <a:solidFill>
                  <a:srgbClr val="000000"/>
                </a:solidFill>
                <a:latin typeface="Comic Sans MS"/>
                <a:ea typeface="Comic Sans MS"/>
                <a:cs typeface="Comic Sans MS"/>
              </a:defRPr>
            </a:lvl1pPr>
            <a:lvl2pPr algn="l">
              <a:defRPr sz="966" b="0" i="0">
                <a:solidFill>
                  <a:srgbClr val="000000"/>
                </a:solidFill>
                <a:latin typeface="Comic Sans MS"/>
                <a:ea typeface="Comic Sans MS"/>
                <a:cs typeface="Comic Sans MS"/>
              </a:defRPr>
            </a:lvl2pPr>
            <a:lvl3pPr algn="l">
              <a:defRPr sz="966" b="0" i="0">
                <a:solidFill>
                  <a:srgbClr val="000000"/>
                </a:solidFill>
                <a:latin typeface="Comic Sans MS"/>
                <a:ea typeface="Comic Sans MS"/>
                <a:cs typeface="Comic Sans MS"/>
              </a:defRPr>
            </a:lvl3pPr>
            <a:lvl4pPr algn="l">
              <a:defRPr sz="966" b="0" i="0">
                <a:solidFill>
                  <a:srgbClr val="000000"/>
                </a:solidFill>
                <a:latin typeface="Comic Sans MS"/>
                <a:ea typeface="Comic Sans MS"/>
                <a:cs typeface="Comic Sans MS"/>
              </a:defRPr>
            </a:lvl4pPr>
            <a:lvl5pPr algn="l">
              <a:defRPr sz="966" b="0" i="0">
                <a:solidFill>
                  <a:srgbClr val="000000"/>
                </a:solidFill>
                <a:latin typeface="Comic Sans MS"/>
                <a:ea typeface="Comic Sans MS"/>
                <a:cs typeface="Comic Sans MS"/>
              </a:defRPr>
            </a:lvl5pPr>
            <a:lvl6pPr algn="l">
              <a:defRPr sz="966" b="0" i="0">
                <a:solidFill>
                  <a:srgbClr val="000000"/>
                </a:solidFill>
                <a:latin typeface="Comic Sans MS"/>
                <a:ea typeface="Comic Sans MS"/>
                <a:cs typeface="Comic Sans MS"/>
              </a:defRPr>
            </a:lvl6pPr>
            <a:lvl7pPr algn="l">
              <a:defRPr sz="966" b="0" i="0">
                <a:solidFill>
                  <a:srgbClr val="000000"/>
                </a:solidFill>
                <a:latin typeface="Comic Sans MS"/>
                <a:ea typeface="Comic Sans MS"/>
                <a:cs typeface="Comic Sans MS"/>
              </a:defRPr>
            </a:lvl7pPr>
            <a:lvl8pPr algn="l">
              <a:defRPr sz="966" b="0" i="0">
                <a:solidFill>
                  <a:srgbClr val="000000"/>
                </a:solidFill>
                <a:latin typeface="Comic Sans MS"/>
                <a:ea typeface="Comic Sans MS"/>
                <a:cs typeface="Comic Sans MS"/>
              </a:defRPr>
            </a:lvl8pPr>
            <a:lvl9pPr algn="l">
              <a:defRPr sz="966" b="0" i="0">
                <a:solidFill>
                  <a:srgbClr val="000000"/>
                </a:solidFill>
                <a:latin typeface="Comic Sans MS"/>
                <a:ea typeface="Comic Sans MS"/>
                <a:cs typeface="Comic Sans MS"/>
              </a:defRPr>
            </a:lvl9pPr>
          </a:lstStyle>
          <a:p xmlns:a="http://schemas.openxmlformats.org/drawingml/2006/main">
            <a:pPr algn="l">
              <a:lnSpc>
                <a:spcPct val="100000"/>
              </a:lnSpc>
              <a:buNone/>
              <a:defRPr sz="966" b="0" i="0">
                <a:solidFill>
                  <a:srgbClr val="000000"/>
                </a:solidFill>
                <a:latin typeface="Comic Sans MS"/>
                <a:ea typeface="Comic Sans MS"/>
                <a:cs typeface="Comic Sans MS"/>
              </a:defRPr>
            </a:pPr>
            <a:r>
              <a:rPr sz="966" b="0" i="0">
                <a:solidFill>
                  <a:srgbClr val="000000"/>
                </a:solidFill>
                <a:latin typeface="Comic Sans MS"/>
                <a:ea typeface="Comic Sans MS"/>
                <a:cs typeface="Comic Sans MS"/>
              </a:rPr>
              <a:t>compose</a:t>
            </a:r>
          </a:p>
        </p:txBody>
      </p:sp>
      <p:sp>
        <p:nvSpPr>
          <p:cNvPr id="355" name="path-312">
            <a:extLst xmlns:a="http://schemas.openxmlformats.org/drawingml/2006/main">
              <a:ext uri="{FF2B5EF4-FFF2-40B4-BE49-F238E27FC236}">
                <a16:creationId xmlns:a16="http://schemas.microsoft.com/office/drawing/2014/main" id="{2071F2E9-37F1-418F-BC5F-B0BB7AA0EFFB}"/>
              </a:ext>
            </a:extLst>
          </p:cNvPr>
          <p:cNvSpPr>
            <a:spLocks xmlns:a="http://schemas.openxmlformats.org/drawingml/2006/main" noGrp="1"/>
          </p:cNvSpPr>
          <p:nvPr/>
        </p:nvSpPr>
        <p:spPr>
          <a:xfrm xmlns:a="http://schemas.openxmlformats.org/drawingml/2006/main">
            <a:off x="9990680" y="2289879"/>
            <a:ext cx="265552" cy="183684"/>
          </a:xfrm>
          <a:custGeom xmlns:a="http://schemas.openxmlformats.org/drawingml/2006/main">
            <a:pathLst>
              <a:path w="265552" h="183684">
                <a:moveTo>
                  <a:pt x="10306" y="183684"/>
                </a:moveTo>
                <a:lnTo>
                  <a:pt x="219897" y="41974"/>
                </a:lnTo>
                <a:lnTo>
                  <a:pt x="209590" y="26732"/>
                </a:lnTo>
                <a:lnTo>
                  <a:pt x="0" y="168441"/>
                </a:lnTo>
                <a:lnTo>
                  <a:pt x="10306" y="183684"/>
                </a:lnTo>
                <a:moveTo>
                  <a:pt x="225193" y="71710"/>
                </a:moveTo>
                <a:lnTo>
                  <a:pt x="265552" y="0"/>
                </a:lnTo>
                <a:lnTo>
                  <a:pt x="183969" y="10738"/>
                </a:lnTo>
                <a:lnTo>
                  <a:pt x="225193" y="71710"/>
                </a:lnTo>
              </a:path>
            </a:pathLst>
          </a:custGeom>
          <a:solidFill xmlns:a="http://schemas.openxmlformats.org/drawingml/2006/main">
            <a:srgbClr val="000000"/>
          </a:solidFill>
          <a:ln xmlns:a="http://schemas.openxmlformats.org/drawingml/2006/main" w="0">
            <a:noFill/>
            <a:prstDash val="solid"/>
          </a:ln>
        </p:spPr>
      </p:sp>
      <p:sp>
        <p:nvSpPr>
          <p:cNvPr id="356" name="path-313">
            <a:extLst xmlns:a="http://schemas.openxmlformats.org/drawingml/2006/main">
              <a:ext uri="{FF2B5EF4-FFF2-40B4-BE49-F238E27FC236}">
                <a16:creationId xmlns:a16="http://schemas.microsoft.com/office/drawing/2014/main" id="{980D67B2-924C-4F25-8B57-98A91A404DF1}"/>
              </a:ext>
            </a:extLst>
          </p:cNvPr>
          <p:cNvSpPr>
            <a:spLocks xmlns:a="http://schemas.openxmlformats.org/drawingml/2006/main" noGrp="1"/>
          </p:cNvSpPr>
          <p:nvPr/>
        </p:nvSpPr>
        <p:spPr>
          <a:xfrm xmlns:a="http://schemas.openxmlformats.org/drawingml/2006/main">
            <a:off x="10723579" y="1816187"/>
            <a:ext cx="46124" cy="163436"/>
          </a:xfrm>
          <a:custGeom xmlns:a="http://schemas.openxmlformats.org/drawingml/2006/main">
            <a:pathLst>
              <a:path w="46124" h="163436">
                <a:moveTo>
                  <a:pt x="1049" y="0"/>
                </a:moveTo>
                <a:lnTo>
                  <a:pt x="0" y="102011"/>
                </a:lnTo>
                <a:lnTo>
                  <a:pt x="18400" y="102200"/>
                </a:lnTo>
                <a:lnTo>
                  <a:pt x="19446" y="189"/>
                </a:lnTo>
                <a:lnTo>
                  <a:pt x="1049" y="0"/>
                </a:lnTo>
                <a:moveTo>
                  <a:pt x="-27472" y="89462"/>
                </a:moveTo>
                <a:lnTo>
                  <a:pt x="8572" y="163436"/>
                </a:lnTo>
                <a:lnTo>
                  <a:pt x="46124" y="90218"/>
                </a:lnTo>
                <a:lnTo>
                  <a:pt x="-27472" y="89462"/>
                </a:lnTo>
              </a:path>
            </a:pathLst>
          </a:custGeom>
          <a:solidFill xmlns:a="http://schemas.openxmlformats.org/drawingml/2006/main">
            <a:srgbClr val="000000"/>
          </a:solidFill>
          <a:ln xmlns:a="http://schemas.openxmlformats.org/drawingml/2006/main" w="0">
            <a:noFill/>
            <a:prstDash val="solid"/>
          </a:ln>
        </p:spPr>
      </p:sp>
      <p:sp>
        <p:nvSpPr>
          <p:cNvPr id="357" name="path-314">
            <a:extLst xmlns:a="http://schemas.openxmlformats.org/drawingml/2006/main">
              <a:ext uri="{FF2B5EF4-FFF2-40B4-BE49-F238E27FC236}">
                <a16:creationId xmlns:a16="http://schemas.microsoft.com/office/drawing/2014/main" id="{0931328D-E9E6-4D4D-AD95-25594E2DA258}"/>
              </a:ext>
            </a:extLst>
          </p:cNvPr>
          <p:cNvSpPr>
            <a:spLocks xmlns:a="http://schemas.openxmlformats.org/drawingml/2006/main" noGrp="1"/>
          </p:cNvSpPr>
          <p:nvPr/>
        </p:nvSpPr>
        <p:spPr>
          <a:xfrm xmlns:a="http://schemas.openxmlformats.org/drawingml/2006/main">
            <a:off x="10700796" y="2319733"/>
            <a:ext cx="46000" cy="176574"/>
          </a:xfrm>
          <a:custGeom xmlns:a="http://schemas.openxmlformats.org/drawingml/2006/main">
            <a:pathLst>
              <a:path w="46000" h="176574">
                <a:moveTo>
                  <a:pt x="46000" y="0"/>
                </a:moveTo>
                <a:lnTo>
                  <a:pt x="46000" y="115241"/>
                </a:lnTo>
                <a:lnTo>
                  <a:pt x="27599" y="115241"/>
                </a:lnTo>
                <a:lnTo>
                  <a:pt x="27599" y="1"/>
                </a:lnTo>
                <a:lnTo>
                  <a:pt x="46000" y="0"/>
                </a:lnTo>
                <a:moveTo>
                  <a:pt x="73600" y="102974"/>
                </a:moveTo>
                <a:lnTo>
                  <a:pt x="36801" y="176574"/>
                </a:lnTo>
                <a:lnTo>
                  <a:pt x="0" y="102974"/>
                </a:lnTo>
                <a:lnTo>
                  <a:pt x="73600" y="102974"/>
                </a:lnTo>
              </a:path>
            </a:pathLst>
          </a:custGeom>
          <a:solidFill xmlns:a="http://schemas.openxmlformats.org/drawingml/2006/main">
            <a:srgbClr val="000000"/>
          </a:solidFill>
          <a:ln xmlns:a="http://schemas.openxmlformats.org/drawingml/2006/main" w="0">
            <a:noFill/>
            <a:prstDash val="solid"/>
          </a:ln>
        </p:spPr>
      </p:sp>
      <p:sp>
        <p:nvSpPr>
          <p:cNvPr id="358" name="text-315 EVGR">
            <a:extLst xmlns:a="http://schemas.openxmlformats.org/drawingml/2006/main">
              <a:ext uri="{FF2B5EF4-FFF2-40B4-BE49-F238E27FC236}">
                <a16:creationId xmlns:a16="http://schemas.microsoft.com/office/drawing/2014/main" id="{6961859C-BB44-4988-94D3-8E01F1544635}"/>
              </a:ext>
            </a:extLst>
          </p:cNvPr>
          <p:cNvSpPr>
            <a:spLocks xmlns:a="http://schemas.openxmlformats.org/drawingml/2006/main" noGrp="1"/>
          </p:cNvSpPr>
          <p:nvPr/>
        </p:nvSpPr>
        <p:spPr>
          <a:xfrm xmlns:a="http://schemas.openxmlformats.org/drawingml/2006/main" rot="0">
            <a:off x="12520025" y="4550372"/>
            <a:ext cx="542004" cy="2748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6" b="0" i="0">
                <a:solidFill>
                  <a:srgbClr val="000000"/>
                </a:solidFill>
                <a:latin typeface="Comic Sans MS"/>
                <a:ea typeface="Comic Sans MS"/>
                <a:cs typeface="Comic Sans MS"/>
              </a:defRPr>
            </a:defPPr>
            <a:lvl1pPr algn="l">
              <a:defRPr sz="1546" b="0" i="0">
                <a:solidFill>
                  <a:srgbClr val="000000"/>
                </a:solidFill>
                <a:latin typeface="Comic Sans MS"/>
                <a:ea typeface="Comic Sans MS"/>
                <a:cs typeface="Comic Sans MS"/>
              </a:defRPr>
            </a:lvl1pPr>
            <a:lvl2pPr algn="l">
              <a:defRPr sz="1546" b="0" i="0">
                <a:solidFill>
                  <a:srgbClr val="000000"/>
                </a:solidFill>
                <a:latin typeface="Comic Sans MS"/>
                <a:ea typeface="Comic Sans MS"/>
                <a:cs typeface="Comic Sans MS"/>
              </a:defRPr>
            </a:lvl2pPr>
            <a:lvl3pPr algn="l">
              <a:defRPr sz="1546" b="0" i="0">
                <a:solidFill>
                  <a:srgbClr val="000000"/>
                </a:solidFill>
                <a:latin typeface="Comic Sans MS"/>
                <a:ea typeface="Comic Sans MS"/>
                <a:cs typeface="Comic Sans MS"/>
              </a:defRPr>
            </a:lvl3pPr>
            <a:lvl4pPr algn="l">
              <a:defRPr sz="1546" b="0" i="0">
                <a:solidFill>
                  <a:srgbClr val="000000"/>
                </a:solidFill>
                <a:latin typeface="Comic Sans MS"/>
                <a:ea typeface="Comic Sans MS"/>
                <a:cs typeface="Comic Sans MS"/>
              </a:defRPr>
            </a:lvl4pPr>
            <a:lvl5pPr algn="l">
              <a:defRPr sz="1546" b="0" i="0">
                <a:solidFill>
                  <a:srgbClr val="000000"/>
                </a:solidFill>
                <a:latin typeface="Comic Sans MS"/>
                <a:ea typeface="Comic Sans MS"/>
                <a:cs typeface="Comic Sans MS"/>
              </a:defRPr>
            </a:lvl5pPr>
            <a:lvl6pPr algn="l">
              <a:defRPr sz="1546" b="0" i="0">
                <a:solidFill>
                  <a:srgbClr val="000000"/>
                </a:solidFill>
                <a:latin typeface="Comic Sans MS"/>
                <a:ea typeface="Comic Sans MS"/>
                <a:cs typeface="Comic Sans MS"/>
              </a:defRPr>
            </a:lvl6pPr>
            <a:lvl7pPr algn="l">
              <a:defRPr sz="1546" b="0" i="0">
                <a:solidFill>
                  <a:srgbClr val="000000"/>
                </a:solidFill>
                <a:latin typeface="Comic Sans MS"/>
                <a:ea typeface="Comic Sans MS"/>
                <a:cs typeface="Comic Sans MS"/>
              </a:defRPr>
            </a:lvl7pPr>
            <a:lvl8pPr algn="l">
              <a:defRPr sz="1546" b="0" i="0">
                <a:solidFill>
                  <a:srgbClr val="000000"/>
                </a:solidFill>
                <a:latin typeface="Comic Sans MS"/>
                <a:ea typeface="Comic Sans MS"/>
                <a:cs typeface="Comic Sans MS"/>
              </a:defRPr>
            </a:lvl8pPr>
            <a:lvl9pPr algn="l">
              <a:defRPr sz="1546" b="0" i="0">
                <a:solidFill>
                  <a:srgbClr val="000000"/>
                </a:solidFill>
                <a:latin typeface="Comic Sans MS"/>
                <a:ea typeface="Comic Sans MS"/>
                <a:cs typeface="Comic Sans MS"/>
              </a:defRPr>
            </a:lvl9pPr>
          </a:lstStyle>
          <a:p xmlns:a="http://schemas.openxmlformats.org/drawingml/2006/main">
            <a:pPr algn="l">
              <a:lnSpc>
                <a:spcPct val="100000"/>
              </a:lnSpc>
              <a:buNone/>
              <a:defRPr sz="1546" b="0" i="0">
                <a:solidFill>
                  <a:srgbClr val="000000"/>
                </a:solidFill>
                <a:latin typeface="Comic Sans MS"/>
                <a:ea typeface="Comic Sans MS"/>
                <a:cs typeface="Comic Sans MS"/>
              </a:defRPr>
            </a:pPr>
            <a:r>
              <a:rPr sz="1546" b="0" i="0">
                <a:solidFill>
                  <a:srgbClr val="000000"/>
                </a:solidFill>
                <a:latin typeface="Comic Sans MS"/>
                <a:ea typeface="Comic Sans MS"/>
                <a:cs typeface="Comic Sans MS"/>
              </a:rPr>
              <a:t>EVGR</a:t>
            </a:r>
          </a:p>
        </p:txBody>
      </p:sp>
      <p:sp>
        <p:nvSpPr>
          <p:cNvPr id="359" name="text-315 Reward">
            <a:extLst xmlns:a="http://schemas.openxmlformats.org/drawingml/2006/main">
              <a:ext uri="{FF2B5EF4-FFF2-40B4-BE49-F238E27FC236}">
                <a16:creationId xmlns:a16="http://schemas.microsoft.com/office/drawing/2014/main" id="{27F093FB-B4D6-42D1-9A22-DB0AFB7453BE}"/>
              </a:ext>
            </a:extLst>
          </p:cNvPr>
          <p:cNvSpPr>
            <a:spLocks xmlns:a="http://schemas.openxmlformats.org/drawingml/2006/main" noGrp="1"/>
          </p:cNvSpPr>
          <p:nvPr/>
        </p:nvSpPr>
        <p:spPr>
          <a:xfrm xmlns:a="http://schemas.openxmlformats.org/drawingml/2006/main" rot="0">
            <a:off x="13084292" y="4549915"/>
            <a:ext cx="711912" cy="275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49" b="0" i="0">
                <a:solidFill>
                  <a:srgbClr val="000000"/>
                </a:solidFill>
                <a:latin typeface="Comic Sans MS"/>
                <a:ea typeface="Comic Sans MS"/>
                <a:cs typeface="Comic Sans MS"/>
              </a:defRPr>
            </a:defPPr>
            <a:lvl1pPr algn="l">
              <a:defRPr sz="1549" b="0" i="0">
                <a:solidFill>
                  <a:srgbClr val="000000"/>
                </a:solidFill>
                <a:latin typeface="Comic Sans MS"/>
                <a:ea typeface="Comic Sans MS"/>
                <a:cs typeface="Comic Sans MS"/>
              </a:defRPr>
            </a:lvl1pPr>
            <a:lvl2pPr algn="l">
              <a:defRPr sz="1549" b="0" i="0">
                <a:solidFill>
                  <a:srgbClr val="000000"/>
                </a:solidFill>
                <a:latin typeface="Comic Sans MS"/>
                <a:ea typeface="Comic Sans MS"/>
                <a:cs typeface="Comic Sans MS"/>
              </a:defRPr>
            </a:lvl2pPr>
            <a:lvl3pPr algn="l">
              <a:defRPr sz="1549" b="0" i="0">
                <a:solidFill>
                  <a:srgbClr val="000000"/>
                </a:solidFill>
                <a:latin typeface="Comic Sans MS"/>
                <a:ea typeface="Comic Sans MS"/>
                <a:cs typeface="Comic Sans MS"/>
              </a:defRPr>
            </a:lvl3pPr>
            <a:lvl4pPr algn="l">
              <a:defRPr sz="1549" b="0" i="0">
                <a:solidFill>
                  <a:srgbClr val="000000"/>
                </a:solidFill>
                <a:latin typeface="Comic Sans MS"/>
                <a:ea typeface="Comic Sans MS"/>
                <a:cs typeface="Comic Sans MS"/>
              </a:defRPr>
            </a:lvl4pPr>
            <a:lvl5pPr algn="l">
              <a:defRPr sz="1549" b="0" i="0">
                <a:solidFill>
                  <a:srgbClr val="000000"/>
                </a:solidFill>
                <a:latin typeface="Comic Sans MS"/>
                <a:ea typeface="Comic Sans MS"/>
                <a:cs typeface="Comic Sans MS"/>
              </a:defRPr>
            </a:lvl5pPr>
            <a:lvl6pPr algn="l">
              <a:defRPr sz="1549" b="0" i="0">
                <a:solidFill>
                  <a:srgbClr val="000000"/>
                </a:solidFill>
                <a:latin typeface="Comic Sans MS"/>
                <a:ea typeface="Comic Sans MS"/>
                <a:cs typeface="Comic Sans MS"/>
              </a:defRPr>
            </a:lvl6pPr>
            <a:lvl7pPr algn="l">
              <a:defRPr sz="1549" b="0" i="0">
                <a:solidFill>
                  <a:srgbClr val="000000"/>
                </a:solidFill>
                <a:latin typeface="Comic Sans MS"/>
                <a:ea typeface="Comic Sans MS"/>
                <a:cs typeface="Comic Sans MS"/>
              </a:defRPr>
            </a:lvl7pPr>
            <a:lvl8pPr algn="l">
              <a:defRPr sz="1549" b="0" i="0">
                <a:solidFill>
                  <a:srgbClr val="000000"/>
                </a:solidFill>
                <a:latin typeface="Comic Sans MS"/>
                <a:ea typeface="Comic Sans MS"/>
                <a:cs typeface="Comic Sans MS"/>
              </a:defRPr>
            </a:lvl8pPr>
            <a:lvl9pPr algn="l">
              <a:defRPr sz="1549" b="0" i="0">
                <a:solidFill>
                  <a:srgbClr val="000000"/>
                </a:solidFill>
                <a:latin typeface="Comic Sans MS"/>
                <a:ea typeface="Comic Sans MS"/>
                <a:cs typeface="Comic Sans MS"/>
              </a:defRPr>
            </a:lvl9pPr>
          </a:lstStyle>
          <a:p xmlns:a="http://schemas.openxmlformats.org/drawingml/2006/main">
            <a:pPr algn="l">
              <a:lnSpc>
                <a:spcPct val="100000"/>
              </a:lnSpc>
              <a:buNone/>
              <a:defRPr sz="1549" b="0" i="0">
                <a:solidFill>
                  <a:srgbClr val="000000"/>
                </a:solidFill>
                <a:latin typeface="Comic Sans MS"/>
                <a:ea typeface="Comic Sans MS"/>
                <a:cs typeface="Comic Sans MS"/>
              </a:defRPr>
            </a:pPr>
            <a:r>
              <a:rPr sz="1549" b="0" i="0">
                <a:solidFill>
                  <a:srgbClr val="000000"/>
                </a:solidFill>
                <a:latin typeface="Comic Sans MS"/>
                <a:ea typeface="Comic Sans MS"/>
                <a:cs typeface="Comic Sans MS"/>
              </a:rPr>
              <a:t>Reward</a:t>
            </a:r>
          </a:p>
        </p:txBody>
      </p:sp>
      <p:sp>
        <p:nvSpPr>
          <p:cNvPr id="360" name="path-316">
            <a:extLst xmlns:a="http://schemas.openxmlformats.org/drawingml/2006/main">
              <a:ext uri="{FF2B5EF4-FFF2-40B4-BE49-F238E27FC236}">
                <a16:creationId xmlns:a16="http://schemas.microsoft.com/office/drawing/2014/main" id="{3B294B37-859A-4774-8A4F-C3CFAF4D6AAA}"/>
              </a:ext>
            </a:extLst>
          </p:cNvPr>
          <p:cNvSpPr>
            <a:spLocks xmlns:a="http://schemas.openxmlformats.org/drawingml/2006/main" noGrp="1"/>
          </p:cNvSpPr>
          <p:nvPr/>
        </p:nvSpPr>
        <p:spPr>
          <a:xfrm xmlns:a="http://schemas.openxmlformats.org/drawingml/2006/main">
            <a:off x="11466240" y="1437587"/>
            <a:ext cx="372024" cy="544443"/>
          </a:xfrm>
          <a:custGeom xmlns:a="http://schemas.openxmlformats.org/drawingml/2006/main">
            <a:pathLst>
              <a:path w="372024" h="544443">
                <a:moveTo>
                  <a:pt x="15247" y="544443"/>
                </a:moveTo>
                <a:lnTo>
                  <a:pt x="345309" y="55969"/>
                </a:lnTo>
                <a:lnTo>
                  <a:pt x="330062" y="45668"/>
                </a:lnTo>
                <a:lnTo>
                  <a:pt x="0" y="534142"/>
                </a:lnTo>
                <a:lnTo>
                  <a:pt x="15247" y="544443"/>
                </a:lnTo>
                <a:moveTo>
                  <a:pt x="361309" y="81586"/>
                </a:moveTo>
                <a:lnTo>
                  <a:pt x="372024" y="0"/>
                </a:lnTo>
                <a:lnTo>
                  <a:pt x="300326" y="40379"/>
                </a:lnTo>
                <a:lnTo>
                  <a:pt x="361309" y="81586"/>
                </a:lnTo>
              </a:path>
            </a:pathLst>
          </a:custGeom>
          <a:solidFill xmlns:a="http://schemas.openxmlformats.org/drawingml/2006/main">
            <a:srgbClr val="000000"/>
          </a:solidFill>
          <a:ln xmlns:a="http://schemas.openxmlformats.org/drawingml/2006/main" w="0">
            <a:noFill/>
            <a:prstDash val="solid"/>
          </a:ln>
        </p:spPr>
      </p:sp>
      <p:sp>
        <p:nvSpPr>
          <p:cNvPr id="361" name="path-317">
            <a:extLst xmlns:a="http://schemas.openxmlformats.org/drawingml/2006/main">
              <a:ext uri="{FF2B5EF4-FFF2-40B4-BE49-F238E27FC236}">
                <a16:creationId xmlns:a16="http://schemas.microsoft.com/office/drawing/2014/main" id="{5B3DED02-B3D3-44F7-A6EA-3CD34E149CBB}"/>
              </a:ext>
            </a:extLst>
          </p:cNvPr>
          <p:cNvSpPr>
            <a:spLocks xmlns:a="http://schemas.openxmlformats.org/drawingml/2006/main" noGrp="1"/>
          </p:cNvSpPr>
          <p:nvPr/>
        </p:nvSpPr>
        <p:spPr>
          <a:xfrm xmlns:a="http://schemas.openxmlformats.org/drawingml/2006/main">
            <a:off x="11436898" y="1437581"/>
            <a:ext cx="402732" cy="3076406"/>
          </a:xfrm>
          <a:custGeom xmlns:a="http://schemas.openxmlformats.org/drawingml/2006/main">
            <a:pathLst>
              <a:path w="402732" h="3076406">
                <a:moveTo>
                  <a:pt x="18251" y="3076406"/>
                </a:moveTo>
                <a:lnTo>
                  <a:pt x="402732" y="61992"/>
                </a:lnTo>
                <a:lnTo>
                  <a:pt x="384481" y="59664"/>
                </a:lnTo>
                <a:lnTo>
                  <a:pt x="0" y="3074078"/>
                </a:lnTo>
                <a:lnTo>
                  <a:pt x="18251" y="3076406"/>
                </a:lnTo>
                <a:moveTo>
                  <a:pt x="428558" y="77664"/>
                </a:moveTo>
                <a:lnTo>
                  <a:pt x="401365" y="0"/>
                </a:lnTo>
                <a:lnTo>
                  <a:pt x="355549" y="68352"/>
                </a:lnTo>
                <a:lnTo>
                  <a:pt x="428558" y="77664"/>
                </a:lnTo>
              </a:path>
            </a:pathLst>
          </a:custGeom>
          <a:solidFill xmlns:a="http://schemas.openxmlformats.org/drawingml/2006/main">
            <a:srgbClr val="000000"/>
          </a:solidFill>
          <a:ln xmlns:a="http://schemas.openxmlformats.org/drawingml/2006/main" w="0">
            <a:noFill/>
            <a:prstDash val="solid"/>
          </a:ln>
        </p:spPr>
      </p:sp>
      <p:sp>
        <p:nvSpPr>
          <p:cNvPr id="362" name="path-318">
            <a:extLst xmlns:a="http://schemas.openxmlformats.org/drawingml/2006/main">
              <a:ext uri="{FF2B5EF4-FFF2-40B4-BE49-F238E27FC236}">
                <a16:creationId xmlns:a16="http://schemas.microsoft.com/office/drawing/2014/main" id="{3C9B4FE3-A0E9-4FB8-92FB-1CC7016AA15E}"/>
              </a:ext>
            </a:extLst>
          </p:cNvPr>
          <p:cNvSpPr>
            <a:spLocks xmlns:a="http://schemas.openxmlformats.org/drawingml/2006/main" noGrp="1"/>
          </p:cNvSpPr>
          <p:nvPr/>
        </p:nvSpPr>
        <p:spPr>
          <a:xfrm xmlns:a="http://schemas.openxmlformats.org/drawingml/2006/main">
            <a:off x="11464962" y="1974572"/>
            <a:ext cx="346151" cy="1304644"/>
          </a:xfrm>
          <a:custGeom xmlns:a="http://schemas.openxmlformats.org/drawingml/2006/main">
            <a:pathLst>
              <a:path w="346151" h="1304644">
                <a:moveTo>
                  <a:pt x="17812" y="0"/>
                </a:moveTo>
                <a:lnTo>
                  <a:pt x="339682" y="1242963"/>
                </a:lnTo>
                <a:lnTo>
                  <a:pt x="321869" y="1247575"/>
                </a:lnTo>
                <a:lnTo>
                  <a:pt x="0" y="4613"/>
                </a:lnTo>
                <a:lnTo>
                  <a:pt x="17812" y="0"/>
                </a:lnTo>
                <a:moveTo>
                  <a:pt x="363325" y="1224168"/>
                </a:moveTo>
                <a:lnTo>
                  <a:pt x="346151" y="1304644"/>
                </a:lnTo>
                <a:lnTo>
                  <a:pt x="292075" y="1242618"/>
                </a:lnTo>
                <a:lnTo>
                  <a:pt x="363325" y="1224168"/>
                </a:lnTo>
              </a:path>
            </a:pathLst>
          </a:custGeom>
          <a:solidFill xmlns:a="http://schemas.openxmlformats.org/drawingml/2006/main">
            <a:srgbClr val="000000"/>
          </a:solidFill>
          <a:ln xmlns:a="http://schemas.openxmlformats.org/drawingml/2006/main" w="0">
            <a:noFill/>
            <a:prstDash val="solid"/>
          </a:ln>
        </p:spPr>
      </p:sp>
      <p:sp>
        <p:nvSpPr>
          <p:cNvPr id="363" name="path-319">
            <a:extLst xmlns:a="http://schemas.openxmlformats.org/drawingml/2006/main">
              <a:ext uri="{FF2B5EF4-FFF2-40B4-BE49-F238E27FC236}">
                <a16:creationId xmlns:a16="http://schemas.microsoft.com/office/drawing/2014/main" id="{8463878E-EF86-4482-8312-A024EE9C5019}"/>
              </a:ext>
            </a:extLst>
          </p:cNvPr>
          <p:cNvSpPr>
            <a:spLocks xmlns:a="http://schemas.openxmlformats.org/drawingml/2006/main" noGrp="1"/>
          </p:cNvSpPr>
          <p:nvPr/>
        </p:nvSpPr>
        <p:spPr>
          <a:xfrm xmlns:a="http://schemas.openxmlformats.org/drawingml/2006/main">
            <a:off x="11457867" y="3279210"/>
            <a:ext cx="353244" cy="1236087"/>
          </a:xfrm>
          <a:custGeom xmlns:a="http://schemas.openxmlformats.org/drawingml/2006/main">
            <a:pathLst>
              <a:path w="353244" h="1236087">
                <a:moveTo>
                  <a:pt x="17722" y="1236087"/>
                </a:moveTo>
                <a:lnTo>
                  <a:pt x="345614" y="61550"/>
                </a:lnTo>
                <a:lnTo>
                  <a:pt x="327892" y="56604"/>
                </a:lnTo>
                <a:lnTo>
                  <a:pt x="0" y="1231139"/>
                </a:lnTo>
                <a:lnTo>
                  <a:pt x="17722" y="1236087"/>
                </a:lnTo>
                <a:moveTo>
                  <a:pt x="368900" y="80785"/>
                </a:moveTo>
                <a:lnTo>
                  <a:pt x="353244" y="0"/>
                </a:lnTo>
                <a:lnTo>
                  <a:pt x="298010" y="60995"/>
                </a:lnTo>
                <a:lnTo>
                  <a:pt x="368900" y="80785"/>
                </a:lnTo>
              </a:path>
            </a:pathLst>
          </a:custGeom>
          <a:solidFill xmlns:a="http://schemas.openxmlformats.org/drawingml/2006/main">
            <a:srgbClr val="000000"/>
          </a:solidFill>
          <a:ln xmlns:a="http://schemas.openxmlformats.org/drawingml/2006/main" w="0">
            <a:noFill/>
            <a:prstDash val="solid"/>
          </a:ln>
        </p:spPr>
      </p:sp>
      <p:sp>
        <p:nvSpPr>
          <p:cNvPr id="364" name="path-320">
            <a:extLst xmlns:a="http://schemas.openxmlformats.org/drawingml/2006/main">
              <a:ext uri="{FF2B5EF4-FFF2-40B4-BE49-F238E27FC236}">
                <a16:creationId xmlns:a16="http://schemas.microsoft.com/office/drawing/2014/main" id="{23193284-B638-430D-9847-00821715D6AB}"/>
              </a:ext>
            </a:extLst>
          </p:cNvPr>
          <p:cNvSpPr>
            <a:spLocks xmlns:a="http://schemas.openxmlformats.org/drawingml/2006/main" noGrp="1"/>
          </p:cNvSpPr>
          <p:nvPr/>
        </p:nvSpPr>
        <p:spPr>
          <a:xfrm xmlns:a="http://schemas.openxmlformats.org/drawingml/2006/main">
            <a:off x="14173500" y="4897656"/>
            <a:ext cx="213564" cy="46001"/>
          </a:xfrm>
          <a:custGeom xmlns:a="http://schemas.openxmlformats.org/drawingml/2006/main">
            <a:pathLst>
              <a:path w="213564" h="46001">
                <a:moveTo>
                  <a:pt x="0" y="0"/>
                </a:moveTo>
                <a:lnTo>
                  <a:pt x="152230" y="1"/>
                </a:lnTo>
                <a:lnTo>
                  <a:pt x="152230" y="18401"/>
                </a:lnTo>
                <a:lnTo>
                  <a:pt x="0" y="18400"/>
                </a:lnTo>
                <a:lnTo>
                  <a:pt x="0" y="0"/>
                </a:lnTo>
                <a:moveTo>
                  <a:pt x="139964" y="-27599"/>
                </a:moveTo>
                <a:lnTo>
                  <a:pt x="213564" y="9201"/>
                </a:lnTo>
                <a:lnTo>
                  <a:pt x="139964" y="46001"/>
                </a:lnTo>
                <a:lnTo>
                  <a:pt x="139964" y="-27599"/>
                </a:lnTo>
              </a:path>
            </a:pathLst>
          </a:custGeom>
          <a:solidFill xmlns:a="http://schemas.openxmlformats.org/drawingml/2006/main">
            <a:srgbClr val="000000"/>
          </a:solidFill>
          <a:ln xmlns:a="http://schemas.openxmlformats.org/drawingml/2006/main" w="0">
            <a:noFill/>
            <a:prstDash val="solid"/>
          </a:ln>
        </p:spPr>
      </p:sp>
      <p:sp>
        <p:nvSpPr>
          <p:cNvPr id="365" name="path-321">
            <a:extLst xmlns:a="http://schemas.openxmlformats.org/drawingml/2006/main">
              <a:ext uri="{FF2B5EF4-FFF2-40B4-BE49-F238E27FC236}">
                <a16:creationId xmlns:a16="http://schemas.microsoft.com/office/drawing/2014/main" id="{A63419D5-D411-49FF-9BE0-F2CCDEFD1B4F}"/>
              </a:ext>
            </a:extLst>
          </p:cNvPr>
          <p:cNvSpPr>
            <a:spLocks xmlns:a="http://schemas.openxmlformats.org/drawingml/2006/main" noGrp="1"/>
          </p:cNvSpPr>
          <p:nvPr/>
        </p:nvSpPr>
        <p:spPr>
          <a:xfrm xmlns:a="http://schemas.openxmlformats.org/drawingml/2006/main">
            <a:off x="16492986" y="1997953"/>
            <a:ext cx="69958" cy="93246"/>
          </a:xfrm>
          <a:custGeom xmlns:a="http://schemas.openxmlformats.org/drawingml/2006/main">
            <a:pathLst>
              <a:path w="69958" h="93246">
                <a:moveTo>
                  <a:pt x="27217" y="17538"/>
                </a:moveTo>
                <a:lnTo>
                  <a:pt x="28558" y="17825"/>
                </a:lnTo>
                <a:cubicBezTo>
                  <a:pt x="32072" y="13544"/>
                  <a:pt x="35331" y="10174"/>
                  <a:pt x="38333" y="7715"/>
                </a:cubicBezTo>
                <a:cubicBezTo>
                  <a:pt x="41336" y="5255"/>
                  <a:pt x="44579" y="3354"/>
                  <a:pt x="48060" y="2013"/>
                </a:cubicBezTo>
                <a:cubicBezTo>
                  <a:pt x="51542" y="671"/>
                  <a:pt x="55488" y="0"/>
                  <a:pt x="59896" y="0"/>
                </a:cubicBezTo>
                <a:cubicBezTo>
                  <a:pt x="63601" y="0"/>
                  <a:pt x="66956" y="192"/>
                  <a:pt x="69958" y="575"/>
                </a:cubicBezTo>
                <a:lnTo>
                  <a:pt x="69958" y="22617"/>
                </a:lnTo>
                <a:lnTo>
                  <a:pt x="59129" y="22617"/>
                </a:lnTo>
                <a:cubicBezTo>
                  <a:pt x="57596" y="19167"/>
                  <a:pt x="55967" y="16659"/>
                  <a:pt x="54242" y="15094"/>
                </a:cubicBezTo>
                <a:cubicBezTo>
                  <a:pt x="52517" y="13528"/>
                  <a:pt x="50153" y="12746"/>
                  <a:pt x="47150" y="12746"/>
                </a:cubicBezTo>
                <a:cubicBezTo>
                  <a:pt x="44850" y="12746"/>
                  <a:pt x="42566" y="13417"/>
                  <a:pt x="40298" y="14758"/>
                </a:cubicBezTo>
                <a:cubicBezTo>
                  <a:pt x="38030" y="16100"/>
                  <a:pt x="35842" y="18049"/>
                  <a:pt x="33733" y="20604"/>
                </a:cubicBezTo>
                <a:cubicBezTo>
                  <a:pt x="31625" y="23160"/>
                  <a:pt x="30172" y="25556"/>
                  <a:pt x="29373" y="27792"/>
                </a:cubicBezTo>
                <a:cubicBezTo>
                  <a:pt x="28574" y="30028"/>
                  <a:pt x="28175" y="32679"/>
                  <a:pt x="28175" y="35746"/>
                </a:cubicBezTo>
                <a:lnTo>
                  <a:pt x="28175" y="69288"/>
                </a:lnTo>
                <a:cubicBezTo>
                  <a:pt x="28175" y="75101"/>
                  <a:pt x="28526" y="79110"/>
                  <a:pt x="29229" y="81315"/>
                </a:cubicBezTo>
                <a:cubicBezTo>
                  <a:pt x="29932" y="83519"/>
                  <a:pt x="31098" y="85132"/>
                  <a:pt x="32727" y="86154"/>
                </a:cubicBezTo>
                <a:cubicBezTo>
                  <a:pt x="34356" y="87176"/>
                  <a:pt x="36800" y="87975"/>
                  <a:pt x="40058" y="88550"/>
                </a:cubicBezTo>
                <a:lnTo>
                  <a:pt x="40058" y="93246"/>
                </a:lnTo>
                <a:lnTo>
                  <a:pt x="1438" y="93246"/>
                </a:lnTo>
                <a:lnTo>
                  <a:pt x="1438" y="88550"/>
                </a:lnTo>
                <a:cubicBezTo>
                  <a:pt x="3865" y="87783"/>
                  <a:pt x="5606" y="87113"/>
                  <a:pt x="6660" y="86538"/>
                </a:cubicBezTo>
                <a:cubicBezTo>
                  <a:pt x="7715" y="85963"/>
                  <a:pt x="8625" y="85164"/>
                  <a:pt x="9392" y="84142"/>
                </a:cubicBezTo>
                <a:cubicBezTo>
                  <a:pt x="10158" y="83119"/>
                  <a:pt x="10733" y="81554"/>
                  <a:pt x="11117" y="79446"/>
                </a:cubicBezTo>
                <a:cubicBezTo>
                  <a:pt x="11500" y="77338"/>
                  <a:pt x="11692" y="74047"/>
                  <a:pt x="11692" y="69575"/>
                </a:cubicBezTo>
                <a:lnTo>
                  <a:pt x="11692" y="27792"/>
                </a:lnTo>
                <a:cubicBezTo>
                  <a:pt x="11692" y="23703"/>
                  <a:pt x="11628" y="20413"/>
                  <a:pt x="11500" y="17921"/>
                </a:cubicBezTo>
                <a:cubicBezTo>
                  <a:pt x="11372" y="15429"/>
                  <a:pt x="10925" y="13433"/>
                  <a:pt x="10158" y="11931"/>
                </a:cubicBezTo>
                <a:cubicBezTo>
                  <a:pt x="9392" y="10430"/>
                  <a:pt x="8226" y="9312"/>
                  <a:pt x="6660" y="8577"/>
                </a:cubicBezTo>
                <a:cubicBezTo>
                  <a:pt x="5095" y="7842"/>
                  <a:pt x="2875" y="7219"/>
                  <a:pt x="0" y="6708"/>
                </a:cubicBezTo>
                <a:lnTo>
                  <a:pt x="0" y="1725"/>
                </a:lnTo>
                <a:lnTo>
                  <a:pt x="22425" y="767"/>
                </a:lnTo>
                <a:lnTo>
                  <a:pt x="28271" y="767"/>
                </a:lnTo>
                <a:lnTo>
                  <a:pt x="27217" y="17538"/>
                </a:lnTo>
                <a:close/>
              </a:path>
            </a:pathLst>
          </a:custGeom>
          <a:solidFill xmlns:a="http://schemas.openxmlformats.org/drawingml/2006/main">
            <a:srgbClr val="000000"/>
          </a:solidFill>
          <a:ln xmlns:a="http://schemas.openxmlformats.org/drawingml/2006/main" w="0">
            <a:noFill/>
            <a:prstDash val="solid"/>
          </a:ln>
        </p:spPr>
      </p:sp>
      <p:sp>
        <p:nvSpPr>
          <p:cNvPr id="366" name="path-322">
            <a:extLst xmlns:a="http://schemas.openxmlformats.org/drawingml/2006/main">
              <a:ext uri="{FF2B5EF4-FFF2-40B4-BE49-F238E27FC236}">
                <a16:creationId xmlns:a16="http://schemas.microsoft.com/office/drawing/2014/main" id="{D969FCE5-1F81-4119-BC9B-CBB8822FF93D}"/>
              </a:ext>
            </a:extLst>
          </p:cNvPr>
          <p:cNvSpPr>
            <a:spLocks xmlns:a="http://schemas.openxmlformats.org/drawingml/2006/main" noGrp="1"/>
          </p:cNvSpPr>
          <p:nvPr/>
        </p:nvSpPr>
        <p:spPr>
          <a:xfrm xmlns:a="http://schemas.openxmlformats.org/drawingml/2006/main">
            <a:off x="16576505" y="2042284"/>
            <a:ext cx="52253" cy="91425"/>
          </a:xfrm>
          <a:custGeom xmlns:a="http://schemas.openxmlformats.org/drawingml/2006/main">
            <a:pathLst>
              <a:path w="52253" h="91425">
                <a:moveTo>
                  <a:pt x="45281" y="76259"/>
                </a:moveTo>
                <a:cubicBezTo>
                  <a:pt x="42838" y="78991"/>
                  <a:pt x="40514" y="81315"/>
                  <a:pt x="38309" y="83231"/>
                </a:cubicBezTo>
                <a:cubicBezTo>
                  <a:pt x="36105" y="85148"/>
                  <a:pt x="33949" y="86717"/>
                  <a:pt x="31841" y="87939"/>
                </a:cubicBezTo>
                <a:cubicBezTo>
                  <a:pt x="29732" y="89161"/>
                  <a:pt x="27648" y="90047"/>
                  <a:pt x="25588" y="90599"/>
                </a:cubicBezTo>
                <a:cubicBezTo>
                  <a:pt x="23527" y="91150"/>
                  <a:pt x="21419" y="91425"/>
                  <a:pt x="19263" y="91425"/>
                </a:cubicBezTo>
                <a:cubicBezTo>
                  <a:pt x="13560" y="91425"/>
                  <a:pt x="9308" y="90083"/>
                  <a:pt x="6505" y="87400"/>
                </a:cubicBezTo>
                <a:cubicBezTo>
                  <a:pt x="3702" y="84717"/>
                  <a:pt x="2300" y="80764"/>
                  <a:pt x="2300" y="75541"/>
                </a:cubicBezTo>
                <a:cubicBezTo>
                  <a:pt x="2300" y="73768"/>
                  <a:pt x="2432" y="71815"/>
                  <a:pt x="2695" y="69683"/>
                </a:cubicBezTo>
                <a:cubicBezTo>
                  <a:pt x="2959" y="67551"/>
                  <a:pt x="3330" y="65478"/>
                  <a:pt x="3809" y="63466"/>
                </a:cubicBezTo>
                <a:lnTo>
                  <a:pt x="12363" y="26234"/>
                </a:lnTo>
                <a:lnTo>
                  <a:pt x="0" y="26234"/>
                </a:lnTo>
                <a:lnTo>
                  <a:pt x="1438" y="20700"/>
                </a:lnTo>
                <a:cubicBezTo>
                  <a:pt x="4313" y="20700"/>
                  <a:pt x="6553" y="20424"/>
                  <a:pt x="8158" y="19873"/>
                </a:cubicBezTo>
                <a:cubicBezTo>
                  <a:pt x="9763" y="19322"/>
                  <a:pt x="11117" y="18568"/>
                  <a:pt x="12219" y="17609"/>
                </a:cubicBezTo>
                <a:cubicBezTo>
                  <a:pt x="12938" y="16939"/>
                  <a:pt x="13632" y="16112"/>
                  <a:pt x="14303" y="15130"/>
                </a:cubicBezTo>
                <a:cubicBezTo>
                  <a:pt x="14974" y="14147"/>
                  <a:pt x="15645" y="12961"/>
                  <a:pt x="16316" y="11572"/>
                </a:cubicBezTo>
                <a:cubicBezTo>
                  <a:pt x="16986" y="10182"/>
                  <a:pt x="17669" y="8541"/>
                  <a:pt x="18364" y="6648"/>
                </a:cubicBezTo>
                <a:cubicBezTo>
                  <a:pt x="19059" y="4756"/>
                  <a:pt x="19838" y="2540"/>
                  <a:pt x="20700" y="0"/>
                </a:cubicBezTo>
                <a:lnTo>
                  <a:pt x="31913" y="0"/>
                </a:lnTo>
                <a:lnTo>
                  <a:pt x="27816" y="18256"/>
                </a:lnTo>
                <a:lnTo>
                  <a:pt x="52253" y="18256"/>
                </a:lnTo>
                <a:lnTo>
                  <a:pt x="50600" y="26234"/>
                </a:lnTo>
                <a:lnTo>
                  <a:pt x="26234" y="26234"/>
                </a:lnTo>
                <a:lnTo>
                  <a:pt x="18903" y="56350"/>
                </a:lnTo>
                <a:cubicBezTo>
                  <a:pt x="18424" y="58363"/>
                  <a:pt x="18029" y="60171"/>
                  <a:pt x="17717" y="61777"/>
                </a:cubicBezTo>
                <a:cubicBezTo>
                  <a:pt x="17406" y="63382"/>
                  <a:pt x="17154" y="64831"/>
                  <a:pt x="16963" y="66125"/>
                </a:cubicBezTo>
                <a:cubicBezTo>
                  <a:pt x="16771" y="67419"/>
                  <a:pt x="16639" y="68593"/>
                  <a:pt x="16567" y="69647"/>
                </a:cubicBezTo>
                <a:cubicBezTo>
                  <a:pt x="16495" y="70701"/>
                  <a:pt x="16459" y="71683"/>
                  <a:pt x="16459" y="72594"/>
                </a:cubicBezTo>
                <a:cubicBezTo>
                  <a:pt x="16459" y="75469"/>
                  <a:pt x="17058" y="77721"/>
                  <a:pt x="18256" y="79350"/>
                </a:cubicBezTo>
                <a:cubicBezTo>
                  <a:pt x="19454" y="80979"/>
                  <a:pt x="21419" y="81794"/>
                  <a:pt x="24150" y="81794"/>
                </a:cubicBezTo>
                <a:cubicBezTo>
                  <a:pt x="26450" y="81794"/>
                  <a:pt x="28894" y="80943"/>
                  <a:pt x="31481" y="79242"/>
                </a:cubicBezTo>
                <a:cubicBezTo>
                  <a:pt x="34069" y="77541"/>
                  <a:pt x="37016" y="74870"/>
                  <a:pt x="40322" y="71228"/>
                </a:cubicBezTo>
                <a:lnTo>
                  <a:pt x="45281" y="76259"/>
                </a:lnTo>
                <a:close/>
              </a:path>
            </a:pathLst>
          </a:custGeom>
          <a:solidFill xmlns:a="http://schemas.openxmlformats.org/drawingml/2006/main">
            <a:srgbClr val="000000"/>
          </a:solidFill>
          <a:ln xmlns:a="http://schemas.openxmlformats.org/drawingml/2006/main" w="0">
            <a:noFill/>
            <a:prstDash val="solid"/>
          </a:ln>
        </p:spPr>
      </p:sp>
      <p:sp>
        <p:nvSpPr>
          <p:cNvPr id="367" name="path-323">
            <a:extLst xmlns:a="http://schemas.openxmlformats.org/drawingml/2006/main">
              <a:ext uri="{FF2B5EF4-FFF2-40B4-BE49-F238E27FC236}">
                <a16:creationId xmlns:a16="http://schemas.microsoft.com/office/drawing/2014/main" id="{96167853-8D74-4B0B-95EB-61931B9441FF}"/>
              </a:ext>
            </a:extLst>
          </p:cNvPr>
          <p:cNvSpPr>
            <a:spLocks xmlns:a="http://schemas.openxmlformats.org/drawingml/2006/main" noGrp="1"/>
          </p:cNvSpPr>
          <p:nvPr/>
        </p:nvSpPr>
        <p:spPr>
          <a:xfrm xmlns:a="http://schemas.openxmlformats.org/drawingml/2006/main">
            <a:off x="16632115" y="2059031"/>
            <a:ext cx="72378" cy="73384"/>
          </a:xfrm>
          <a:custGeom xmlns:a="http://schemas.openxmlformats.org/drawingml/2006/main">
            <a:pathLst>
              <a:path w="72378" h="73384">
                <a:moveTo>
                  <a:pt x="19909" y="26522"/>
                </a:moveTo>
                <a:cubicBezTo>
                  <a:pt x="20580" y="23743"/>
                  <a:pt x="21047" y="21443"/>
                  <a:pt x="21311" y="19622"/>
                </a:cubicBezTo>
                <a:cubicBezTo>
                  <a:pt x="21574" y="17801"/>
                  <a:pt x="21706" y="16268"/>
                  <a:pt x="21706" y="15022"/>
                </a:cubicBezTo>
                <a:cubicBezTo>
                  <a:pt x="21706" y="11524"/>
                  <a:pt x="20293" y="9775"/>
                  <a:pt x="17466" y="9775"/>
                </a:cubicBezTo>
                <a:cubicBezTo>
                  <a:pt x="16555" y="9775"/>
                  <a:pt x="15657" y="9955"/>
                  <a:pt x="14770" y="10314"/>
                </a:cubicBezTo>
                <a:cubicBezTo>
                  <a:pt x="13884" y="10673"/>
                  <a:pt x="12961" y="11213"/>
                  <a:pt x="12003" y="11931"/>
                </a:cubicBezTo>
                <a:cubicBezTo>
                  <a:pt x="11045" y="12650"/>
                  <a:pt x="9991" y="13560"/>
                  <a:pt x="8841" y="14663"/>
                </a:cubicBezTo>
                <a:cubicBezTo>
                  <a:pt x="7691" y="15765"/>
                  <a:pt x="6397" y="17058"/>
                  <a:pt x="4959" y="18544"/>
                </a:cubicBezTo>
                <a:lnTo>
                  <a:pt x="0" y="13872"/>
                </a:lnTo>
                <a:cubicBezTo>
                  <a:pt x="2396" y="11428"/>
                  <a:pt x="4588" y="9332"/>
                  <a:pt x="6577" y="7583"/>
                </a:cubicBezTo>
                <a:cubicBezTo>
                  <a:pt x="8565" y="5834"/>
                  <a:pt x="10470" y="4396"/>
                  <a:pt x="12291" y="3270"/>
                </a:cubicBezTo>
                <a:cubicBezTo>
                  <a:pt x="14111" y="2144"/>
                  <a:pt x="15908" y="1318"/>
                  <a:pt x="17681" y="791"/>
                </a:cubicBezTo>
                <a:cubicBezTo>
                  <a:pt x="19454" y="264"/>
                  <a:pt x="21299" y="0"/>
                  <a:pt x="23216" y="0"/>
                </a:cubicBezTo>
                <a:cubicBezTo>
                  <a:pt x="26761" y="0"/>
                  <a:pt x="29505" y="1162"/>
                  <a:pt x="31445" y="3486"/>
                </a:cubicBezTo>
                <a:cubicBezTo>
                  <a:pt x="33386" y="5810"/>
                  <a:pt x="34356" y="8865"/>
                  <a:pt x="34356" y="12650"/>
                </a:cubicBezTo>
                <a:cubicBezTo>
                  <a:pt x="34356" y="14806"/>
                  <a:pt x="34021" y="16723"/>
                  <a:pt x="33350" y="18400"/>
                </a:cubicBezTo>
                <a:lnTo>
                  <a:pt x="34356" y="18831"/>
                </a:lnTo>
                <a:cubicBezTo>
                  <a:pt x="39196" y="12363"/>
                  <a:pt x="43904" y="7607"/>
                  <a:pt x="48480" y="4564"/>
                </a:cubicBezTo>
                <a:cubicBezTo>
                  <a:pt x="53056" y="1521"/>
                  <a:pt x="57764" y="0"/>
                  <a:pt x="62603" y="0"/>
                </a:cubicBezTo>
                <a:cubicBezTo>
                  <a:pt x="64424" y="0"/>
                  <a:pt x="66137" y="96"/>
                  <a:pt x="67742" y="288"/>
                </a:cubicBezTo>
                <a:cubicBezTo>
                  <a:pt x="69347" y="479"/>
                  <a:pt x="70893" y="719"/>
                  <a:pt x="72378" y="1006"/>
                </a:cubicBezTo>
                <a:lnTo>
                  <a:pt x="68713" y="18400"/>
                </a:lnTo>
                <a:lnTo>
                  <a:pt x="60375" y="18400"/>
                </a:lnTo>
                <a:cubicBezTo>
                  <a:pt x="60135" y="15525"/>
                  <a:pt x="59525" y="13465"/>
                  <a:pt x="58542" y="12219"/>
                </a:cubicBezTo>
                <a:cubicBezTo>
                  <a:pt x="57560" y="10973"/>
                  <a:pt x="56134" y="10350"/>
                  <a:pt x="54266" y="10350"/>
                </a:cubicBezTo>
                <a:cubicBezTo>
                  <a:pt x="53164" y="10302"/>
                  <a:pt x="51894" y="10638"/>
                  <a:pt x="50456" y="11356"/>
                </a:cubicBezTo>
                <a:cubicBezTo>
                  <a:pt x="49019" y="12075"/>
                  <a:pt x="47497" y="13105"/>
                  <a:pt x="45892" y="14447"/>
                </a:cubicBezTo>
                <a:cubicBezTo>
                  <a:pt x="44287" y="15789"/>
                  <a:pt x="42694" y="17370"/>
                  <a:pt x="41113" y="19191"/>
                </a:cubicBezTo>
                <a:cubicBezTo>
                  <a:pt x="39531" y="21011"/>
                  <a:pt x="38034" y="23000"/>
                  <a:pt x="36620" y="25156"/>
                </a:cubicBezTo>
                <a:cubicBezTo>
                  <a:pt x="35207" y="27313"/>
                  <a:pt x="33973" y="29601"/>
                  <a:pt x="32919" y="32020"/>
                </a:cubicBezTo>
                <a:cubicBezTo>
                  <a:pt x="31865" y="34440"/>
                  <a:pt x="31074" y="36872"/>
                  <a:pt x="30547" y="39316"/>
                </a:cubicBezTo>
                <a:lnTo>
                  <a:pt x="23216" y="73384"/>
                </a:lnTo>
                <a:lnTo>
                  <a:pt x="9128" y="73384"/>
                </a:lnTo>
                <a:lnTo>
                  <a:pt x="19909" y="26522"/>
                </a:lnTo>
                <a:close/>
              </a:path>
            </a:pathLst>
          </a:custGeom>
          <a:solidFill xmlns:a="http://schemas.openxmlformats.org/drawingml/2006/main">
            <a:srgbClr val="000000"/>
          </a:solidFill>
          <a:ln xmlns:a="http://schemas.openxmlformats.org/drawingml/2006/main" w="0">
            <a:noFill/>
            <a:prstDash val="solid"/>
          </a:ln>
        </p:spPr>
      </p:sp>
      <p:sp>
        <p:nvSpPr>
          <p:cNvPr id="368" name="path-324">
            <a:extLst xmlns:a="http://schemas.openxmlformats.org/drawingml/2006/main">
              <a:ext uri="{FF2B5EF4-FFF2-40B4-BE49-F238E27FC236}">
                <a16:creationId xmlns:a16="http://schemas.microsoft.com/office/drawing/2014/main" id="{0CB499C4-D893-47C9-AF1A-76B8749E6120}"/>
              </a:ext>
            </a:extLst>
          </p:cNvPr>
          <p:cNvSpPr>
            <a:spLocks xmlns:a="http://schemas.openxmlformats.org/drawingml/2006/main" noGrp="1"/>
          </p:cNvSpPr>
          <p:nvPr/>
        </p:nvSpPr>
        <p:spPr>
          <a:xfrm xmlns:a="http://schemas.openxmlformats.org/drawingml/2006/main">
            <a:off x="16713455" y="2059031"/>
            <a:ext cx="79997" cy="74678"/>
          </a:xfrm>
          <a:custGeom xmlns:a="http://schemas.openxmlformats.org/drawingml/2006/main">
            <a:pathLst>
              <a:path w="79997" h="74678">
                <a:moveTo>
                  <a:pt x="45856" y="55559"/>
                </a:moveTo>
                <a:cubicBezTo>
                  <a:pt x="43413" y="58962"/>
                  <a:pt x="41041" y="61860"/>
                  <a:pt x="38741" y="64256"/>
                </a:cubicBezTo>
                <a:cubicBezTo>
                  <a:pt x="36441" y="66652"/>
                  <a:pt x="34165" y="68629"/>
                  <a:pt x="31913" y="70186"/>
                </a:cubicBezTo>
                <a:cubicBezTo>
                  <a:pt x="29660" y="71743"/>
                  <a:pt x="27384" y="72881"/>
                  <a:pt x="25084" y="73600"/>
                </a:cubicBezTo>
                <a:cubicBezTo>
                  <a:pt x="22784" y="74319"/>
                  <a:pt x="20389" y="74678"/>
                  <a:pt x="17897" y="74678"/>
                </a:cubicBezTo>
                <a:cubicBezTo>
                  <a:pt x="12195" y="74678"/>
                  <a:pt x="7786" y="72630"/>
                  <a:pt x="4672" y="68533"/>
                </a:cubicBezTo>
                <a:cubicBezTo>
                  <a:pt x="1557" y="64436"/>
                  <a:pt x="0" y="58482"/>
                  <a:pt x="0" y="50672"/>
                </a:cubicBezTo>
                <a:cubicBezTo>
                  <a:pt x="0" y="46024"/>
                  <a:pt x="491" y="41556"/>
                  <a:pt x="1473" y="37267"/>
                </a:cubicBezTo>
                <a:cubicBezTo>
                  <a:pt x="2456" y="32979"/>
                  <a:pt x="3845" y="28954"/>
                  <a:pt x="5642" y="25192"/>
                </a:cubicBezTo>
                <a:cubicBezTo>
                  <a:pt x="7439" y="21431"/>
                  <a:pt x="9583" y="18005"/>
                  <a:pt x="12075" y="14914"/>
                </a:cubicBezTo>
                <a:cubicBezTo>
                  <a:pt x="14567" y="11823"/>
                  <a:pt x="17298" y="9176"/>
                  <a:pt x="20269" y="6972"/>
                </a:cubicBezTo>
                <a:cubicBezTo>
                  <a:pt x="23240" y="4768"/>
                  <a:pt x="26402" y="3055"/>
                  <a:pt x="29756" y="1833"/>
                </a:cubicBezTo>
                <a:cubicBezTo>
                  <a:pt x="33110" y="611"/>
                  <a:pt x="36584" y="0"/>
                  <a:pt x="40178" y="0"/>
                </a:cubicBezTo>
                <a:cubicBezTo>
                  <a:pt x="43964" y="0"/>
                  <a:pt x="47306" y="443"/>
                  <a:pt x="50205" y="1330"/>
                </a:cubicBezTo>
                <a:cubicBezTo>
                  <a:pt x="53104" y="2216"/>
                  <a:pt x="55751" y="3426"/>
                  <a:pt x="58147" y="4959"/>
                </a:cubicBezTo>
                <a:lnTo>
                  <a:pt x="65119" y="0"/>
                </a:lnTo>
                <a:lnTo>
                  <a:pt x="70941" y="1509"/>
                </a:lnTo>
                <a:lnTo>
                  <a:pt x="60088" y="48588"/>
                </a:lnTo>
                <a:cubicBezTo>
                  <a:pt x="59465" y="51271"/>
                  <a:pt x="59033" y="53487"/>
                  <a:pt x="58794" y="55236"/>
                </a:cubicBezTo>
                <a:cubicBezTo>
                  <a:pt x="58554" y="56985"/>
                  <a:pt x="58434" y="58530"/>
                  <a:pt x="58434" y="59872"/>
                </a:cubicBezTo>
                <a:cubicBezTo>
                  <a:pt x="58434" y="61693"/>
                  <a:pt x="58806" y="63010"/>
                  <a:pt x="59548" y="63825"/>
                </a:cubicBezTo>
                <a:cubicBezTo>
                  <a:pt x="60291" y="64640"/>
                  <a:pt x="61357" y="65047"/>
                  <a:pt x="62747" y="65047"/>
                </a:cubicBezTo>
                <a:cubicBezTo>
                  <a:pt x="63609" y="65047"/>
                  <a:pt x="64460" y="64879"/>
                  <a:pt x="65298" y="64544"/>
                </a:cubicBezTo>
                <a:cubicBezTo>
                  <a:pt x="66137" y="64208"/>
                  <a:pt x="67047" y="63681"/>
                  <a:pt x="68030" y="62963"/>
                </a:cubicBezTo>
                <a:cubicBezTo>
                  <a:pt x="69012" y="62244"/>
                  <a:pt x="70090" y="61321"/>
                  <a:pt x="71264" y="60195"/>
                </a:cubicBezTo>
                <a:cubicBezTo>
                  <a:pt x="72438" y="59069"/>
                  <a:pt x="73768" y="57716"/>
                  <a:pt x="75253" y="56134"/>
                </a:cubicBezTo>
                <a:cubicBezTo>
                  <a:pt x="76020" y="56949"/>
                  <a:pt x="76810" y="57752"/>
                  <a:pt x="77625" y="58542"/>
                </a:cubicBezTo>
                <a:cubicBezTo>
                  <a:pt x="78440" y="59333"/>
                  <a:pt x="79230" y="60112"/>
                  <a:pt x="79997" y="60878"/>
                </a:cubicBezTo>
                <a:cubicBezTo>
                  <a:pt x="77601" y="63322"/>
                  <a:pt x="75421" y="65418"/>
                  <a:pt x="73456" y="67167"/>
                </a:cubicBezTo>
                <a:cubicBezTo>
                  <a:pt x="71492" y="68916"/>
                  <a:pt x="69587" y="70354"/>
                  <a:pt x="67742" y="71480"/>
                </a:cubicBezTo>
                <a:cubicBezTo>
                  <a:pt x="65897" y="72606"/>
                  <a:pt x="64089" y="73420"/>
                  <a:pt x="62316" y="73923"/>
                </a:cubicBezTo>
                <a:cubicBezTo>
                  <a:pt x="60543" y="74427"/>
                  <a:pt x="58698" y="74678"/>
                  <a:pt x="56781" y="74678"/>
                </a:cubicBezTo>
                <a:cubicBezTo>
                  <a:pt x="53331" y="74678"/>
                  <a:pt x="50648" y="73564"/>
                  <a:pt x="48731" y="71336"/>
                </a:cubicBezTo>
                <a:cubicBezTo>
                  <a:pt x="46815" y="69108"/>
                  <a:pt x="45856" y="66053"/>
                  <a:pt x="45856" y="62172"/>
                </a:cubicBezTo>
                <a:cubicBezTo>
                  <a:pt x="45856" y="60016"/>
                  <a:pt x="46192" y="57955"/>
                  <a:pt x="46863" y="55991"/>
                </a:cubicBezTo>
                <a:lnTo>
                  <a:pt x="45856" y="55559"/>
                </a:lnTo>
                <a:moveTo>
                  <a:pt x="50528" y="32703"/>
                </a:moveTo>
                <a:cubicBezTo>
                  <a:pt x="51199" y="29732"/>
                  <a:pt x="51726" y="27049"/>
                  <a:pt x="52109" y="24653"/>
                </a:cubicBezTo>
                <a:cubicBezTo>
                  <a:pt x="52493" y="22257"/>
                  <a:pt x="52684" y="19981"/>
                  <a:pt x="52684" y="17825"/>
                </a:cubicBezTo>
                <a:cubicBezTo>
                  <a:pt x="52684" y="13992"/>
                  <a:pt x="51786" y="11248"/>
                  <a:pt x="49989" y="9595"/>
                </a:cubicBezTo>
                <a:cubicBezTo>
                  <a:pt x="48192" y="7942"/>
                  <a:pt x="45353" y="7116"/>
                  <a:pt x="41472" y="7116"/>
                </a:cubicBezTo>
                <a:cubicBezTo>
                  <a:pt x="38645" y="7116"/>
                  <a:pt x="36009" y="7739"/>
                  <a:pt x="33566" y="8984"/>
                </a:cubicBezTo>
                <a:cubicBezTo>
                  <a:pt x="31122" y="10230"/>
                  <a:pt x="28894" y="11931"/>
                  <a:pt x="26881" y="14088"/>
                </a:cubicBezTo>
                <a:cubicBezTo>
                  <a:pt x="24869" y="16244"/>
                  <a:pt x="23084" y="18735"/>
                  <a:pt x="21527" y="21563"/>
                </a:cubicBezTo>
                <a:cubicBezTo>
                  <a:pt x="19969" y="24390"/>
                  <a:pt x="18652" y="27384"/>
                  <a:pt x="17573" y="30547"/>
                </a:cubicBezTo>
                <a:cubicBezTo>
                  <a:pt x="16495" y="33709"/>
                  <a:pt x="15681" y="36956"/>
                  <a:pt x="15130" y="40286"/>
                </a:cubicBezTo>
                <a:cubicBezTo>
                  <a:pt x="14579" y="43616"/>
                  <a:pt x="14303" y="46815"/>
                  <a:pt x="14303" y="49881"/>
                </a:cubicBezTo>
                <a:cubicBezTo>
                  <a:pt x="14303" y="55056"/>
                  <a:pt x="15034" y="58902"/>
                  <a:pt x="16495" y="61417"/>
                </a:cubicBezTo>
                <a:cubicBezTo>
                  <a:pt x="17957" y="63933"/>
                  <a:pt x="20317" y="65191"/>
                  <a:pt x="23575" y="65191"/>
                </a:cubicBezTo>
                <a:cubicBezTo>
                  <a:pt x="25204" y="65191"/>
                  <a:pt x="26773" y="64903"/>
                  <a:pt x="28283" y="64328"/>
                </a:cubicBezTo>
                <a:cubicBezTo>
                  <a:pt x="29792" y="63753"/>
                  <a:pt x="31385" y="62843"/>
                  <a:pt x="33063" y="61597"/>
                </a:cubicBezTo>
                <a:cubicBezTo>
                  <a:pt x="37279" y="58291"/>
                  <a:pt x="40873" y="54266"/>
                  <a:pt x="43844" y="49522"/>
                </a:cubicBezTo>
                <a:cubicBezTo>
                  <a:pt x="46815" y="44778"/>
                  <a:pt x="49043" y="39172"/>
                  <a:pt x="50528" y="32703"/>
                </a:cubicBezTo>
                <a:close/>
              </a:path>
            </a:pathLst>
          </a:custGeom>
          <a:solidFill xmlns:a="http://schemas.openxmlformats.org/drawingml/2006/main">
            <a:srgbClr val="000000"/>
          </a:solidFill>
          <a:ln xmlns:a="http://schemas.openxmlformats.org/drawingml/2006/main" w="0">
            <a:noFill/>
            <a:prstDash val="solid"/>
          </a:ln>
        </p:spPr>
      </p:sp>
      <p:sp>
        <p:nvSpPr>
          <p:cNvPr id="369" name="path-325">
            <a:extLst xmlns:a="http://schemas.openxmlformats.org/drawingml/2006/main">
              <a:ext uri="{FF2B5EF4-FFF2-40B4-BE49-F238E27FC236}">
                <a16:creationId xmlns:a16="http://schemas.microsoft.com/office/drawing/2014/main" id="{E854F24A-289C-4FC5-B4FE-4A8C34C44EE5}"/>
              </a:ext>
            </a:extLst>
          </p:cNvPr>
          <p:cNvSpPr>
            <a:spLocks xmlns:a="http://schemas.openxmlformats.org/drawingml/2006/main" noGrp="1"/>
          </p:cNvSpPr>
          <p:nvPr/>
        </p:nvSpPr>
        <p:spPr>
          <a:xfrm xmlns:a="http://schemas.openxmlformats.org/drawingml/2006/main">
            <a:off x="16802380" y="2059031"/>
            <a:ext cx="63034" cy="74678"/>
          </a:xfrm>
          <a:custGeom xmlns:a="http://schemas.openxmlformats.org/drawingml/2006/main">
            <a:pathLst>
              <a:path w="63034" h="74678">
                <a:moveTo>
                  <a:pt x="50528" y="19981"/>
                </a:moveTo>
                <a:cubicBezTo>
                  <a:pt x="50480" y="17490"/>
                  <a:pt x="50301" y="15417"/>
                  <a:pt x="49989" y="13764"/>
                </a:cubicBezTo>
                <a:cubicBezTo>
                  <a:pt x="49678" y="12111"/>
                  <a:pt x="49175" y="10805"/>
                  <a:pt x="48480" y="9847"/>
                </a:cubicBezTo>
                <a:cubicBezTo>
                  <a:pt x="47785" y="8889"/>
                  <a:pt x="46875" y="8206"/>
                  <a:pt x="45748" y="7798"/>
                </a:cubicBezTo>
                <a:cubicBezTo>
                  <a:pt x="44622" y="7391"/>
                  <a:pt x="43245" y="7164"/>
                  <a:pt x="41616" y="7116"/>
                </a:cubicBezTo>
                <a:cubicBezTo>
                  <a:pt x="39028" y="7116"/>
                  <a:pt x="36548" y="7691"/>
                  <a:pt x="34177" y="8841"/>
                </a:cubicBezTo>
                <a:cubicBezTo>
                  <a:pt x="31805" y="9991"/>
                  <a:pt x="29601" y="11584"/>
                  <a:pt x="27564" y="13620"/>
                </a:cubicBezTo>
                <a:cubicBezTo>
                  <a:pt x="25528" y="15657"/>
                  <a:pt x="23671" y="18041"/>
                  <a:pt x="21994" y="20772"/>
                </a:cubicBezTo>
                <a:cubicBezTo>
                  <a:pt x="20317" y="23503"/>
                  <a:pt x="18879" y="26450"/>
                  <a:pt x="17681" y="29613"/>
                </a:cubicBezTo>
                <a:cubicBezTo>
                  <a:pt x="16483" y="32775"/>
                  <a:pt x="15561" y="36069"/>
                  <a:pt x="14914" y="39495"/>
                </a:cubicBezTo>
                <a:cubicBezTo>
                  <a:pt x="14267" y="42921"/>
                  <a:pt x="13944" y="46335"/>
                  <a:pt x="13944" y="49738"/>
                </a:cubicBezTo>
                <a:cubicBezTo>
                  <a:pt x="13944" y="54817"/>
                  <a:pt x="14950" y="58686"/>
                  <a:pt x="16963" y="61345"/>
                </a:cubicBezTo>
                <a:cubicBezTo>
                  <a:pt x="18975" y="64005"/>
                  <a:pt x="21994" y="65334"/>
                  <a:pt x="26019" y="65334"/>
                </a:cubicBezTo>
                <a:cubicBezTo>
                  <a:pt x="28271" y="65334"/>
                  <a:pt x="30355" y="65131"/>
                  <a:pt x="32272" y="64723"/>
                </a:cubicBezTo>
                <a:cubicBezTo>
                  <a:pt x="34189" y="64316"/>
                  <a:pt x="36057" y="63633"/>
                  <a:pt x="37878" y="62675"/>
                </a:cubicBezTo>
                <a:cubicBezTo>
                  <a:pt x="39699" y="61717"/>
                  <a:pt x="41580" y="60459"/>
                  <a:pt x="43520" y="58902"/>
                </a:cubicBezTo>
                <a:cubicBezTo>
                  <a:pt x="45461" y="57344"/>
                  <a:pt x="47605" y="55416"/>
                  <a:pt x="49953" y="53116"/>
                </a:cubicBezTo>
                <a:cubicBezTo>
                  <a:pt x="50864" y="54074"/>
                  <a:pt x="51738" y="55020"/>
                  <a:pt x="52577" y="55955"/>
                </a:cubicBezTo>
                <a:cubicBezTo>
                  <a:pt x="53415" y="56889"/>
                  <a:pt x="54290" y="57835"/>
                  <a:pt x="55200" y="58794"/>
                </a:cubicBezTo>
                <a:cubicBezTo>
                  <a:pt x="50025" y="64160"/>
                  <a:pt x="44850" y="68150"/>
                  <a:pt x="39675" y="70761"/>
                </a:cubicBezTo>
                <a:cubicBezTo>
                  <a:pt x="34500" y="73372"/>
                  <a:pt x="28942" y="74678"/>
                  <a:pt x="23000" y="74678"/>
                </a:cubicBezTo>
                <a:cubicBezTo>
                  <a:pt x="15573" y="74678"/>
                  <a:pt x="9883" y="72510"/>
                  <a:pt x="5930" y="68173"/>
                </a:cubicBezTo>
                <a:cubicBezTo>
                  <a:pt x="1977" y="63837"/>
                  <a:pt x="0" y="57644"/>
                  <a:pt x="0" y="49594"/>
                </a:cubicBezTo>
                <a:cubicBezTo>
                  <a:pt x="0" y="45090"/>
                  <a:pt x="503" y="40741"/>
                  <a:pt x="1509" y="36548"/>
                </a:cubicBezTo>
                <a:cubicBezTo>
                  <a:pt x="2516" y="32356"/>
                  <a:pt x="3965" y="28415"/>
                  <a:pt x="5858" y="24725"/>
                </a:cubicBezTo>
                <a:cubicBezTo>
                  <a:pt x="7751" y="21035"/>
                  <a:pt x="10015" y="17681"/>
                  <a:pt x="12650" y="14663"/>
                </a:cubicBezTo>
                <a:cubicBezTo>
                  <a:pt x="15285" y="11644"/>
                  <a:pt x="18232" y="9044"/>
                  <a:pt x="21491" y="6864"/>
                </a:cubicBezTo>
                <a:cubicBezTo>
                  <a:pt x="24749" y="4684"/>
                  <a:pt x="28271" y="2995"/>
                  <a:pt x="32056" y="1797"/>
                </a:cubicBezTo>
                <a:cubicBezTo>
                  <a:pt x="35842" y="599"/>
                  <a:pt x="39819" y="0"/>
                  <a:pt x="43988" y="0"/>
                </a:cubicBezTo>
                <a:cubicBezTo>
                  <a:pt x="47485" y="0"/>
                  <a:pt x="50732" y="192"/>
                  <a:pt x="53727" y="575"/>
                </a:cubicBezTo>
                <a:cubicBezTo>
                  <a:pt x="56721" y="958"/>
                  <a:pt x="59824" y="1557"/>
                  <a:pt x="63034" y="2372"/>
                </a:cubicBezTo>
                <a:lnTo>
                  <a:pt x="59009" y="19981"/>
                </a:lnTo>
                <a:lnTo>
                  <a:pt x="50528" y="19981"/>
                </a:lnTo>
                <a:close/>
              </a:path>
            </a:pathLst>
          </a:custGeom>
          <a:solidFill xmlns:a="http://schemas.openxmlformats.org/drawingml/2006/main">
            <a:srgbClr val="000000"/>
          </a:solidFill>
          <a:ln xmlns:a="http://schemas.openxmlformats.org/drawingml/2006/main" w="0">
            <a:noFill/>
            <a:prstDash val="solid"/>
          </a:ln>
        </p:spPr>
      </p:sp>
      <p:sp>
        <p:nvSpPr>
          <p:cNvPr id="370" name="path-326">
            <a:extLst xmlns:a="http://schemas.openxmlformats.org/drawingml/2006/main">
              <a:ext uri="{FF2B5EF4-FFF2-40B4-BE49-F238E27FC236}">
                <a16:creationId xmlns:a16="http://schemas.microsoft.com/office/drawing/2014/main" id="{0EA595C1-EB0F-4A21-9A2D-4DA49E82E618}"/>
              </a:ext>
            </a:extLst>
          </p:cNvPr>
          <p:cNvSpPr>
            <a:spLocks xmlns:a="http://schemas.openxmlformats.org/drawingml/2006/main" noGrp="1"/>
          </p:cNvSpPr>
          <p:nvPr/>
        </p:nvSpPr>
        <p:spPr>
          <a:xfrm xmlns:a="http://schemas.openxmlformats.org/drawingml/2006/main">
            <a:off x="16874375" y="2059031"/>
            <a:ext cx="63825" cy="74678"/>
          </a:xfrm>
          <a:custGeom xmlns:a="http://schemas.openxmlformats.org/drawingml/2006/main">
            <a:pathLst>
              <a:path w="63825" h="74678">
                <a:moveTo>
                  <a:pt x="57859" y="58075"/>
                </a:moveTo>
                <a:cubicBezTo>
                  <a:pt x="52301" y="63585"/>
                  <a:pt x="46755" y="67730"/>
                  <a:pt x="41220" y="70509"/>
                </a:cubicBezTo>
                <a:cubicBezTo>
                  <a:pt x="35686" y="73289"/>
                  <a:pt x="29732" y="74678"/>
                  <a:pt x="23359" y="74678"/>
                </a:cubicBezTo>
                <a:cubicBezTo>
                  <a:pt x="19622" y="74678"/>
                  <a:pt x="16304" y="74115"/>
                  <a:pt x="13405" y="72989"/>
                </a:cubicBezTo>
                <a:cubicBezTo>
                  <a:pt x="10506" y="71863"/>
                  <a:pt x="8062" y="70222"/>
                  <a:pt x="6073" y="68066"/>
                </a:cubicBezTo>
                <a:cubicBezTo>
                  <a:pt x="4085" y="65909"/>
                  <a:pt x="2576" y="63286"/>
                  <a:pt x="1545" y="60195"/>
                </a:cubicBezTo>
                <a:cubicBezTo>
                  <a:pt x="515" y="57105"/>
                  <a:pt x="0" y="53619"/>
                  <a:pt x="0" y="49738"/>
                </a:cubicBezTo>
                <a:cubicBezTo>
                  <a:pt x="0" y="47006"/>
                  <a:pt x="240" y="44167"/>
                  <a:pt x="719" y="41220"/>
                </a:cubicBezTo>
                <a:cubicBezTo>
                  <a:pt x="1198" y="38273"/>
                  <a:pt x="1941" y="35327"/>
                  <a:pt x="2947" y="32380"/>
                </a:cubicBezTo>
                <a:cubicBezTo>
                  <a:pt x="3953" y="29433"/>
                  <a:pt x="5199" y="26558"/>
                  <a:pt x="6684" y="23755"/>
                </a:cubicBezTo>
                <a:cubicBezTo>
                  <a:pt x="8170" y="20952"/>
                  <a:pt x="9919" y="18328"/>
                  <a:pt x="11931" y="15884"/>
                </a:cubicBezTo>
                <a:cubicBezTo>
                  <a:pt x="15956" y="10901"/>
                  <a:pt x="20808" y="7008"/>
                  <a:pt x="26486" y="4205"/>
                </a:cubicBezTo>
                <a:cubicBezTo>
                  <a:pt x="32164" y="1402"/>
                  <a:pt x="38357" y="0"/>
                  <a:pt x="45066" y="0"/>
                </a:cubicBezTo>
                <a:cubicBezTo>
                  <a:pt x="51199" y="0"/>
                  <a:pt x="55859" y="1342"/>
                  <a:pt x="59045" y="4025"/>
                </a:cubicBezTo>
                <a:cubicBezTo>
                  <a:pt x="62232" y="6708"/>
                  <a:pt x="63825" y="10518"/>
                  <a:pt x="63825" y="15453"/>
                </a:cubicBezTo>
                <a:cubicBezTo>
                  <a:pt x="63825" y="32799"/>
                  <a:pt x="47414" y="41472"/>
                  <a:pt x="14591" y="41472"/>
                </a:cubicBezTo>
                <a:cubicBezTo>
                  <a:pt x="14351" y="42718"/>
                  <a:pt x="14159" y="44071"/>
                  <a:pt x="14016" y="45533"/>
                </a:cubicBezTo>
                <a:cubicBezTo>
                  <a:pt x="13872" y="46994"/>
                  <a:pt x="13800" y="48588"/>
                  <a:pt x="13800" y="50313"/>
                </a:cubicBezTo>
                <a:cubicBezTo>
                  <a:pt x="13800" y="55535"/>
                  <a:pt x="14866" y="59345"/>
                  <a:pt x="16998" y="61741"/>
                </a:cubicBezTo>
                <a:cubicBezTo>
                  <a:pt x="19131" y="64137"/>
                  <a:pt x="22449" y="65334"/>
                  <a:pt x="26953" y="65334"/>
                </a:cubicBezTo>
                <a:cubicBezTo>
                  <a:pt x="29301" y="65334"/>
                  <a:pt x="31529" y="65083"/>
                  <a:pt x="33638" y="64580"/>
                </a:cubicBezTo>
                <a:cubicBezTo>
                  <a:pt x="35746" y="64077"/>
                  <a:pt x="37818" y="63298"/>
                  <a:pt x="39855" y="62244"/>
                </a:cubicBezTo>
                <a:cubicBezTo>
                  <a:pt x="41891" y="61190"/>
                  <a:pt x="43940" y="59836"/>
                  <a:pt x="46000" y="58183"/>
                </a:cubicBezTo>
                <a:cubicBezTo>
                  <a:pt x="48060" y="56530"/>
                  <a:pt x="50217" y="54553"/>
                  <a:pt x="52469" y="52253"/>
                </a:cubicBezTo>
                <a:lnTo>
                  <a:pt x="57859" y="58075"/>
                </a:lnTo>
                <a:moveTo>
                  <a:pt x="16028" y="34500"/>
                </a:moveTo>
                <a:cubicBezTo>
                  <a:pt x="22114" y="34452"/>
                  <a:pt x="27348" y="33973"/>
                  <a:pt x="31733" y="33063"/>
                </a:cubicBezTo>
                <a:cubicBezTo>
                  <a:pt x="36117" y="32152"/>
                  <a:pt x="39711" y="30906"/>
                  <a:pt x="42514" y="29325"/>
                </a:cubicBezTo>
                <a:cubicBezTo>
                  <a:pt x="45317" y="27744"/>
                  <a:pt x="47378" y="25875"/>
                  <a:pt x="48695" y="23719"/>
                </a:cubicBezTo>
                <a:cubicBezTo>
                  <a:pt x="50013" y="21563"/>
                  <a:pt x="50672" y="19191"/>
                  <a:pt x="50672" y="16603"/>
                </a:cubicBezTo>
                <a:cubicBezTo>
                  <a:pt x="50672" y="13632"/>
                  <a:pt x="49929" y="11308"/>
                  <a:pt x="48444" y="9631"/>
                </a:cubicBezTo>
                <a:cubicBezTo>
                  <a:pt x="46958" y="7954"/>
                  <a:pt x="44802" y="7116"/>
                  <a:pt x="41975" y="7116"/>
                </a:cubicBezTo>
                <a:cubicBezTo>
                  <a:pt x="39340" y="7116"/>
                  <a:pt x="36740" y="7763"/>
                  <a:pt x="34177" y="9056"/>
                </a:cubicBezTo>
                <a:cubicBezTo>
                  <a:pt x="31613" y="10350"/>
                  <a:pt x="29193" y="12183"/>
                  <a:pt x="26917" y="14555"/>
                </a:cubicBezTo>
                <a:cubicBezTo>
                  <a:pt x="24641" y="16927"/>
                  <a:pt x="22569" y="19802"/>
                  <a:pt x="20700" y="23180"/>
                </a:cubicBezTo>
                <a:cubicBezTo>
                  <a:pt x="18831" y="26558"/>
                  <a:pt x="17274" y="30331"/>
                  <a:pt x="16028" y="34500"/>
                </a:cubicBezTo>
                <a:close/>
              </a:path>
            </a:pathLst>
          </a:custGeom>
          <a:solidFill xmlns:a="http://schemas.openxmlformats.org/drawingml/2006/main">
            <a:srgbClr val="000000"/>
          </a:solidFill>
          <a:ln xmlns:a="http://schemas.openxmlformats.org/drawingml/2006/main" w="0">
            <a:noFill/>
            <a:prstDash val="solid"/>
          </a:ln>
        </p:spPr>
      </p:sp>
      <p:sp>
        <p:nvSpPr>
          <p:cNvPr id="371" name="path-327">
            <a:extLst xmlns:a="http://schemas.openxmlformats.org/drawingml/2006/main">
              <a:ext uri="{FF2B5EF4-FFF2-40B4-BE49-F238E27FC236}">
                <a16:creationId xmlns:a16="http://schemas.microsoft.com/office/drawing/2014/main" id="{E1F1240D-7E41-4172-84FA-13B0BA313AC4}"/>
              </a:ext>
            </a:extLst>
          </p:cNvPr>
          <p:cNvSpPr>
            <a:spLocks xmlns:a="http://schemas.openxmlformats.org/drawingml/2006/main" noGrp="1"/>
          </p:cNvSpPr>
          <p:nvPr/>
        </p:nvSpPr>
        <p:spPr>
          <a:xfrm xmlns:a="http://schemas.openxmlformats.org/drawingml/2006/main">
            <a:off x="16411242" y="3849731"/>
            <a:ext cx="69958" cy="93246"/>
          </a:xfrm>
          <a:custGeom xmlns:a="http://schemas.openxmlformats.org/drawingml/2006/main">
            <a:pathLst>
              <a:path w="69958" h="93246">
                <a:moveTo>
                  <a:pt x="27217" y="17538"/>
                </a:moveTo>
                <a:lnTo>
                  <a:pt x="28558" y="17825"/>
                </a:lnTo>
                <a:cubicBezTo>
                  <a:pt x="32072" y="13544"/>
                  <a:pt x="35331" y="10174"/>
                  <a:pt x="38333" y="7715"/>
                </a:cubicBezTo>
                <a:cubicBezTo>
                  <a:pt x="41336" y="5255"/>
                  <a:pt x="44579" y="3354"/>
                  <a:pt x="48060" y="2013"/>
                </a:cubicBezTo>
                <a:cubicBezTo>
                  <a:pt x="51542" y="671"/>
                  <a:pt x="55488" y="0"/>
                  <a:pt x="59896" y="0"/>
                </a:cubicBezTo>
                <a:cubicBezTo>
                  <a:pt x="63601" y="0"/>
                  <a:pt x="66956" y="192"/>
                  <a:pt x="69958" y="575"/>
                </a:cubicBezTo>
                <a:lnTo>
                  <a:pt x="69958" y="22617"/>
                </a:lnTo>
                <a:lnTo>
                  <a:pt x="59129" y="22617"/>
                </a:lnTo>
                <a:cubicBezTo>
                  <a:pt x="57596" y="19167"/>
                  <a:pt x="55967" y="16659"/>
                  <a:pt x="54242" y="15094"/>
                </a:cubicBezTo>
                <a:cubicBezTo>
                  <a:pt x="52517" y="13528"/>
                  <a:pt x="50153" y="12746"/>
                  <a:pt x="47150" y="12746"/>
                </a:cubicBezTo>
                <a:cubicBezTo>
                  <a:pt x="44850" y="12746"/>
                  <a:pt x="42566" y="13417"/>
                  <a:pt x="40298" y="14758"/>
                </a:cubicBezTo>
                <a:cubicBezTo>
                  <a:pt x="38030" y="16100"/>
                  <a:pt x="35842" y="18049"/>
                  <a:pt x="33733" y="20604"/>
                </a:cubicBezTo>
                <a:cubicBezTo>
                  <a:pt x="31625" y="23160"/>
                  <a:pt x="30172" y="25556"/>
                  <a:pt x="29373" y="27792"/>
                </a:cubicBezTo>
                <a:cubicBezTo>
                  <a:pt x="28574" y="30028"/>
                  <a:pt x="28175" y="32679"/>
                  <a:pt x="28175" y="35746"/>
                </a:cubicBezTo>
                <a:lnTo>
                  <a:pt x="28175" y="69288"/>
                </a:lnTo>
                <a:cubicBezTo>
                  <a:pt x="28175" y="75101"/>
                  <a:pt x="28526" y="79110"/>
                  <a:pt x="29229" y="81315"/>
                </a:cubicBezTo>
                <a:cubicBezTo>
                  <a:pt x="29932" y="83519"/>
                  <a:pt x="31098" y="85132"/>
                  <a:pt x="32727" y="86154"/>
                </a:cubicBezTo>
                <a:cubicBezTo>
                  <a:pt x="34356" y="87176"/>
                  <a:pt x="36800" y="87975"/>
                  <a:pt x="40058" y="88550"/>
                </a:cubicBezTo>
                <a:lnTo>
                  <a:pt x="40058" y="93246"/>
                </a:lnTo>
                <a:lnTo>
                  <a:pt x="1438" y="93246"/>
                </a:lnTo>
                <a:lnTo>
                  <a:pt x="1438" y="88550"/>
                </a:lnTo>
                <a:cubicBezTo>
                  <a:pt x="3865" y="87783"/>
                  <a:pt x="5606" y="87113"/>
                  <a:pt x="6660" y="86538"/>
                </a:cubicBezTo>
                <a:cubicBezTo>
                  <a:pt x="7715" y="85963"/>
                  <a:pt x="8625" y="85164"/>
                  <a:pt x="9392" y="84142"/>
                </a:cubicBezTo>
                <a:cubicBezTo>
                  <a:pt x="10158" y="83119"/>
                  <a:pt x="10733" y="81554"/>
                  <a:pt x="11117" y="79446"/>
                </a:cubicBezTo>
                <a:cubicBezTo>
                  <a:pt x="11500" y="77338"/>
                  <a:pt x="11692" y="74047"/>
                  <a:pt x="11692" y="69575"/>
                </a:cubicBezTo>
                <a:lnTo>
                  <a:pt x="11692" y="27792"/>
                </a:lnTo>
                <a:cubicBezTo>
                  <a:pt x="11692" y="23703"/>
                  <a:pt x="11628" y="20413"/>
                  <a:pt x="11500" y="17921"/>
                </a:cubicBezTo>
                <a:cubicBezTo>
                  <a:pt x="11372" y="15429"/>
                  <a:pt x="10925" y="13433"/>
                  <a:pt x="10158" y="11931"/>
                </a:cubicBezTo>
                <a:cubicBezTo>
                  <a:pt x="9392" y="10430"/>
                  <a:pt x="8226" y="9312"/>
                  <a:pt x="6660" y="8577"/>
                </a:cubicBezTo>
                <a:cubicBezTo>
                  <a:pt x="5095" y="7842"/>
                  <a:pt x="2875" y="7219"/>
                  <a:pt x="0" y="6708"/>
                </a:cubicBezTo>
                <a:lnTo>
                  <a:pt x="0" y="1725"/>
                </a:lnTo>
                <a:lnTo>
                  <a:pt x="22425" y="767"/>
                </a:lnTo>
                <a:lnTo>
                  <a:pt x="28271" y="767"/>
                </a:lnTo>
                <a:lnTo>
                  <a:pt x="27217" y="17538"/>
                </a:lnTo>
                <a:close/>
              </a:path>
            </a:pathLst>
          </a:custGeom>
          <a:solidFill xmlns:a="http://schemas.openxmlformats.org/drawingml/2006/main">
            <a:srgbClr val="000000"/>
          </a:solidFill>
          <a:ln xmlns:a="http://schemas.openxmlformats.org/drawingml/2006/main" w="0">
            <a:noFill/>
            <a:prstDash val="solid"/>
          </a:ln>
        </p:spPr>
      </p:sp>
      <p:sp>
        <p:nvSpPr>
          <p:cNvPr id="372" name="path-328">
            <a:extLst xmlns:a="http://schemas.openxmlformats.org/drawingml/2006/main">
              <a:ext uri="{FF2B5EF4-FFF2-40B4-BE49-F238E27FC236}">
                <a16:creationId xmlns:a16="http://schemas.microsoft.com/office/drawing/2014/main" id="{BB8C6429-E96D-4C0F-865D-7F86E862CF00}"/>
              </a:ext>
            </a:extLst>
          </p:cNvPr>
          <p:cNvSpPr>
            <a:spLocks xmlns:a="http://schemas.openxmlformats.org/drawingml/2006/main" noGrp="1"/>
          </p:cNvSpPr>
          <p:nvPr/>
        </p:nvSpPr>
        <p:spPr>
          <a:xfrm xmlns:a="http://schemas.openxmlformats.org/drawingml/2006/main">
            <a:off x="16490808" y="3910807"/>
            <a:ext cx="73456" cy="105441"/>
          </a:xfrm>
          <a:custGeom xmlns:a="http://schemas.openxmlformats.org/drawingml/2006/main">
            <a:pathLst>
              <a:path w="73456" h="105441">
                <a:moveTo>
                  <a:pt x="73456" y="10206"/>
                </a:moveTo>
                <a:cubicBezTo>
                  <a:pt x="71013" y="10063"/>
                  <a:pt x="68629" y="9931"/>
                  <a:pt x="66305" y="9811"/>
                </a:cubicBezTo>
                <a:cubicBezTo>
                  <a:pt x="63981" y="9691"/>
                  <a:pt x="61645" y="9583"/>
                  <a:pt x="59297" y="9488"/>
                </a:cubicBezTo>
                <a:cubicBezTo>
                  <a:pt x="59201" y="9631"/>
                  <a:pt x="59129" y="9751"/>
                  <a:pt x="59081" y="9847"/>
                </a:cubicBezTo>
                <a:cubicBezTo>
                  <a:pt x="59033" y="9943"/>
                  <a:pt x="58962" y="10063"/>
                  <a:pt x="58866" y="10206"/>
                </a:cubicBezTo>
                <a:cubicBezTo>
                  <a:pt x="60351" y="11979"/>
                  <a:pt x="61501" y="14004"/>
                  <a:pt x="62316" y="16280"/>
                </a:cubicBezTo>
                <a:cubicBezTo>
                  <a:pt x="63130" y="18556"/>
                  <a:pt x="63538" y="21059"/>
                  <a:pt x="63538" y="23791"/>
                </a:cubicBezTo>
                <a:cubicBezTo>
                  <a:pt x="63538" y="27816"/>
                  <a:pt x="62855" y="31397"/>
                  <a:pt x="61489" y="34536"/>
                </a:cubicBezTo>
                <a:cubicBezTo>
                  <a:pt x="60123" y="37675"/>
                  <a:pt x="58135" y="40334"/>
                  <a:pt x="55523" y="42514"/>
                </a:cubicBezTo>
                <a:cubicBezTo>
                  <a:pt x="52912" y="44694"/>
                  <a:pt x="49714" y="46347"/>
                  <a:pt x="45928" y="47473"/>
                </a:cubicBezTo>
                <a:cubicBezTo>
                  <a:pt x="42143" y="48600"/>
                  <a:pt x="37830" y="49163"/>
                  <a:pt x="32991" y="49163"/>
                </a:cubicBezTo>
                <a:cubicBezTo>
                  <a:pt x="30691" y="49163"/>
                  <a:pt x="28570" y="49043"/>
                  <a:pt x="26630" y="48803"/>
                </a:cubicBezTo>
                <a:cubicBezTo>
                  <a:pt x="24689" y="48564"/>
                  <a:pt x="22952" y="48180"/>
                  <a:pt x="21419" y="47653"/>
                </a:cubicBezTo>
                <a:cubicBezTo>
                  <a:pt x="19550" y="48899"/>
                  <a:pt x="18160" y="50217"/>
                  <a:pt x="17250" y="51606"/>
                </a:cubicBezTo>
                <a:cubicBezTo>
                  <a:pt x="16340" y="52996"/>
                  <a:pt x="15884" y="54314"/>
                  <a:pt x="15884" y="55559"/>
                </a:cubicBezTo>
                <a:cubicBezTo>
                  <a:pt x="15884" y="57045"/>
                  <a:pt x="16088" y="58267"/>
                  <a:pt x="16495" y="59225"/>
                </a:cubicBezTo>
                <a:cubicBezTo>
                  <a:pt x="16903" y="60183"/>
                  <a:pt x="17585" y="60950"/>
                  <a:pt x="18544" y="61525"/>
                </a:cubicBezTo>
                <a:cubicBezTo>
                  <a:pt x="19502" y="62100"/>
                  <a:pt x="20784" y="62495"/>
                  <a:pt x="22389" y="62711"/>
                </a:cubicBezTo>
                <a:cubicBezTo>
                  <a:pt x="23994" y="62927"/>
                  <a:pt x="25995" y="63034"/>
                  <a:pt x="28391" y="63034"/>
                </a:cubicBezTo>
                <a:lnTo>
                  <a:pt x="47366" y="63034"/>
                </a:lnTo>
                <a:cubicBezTo>
                  <a:pt x="51534" y="63034"/>
                  <a:pt x="55104" y="63442"/>
                  <a:pt x="58075" y="64256"/>
                </a:cubicBezTo>
                <a:cubicBezTo>
                  <a:pt x="61046" y="65071"/>
                  <a:pt x="63478" y="66269"/>
                  <a:pt x="65370" y="67850"/>
                </a:cubicBezTo>
                <a:cubicBezTo>
                  <a:pt x="67263" y="69431"/>
                  <a:pt x="68665" y="71372"/>
                  <a:pt x="69575" y="73672"/>
                </a:cubicBezTo>
                <a:cubicBezTo>
                  <a:pt x="70485" y="75972"/>
                  <a:pt x="70941" y="78607"/>
                  <a:pt x="70941" y="81578"/>
                </a:cubicBezTo>
                <a:cubicBezTo>
                  <a:pt x="70941" y="85076"/>
                  <a:pt x="70138" y="88287"/>
                  <a:pt x="68533" y="91209"/>
                </a:cubicBezTo>
                <a:cubicBezTo>
                  <a:pt x="66928" y="94132"/>
                  <a:pt x="64604" y="96648"/>
                  <a:pt x="61561" y="98756"/>
                </a:cubicBezTo>
                <a:cubicBezTo>
                  <a:pt x="58518" y="100865"/>
                  <a:pt x="54805" y="102506"/>
                  <a:pt x="50420" y="103680"/>
                </a:cubicBezTo>
                <a:cubicBezTo>
                  <a:pt x="46036" y="104854"/>
                  <a:pt x="41065" y="105441"/>
                  <a:pt x="35506" y="105441"/>
                </a:cubicBezTo>
                <a:cubicBezTo>
                  <a:pt x="30140" y="105441"/>
                  <a:pt x="25264" y="105153"/>
                  <a:pt x="20880" y="104578"/>
                </a:cubicBezTo>
                <a:cubicBezTo>
                  <a:pt x="16495" y="104003"/>
                  <a:pt x="12758" y="103009"/>
                  <a:pt x="9667" y="101595"/>
                </a:cubicBezTo>
                <a:cubicBezTo>
                  <a:pt x="6577" y="100182"/>
                  <a:pt x="4193" y="98313"/>
                  <a:pt x="2516" y="95989"/>
                </a:cubicBezTo>
                <a:cubicBezTo>
                  <a:pt x="839" y="93665"/>
                  <a:pt x="0" y="90754"/>
                  <a:pt x="0" y="87256"/>
                </a:cubicBezTo>
                <a:cubicBezTo>
                  <a:pt x="0" y="83998"/>
                  <a:pt x="958" y="81147"/>
                  <a:pt x="2875" y="78703"/>
                </a:cubicBezTo>
                <a:cubicBezTo>
                  <a:pt x="4792" y="76259"/>
                  <a:pt x="7595" y="74151"/>
                  <a:pt x="11284" y="72378"/>
                </a:cubicBezTo>
                <a:cubicBezTo>
                  <a:pt x="9272" y="71468"/>
                  <a:pt x="7655" y="70042"/>
                  <a:pt x="6433" y="68102"/>
                </a:cubicBezTo>
                <a:cubicBezTo>
                  <a:pt x="5211" y="66161"/>
                  <a:pt x="4600" y="63897"/>
                  <a:pt x="4600" y="61309"/>
                </a:cubicBezTo>
                <a:cubicBezTo>
                  <a:pt x="4600" y="58099"/>
                  <a:pt x="5403" y="55224"/>
                  <a:pt x="7008" y="52684"/>
                </a:cubicBezTo>
                <a:cubicBezTo>
                  <a:pt x="8613" y="50145"/>
                  <a:pt x="11284" y="47581"/>
                  <a:pt x="15022" y="44994"/>
                </a:cubicBezTo>
                <a:cubicBezTo>
                  <a:pt x="11811" y="43029"/>
                  <a:pt x="9236" y="40382"/>
                  <a:pt x="7295" y="37052"/>
                </a:cubicBezTo>
                <a:cubicBezTo>
                  <a:pt x="5355" y="33721"/>
                  <a:pt x="4384" y="29684"/>
                  <a:pt x="4384" y="24941"/>
                </a:cubicBezTo>
                <a:cubicBezTo>
                  <a:pt x="4384" y="20772"/>
                  <a:pt x="5139" y="17130"/>
                  <a:pt x="6648" y="14016"/>
                </a:cubicBezTo>
                <a:cubicBezTo>
                  <a:pt x="8158" y="10901"/>
                  <a:pt x="10242" y="8302"/>
                  <a:pt x="12902" y="6217"/>
                </a:cubicBezTo>
                <a:cubicBezTo>
                  <a:pt x="15561" y="4133"/>
                  <a:pt x="18711" y="2576"/>
                  <a:pt x="22353" y="1545"/>
                </a:cubicBezTo>
                <a:cubicBezTo>
                  <a:pt x="25995" y="515"/>
                  <a:pt x="29948" y="0"/>
                  <a:pt x="34213" y="0"/>
                </a:cubicBezTo>
                <a:cubicBezTo>
                  <a:pt x="36033" y="0"/>
                  <a:pt x="37878" y="132"/>
                  <a:pt x="39747" y="395"/>
                </a:cubicBezTo>
                <a:cubicBezTo>
                  <a:pt x="41616" y="659"/>
                  <a:pt x="43484" y="1030"/>
                  <a:pt x="45353" y="1509"/>
                </a:cubicBezTo>
                <a:lnTo>
                  <a:pt x="73456" y="1509"/>
                </a:lnTo>
                <a:lnTo>
                  <a:pt x="73456" y="10206"/>
                </a:lnTo>
                <a:moveTo>
                  <a:pt x="18831" y="23791"/>
                </a:moveTo>
                <a:cubicBezTo>
                  <a:pt x="18831" y="29636"/>
                  <a:pt x="20149" y="34117"/>
                  <a:pt x="22784" y="37231"/>
                </a:cubicBezTo>
                <a:cubicBezTo>
                  <a:pt x="25420" y="40346"/>
                  <a:pt x="29277" y="41903"/>
                  <a:pt x="34356" y="41903"/>
                </a:cubicBezTo>
                <a:cubicBezTo>
                  <a:pt x="36848" y="41903"/>
                  <a:pt x="38992" y="41496"/>
                  <a:pt x="40789" y="40681"/>
                </a:cubicBezTo>
                <a:cubicBezTo>
                  <a:pt x="42586" y="39867"/>
                  <a:pt x="44083" y="38717"/>
                  <a:pt x="45281" y="37231"/>
                </a:cubicBezTo>
                <a:cubicBezTo>
                  <a:pt x="46479" y="35746"/>
                  <a:pt x="47366" y="33961"/>
                  <a:pt x="47941" y="31877"/>
                </a:cubicBezTo>
                <a:cubicBezTo>
                  <a:pt x="48516" y="29792"/>
                  <a:pt x="48803" y="27480"/>
                  <a:pt x="48803" y="24941"/>
                </a:cubicBezTo>
                <a:cubicBezTo>
                  <a:pt x="48803" y="18903"/>
                  <a:pt x="47485" y="14375"/>
                  <a:pt x="44850" y="11356"/>
                </a:cubicBezTo>
                <a:cubicBezTo>
                  <a:pt x="42215" y="8338"/>
                  <a:pt x="38621" y="6828"/>
                  <a:pt x="34069" y="6828"/>
                </a:cubicBezTo>
                <a:cubicBezTo>
                  <a:pt x="29133" y="6828"/>
                  <a:pt x="25360" y="8254"/>
                  <a:pt x="22748" y="11105"/>
                </a:cubicBezTo>
                <a:cubicBezTo>
                  <a:pt x="20137" y="13956"/>
                  <a:pt x="18831" y="18184"/>
                  <a:pt x="18831" y="23791"/>
                </a:cubicBezTo>
                <a:moveTo>
                  <a:pt x="20844" y="74391"/>
                </a:moveTo>
                <a:cubicBezTo>
                  <a:pt x="18352" y="76068"/>
                  <a:pt x="16435" y="77889"/>
                  <a:pt x="15094" y="79853"/>
                </a:cubicBezTo>
                <a:cubicBezTo>
                  <a:pt x="13752" y="81818"/>
                  <a:pt x="13081" y="84022"/>
                  <a:pt x="13081" y="86466"/>
                </a:cubicBezTo>
                <a:cubicBezTo>
                  <a:pt x="13081" y="90730"/>
                  <a:pt x="14938" y="93797"/>
                  <a:pt x="18652" y="95666"/>
                </a:cubicBezTo>
                <a:cubicBezTo>
                  <a:pt x="22365" y="97534"/>
                  <a:pt x="27983" y="98469"/>
                  <a:pt x="35506" y="98469"/>
                </a:cubicBezTo>
                <a:cubicBezTo>
                  <a:pt x="42550" y="98469"/>
                  <a:pt x="47989" y="97307"/>
                  <a:pt x="51822" y="94983"/>
                </a:cubicBezTo>
                <a:cubicBezTo>
                  <a:pt x="55655" y="92659"/>
                  <a:pt x="57572" y="89293"/>
                  <a:pt x="57572" y="84884"/>
                </a:cubicBezTo>
                <a:cubicBezTo>
                  <a:pt x="57572" y="81674"/>
                  <a:pt x="56530" y="79194"/>
                  <a:pt x="54445" y="77445"/>
                </a:cubicBezTo>
                <a:cubicBezTo>
                  <a:pt x="52361" y="75696"/>
                  <a:pt x="48731" y="74822"/>
                  <a:pt x="43556" y="74822"/>
                </a:cubicBezTo>
                <a:lnTo>
                  <a:pt x="31913" y="74822"/>
                </a:lnTo>
                <a:cubicBezTo>
                  <a:pt x="31290" y="74822"/>
                  <a:pt x="30475" y="74810"/>
                  <a:pt x="29469" y="74786"/>
                </a:cubicBezTo>
                <a:cubicBezTo>
                  <a:pt x="28463" y="74762"/>
                  <a:pt x="27420" y="74738"/>
                  <a:pt x="26342" y="74714"/>
                </a:cubicBezTo>
                <a:cubicBezTo>
                  <a:pt x="25264" y="74690"/>
                  <a:pt x="24222" y="74654"/>
                  <a:pt x="23216" y="74606"/>
                </a:cubicBezTo>
                <a:cubicBezTo>
                  <a:pt x="22209" y="74558"/>
                  <a:pt x="21419" y="74487"/>
                  <a:pt x="20844" y="74391"/>
                </a:cubicBezTo>
                <a:close/>
              </a:path>
            </a:pathLst>
          </a:custGeom>
          <a:solidFill xmlns:a="http://schemas.openxmlformats.org/drawingml/2006/main">
            <a:srgbClr val="000000"/>
          </a:solidFill>
          <a:ln xmlns:a="http://schemas.openxmlformats.org/drawingml/2006/main" w="0">
            <a:noFill/>
            <a:prstDash val="solid"/>
          </a:ln>
        </p:spPr>
      </p:sp>
      <p:sp>
        <p:nvSpPr>
          <p:cNvPr id="373" name="path-329">
            <a:extLst xmlns:a="http://schemas.openxmlformats.org/drawingml/2006/main">
              <a:ext uri="{FF2B5EF4-FFF2-40B4-BE49-F238E27FC236}">
                <a16:creationId xmlns:a16="http://schemas.microsoft.com/office/drawing/2014/main" id="{75743EA2-EA96-46EF-AA3B-0333882FE9C0}"/>
              </a:ext>
            </a:extLst>
          </p:cNvPr>
          <p:cNvSpPr>
            <a:spLocks xmlns:a="http://schemas.openxmlformats.org/drawingml/2006/main" noGrp="1"/>
          </p:cNvSpPr>
          <p:nvPr/>
        </p:nvSpPr>
        <p:spPr>
          <a:xfrm xmlns:a="http://schemas.openxmlformats.org/drawingml/2006/main">
            <a:off x="16571983" y="3910807"/>
            <a:ext cx="57716" cy="73384"/>
          </a:xfrm>
          <a:custGeom xmlns:a="http://schemas.openxmlformats.org/drawingml/2006/main">
            <a:pathLst>
              <a:path w="57716" h="73384">
                <a:moveTo>
                  <a:pt x="22928" y="13513"/>
                </a:moveTo>
                <a:cubicBezTo>
                  <a:pt x="23072" y="13608"/>
                  <a:pt x="23192" y="13668"/>
                  <a:pt x="23288" y="13692"/>
                </a:cubicBezTo>
                <a:cubicBezTo>
                  <a:pt x="23383" y="13716"/>
                  <a:pt x="23503" y="13776"/>
                  <a:pt x="23647" y="13872"/>
                </a:cubicBezTo>
                <a:cubicBezTo>
                  <a:pt x="25947" y="11380"/>
                  <a:pt x="28067" y="9248"/>
                  <a:pt x="30008" y="7475"/>
                </a:cubicBezTo>
                <a:cubicBezTo>
                  <a:pt x="31948" y="5702"/>
                  <a:pt x="33913" y="4265"/>
                  <a:pt x="35902" y="3163"/>
                </a:cubicBezTo>
                <a:cubicBezTo>
                  <a:pt x="37890" y="2060"/>
                  <a:pt x="39951" y="1258"/>
                  <a:pt x="42083" y="755"/>
                </a:cubicBezTo>
                <a:cubicBezTo>
                  <a:pt x="44215" y="252"/>
                  <a:pt x="46599" y="0"/>
                  <a:pt x="49234" y="0"/>
                </a:cubicBezTo>
                <a:cubicBezTo>
                  <a:pt x="52205" y="0"/>
                  <a:pt x="55032" y="288"/>
                  <a:pt x="57716" y="863"/>
                </a:cubicBezTo>
                <a:lnTo>
                  <a:pt x="57716" y="18688"/>
                </a:lnTo>
                <a:lnTo>
                  <a:pt x="48516" y="18688"/>
                </a:lnTo>
                <a:cubicBezTo>
                  <a:pt x="47989" y="17346"/>
                  <a:pt x="47438" y="16184"/>
                  <a:pt x="46863" y="15202"/>
                </a:cubicBezTo>
                <a:cubicBezTo>
                  <a:pt x="46288" y="14219"/>
                  <a:pt x="45629" y="13405"/>
                  <a:pt x="44886" y="12758"/>
                </a:cubicBezTo>
                <a:cubicBezTo>
                  <a:pt x="44143" y="12111"/>
                  <a:pt x="43281" y="11632"/>
                  <a:pt x="42298" y="11320"/>
                </a:cubicBezTo>
                <a:cubicBezTo>
                  <a:pt x="41316" y="11009"/>
                  <a:pt x="40154" y="10853"/>
                  <a:pt x="38813" y="10853"/>
                </a:cubicBezTo>
                <a:cubicBezTo>
                  <a:pt x="37423" y="10853"/>
                  <a:pt x="35854" y="11296"/>
                  <a:pt x="34105" y="12183"/>
                </a:cubicBezTo>
                <a:cubicBezTo>
                  <a:pt x="32356" y="13069"/>
                  <a:pt x="30715" y="14279"/>
                  <a:pt x="29181" y="15813"/>
                </a:cubicBezTo>
                <a:cubicBezTo>
                  <a:pt x="27648" y="17346"/>
                  <a:pt x="26366" y="19119"/>
                  <a:pt x="25336" y="21131"/>
                </a:cubicBezTo>
                <a:cubicBezTo>
                  <a:pt x="24306" y="23144"/>
                  <a:pt x="23791" y="25276"/>
                  <a:pt x="23791" y="27528"/>
                </a:cubicBezTo>
                <a:lnTo>
                  <a:pt x="23791" y="55056"/>
                </a:lnTo>
                <a:cubicBezTo>
                  <a:pt x="23791" y="58075"/>
                  <a:pt x="23922" y="60387"/>
                  <a:pt x="24186" y="61992"/>
                </a:cubicBezTo>
                <a:cubicBezTo>
                  <a:pt x="24449" y="63597"/>
                  <a:pt x="24941" y="64807"/>
                  <a:pt x="25659" y="65622"/>
                </a:cubicBezTo>
                <a:cubicBezTo>
                  <a:pt x="26378" y="66437"/>
                  <a:pt x="27360" y="67023"/>
                  <a:pt x="28606" y="67383"/>
                </a:cubicBezTo>
                <a:cubicBezTo>
                  <a:pt x="29852" y="67742"/>
                  <a:pt x="31481" y="68209"/>
                  <a:pt x="33494" y="68784"/>
                </a:cubicBezTo>
                <a:lnTo>
                  <a:pt x="33494" y="73384"/>
                </a:lnTo>
                <a:lnTo>
                  <a:pt x="1078" y="73384"/>
                </a:lnTo>
                <a:lnTo>
                  <a:pt x="1078" y="68784"/>
                </a:lnTo>
                <a:cubicBezTo>
                  <a:pt x="2947" y="68114"/>
                  <a:pt x="4444" y="67587"/>
                  <a:pt x="5570" y="67203"/>
                </a:cubicBezTo>
                <a:cubicBezTo>
                  <a:pt x="6696" y="66820"/>
                  <a:pt x="7559" y="66233"/>
                  <a:pt x="8158" y="65442"/>
                </a:cubicBezTo>
                <a:cubicBezTo>
                  <a:pt x="8757" y="64652"/>
                  <a:pt x="9140" y="63490"/>
                  <a:pt x="9308" y="61956"/>
                </a:cubicBezTo>
                <a:cubicBezTo>
                  <a:pt x="9476" y="60423"/>
                  <a:pt x="9559" y="58195"/>
                  <a:pt x="9559" y="55272"/>
                </a:cubicBezTo>
                <a:lnTo>
                  <a:pt x="9559" y="24366"/>
                </a:lnTo>
                <a:cubicBezTo>
                  <a:pt x="9559" y="21059"/>
                  <a:pt x="9547" y="18352"/>
                  <a:pt x="9523" y="16244"/>
                </a:cubicBezTo>
                <a:cubicBezTo>
                  <a:pt x="9499" y="14135"/>
                  <a:pt x="9212" y="12422"/>
                  <a:pt x="8661" y="11105"/>
                </a:cubicBezTo>
                <a:cubicBezTo>
                  <a:pt x="8110" y="9787"/>
                  <a:pt x="7176" y="8781"/>
                  <a:pt x="5858" y="8086"/>
                </a:cubicBezTo>
                <a:cubicBezTo>
                  <a:pt x="4540" y="7391"/>
                  <a:pt x="2588" y="6828"/>
                  <a:pt x="0" y="6397"/>
                </a:cubicBezTo>
                <a:lnTo>
                  <a:pt x="0" y="1509"/>
                </a:lnTo>
                <a:lnTo>
                  <a:pt x="18831" y="719"/>
                </a:lnTo>
                <a:lnTo>
                  <a:pt x="23934" y="719"/>
                </a:lnTo>
                <a:lnTo>
                  <a:pt x="22928" y="13513"/>
                </a:lnTo>
                <a:close/>
              </a:path>
            </a:pathLst>
          </a:custGeom>
          <a:solidFill xmlns:a="http://schemas.openxmlformats.org/drawingml/2006/main">
            <a:srgbClr val="000000"/>
          </a:solidFill>
          <a:ln xmlns:a="http://schemas.openxmlformats.org/drawingml/2006/main" w="0">
            <a:noFill/>
            <a:prstDash val="solid"/>
          </a:ln>
        </p:spPr>
      </p:sp>
      <p:sp>
        <p:nvSpPr>
          <p:cNvPr id="374" name="path-330">
            <a:extLst xmlns:a="http://schemas.openxmlformats.org/drawingml/2006/main">
              <a:ext uri="{FF2B5EF4-FFF2-40B4-BE49-F238E27FC236}">
                <a16:creationId xmlns:a16="http://schemas.microsoft.com/office/drawing/2014/main" id="{B010DB6F-7D00-4A89-910F-D2B2C0A3F807}"/>
              </a:ext>
            </a:extLst>
          </p:cNvPr>
          <p:cNvSpPr>
            <a:spLocks xmlns:a="http://schemas.openxmlformats.org/drawingml/2006/main" noGrp="1"/>
          </p:cNvSpPr>
          <p:nvPr/>
        </p:nvSpPr>
        <p:spPr>
          <a:xfrm xmlns:a="http://schemas.openxmlformats.org/drawingml/2006/main">
            <a:off x="16641156" y="3910807"/>
            <a:ext cx="69288" cy="74678"/>
          </a:xfrm>
          <a:custGeom xmlns:a="http://schemas.openxmlformats.org/drawingml/2006/main">
            <a:pathLst>
              <a:path w="69288" h="74678">
                <a:moveTo>
                  <a:pt x="33925" y="74678"/>
                </a:moveTo>
                <a:cubicBezTo>
                  <a:pt x="28606" y="74678"/>
                  <a:pt x="23851" y="73935"/>
                  <a:pt x="19658" y="72450"/>
                </a:cubicBezTo>
                <a:cubicBezTo>
                  <a:pt x="15465" y="70965"/>
                  <a:pt x="11907" y="68701"/>
                  <a:pt x="8984" y="65658"/>
                </a:cubicBezTo>
                <a:cubicBezTo>
                  <a:pt x="6061" y="62615"/>
                  <a:pt x="3833" y="58794"/>
                  <a:pt x="2300" y="54194"/>
                </a:cubicBezTo>
                <a:cubicBezTo>
                  <a:pt x="767" y="49594"/>
                  <a:pt x="0" y="44179"/>
                  <a:pt x="0" y="37950"/>
                </a:cubicBezTo>
                <a:cubicBezTo>
                  <a:pt x="0" y="31769"/>
                  <a:pt x="886" y="26318"/>
                  <a:pt x="2659" y="21598"/>
                </a:cubicBezTo>
                <a:cubicBezTo>
                  <a:pt x="4432" y="16879"/>
                  <a:pt x="6888" y="12914"/>
                  <a:pt x="10027" y="9703"/>
                </a:cubicBezTo>
                <a:cubicBezTo>
                  <a:pt x="13165" y="6493"/>
                  <a:pt x="16867" y="4073"/>
                  <a:pt x="21131" y="2444"/>
                </a:cubicBezTo>
                <a:cubicBezTo>
                  <a:pt x="25396" y="815"/>
                  <a:pt x="30044" y="0"/>
                  <a:pt x="35075" y="0"/>
                </a:cubicBezTo>
                <a:cubicBezTo>
                  <a:pt x="41065" y="0"/>
                  <a:pt x="46216" y="886"/>
                  <a:pt x="50528" y="2659"/>
                </a:cubicBezTo>
                <a:cubicBezTo>
                  <a:pt x="54841" y="4432"/>
                  <a:pt x="58387" y="6924"/>
                  <a:pt x="61166" y="10134"/>
                </a:cubicBezTo>
                <a:cubicBezTo>
                  <a:pt x="63945" y="13345"/>
                  <a:pt x="65993" y="17202"/>
                  <a:pt x="67311" y="21706"/>
                </a:cubicBezTo>
                <a:cubicBezTo>
                  <a:pt x="68629" y="26210"/>
                  <a:pt x="69288" y="31170"/>
                  <a:pt x="69288" y="36584"/>
                </a:cubicBezTo>
                <a:cubicBezTo>
                  <a:pt x="69288" y="42814"/>
                  <a:pt x="68461" y="48300"/>
                  <a:pt x="66808" y="53044"/>
                </a:cubicBezTo>
                <a:cubicBezTo>
                  <a:pt x="65155" y="57788"/>
                  <a:pt x="62783" y="61765"/>
                  <a:pt x="59692" y="64975"/>
                </a:cubicBezTo>
                <a:cubicBezTo>
                  <a:pt x="56602" y="68185"/>
                  <a:pt x="52876" y="70605"/>
                  <a:pt x="48516" y="72234"/>
                </a:cubicBezTo>
                <a:cubicBezTo>
                  <a:pt x="44155" y="73864"/>
                  <a:pt x="39292" y="74678"/>
                  <a:pt x="33925" y="74678"/>
                </a:cubicBezTo>
                <a:moveTo>
                  <a:pt x="15597" y="36728"/>
                </a:moveTo>
                <a:cubicBezTo>
                  <a:pt x="15597" y="41664"/>
                  <a:pt x="16028" y="46048"/>
                  <a:pt x="16891" y="49881"/>
                </a:cubicBezTo>
                <a:cubicBezTo>
                  <a:pt x="17753" y="53715"/>
                  <a:pt x="19011" y="56949"/>
                  <a:pt x="20664" y="59584"/>
                </a:cubicBezTo>
                <a:cubicBezTo>
                  <a:pt x="22317" y="62220"/>
                  <a:pt x="24342" y="64232"/>
                  <a:pt x="26738" y="65622"/>
                </a:cubicBezTo>
                <a:cubicBezTo>
                  <a:pt x="29133" y="67012"/>
                  <a:pt x="31865" y="67706"/>
                  <a:pt x="34931" y="67706"/>
                </a:cubicBezTo>
                <a:cubicBezTo>
                  <a:pt x="38381" y="67706"/>
                  <a:pt x="41316" y="66916"/>
                  <a:pt x="43736" y="65334"/>
                </a:cubicBezTo>
                <a:cubicBezTo>
                  <a:pt x="46156" y="63753"/>
                  <a:pt x="48108" y="61633"/>
                  <a:pt x="49594" y="58973"/>
                </a:cubicBezTo>
                <a:cubicBezTo>
                  <a:pt x="51079" y="56314"/>
                  <a:pt x="52157" y="53223"/>
                  <a:pt x="52828" y="49702"/>
                </a:cubicBezTo>
                <a:cubicBezTo>
                  <a:pt x="53499" y="46180"/>
                  <a:pt x="53834" y="42478"/>
                  <a:pt x="53834" y="38597"/>
                </a:cubicBezTo>
                <a:cubicBezTo>
                  <a:pt x="53834" y="33134"/>
                  <a:pt x="53343" y="28427"/>
                  <a:pt x="52361" y="24473"/>
                </a:cubicBezTo>
                <a:cubicBezTo>
                  <a:pt x="51379" y="20520"/>
                  <a:pt x="50037" y="17262"/>
                  <a:pt x="48336" y="14698"/>
                </a:cubicBezTo>
                <a:cubicBezTo>
                  <a:pt x="46635" y="12135"/>
                  <a:pt x="44622" y="10230"/>
                  <a:pt x="42298" y="8984"/>
                </a:cubicBezTo>
                <a:cubicBezTo>
                  <a:pt x="39975" y="7739"/>
                  <a:pt x="37471" y="7116"/>
                  <a:pt x="34788" y="7116"/>
                </a:cubicBezTo>
                <a:cubicBezTo>
                  <a:pt x="28654" y="7116"/>
                  <a:pt x="23922" y="9679"/>
                  <a:pt x="20592" y="14806"/>
                </a:cubicBezTo>
                <a:cubicBezTo>
                  <a:pt x="17262" y="19933"/>
                  <a:pt x="15597" y="27241"/>
                  <a:pt x="15597" y="36728"/>
                </a:cubicBezTo>
                <a:close/>
              </a:path>
            </a:pathLst>
          </a:custGeom>
          <a:solidFill xmlns:a="http://schemas.openxmlformats.org/drawingml/2006/main">
            <a:srgbClr val="000000"/>
          </a:solidFill>
          <a:ln xmlns:a="http://schemas.openxmlformats.org/drawingml/2006/main" w="0">
            <a:noFill/>
            <a:prstDash val="solid"/>
          </a:ln>
        </p:spPr>
      </p:sp>
      <p:sp>
        <p:nvSpPr>
          <p:cNvPr id="375" name="path-331">
            <a:extLst xmlns:a="http://schemas.openxmlformats.org/drawingml/2006/main">
              <a:ext uri="{FF2B5EF4-FFF2-40B4-BE49-F238E27FC236}">
                <a16:creationId xmlns:a16="http://schemas.microsoft.com/office/drawing/2014/main" id="{280358CB-8903-4D88-8802-0F80A15299E9}"/>
              </a:ext>
            </a:extLst>
          </p:cNvPr>
          <p:cNvSpPr>
            <a:spLocks xmlns:a="http://schemas.openxmlformats.org/drawingml/2006/main" noGrp="1"/>
          </p:cNvSpPr>
          <p:nvPr/>
        </p:nvSpPr>
        <p:spPr>
          <a:xfrm xmlns:a="http://schemas.openxmlformats.org/drawingml/2006/main">
            <a:off x="16724706" y="3912317"/>
            <a:ext cx="77913" cy="73169"/>
          </a:xfrm>
          <a:custGeom xmlns:a="http://schemas.openxmlformats.org/drawingml/2006/main">
            <a:pathLst>
              <a:path w="77913" h="73169">
                <a:moveTo>
                  <a:pt x="0" y="0"/>
                </a:moveTo>
                <a:lnTo>
                  <a:pt x="23072" y="0"/>
                </a:lnTo>
                <a:lnTo>
                  <a:pt x="23072" y="37519"/>
                </a:lnTo>
                <a:cubicBezTo>
                  <a:pt x="23072" y="42694"/>
                  <a:pt x="23240" y="46958"/>
                  <a:pt x="23575" y="50313"/>
                </a:cubicBezTo>
                <a:cubicBezTo>
                  <a:pt x="23910" y="53667"/>
                  <a:pt x="24545" y="56314"/>
                  <a:pt x="25480" y="58255"/>
                </a:cubicBezTo>
                <a:cubicBezTo>
                  <a:pt x="26414" y="60195"/>
                  <a:pt x="27744" y="61537"/>
                  <a:pt x="29469" y="62280"/>
                </a:cubicBezTo>
                <a:cubicBezTo>
                  <a:pt x="31194" y="63022"/>
                  <a:pt x="33470" y="63394"/>
                  <a:pt x="36297" y="63394"/>
                </a:cubicBezTo>
                <a:cubicBezTo>
                  <a:pt x="38166" y="63394"/>
                  <a:pt x="40154" y="62939"/>
                  <a:pt x="42263" y="62028"/>
                </a:cubicBezTo>
                <a:cubicBezTo>
                  <a:pt x="44371" y="61118"/>
                  <a:pt x="46300" y="59920"/>
                  <a:pt x="48048" y="58434"/>
                </a:cubicBezTo>
                <a:cubicBezTo>
                  <a:pt x="49797" y="56949"/>
                  <a:pt x="51247" y="55248"/>
                  <a:pt x="52397" y="53331"/>
                </a:cubicBezTo>
                <a:cubicBezTo>
                  <a:pt x="53547" y="51415"/>
                  <a:pt x="54122" y="49474"/>
                  <a:pt x="54122" y="47509"/>
                </a:cubicBezTo>
                <a:lnTo>
                  <a:pt x="54122" y="18113"/>
                </a:lnTo>
                <a:cubicBezTo>
                  <a:pt x="54122" y="15381"/>
                  <a:pt x="54062" y="13261"/>
                  <a:pt x="53942" y="11752"/>
                </a:cubicBezTo>
                <a:cubicBezTo>
                  <a:pt x="53822" y="10242"/>
                  <a:pt x="53475" y="9056"/>
                  <a:pt x="52900" y="8194"/>
                </a:cubicBezTo>
                <a:cubicBezTo>
                  <a:pt x="52325" y="7331"/>
                  <a:pt x="51451" y="6672"/>
                  <a:pt x="50277" y="6217"/>
                </a:cubicBezTo>
                <a:cubicBezTo>
                  <a:pt x="49103" y="5762"/>
                  <a:pt x="47461" y="5223"/>
                  <a:pt x="45353" y="4600"/>
                </a:cubicBezTo>
                <a:lnTo>
                  <a:pt x="45353" y="0"/>
                </a:lnTo>
                <a:lnTo>
                  <a:pt x="68209" y="0"/>
                </a:lnTo>
                <a:lnTo>
                  <a:pt x="68209" y="52109"/>
                </a:lnTo>
                <a:cubicBezTo>
                  <a:pt x="68209" y="54553"/>
                  <a:pt x="68197" y="56614"/>
                  <a:pt x="68173" y="58291"/>
                </a:cubicBezTo>
                <a:cubicBezTo>
                  <a:pt x="68150" y="59968"/>
                  <a:pt x="68389" y="61357"/>
                  <a:pt x="68892" y="62459"/>
                </a:cubicBezTo>
                <a:cubicBezTo>
                  <a:pt x="69395" y="63562"/>
                  <a:pt x="70330" y="64460"/>
                  <a:pt x="71695" y="65155"/>
                </a:cubicBezTo>
                <a:cubicBezTo>
                  <a:pt x="73061" y="65850"/>
                  <a:pt x="75133" y="66437"/>
                  <a:pt x="77913" y="66916"/>
                </a:cubicBezTo>
                <a:lnTo>
                  <a:pt x="77913" y="71875"/>
                </a:lnTo>
                <a:lnTo>
                  <a:pt x="59441" y="72594"/>
                </a:lnTo>
                <a:lnTo>
                  <a:pt x="54266" y="72594"/>
                </a:lnTo>
                <a:cubicBezTo>
                  <a:pt x="54409" y="70581"/>
                  <a:pt x="54529" y="68593"/>
                  <a:pt x="54625" y="66628"/>
                </a:cubicBezTo>
                <a:cubicBezTo>
                  <a:pt x="54721" y="64664"/>
                  <a:pt x="54817" y="62675"/>
                  <a:pt x="54913" y="60663"/>
                </a:cubicBezTo>
                <a:cubicBezTo>
                  <a:pt x="54721" y="60567"/>
                  <a:pt x="54553" y="60519"/>
                  <a:pt x="54409" y="60519"/>
                </a:cubicBezTo>
                <a:cubicBezTo>
                  <a:pt x="54266" y="60519"/>
                  <a:pt x="54122" y="60471"/>
                  <a:pt x="53978" y="60375"/>
                </a:cubicBezTo>
                <a:cubicBezTo>
                  <a:pt x="51726" y="62771"/>
                  <a:pt x="49594" y="64783"/>
                  <a:pt x="47581" y="66413"/>
                </a:cubicBezTo>
                <a:cubicBezTo>
                  <a:pt x="45569" y="68042"/>
                  <a:pt x="43604" y="69359"/>
                  <a:pt x="41688" y="70366"/>
                </a:cubicBezTo>
                <a:cubicBezTo>
                  <a:pt x="39771" y="71372"/>
                  <a:pt x="37866" y="72091"/>
                  <a:pt x="35973" y="72522"/>
                </a:cubicBezTo>
                <a:cubicBezTo>
                  <a:pt x="34081" y="72953"/>
                  <a:pt x="32104" y="73169"/>
                  <a:pt x="30044" y="73169"/>
                </a:cubicBezTo>
                <a:cubicBezTo>
                  <a:pt x="26450" y="73121"/>
                  <a:pt x="23311" y="72642"/>
                  <a:pt x="20628" y="71731"/>
                </a:cubicBezTo>
                <a:cubicBezTo>
                  <a:pt x="17945" y="70821"/>
                  <a:pt x="15729" y="69359"/>
                  <a:pt x="13980" y="67347"/>
                </a:cubicBezTo>
                <a:cubicBezTo>
                  <a:pt x="12231" y="65334"/>
                  <a:pt x="10913" y="62723"/>
                  <a:pt x="10027" y="59513"/>
                </a:cubicBezTo>
                <a:cubicBezTo>
                  <a:pt x="9140" y="56302"/>
                  <a:pt x="8673" y="52349"/>
                  <a:pt x="8625" y="47653"/>
                </a:cubicBezTo>
                <a:lnTo>
                  <a:pt x="8625" y="18113"/>
                </a:lnTo>
                <a:cubicBezTo>
                  <a:pt x="8625" y="15477"/>
                  <a:pt x="8613" y="13417"/>
                  <a:pt x="8589" y="11931"/>
                </a:cubicBezTo>
                <a:cubicBezTo>
                  <a:pt x="8565" y="10446"/>
                  <a:pt x="8302" y="9284"/>
                  <a:pt x="7798" y="8445"/>
                </a:cubicBezTo>
                <a:cubicBezTo>
                  <a:pt x="7295" y="7607"/>
                  <a:pt x="6457" y="6936"/>
                  <a:pt x="5283" y="6433"/>
                </a:cubicBezTo>
                <a:cubicBezTo>
                  <a:pt x="4109" y="5930"/>
                  <a:pt x="2348" y="5319"/>
                  <a:pt x="0" y="4600"/>
                </a:cubicBezTo>
                <a:lnTo>
                  <a:pt x="0" y="0"/>
                </a:lnTo>
                <a:close/>
              </a:path>
            </a:pathLst>
          </a:custGeom>
          <a:solidFill xmlns:a="http://schemas.openxmlformats.org/drawingml/2006/main">
            <a:srgbClr val="000000"/>
          </a:solidFill>
          <a:ln xmlns:a="http://schemas.openxmlformats.org/drawingml/2006/main" w="0">
            <a:noFill/>
            <a:prstDash val="solid"/>
          </a:ln>
        </p:spPr>
      </p:sp>
      <p:sp>
        <p:nvSpPr>
          <p:cNvPr id="376" name="path-332">
            <a:extLst xmlns:a="http://schemas.openxmlformats.org/drawingml/2006/main">
              <a:ext uri="{FF2B5EF4-FFF2-40B4-BE49-F238E27FC236}">
                <a16:creationId xmlns:a16="http://schemas.microsoft.com/office/drawing/2014/main" id="{A0E3BC11-10AB-43C0-9273-47835B0B0992}"/>
              </a:ext>
            </a:extLst>
          </p:cNvPr>
          <p:cNvSpPr>
            <a:spLocks xmlns:a="http://schemas.openxmlformats.org/drawingml/2006/main" noGrp="1"/>
          </p:cNvSpPr>
          <p:nvPr/>
        </p:nvSpPr>
        <p:spPr>
          <a:xfrm xmlns:a="http://schemas.openxmlformats.org/drawingml/2006/main">
            <a:off x="16814290" y="3910807"/>
            <a:ext cx="77984" cy="73384"/>
          </a:xfrm>
          <a:custGeom xmlns:a="http://schemas.openxmlformats.org/drawingml/2006/main">
            <a:pathLst>
              <a:path w="77984" h="73384">
                <a:moveTo>
                  <a:pt x="77984" y="73384"/>
                </a:moveTo>
                <a:lnTo>
                  <a:pt x="46359" y="73384"/>
                </a:lnTo>
                <a:lnTo>
                  <a:pt x="46359" y="68784"/>
                </a:lnTo>
                <a:cubicBezTo>
                  <a:pt x="48324" y="68114"/>
                  <a:pt x="49869" y="67575"/>
                  <a:pt x="50995" y="67167"/>
                </a:cubicBezTo>
                <a:cubicBezTo>
                  <a:pt x="52121" y="66760"/>
                  <a:pt x="52972" y="66161"/>
                  <a:pt x="53547" y="65370"/>
                </a:cubicBezTo>
                <a:cubicBezTo>
                  <a:pt x="54122" y="64580"/>
                  <a:pt x="54493" y="63442"/>
                  <a:pt x="54661" y="61956"/>
                </a:cubicBezTo>
                <a:cubicBezTo>
                  <a:pt x="54829" y="60471"/>
                  <a:pt x="54913" y="58291"/>
                  <a:pt x="54913" y="55416"/>
                </a:cubicBezTo>
                <a:lnTo>
                  <a:pt x="54913" y="35434"/>
                </a:lnTo>
                <a:cubicBezTo>
                  <a:pt x="54913" y="30307"/>
                  <a:pt x="54697" y="26091"/>
                  <a:pt x="54266" y="22784"/>
                </a:cubicBezTo>
                <a:cubicBezTo>
                  <a:pt x="53834" y="19478"/>
                  <a:pt x="53104" y="16879"/>
                  <a:pt x="52073" y="14986"/>
                </a:cubicBezTo>
                <a:cubicBezTo>
                  <a:pt x="51043" y="13093"/>
                  <a:pt x="49678" y="11776"/>
                  <a:pt x="47977" y="11033"/>
                </a:cubicBezTo>
                <a:cubicBezTo>
                  <a:pt x="46276" y="10290"/>
                  <a:pt x="44179" y="9919"/>
                  <a:pt x="41688" y="9919"/>
                </a:cubicBezTo>
                <a:cubicBezTo>
                  <a:pt x="39579" y="9919"/>
                  <a:pt x="37459" y="10446"/>
                  <a:pt x="35327" y="11500"/>
                </a:cubicBezTo>
                <a:cubicBezTo>
                  <a:pt x="33194" y="12554"/>
                  <a:pt x="31278" y="13860"/>
                  <a:pt x="29577" y="15417"/>
                </a:cubicBezTo>
                <a:cubicBezTo>
                  <a:pt x="27876" y="16974"/>
                  <a:pt x="26486" y="18676"/>
                  <a:pt x="25408" y="20520"/>
                </a:cubicBezTo>
                <a:cubicBezTo>
                  <a:pt x="24330" y="22365"/>
                  <a:pt x="23791" y="24078"/>
                  <a:pt x="23791" y="25659"/>
                </a:cubicBezTo>
                <a:lnTo>
                  <a:pt x="23791" y="55056"/>
                </a:lnTo>
                <a:cubicBezTo>
                  <a:pt x="23791" y="57979"/>
                  <a:pt x="23863" y="60207"/>
                  <a:pt x="24006" y="61741"/>
                </a:cubicBezTo>
                <a:cubicBezTo>
                  <a:pt x="24150" y="63274"/>
                  <a:pt x="24521" y="64460"/>
                  <a:pt x="25120" y="65298"/>
                </a:cubicBezTo>
                <a:cubicBezTo>
                  <a:pt x="25719" y="66137"/>
                  <a:pt x="26606" y="66760"/>
                  <a:pt x="27780" y="67167"/>
                </a:cubicBezTo>
                <a:cubicBezTo>
                  <a:pt x="28954" y="67575"/>
                  <a:pt x="30571" y="68114"/>
                  <a:pt x="32631" y="68784"/>
                </a:cubicBezTo>
                <a:lnTo>
                  <a:pt x="32631" y="73384"/>
                </a:lnTo>
                <a:lnTo>
                  <a:pt x="1078" y="73384"/>
                </a:lnTo>
                <a:lnTo>
                  <a:pt x="1078" y="68784"/>
                </a:lnTo>
                <a:cubicBezTo>
                  <a:pt x="2995" y="68114"/>
                  <a:pt x="4516" y="67587"/>
                  <a:pt x="5642" y="67203"/>
                </a:cubicBezTo>
                <a:cubicBezTo>
                  <a:pt x="6768" y="66820"/>
                  <a:pt x="7619" y="66233"/>
                  <a:pt x="8194" y="65442"/>
                </a:cubicBezTo>
                <a:cubicBezTo>
                  <a:pt x="8769" y="64652"/>
                  <a:pt x="9140" y="63490"/>
                  <a:pt x="9308" y="61956"/>
                </a:cubicBezTo>
                <a:cubicBezTo>
                  <a:pt x="9476" y="60423"/>
                  <a:pt x="9559" y="58195"/>
                  <a:pt x="9559" y="55272"/>
                </a:cubicBezTo>
                <a:lnTo>
                  <a:pt x="9559" y="21419"/>
                </a:lnTo>
                <a:cubicBezTo>
                  <a:pt x="9559" y="19742"/>
                  <a:pt x="9523" y="18316"/>
                  <a:pt x="9452" y="17142"/>
                </a:cubicBezTo>
                <a:cubicBezTo>
                  <a:pt x="9380" y="15968"/>
                  <a:pt x="9296" y="14974"/>
                  <a:pt x="9200" y="14159"/>
                </a:cubicBezTo>
                <a:cubicBezTo>
                  <a:pt x="9104" y="13009"/>
                  <a:pt x="8936" y="12039"/>
                  <a:pt x="8697" y="11248"/>
                </a:cubicBezTo>
                <a:cubicBezTo>
                  <a:pt x="8457" y="10458"/>
                  <a:pt x="8014" y="9763"/>
                  <a:pt x="7367" y="9164"/>
                </a:cubicBezTo>
                <a:cubicBezTo>
                  <a:pt x="6720" y="8565"/>
                  <a:pt x="5810" y="8050"/>
                  <a:pt x="4636" y="7619"/>
                </a:cubicBezTo>
                <a:cubicBezTo>
                  <a:pt x="3462" y="7188"/>
                  <a:pt x="1917" y="6780"/>
                  <a:pt x="0" y="6397"/>
                </a:cubicBezTo>
                <a:lnTo>
                  <a:pt x="0" y="1509"/>
                </a:lnTo>
                <a:lnTo>
                  <a:pt x="18831" y="719"/>
                </a:lnTo>
                <a:lnTo>
                  <a:pt x="23934" y="719"/>
                </a:lnTo>
                <a:cubicBezTo>
                  <a:pt x="23791" y="2779"/>
                  <a:pt x="23623" y="4804"/>
                  <a:pt x="23431" y="6792"/>
                </a:cubicBezTo>
                <a:cubicBezTo>
                  <a:pt x="23240" y="8781"/>
                  <a:pt x="23072" y="10781"/>
                  <a:pt x="22928" y="12794"/>
                </a:cubicBezTo>
                <a:cubicBezTo>
                  <a:pt x="23072" y="12890"/>
                  <a:pt x="23216" y="12938"/>
                  <a:pt x="23359" y="12938"/>
                </a:cubicBezTo>
                <a:cubicBezTo>
                  <a:pt x="23503" y="12938"/>
                  <a:pt x="23647" y="12985"/>
                  <a:pt x="23791" y="13081"/>
                </a:cubicBezTo>
                <a:cubicBezTo>
                  <a:pt x="26139" y="10685"/>
                  <a:pt x="28343" y="8661"/>
                  <a:pt x="30403" y="7008"/>
                </a:cubicBezTo>
                <a:cubicBezTo>
                  <a:pt x="32464" y="5355"/>
                  <a:pt x="34452" y="4001"/>
                  <a:pt x="36369" y="2947"/>
                </a:cubicBezTo>
                <a:cubicBezTo>
                  <a:pt x="38285" y="1893"/>
                  <a:pt x="40190" y="1138"/>
                  <a:pt x="42083" y="683"/>
                </a:cubicBezTo>
                <a:cubicBezTo>
                  <a:pt x="43976" y="228"/>
                  <a:pt x="45928" y="0"/>
                  <a:pt x="47941" y="0"/>
                </a:cubicBezTo>
                <a:cubicBezTo>
                  <a:pt x="51486" y="0"/>
                  <a:pt x="54589" y="467"/>
                  <a:pt x="57248" y="1402"/>
                </a:cubicBezTo>
                <a:cubicBezTo>
                  <a:pt x="59908" y="2336"/>
                  <a:pt x="62124" y="3833"/>
                  <a:pt x="63897" y="5894"/>
                </a:cubicBezTo>
                <a:cubicBezTo>
                  <a:pt x="65670" y="7954"/>
                  <a:pt x="67000" y="10590"/>
                  <a:pt x="67886" y="13800"/>
                </a:cubicBezTo>
                <a:cubicBezTo>
                  <a:pt x="68772" y="17010"/>
                  <a:pt x="69216" y="20868"/>
                  <a:pt x="69216" y="25372"/>
                </a:cubicBezTo>
                <a:lnTo>
                  <a:pt x="69216" y="55056"/>
                </a:lnTo>
                <a:cubicBezTo>
                  <a:pt x="69216" y="57883"/>
                  <a:pt x="69240" y="60064"/>
                  <a:pt x="69288" y="61597"/>
                </a:cubicBezTo>
                <a:cubicBezTo>
                  <a:pt x="69335" y="63130"/>
                  <a:pt x="69623" y="64316"/>
                  <a:pt x="70150" y="65155"/>
                </a:cubicBezTo>
                <a:cubicBezTo>
                  <a:pt x="70677" y="65993"/>
                  <a:pt x="71540" y="66652"/>
                  <a:pt x="72738" y="67131"/>
                </a:cubicBezTo>
                <a:cubicBezTo>
                  <a:pt x="73935" y="67610"/>
                  <a:pt x="75684" y="68162"/>
                  <a:pt x="77984" y="68784"/>
                </a:cubicBezTo>
                <a:lnTo>
                  <a:pt x="77984" y="73384"/>
                </a:lnTo>
                <a:close/>
              </a:path>
            </a:pathLst>
          </a:custGeom>
          <a:solidFill xmlns:a="http://schemas.openxmlformats.org/drawingml/2006/main">
            <a:srgbClr val="000000"/>
          </a:solidFill>
          <a:ln xmlns:a="http://schemas.openxmlformats.org/drawingml/2006/main" w="0">
            <a:noFill/>
            <a:prstDash val="solid"/>
          </a:ln>
        </p:spPr>
      </p:sp>
      <p:sp>
        <p:nvSpPr>
          <p:cNvPr id="377" name="path-333">
            <a:extLst xmlns:a="http://schemas.openxmlformats.org/drawingml/2006/main">
              <a:ext uri="{FF2B5EF4-FFF2-40B4-BE49-F238E27FC236}">
                <a16:creationId xmlns:a16="http://schemas.microsoft.com/office/drawing/2014/main" id="{8D8747DF-1A8B-49BE-9671-CAC6CBE557C5}"/>
              </a:ext>
            </a:extLst>
          </p:cNvPr>
          <p:cNvSpPr>
            <a:spLocks xmlns:a="http://schemas.openxmlformats.org/drawingml/2006/main" noGrp="1"/>
          </p:cNvSpPr>
          <p:nvPr/>
        </p:nvSpPr>
        <p:spPr>
          <a:xfrm xmlns:a="http://schemas.openxmlformats.org/drawingml/2006/main">
            <a:off x="16906427" y="3879613"/>
            <a:ext cx="76044" cy="105872"/>
          </a:xfrm>
          <a:custGeom xmlns:a="http://schemas.openxmlformats.org/drawingml/2006/main">
            <a:pathLst>
              <a:path w="76044" h="105872">
                <a:moveTo>
                  <a:pt x="52181" y="25228"/>
                </a:moveTo>
                <a:cubicBezTo>
                  <a:pt x="52181" y="22209"/>
                  <a:pt x="52157" y="19790"/>
                  <a:pt x="52109" y="17969"/>
                </a:cubicBezTo>
                <a:cubicBezTo>
                  <a:pt x="52061" y="16148"/>
                  <a:pt x="51990" y="14686"/>
                  <a:pt x="51894" y="13584"/>
                </a:cubicBezTo>
                <a:cubicBezTo>
                  <a:pt x="51702" y="12530"/>
                  <a:pt x="51498" y="11584"/>
                  <a:pt x="51283" y="10745"/>
                </a:cubicBezTo>
                <a:cubicBezTo>
                  <a:pt x="51067" y="9907"/>
                  <a:pt x="50636" y="9164"/>
                  <a:pt x="49989" y="8517"/>
                </a:cubicBezTo>
                <a:cubicBezTo>
                  <a:pt x="49342" y="7870"/>
                  <a:pt x="48408" y="7319"/>
                  <a:pt x="47186" y="6864"/>
                </a:cubicBezTo>
                <a:cubicBezTo>
                  <a:pt x="45964" y="6409"/>
                  <a:pt x="44275" y="6038"/>
                  <a:pt x="42119" y="5750"/>
                </a:cubicBezTo>
                <a:lnTo>
                  <a:pt x="42119" y="1006"/>
                </a:lnTo>
                <a:lnTo>
                  <a:pt x="61453" y="0"/>
                </a:lnTo>
                <a:lnTo>
                  <a:pt x="66269" y="0"/>
                </a:lnTo>
                <a:lnTo>
                  <a:pt x="66269" y="84813"/>
                </a:lnTo>
                <a:cubicBezTo>
                  <a:pt x="66269" y="87783"/>
                  <a:pt x="66281" y="90119"/>
                  <a:pt x="66305" y="91820"/>
                </a:cubicBezTo>
                <a:cubicBezTo>
                  <a:pt x="66329" y="93521"/>
                  <a:pt x="66616" y="94863"/>
                  <a:pt x="67167" y="95845"/>
                </a:cubicBezTo>
                <a:cubicBezTo>
                  <a:pt x="67718" y="96828"/>
                  <a:pt x="68665" y="97558"/>
                  <a:pt x="70006" y="98038"/>
                </a:cubicBezTo>
                <a:cubicBezTo>
                  <a:pt x="71348" y="98517"/>
                  <a:pt x="73360" y="99044"/>
                  <a:pt x="76044" y="99619"/>
                </a:cubicBezTo>
                <a:lnTo>
                  <a:pt x="76044" y="104578"/>
                </a:lnTo>
                <a:cubicBezTo>
                  <a:pt x="72881" y="104722"/>
                  <a:pt x="69755" y="104842"/>
                  <a:pt x="66664" y="104938"/>
                </a:cubicBezTo>
                <a:cubicBezTo>
                  <a:pt x="63573" y="105033"/>
                  <a:pt x="60495" y="105153"/>
                  <a:pt x="57428" y="105297"/>
                </a:cubicBezTo>
                <a:lnTo>
                  <a:pt x="52181" y="105297"/>
                </a:lnTo>
                <a:cubicBezTo>
                  <a:pt x="52373" y="103284"/>
                  <a:pt x="52517" y="101296"/>
                  <a:pt x="52613" y="99331"/>
                </a:cubicBezTo>
                <a:cubicBezTo>
                  <a:pt x="52708" y="97367"/>
                  <a:pt x="52828" y="95378"/>
                  <a:pt x="52972" y="93366"/>
                </a:cubicBezTo>
                <a:cubicBezTo>
                  <a:pt x="52828" y="93270"/>
                  <a:pt x="52672" y="93222"/>
                  <a:pt x="52505" y="93222"/>
                </a:cubicBezTo>
                <a:cubicBezTo>
                  <a:pt x="52337" y="93222"/>
                  <a:pt x="52181" y="93174"/>
                  <a:pt x="52038" y="93078"/>
                </a:cubicBezTo>
                <a:cubicBezTo>
                  <a:pt x="49450" y="95714"/>
                  <a:pt x="47138" y="97834"/>
                  <a:pt x="45102" y="99439"/>
                </a:cubicBezTo>
                <a:cubicBezTo>
                  <a:pt x="43065" y="101044"/>
                  <a:pt x="41125" y="102302"/>
                  <a:pt x="39280" y="103213"/>
                </a:cubicBezTo>
                <a:cubicBezTo>
                  <a:pt x="37435" y="104123"/>
                  <a:pt x="35554" y="104758"/>
                  <a:pt x="33638" y="105117"/>
                </a:cubicBezTo>
                <a:cubicBezTo>
                  <a:pt x="31721" y="105477"/>
                  <a:pt x="29589" y="105728"/>
                  <a:pt x="27241" y="105872"/>
                </a:cubicBezTo>
                <a:cubicBezTo>
                  <a:pt x="22928" y="105872"/>
                  <a:pt x="19083" y="105069"/>
                  <a:pt x="15705" y="103464"/>
                </a:cubicBezTo>
                <a:cubicBezTo>
                  <a:pt x="12327" y="101859"/>
                  <a:pt x="9476" y="99499"/>
                  <a:pt x="7152" y="96384"/>
                </a:cubicBezTo>
                <a:cubicBezTo>
                  <a:pt x="4828" y="93270"/>
                  <a:pt x="3055" y="89425"/>
                  <a:pt x="1833" y="84848"/>
                </a:cubicBezTo>
                <a:cubicBezTo>
                  <a:pt x="611" y="80272"/>
                  <a:pt x="0" y="75038"/>
                  <a:pt x="0" y="69144"/>
                </a:cubicBezTo>
                <a:cubicBezTo>
                  <a:pt x="0" y="62963"/>
                  <a:pt x="886" y="57512"/>
                  <a:pt x="2659" y="52792"/>
                </a:cubicBezTo>
                <a:cubicBezTo>
                  <a:pt x="4432" y="48072"/>
                  <a:pt x="6876" y="44107"/>
                  <a:pt x="9991" y="40897"/>
                </a:cubicBezTo>
                <a:cubicBezTo>
                  <a:pt x="13105" y="37686"/>
                  <a:pt x="16783" y="35267"/>
                  <a:pt x="21023" y="33638"/>
                </a:cubicBezTo>
                <a:cubicBezTo>
                  <a:pt x="25264" y="32008"/>
                  <a:pt x="29852" y="31194"/>
                  <a:pt x="34788" y="31194"/>
                </a:cubicBezTo>
                <a:cubicBezTo>
                  <a:pt x="36560" y="31194"/>
                  <a:pt x="38202" y="31254"/>
                  <a:pt x="39711" y="31373"/>
                </a:cubicBezTo>
                <a:cubicBezTo>
                  <a:pt x="41220" y="31493"/>
                  <a:pt x="42658" y="31697"/>
                  <a:pt x="44023" y="31984"/>
                </a:cubicBezTo>
                <a:cubicBezTo>
                  <a:pt x="45389" y="32272"/>
                  <a:pt x="46743" y="32631"/>
                  <a:pt x="48084" y="33063"/>
                </a:cubicBezTo>
                <a:cubicBezTo>
                  <a:pt x="49426" y="33494"/>
                  <a:pt x="50792" y="33997"/>
                  <a:pt x="52181" y="34572"/>
                </a:cubicBezTo>
                <a:lnTo>
                  <a:pt x="52181" y="25228"/>
                </a:lnTo>
                <a:moveTo>
                  <a:pt x="52181" y="59297"/>
                </a:moveTo>
                <a:cubicBezTo>
                  <a:pt x="52181" y="55080"/>
                  <a:pt x="51846" y="51618"/>
                  <a:pt x="51175" y="48911"/>
                </a:cubicBezTo>
                <a:cubicBezTo>
                  <a:pt x="50504" y="46204"/>
                  <a:pt x="49486" y="44059"/>
                  <a:pt x="48120" y="42478"/>
                </a:cubicBezTo>
                <a:cubicBezTo>
                  <a:pt x="46755" y="40897"/>
                  <a:pt x="45018" y="39807"/>
                  <a:pt x="42909" y="39208"/>
                </a:cubicBezTo>
                <a:cubicBezTo>
                  <a:pt x="40801" y="38609"/>
                  <a:pt x="38333" y="38309"/>
                  <a:pt x="35506" y="38309"/>
                </a:cubicBezTo>
                <a:cubicBezTo>
                  <a:pt x="28942" y="38309"/>
                  <a:pt x="23934" y="40837"/>
                  <a:pt x="20484" y="45892"/>
                </a:cubicBezTo>
                <a:cubicBezTo>
                  <a:pt x="17034" y="50947"/>
                  <a:pt x="15309" y="58147"/>
                  <a:pt x="15309" y="67491"/>
                </a:cubicBezTo>
                <a:cubicBezTo>
                  <a:pt x="15309" y="77122"/>
                  <a:pt x="16747" y="84297"/>
                  <a:pt x="19622" y="89017"/>
                </a:cubicBezTo>
                <a:cubicBezTo>
                  <a:pt x="22497" y="93737"/>
                  <a:pt x="26929" y="96097"/>
                  <a:pt x="32919" y="96097"/>
                </a:cubicBezTo>
                <a:cubicBezTo>
                  <a:pt x="35794" y="96097"/>
                  <a:pt x="38417" y="95570"/>
                  <a:pt x="40789" y="94516"/>
                </a:cubicBezTo>
                <a:cubicBezTo>
                  <a:pt x="43161" y="93462"/>
                  <a:pt x="45185" y="92108"/>
                  <a:pt x="46863" y="90455"/>
                </a:cubicBezTo>
                <a:cubicBezTo>
                  <a:pt x="48540" y="88802"/>
                  <a:pt x="49845" y="86945"/>
                  <a:pt x="50780" y="84884"/>
                </a:cubicBezTo>
                <a:cubicBezTo>
                  <a:pt x="51714" y="82824"/>
                  <a:pt x="52181" y="80764"/>
                  <a:pt x="52181" y="78703"/>
                </a:cubicBezTo>
                <a:lnTo>
                  <a:pt x="52181" y="59297"/>
                </a:lnTo>
                <a:close/>
              </a:path>
            </a:pathLst>
          </a:custGeom>
          <a:solidFill xmlns:a="http://schemas.openxmlformats.org/drawingml/2006/main">
            <a:srgbClr val="000000"/>
          </a:solidFill>
          <a:ln xmlns:a="http://schemas.openxmlformats.org/drawingml/2006/main" w="0">
            <a:noFill/>
            <a:prstDash val="solid"/>
          </a:ln>
        </p:spPr>
      </p:sp>
    </p:spTree>
    <p:extLst>
      <p:ext uri="{BB962C8B-B14F-4D97-AF65-F5344CB8AC3E}">
        <p14:creationId xmlns:p14="http://schemas.microsoft.com/office/powerpoint/2010/main" val="1913548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2026-10-21T08:57:45.8880000Z</dcterms:created>
  <dcterms:modified xsi:type="dcterms:W3CDTF">2026-10-21T08:57:45.8880000Z</dcterms:modified>
</coreProperties>
</file>