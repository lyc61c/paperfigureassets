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108b8a4b0b4e59" /><Relationship Type="http://schemas.openxmlformats.org/officeDocument/2006/relationships/extended-properties" Target="/docProps/app.xml" Id="Rea21bef6f2924bc4" /><Relationship Type="http://schemas.openxmlformats.org/officeDocument/2006/relationships/officeDocument" Target="/ppt/presentation.xml" Id="R081326d391d84d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fd831b8f6465b"/>
  </p:sldMasterIdLst>
  <p:notesMasterIdLst>
    <p:notesMasterId xmlns:r="http://schemas.openxmlformats.org/officeDocument/2006/relationships" r:id="R97f10ac5fdec4776"/>
  </p:notesMasterIdLst>
  <p:sldIdLst>
    <p:sldId xmlns:r="http://schemas.openxmlformats.org/officeDocument/2006/relationships" id="256" r:id="R7fb15a7d84694184"/>
    <p:sldId xmlns:r="http://schemas.openxmlformats.org/officeDocument/2006/relationships" id="257" r:id="Ra7b6977843d24a9b"/>
    <p:sldId xmlns:r="http://schemas.openxmlformats.org/officeDocument/2006/relationships" id="258" r:id="R6210b454c7c345d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768ee0b0884d8b" /><Relationship Type="http://schemas.openxmlformats.org/officeDocument/2006/relationships/slideMaster" Target="/ppt/slideMasters/slideMaster1.xml" Id="R8c8fd831b8f6465b" /><Relationship Type="http://schemas.openxmlformats.org/officeDocument/2006/relationships/notesMaster" Target="/ppt/notesMasters/notesMaster1.xml" Id="R97f10ac5fdec4776" /><Relationship Type="http://schemas.openxmlformats.org/officeDocument/2006/relationships/presProps" Target="/ppt/presProps.xml" Id="R6635807f77c746db" /><Relationship Type="http://schemas.openxmlformats.org/officeDocument/2006/relationships/tableStyles" Target="/ppt/tableStyles.xml" Id="R309f357ce6374777" /><Relationship Type="http://schemas.openxmlformats.org/officeDocument/2006/relationships/slide" Target="/ppt/slides/slide1.xml" Id="R7fb15a7d84694184" /><Relationship Type="http://schemas.openxmlformats.org/officeDocument/2006/relationships/slide" Target="/ppt/slides/slide2.xml" Id="Ra7b6977843d24a9b" /><Relationship Type="http://schemas.openxmlformats.org/officeDocument/2006/relationships/slide" Target="/ppt/slides/slide3.xml" Id="R6210b454c7c345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ce2b177f13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f56283fe274134" /><Relationship Type="http://schemas.openxmlformats.org/officeDocument/2006/relationships/notesMaster" Target="/ppt/notesMasters/notesMaster1.xml" Id="R022ad8da24524f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cb31b8d07c431e" /><Relationship Type="http://schemas.openxmlformats.org/officeDocument/2006/relationships/notesMaster" Target="/ppt/notesMasters/notesMaster1.xml" Id="Rb1b58a7c448d43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6df89fa58b4805" /><Relationship Type="http://schemas.openxmlformats.org/officeDocument/2006/relationships/notesMaster" Target="/ppt/notesMasters/notesMaster1.xml" Id="R6efbee2261a449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 of VGEG-centered multimodal data engine.</a:t>
            </a:r>
          </a:p>
          <a:p xmlns:a="http://schemas.openxmlformats.org/drawingml/2006/main">
            <a:r>
              <a:t>Source: https://arxiv.org/abs/2610.12419v1. Original Figure 1, PDF page 5.</a:t>
            </a:r>
          </a:p>
          <a:p xmlns:a="http://schemas.openxmlformats.org/drawingml/2006/main">
            <a:r>
              <a:t>Reconstructed editable diagram, not an author-provided PowerPoint. Text and diagram geometry remain native objects. Local source imagery has non-editable internal pixels. Mathematical glyph outlines are editable paths, not typeable equation objects. Freeform arrows are not endpoint-bound connectors and diagram plots are not data-bound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 of Research operations and benchmark overview.</a:t>
            </a:r>
          </a:p>
          <a:p xmlns:a="http://schemas.openxmlformats.org/drawingml/2006/main">
            <a:r>
              <a:t>Source: https://arxiv.org/abs/2610.12419v1. Original Figure 2, PDF page 6.</a:t>
            </a:r>
          </a:p>
          <a:p xmlns:a="http://schemas.openxmlformats.org/drawingml/2006/main">
            <a:r>
              <a:t>Reconstructed editable diagram, not an author-provided PowerPoint. Text and diagram geometry remain native objects. Local source imagery has non-editable internal pixels. Mathematical glyph outlines are editable paths, not typeable equation objects. Freeform arrows are not endpoint-bound connectors and diagram plots are not data-bound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reconstruction of Evidence-aware Visual-Grounded Rubric reward.</a:t>
            </a:r>
          </a:p>
          <a:p xmlns:a="http://schemas.openxmlformats.org/drawingml/2006/main">
            <a:r>
              <a:t>Source: https://arxiv.org/abs/2610.12419v1. Original Figure 3, PDF page 7.</a:t>
            </a:r>
          </a:p>
          <a:p xmlns:a="http://schemas.openxmlformats.org/drawingml/2006/main">
            <a:r>
              <a:t>Reconstructed editable diagram, not an author-provided PowerPoint. Text and diagram geometry remain native objects. Local source imagery has non-editable internal pixels. Mathematical glyph outlines are editable paths, not typeable equation objects. Freeform arrows are not endpoint-bound connectors and diagram plots are not data-bound charts.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3b97c53cc49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f2f8ec1d945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0b397e6c644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6e2e068d44d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9c6d8bb79344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def6799c54a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3FE219-DA50-4AF5-A562-3681110104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7ED07F-C7C9-4F78-9B2F-1E0E6A6C7A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E90978-0141-408D-A13C-46E4A87B1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21EA65-F9C0-4C86-BCC7-46697D3CB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4CB4E1-9268-4249-88F9-8510B9825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35F557-0ACC-47F4-8A94-05BB5F262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6AEE60-B36E-4E87-AD98-F2C6C6EB4F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0CF878-DCBC-4DCE-B74F-35D6CEFE87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375B1F-9B18-4489-8C10-E4B2632FA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ABAF3-A591-4ED7-AD59-66B4C78728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5c1874cab24c93" /><Relationship Type="http://schemas.openxmlformats.org/officeDocument/2006/relationships/slideLayout" Target="/ppt/slideLayouts/slideLayout1.xml" Id="Rc84bba7ac13c4ce2" /><Relationship Type="http://schemas.openxmlformats.org/officeDocument/2006/relationships/slideLayout" Target="/ppt/slideLayouts/slideLayout2.xml" Id="R0d105e875518482d" /><Relationship Type="http://schemas.openxmlformats.org/officeDocument/2006/relationships/slideLayout" Target="/ppt/slideLayouts/slideLayout3.xml" Id="Re36de754baa04bb7" /><Relationship Type="http://schemas.openxmlformats.org/officeDocument/2006/relationships/slideLayout" Target="/ppt/slideLayouts/slideLayout4.xml" Id="R674faf9baa38408a" /><Relationship Type="http://schemas.openxmlformats.org/officeDocument/2006/relationships/slideLayout" Target="/ppt/slideLayouts/slideLayout5.xml" Id="R1cb066f94f9f41b0" /><Relationship Type="http://schemas.openxmlformats.org/officeDocument/2006/relationships/slideLayout" Target="/ppt/slideLayouts/slideLayout6.xml" Id="R68d90e0b042447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4bba7ac13c4ce2"/>
    <p:sldLayoutId xmlns:r="http://schemas.openxmlformats.org/officeDocument/2006/relationships" id="2147483650" r:id="R0d105e875518482d"/>
    <p:sldLayoutId xmlns:r="http://schemas.openxmlformats.org/officeDocument/2006/relationships" id="2147483651" r:id="Re36de754baa04bb7"/>
    <p:sldLayoutId xmlns:r="http://schemas.openxmlformats.org/officeDocument/2006/relationships" id="2147483652" r:id="R674faf9baa38408a"/>
    <p:sldLayoutId xmlns:r="http://schemas.openxmlformats.org/officeDocument/2006/relationships" id="2147483653" r:id="R1cb066f94f9f41b0"/>
    <p:sldLayoutId xmlns:r="http://schemas.openxmlformats.org/officeDocument/2006/relationships" id="2147483654" r:id="R68d90e0b042447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25635bbb24281" /><Relationship Type="http://schemas.openxmlformats.org/officeDocument/2006/relationships/image" Target="/ppt/media/image.png" Id="Rf489bf802ef84e71" /><Relationship Type="http://schemas.openxmlformats.org/officeDocument/2006/relationships/image" Target="/ppt/media/image2.png" Id="R30a37461ddb74c1d" /><Relationship Type="http://schemas.openxmlformats.org/officeDocument/2006/relationships/image" Target="/ppt/media/image3.png" Id="Re59494598eb6434e" /><Relationship Type="http://schemas.openxmlformats.org/officeDocument/2006/relationships/image" Target="/ppt/media/image4.png" Id="Rfc8a63bb04104945" /><Relationship Type="http://schemas.openxmlformats.org/officeDocument/2006/relationships/image" Target="/ppt/media/image5.png" Id="R037471a722224063" /><Relationship Type="http://schemas.openxmlformats.org/officeDocument/2006/relationships/image" Target="/ppt/media/image6.png" Id="Rd19cafa8051b47f7" /><Relationship Type="http://schemas.openxmlformats.org/officeDocument/2006/relationships/image" Target="/ppt/media/image7.png" Id="R58ab495986af49d3" /><Relationship Type="http://schemas.openxmlformats.org/officeDocument/2006/relationships/image" Target="/ppt/media/image8.png" Id="Rb71323e68b404567" /><Relationship Type="http://schemas.openxmlformats.org/officeDocument/2006/relationships/image" Target="/ppt/media/image9.png" Id="R76664622d8844412" /><Relationship Type="http://schemas.openxmlformats.org/officeDocument/2006/relationships/image" Target="/ppt/media/image10.png" Id="R06a17ea02b6548a1" /><Relationship Type="http://schemas.openxmlformats.org/officeDocument/2006/relationships/image" Target="/ppt/media/image11.png" Id="R7959f50ebe1f4ded" /><Relationship Type="http://schemas.openxmlformats.org/officeDocument/2006/relationships/image" Target="/ppt/media/image12.png" Id="R3b6333800424435d" /><Relationship Type="http://schemas.openxmlformats.org/officeDocument/2006/relationships/image" Target="/ppt/media/image13.png" Id="Rc321af262f434ee9" /><Relationship Type="http://schemas.openxmlformats.org/officeDocument/2006/relationships/image" Target="/ppt/media/image14.png" Id="R3c142d1abf694e15" /><Relationship Type="http://schemas.openxmlformats.org/officeDocument/2006/relationships/image" Target="/ppt/media/image15.png" Id="R26467e85546943f9" /><Relationship Type="http://schemas.openxmlformats.org/officeDocument/2006/relationships/image" Target="/ppt/media/image16.png" Id="R9c22ed4602bf4a47" /><Relationship Type="http://schemas.openxmlformats.org/officeDocument/2006/relationships/image" Target="/ppt/media/image17.png" Id="R62837f0be0124292" /><Relationship Type="http://schemas.openxmlformats.org/officeDocument/2006/relationships/image" Target="/ppt/media/image18.png" Id="Ra5537e6b644242ee" /><Relationship Type="http://schemas.openxmlformats.org/officeDocument/2006/relationships/image" Target="/ppt/media/image19.png" Id="R6c9e742f37814660" /><Relationship Type="http://schemas.openxmlformats.org/officeDocument/2006/relationships/image" Target="/ppt/media/image20.png" Id="R8b747fcf197948d2" /><Relationship Type="http://schemas.openxmlformats.org/officeDocument/2006/relationships/image" Target="/ppt/media/image21.png" Id="R6203fd07cfac4db9" /><Relationship Type="http://schemas.openxmlformats.org/officeDocument/2006/relationships/image" Target="/ppt/media/image22.png" Id="Re98e138c2fcf4e3d" /><Relationship Type="http://schemas.openxmlformats.org/officeDocument/2006/relationships/image" Target="/ppt/media/image23.png" Id="R564f4deefbd44b90" /><Relationship Type="http://schemas.openxmlformats.org/officeDocument/2006/relationships/image" Target="/ppt/media/image24.png" Id="Rca3d792ef7e64fa9" /><Relationship Type="http://schemas.openxmlformats.org/officeDocument/2006/relationships/image" Target="/ppt/media/image25.png" Id="Rf0828421fade4825" /><Relationship Type="http://schemas.openxmlformats.org/officeDocument/2006/relationships/image" Target="/ppt/media/image26.png" Id="R59c4e22fd4ca4762" /><Relationship Type="http://schemas.openxmlformats.org/officeDocument/2006/relationships/image" Target="/ppt/media/image27.png" Id="R307e1b81b7c04af7" /><Relationship Type="http://schemas.openxmlformats.org/officeDocument/2006/relationships/image" Target="/ppt/media/image28.png" Id="R1ac95e433e3c4c45" /><Relationship Type="http://schemas.openxmlformats.org/officeDocument/2006/relationships/image" Target="/ppt/media/image29.png" Id="R6f2abf6985224da9" /><Relationship Type="http://schemas.openxmlformats.org/officeDocument/2006/relationships/image" Target="/ppt/media/image30.png" Id="R5884786682734f88" /><Relationship Type="http://schemas.openxmlformats.org/officeDocument/2006/relationships/image" Target="/ppt/media/image31.png" Id="R1937c25524ca48d8" /><Relationship Type="http://schemas.openxmlformats.org/officeDocument/2006/relationships/image" Target="/ppt/media/image32.png" Id="R3c712c1317594d5a" /><Relationship Type="http://schemas.openxmlformats.org/officeDocument/2006/relationships/image" Target="/ppt/media/image33.png" Id="R2f6569911b684154" /><Relationship Type="http://schemas.openxmlformats.org/officeDocument/2006/relationships/image" Target="/ppt/media/image34.png" Id="R349310233b3e485e" /><Relationship Type="http://schemas.openxmlformats.org/officeDocument/2006/relationships/image" Target="/ppt/media/image35.png" Id="Rad88d4ad99694e8d" /><Relationship Type="http://schemas.openxmlformats.org/officeDocument/2006/relationships/image" Target="/ppt/media/image36.png" Id="R9f4016fd87c04cb4" /><Relationship Type="http://schemas.openxmlformats.org/officeDocument/2006/relationships/image" Target="/ppt/media/image37.png" Id="Ra78626d8f65440c3" /><Relationship Type="http://schemas.openxmlformats.org/officeDocument/2006/relationships/image" Target="/ppt/media/image38.png" Id="Rf553684d55204ad2" /><Relationship Type="http://schemas.openxmlformats.org/officeDocument/2006/relationships/image" Target="/ppt/media/image39.png" Id="R1aff7399d58c4f13" /><Relationship Type="http://schemas.openxmlformats.org/officeDocument/2006/relationships/image" Target="/ppt/media/image40.png" Id="Rd1c739f2341441d6" /><Relationship Type="http://schemas.openxmlformats.org/officeDocument/2006/relationships/image" Target="/ppt/media/image41.png" Id="Rf485625299cd4f10" /><Relationship Type="http://schemas.openxmlformats.org/officeDocument/2006/relationships/image" Target="/ppt/media/image42.png" Id="R90ee68ab968c476d" /><Relationship Type="http://schemas.openxmlformats.org/officeDocument/2006/relationships/image" Target="/ppt/media/image43.png" Id="R4f020e1c453e418a" /><Relationship Type="http://schemas.openxmlformats.org/officeDocument/2006/relationships/image" Target="/ppt/media/image44.png" Id="Rb2d693ef5d314285" /><Relationship Type="http://schemas.openxmlformats.org/officeDocument/2006/relationships/image" Target="/ppt/media/image45.png" Id="R6418676e52464d08" /><Relationship Type="http://schemas.openxmlformats.org/officeDocument/2006/relationships/image" Target="/ppt/media/image46.png" Id="Rbafdf9da5bc04124" /><Relationship Type="http://schemas.openxmlformats.org/officeDocument/2006/relationships/image" Target="/ppt/media/image47.png" Id="R4a1ce090421141c1" /><Relationship Type="http://schemas.openxmlformats.org/officeDocument/2006/relationships/image" Target="/ppt/media/image48.png" Id="R99e2677c19034aad" /><Relationship Type="http://schemas.openxmlformats.org/officeDocument/2006/relationships/image" Target="/ppt/media/image49.png" Id="Rde588cbc3f5341a0" /><Relationship Type="http://schemas.openxmlformats.org/officeDocument/2006/relationships/image" Target="/ppt/media/image50.png" Id="R0d24c625e3a1403f" /><Relationship Type="http://schemas.openxmlformats.org/officeDocument/2006/relationships/image" Target="/ppt/media/image51.png" Id="Re4ff694a2b594624" /><Relationship Type="http://schemas.openxmlformats.org/officeDocument/2006/relationships/image" Target="/ppt/media/image52.png" Id="Ra3347e971b8641a0" /><Relationship Type="http://schemas.openxmlformats.org/officeDocument/2006/relationships/image" Target="/ppt/media/image53.png" Id="R91a69757383e4e31" /><Relationship Type="http://schemas.openxmlformats.org/officeDocument/2006/relationships/image" Target="/ppt/media/image54.png" Id="Rcf067f54958c45e6" /><Relationship Type="http://schemas.openxmlformats.org/officeDocument/2006/relationships/image" Target="/ppt/media/image55.png" Id="Rcf0355aff75f4b65" /><Relationship Type="http://schemas.openxmlformats.org/officeDocument/2006/relationships/image" Target="/ppt/media/image56.png" Id="R40ea84c28e074ee4" /><Relationship Type="http://schemas.openxmlformats.org/officeDocument/2006/relationships/image" Target="/ppt/media/image57.png" Id="Rbd643f7651e5413e" /><Relationship Type="http://schemas.openxmlformats.org/officeDocument/2006/relationships/image" Target="/ppt/media/image58.png" Id="Rf5d2c3dae2cc4841" /><Relationship Type="http://schemas.openxmlformats.org/officeDocument/2006/relationships/image" Target="/ppt/media/image59.png" Id="R6285025b27e841ec" /><Relationship Type="http://schemas.openxmlformats.org/officeDocument/2006/relationships/image" Target="/ppt/media/image60.png" Id="R7a443d0cc343480d" /><Relationship Type="http://schemas.openxmlformats.org/officeDocument/2006/relationships/image" Target="/ppt/media/image61.png" Id="R861d2e13cb9c437c" /><Relationship Type="http://schemas.openxmlformats.org/officeDocument/2006/relationships/image" Target="/ppt/media/image62.png" Id="Ref8bfe6e5935483e" /><Relationship Type="http://schemas.openxmlformats.org/officeDocument/2006/relationships/image" Target="/ppt/media/image63.png" Id="R594123783448458f" /><Relationship Type="http://schemas.openxmlformats.org/officeDocument/2006/relationships/image" Target="/ppt/media/image64.png" Id="R9395df069cc54975" /><Relationship Type="http://schemas.openxmlformats.org/officeDocument/2006/relationships/image" Target="/ppt/media/image65.png" Id="R07b9cd6ccfef4748" /><Relationship Type="http://schemas.openxmlformats.org/officeDocument/2006/relationships/image" Target="/ppt/media/image66.png" Id="R193f8732fe824f79" /><Relationship Type="http://schemas.openxmlformats.org/officeDocument/2006/relationships/image" Target="/ppt/media/image67.png" Id="Rabd76fb03af148dd" /><Relationship Type="http://schemas.openxmlformats.org/officeDocument/2006/relationships/image" Target="/ppt/media/image68.png" Id="R212acbe309f24f3f" /><Relationship Type="http://schemas.openxmlformats.org/officeDocument/2006/relationships/image" Target="/ppt/media/image69.png" Id="R24d6b6a61bbc4872" /><Relationship Type="http://schemas.openxmlformats.org/officeDocument/2006/relationships/image" Target="/ppt/media/image70.png" Id="R487975cc096c44f8" /><Relationship Type="http://schemas.openxmlformats.org/officeDocument/2006/relationships/image" Target="/ppt/media/image71.png" Id="Rdb46075c36ab4f98" /><Relationship Type="http://schemas.openxmlformats.org/officeDocument/2006/relationships/image" Target="/ppt/media/image72.png" Id="Rc6cd0f39ec4d44c1" /><Relationship Type="http://schemas.openxmlformats.org/officeDocument/2006/relationships/image" Target="/ppt/media/image73.png" Id="Re1c79c73e9cc4bae" /><Relationship Type="http://schemas.openxmlformats.org/officeDocument/2006/relationships/image" Target="/ppt/media/image74.png" Id="Rd1c96743339443e9" /><Relationship Type="http://schemas.openxmlformats.org/officeDocument/2006/relationships/image" Target="/ppt/media/image75.png" Id="R0cdee195ee714fa3" /><Relationship Type="http://schemas.openxmlformats.org/officeDocument/2006/relationships/image" Target="/ppt/media/image76.png" Id="R09bd1087588f4999" /><Relationship Type="http://schemas.openxmlformats.org/officeDocument/2006/relationships/image" Target="/ppt/media/image77.png" Id="R1cdb36791aaa43d2" /><Relationship Type="http://schemas.openxmlformats.org/officeDocument/2006/relationships/image" Target="/ppt/media/image78.png" Id="R8bfebc0423af4d30" /><Relationship Type="http://schemas.openxmlformats.org/officeDocument/2006/relationships/image" Target="/ppt/media/image79.png" Id="R8b11e8ed410b44cc" /><Relationship Type="http://schemas.openxmlformats.org/officeDocument/2006/relationships/image" Target="/ppt/media/image80.png" Id="R428dfdb4ccbf40ae" /><Relationship Type="http://schemas.openxmlformats.org/officeDocument/2006/relationships/image" Target="/ppt/media/image81.png" Id="R6e53efbbe7fc491b" /><Relationship Type="http://schemas.openxmlformats.org/officeDocument/2006/relationships/image" Target="/ppt/media/image82.png" Id="R119d312248054e10" /><Relationship Type="http://schemas.openxmlformats.org/officeDocument/2006/relationships/image" Target="/ppt/media/image83.png" Id="R93ebeaf79dcd479c" /><Relationship Type="http://schemas.openxmlformats.org/officeDocument/2006/relationships/image" Target="/ppt/media/image84.png" Id="R04307f4f5aa2404a" /><Relationship Type="http://schemas.openxmlformats.org/officeDocument/2006/relationships/image" Target="/ppt/media/image85.png" Id="Rdf1872f014a84dea" /><Relationship Type="http://schemas.openxmlformats.org/officeDocument/2006/relationships/image" Target="/ppt/media/image86.png" Id="Rf0ecc9f841f942c8" /><Relationship Type="http://schemas.openxmlformats.org/officeDocument/2006/relationships/image" Target="/ppt/media/image87.png" Id="R3d004510bc6e4567" /><Relationship Type="http://schemas.openxmlformats.org/officeDocument/2006/relationships/image" Target="/ppt/media/image88.png" Id="R0097d7efd62447f6" /><Relationship Type="http://schemas.openxmlformats.org/officeDocument/2006/relationships/image" Target="/ppt/media/image89.png" Id="R016961286fcf43dd" /><Relationship Type="http://schemas.openxmlformats.org/officeDocument/2006/relationships/image" Target="/ppt/media/image90.png" Id="R51924d16627f403c" /><Relationship Type="http://schemas.openxmlformats.org/officeDocument/2006/relationships/image" Target="/ppt/media/image91.png" Id="R428d25f5877e4f21" /><Relationship Type="http://schemas.openxmlformats.org/officeDocument/2006/relationships/image" Target="/ppt/media/image92.png" Id="R473d73d68acf422e" /><Relationship Type="http://schemas.openxmlformats.org/officeDocument/2006/relationships/image" Target="/ppt/media/image93.png" Id="Rc5ac23adf09a4342" /><Relationship Type="http://schemas.openxmlformats.org/officeDocument/2006/relationships/image" Target="/ppt/media/image94.png" Id="R337670daa8fe4d0d" /><Relationship Type="http://schemas.openxmlformats.org/officeDocument/2006/relationships/image" Target="/ppt/media/image95.png" Id="Rf32881a99ba04be2" /><Relationship Type="http://schemas.openxmlformats.org/officeDocument/2006/relationships/image" Target="/ppt/media/image96.png" Id="R75f6168ce3f84d36" /><Relationship Type="http://schemas.openxmlformats.org/officeDocument/2006/relationships/image" Target="/ppt/media/image97.png" Id="R7f905bfce5dc41b9" /><Relationship Type="http://schemas.openxmlformats.org/officeDocument/2006/relationships/image" Target="/ppt/media/image98.png" Id="Rc18661904649491b" /><Relationship Type="http://schemas.openxmlformats.org/officeDocument/2006/relationships/image" Target="/ppt/media/image99.png" Id="R18c3394a8079466b" /><Relationship Type="http://schemas.openxmlformats.org/officeDocument/2006/relationships/image" Target="/ppt/media/image100.png" Id="R9fb0d02e7f9a467f" /><Relationship Type="http://schemas.openxmlformats.org/officeDocument/2006/relationships/image" Target="/ppt/media/image101.png" Id="R1846b3f73e7b4d55" /><Relationship Type="http://schemas.openxmlformats.org/officeDocument/2006/relationships/image" Target="/ppt/media/image102.png" Id="R0d1c0254228449d0" /><Relationship Type="http://schemas.openxmlformats.org/officeDocument/2006/relationships/image" Target="/ppt/media/image103.png" Id="Rdfbf19f189f44abf" /><Relationship Type="http://schemas.openxmlformats.org/officeDocument/2006/relationships/image" Target="/ppt/media/image104.png" Id="R509c32a15f6d4754" /><Relationship Type="http://schemas.openxmlformats.org/officeDocument/2006/relationships/image" Target="/ppt/media/image105.png" Id="R3df8d20718e647ae" /><Relationship Type="http://schemas.openxmlformats.org/officeDocument/2006/relationships/image" Target="/ppt/media/image106.png" Id="Rb7b3971595d2495d" /><Relationship Type="http://schemas.openxmlformats.org/officeDocument/2006/relationships/image" Target="/ppt/media/image107.png" Id="Rd7beedb260ca44a7" /><Relationship Type="http://schemas.openxmlformats.org/officeDocument/2006/relationships/image" Target="/ppt/media/image108.png" Id="Rdc1c27dafa954f79" /><Relationship Type="http://schemas.openxmlformats.org/officeDocument/2006/relationships/image" Target="/ppt/media/image109.png" Id="R78388ba488064c15" /><Relationship Type="http://schemas.openxmlformats.org/officeDocument/2006/relationships/image" Target="/ppt/media/image110.png" Id="R3a85c33812ca4b18" /><Relationship Type="http://schemas.openxmlformats.org/officeDocument/2006/relationships/image" Target="/ppt/media/image111.png" Id="Ra4098736a1ad46ee" /><Relationship Type="http://schemas.openxmlformats.org/officeDocument/2006/relationships/image" Target="/ppt/media/image112.png" Id="R148336d50c3d4694" /><Relationship Type="http://schemas.openxmlformats.org/officeDocument/2006/relationships/image" Target="/ppt/media/image113.png" Id="R52b33eeabe554585" /><Relationship Type="http://schemas.openxmlformats.org/officeDocument/2006/relationships/image" Target="/ppt/media/image114.png" Id="Re631bece2bcb43c2" /><Relationship Type="http://schemas.openxmlformats.org/officeDocument/2006/relationships/image" Target="/ppt/media/image115.png" Id="Re7beb47cbda04f09" /><Relationship Type="http://schemas.openxmlformats.org/officeDocument/2006/relationships/image" Target="/ppt/media/image116.png" Id="Ree8e6073104f4115" /><Relationship Type="http://schemas.openxmlformats.org/officeDocument/2006/relationships/image" Target="/ppt/media/image117.png" Id="Rfa984778199a4888" /><Relationship Type="http://schemas.openxmlformats.org/officeDocument/2006/relationships/image" Target="/ppt/media/image118.png" Id="R97cf768a444d41f5" /><Relationship Type="http://schemas.openxmlformats.org/officeDocument/2006/relationships/image" Target="/ppt/media/image119.png" Id="Rc425aa28a1ea45cd" /><Relationship Type="http://schemas.openxmlformats.org/officeDocument/2006/relationships/image" Target="/ppt/media/image120.png" Id="Rb4e7431c056449b3" /><Relationship Type="http://schemas.openxmlformats.org/officeDocument/2006/relationships/image" Target="/ppt/media/image121.png" Id="R3f4f83d14ccd4fa9" /><Relationship Type="http://schemas.openxmlformats.org/officeDocument/2006/relationships/image" Target="/ppt/media/image122.png" Id="R7272f2b2399a42f2" /><Relationship Type="http://schemas.openxmlformats.org/officeDocument/2006/relationships/image" Target="/ppt/media/image123.png" Id="Ra75eae612c4846ad" /><Relationship Type="http://schemas.openxmlformats.org/officeDocument/2006/relationships/image" Target="/ppt/media/image124.png" Id="R1101ba0ff4b94006" /><Relationship Type="http://schemas.openxmlformats.org/officeDocument/2006/relationships/image" Target="/ppt/media/image125.png" Id="R00552e7ca1b142eb" /><Relationship Type="http://schemas.openxmlformats.org/officeDocument/2006/relationships/image" Target="/ppt/media/image126.png" Id="Re79b28dfa84e4445" /><Relationship Type="http://schemas.openxmlformats.org/officeDocument/2006/relationships/image" Target="/ppt/media/image127.png" Id="Rd61246ee89b54084" /><Relationship Type="http://schemas.openxmlformats.org/officeDocument/2006/relationships/image" Target="/ppt/media/image128.png" Id="R8424c3619f8c4921" /><Relationship Type="http://schemas.openxmlformats.org/officeDocument/2006/relationships/image" Target="/ppt/media/image129.png" Id="R854fb29986814c43" /><Relationship Type="http://schemas.openxmlformats.org/officeDocument/2006/relationships/image" Target="/ppt/media/image130.png" Id="Ra8d4f07ad6ed4f38" /><Relationship Type="http://schemas.openxmlformats.org/officeDocument/2006/relationships/image" Target="/ppt/media/image131.png" Id="Ra9eebd0c93fc4bf9" /><Relationship Type="http://schemas.openxmlformats.org/officeDocument/2006/relationships/image" Target="/ppt/media/image132.png" Id="R26dc2abc33e44ec1" /><Relationship Type="http://schemas.openxmlformats.org/officeDocument/2006/relationships/image" Target="/ppt/media/image133.png" Id="R950e367e701a42df" /><Relationship Type="http://schemas.openxmlformats.org/officeDocument/2006/relationships/image" Target="/ppt/media/image134.png" Id="R3baf58af3543460f" /><Relationship Type="http://schemas.openxmlformats.org/officeDocument/2006/relationships/image" Target="/ppt/media/image135.png" Id="R879285f025964923" /><Relationship Type="http://schemas.openxmlformats.org/officeDocument/2006/relationships/image" Target="/ppt/media/image136.png" Id="Rf90eb1150eeb4a24" /><Relationship Type="http://schemas.openxmlformats.org/officeDocument/2006/relationships/image" Target="/ppt/media/image137.png" Id="Rd0e995e869684485" /><Relationship Type="http://schemas.openxmlformats.org/officeDocument/2006/relationships/image" Target="/ppt/media/image138.png" Id="Recd69f8615204fb1" /><Relationship Type="http://schemas.openxmlformats.org/officeDocument/2006/relationships/image" Target="/ppt/media/image139.png" Id="R3d097688fde541a6" /><Relationship Type="http://schemas.openxmlformats.org/officeDocument/2006/relationships/image" Target="/ppt/media/image140.png" Id="R62ae1b9bed3f42b2" /><Relationship Type="http://schemas.openxmlformats.org/officeDocument/2006/relationships/image" Target="/ppt/media/image141.png" Id="R6bb5f50602634049" /><Relationship Type="http://schemas.openxmlformats.org/officeDocument/2006/relationships/image" Target="/ppt/media/image142.png" Id="R1d835c703d21451a" /><Relationship Type="http://schemas.openxmlformats.org/officeDocument/2006/relationships/image" Target="/ppt/media/image143.png" Id="Rca9c1aca276a4b69" /><Relationship Type="http://schemas.openxmlformats.org/officeDocument/2006/relationships/image" Target="/ppt/media/image144.png" Id="Refbe350967254d4b" /><Relationship Type="http://schemas.openxmlformats.org/officeDocument/2006/relationships/image" Target="/ppt/media/image145.png" Id="Rfc0de703c3fc4f5e" /><Relationship Type="http://schemas.openxmlformats.org/officeDocument/2006/relationships/image" Target="/ppt/media/image146.png" Id="R6de1d9d6759b4149" /><Relationship Type="http://schemas.openxmlformats.org/officeDocument/2006/relationships/image" Target="/ppt/media/image147.png" Id="R7a0b42955b4c4cbb" /><Relationship Type="http://schemas.openxmlformats.org/officeDocument/2006/relationships/image" Target="/ppt/media/image148.png" Id="Re85566f2fdc640fa" /><Relationship Type="http://schemas.openxmlformats.org/officeDocument/2006/relationships/image" Target="/ppt/media/image149.png" Id="R5c85b21393124b4f" /><Relationship Type="http://schemas.openxmlformats.org/officeDocument/2006/relationships/image" Target="/ppt/media/image150.png" Id="Ra92f448671c6487a" /><Relationship Type="http://schemas.openxmlformats.org/officeDocument/2006/relationships/image" Target="/ppt/media/image151.png" Id="R13053d9cec644898" /><Relationship Type="http://schemas.openxmlformats.org/officeDocument/2006/relationships/image" Target="/ppt/media/image152.png" Id="R645e76e7a3734451" /><Relationship Type="http://schemas.openxmlformats.org/officeDocument/2006/relationships/image" Target="/ppt/media/image153.png" Id="R097e1b5586b64064" /><Relationship Type="http://schemas.openxmlformats.org/officeDocument/2006/relationships/image" Target="/ppt/media/image154.png" Id="Rd4243457e5b84a22" /><Relationship Type="http://schemas.openxmlformats.org/officeDocument/2006/relationships/image" Target="/ppt/media/image155.png" Id="R3f6e739054734ce0" /><Relationship Type="http://schemas.openxmlformats.org/officeDocument/2006/relationships/image" Target="/ppt/media/image156.png" Id="R8fbbf173e0fb42db" /><Relationship Type="http://schemas.openxmlformats.org/officeDocument/2006/relationships/image" Target="/ppt/media/image157.png" Id="Rbb12458a1fdc44be" /><Relationship Type="http://schemas.openxmlformats.org/officeDocument/2006/relationships/image" Target="/ppt/media/image158.png" Id="Rb7d3d7458a7842b6" /><Relationship Type="http://schemas.openxmlformats.org/officeDocument/2006/relationships/image" Target="/ppt/media/image159.png" Id="Rff5a0a62c6d24fdd" /><Relationship Type="http://schemas.openxmlformats.org/officeDocument/2006/relationships/image" Target="/ppt/media/image160.png" Id="R04d666ed052741f6" /><Relationship Type="http://schemas.openxmlformats.org/officeDocument/2006/relationships/image" Target="/ppt/media/image161.png" Id="R3add923829ae4b66" /><Relationship Type="http://schemas.openxmlformats.org/officeDocument/2006/relationships/image" Target="/ppt/media/image162.png" Id="R94e12c07672a4606" /><Relationship Type="http://schemas.openxmlformats.org/officeDocument/2006/relationships/image" Target="/ppt/media/image163.png" Id="Rba7ff6680b4b4a7d" /><Relationship Type="http://schemas.openxmlformats.org/officeDocument/2006/relationships/image" Target="/ppt/media/image164.png" Id="R248d0b2794a5482b" /><Relationship Type="http://schemas.openxmlformats.org/officeDocument/2006/relationships/image" Target="/ppt/media/image165.png" Id="R17430d64050b4d14" /><Relationship Type="http://schemas.openxmlformats.org/officeDocument/2006/relationships/image" Target="/ppt/media/image166.png" Id="Ra6e291591dc14544" /><Relationship Type="http://schemas.openxmlformats.org/officeDocument/2006/relationships/image" Target="/ppt/media/image167.png" Id="Rbc608133938b4bf5" /><Relationship Type="http://schemas.openxmlformats.org/officeDocument/2006/relationships/image" Target="/ppt/media/image168.png" Id="Rfae592b622a14707" /><Relationship Type="http://schemas.openxmlformats.org/officeDocument/2006/relationships/image" Target="/ppt/media/image169.png" Id="Ra7ba580c23494a47" /><Relationship Type="http://schemas.openxmlformats.org/officeDocument/2006/relationships/image" Target="/ppt/media/image170.png" Id="R02b6fdbd6e3643c2" /><Relationship Type="http://schemas.openxmlformats.org/officeDocument/2006/relationships/image" Target="/ppt/media/image171.png" Id="Rfdc8ef8f32734c9c" /><Relationship Type="http://schemas.openxmlformats.org/officeDocument/2006/relationships/image" Target="/ppt/media/image172.png" Id="Rec23318068ca4eb4" /><Relationship Type="http://schemas.openxmlformats.org/officeDocument/2006/relationships/image" Target="/ppt/media/image173.png" Id="Re38e1deeab4840ce" /><Relationship Type="http://schemas.openxmlformats.org/officeDocument/2006/relationships/image" Target="/ppt/media/image174.png" Id="R0264a7f2f4b1433d" /><Relationship Type="http://schemas.openxmlformats.org/officeDocument/2006/relationships/image" Target="/ppt/media/image175.png" Id="R2628d60f5ed9439b" /><Relationship Type="http://schemas.openxmlformats.org/officeDocument/2006/relationships/image" Target="/ppt/media/image176.png" Id="Rb6ba4f23bf9f4ba2" /><Relationship Type="http://schemas.openxmlformats.org/officeDocument/2006/relationships/image" Target="/ppt/media/image177.png" Id="Raab43beb46cc4ff1" /><Relationship Type="http://schemas.openxmlformats.org/officeDocument/2006/relationships/image" Target="/ppt/media/image178.png" Id="Rbde81adfdd244390" /><Relationship Type="http://schemas.openxmlformats.org/officeDocument/2006/relationships/image" Target="/ppt/media/image179.png" Id="R4a2e73c9e93b40a7" /><Relationship Type="http://schemas.openxmlformats.org/officeDocument/2006/relationships/image" Target="/ppt/media/image180.png" Id="R7545e82d4bcf4cfe" /><Relationship Type="http://schemas.openxmlformats.org/officeDocument/2006/relationships/image" Target="/ppt/media/image181.png" Id="R74503f2382c3493e" /><Relationship Type="http://schemas.openxmlformats.org/officeDocument/2006/relationships/image" Target="/ppt/media/image182.png" Id="Rce50b81e64b8481d" /><Relationship Type="http://schemas.openxmlformats.org/officeDocument/2006/relationships/image" Target="/ppt/media/image183.png" Id="R4ca6aad260294ed6" /><Relationship Type="http://schemas.openxmlformats.org/officeDocument/2006/relationships/image" Target="/ppt/media/image184.png" Id="Rfa47358afe8e4af7" /><Relationship Type="http://schemas.openxmlformats.org/officeDocument/2006/relationships/image" Target="/ppt/media/image185.png" Id="Rab27360e26b546da" /><Relationship Type="http://schemas.openxmlformats.org/officeDocument/2006/relationships/image" Target="/ppt/media/image186.png" Id="R96c8fa415aca4fe9" /><Relationship Type="http://schemas.openxmlformats.org/officeDocument/2006/relationships/image" Target="/ppt/media/image187.png" Id="R3da29d78da004e3a" /><Relationship Type="http://schemas.openxmlformats.org/officeDocument/2006/relationships/image" Target="/ppt/media/image188.png" Id="Re29f47ff3af54ba0" /><Relationship Type="http://schemas.openxmlformats.org/officeDocument/2006/relationships/image" Target="/ppt/media/image189.png" Id="R5bcf6eaa13d44b3b" /><Relationship Type="http://schemas.openxmlformats.org/officeDocument/2006/relationships/image" Target="/ppt/media/image190.png" Id="Rb8a0b25d5def4e90" /><Relationship Type="http://schemas.openxmlformats.org/officeDocument/2006/relationships/image" Target="/ppt/media/image191.png" Id="R64044c738ddc4d2d" /><Relationship Type="http://schemas.openxmlformats.org/officeDocument/2006/relationships/image" Target="/ppt/media/image192.png" Id="Rbc40f5b1d1444ff8" /><Relationship Type="http://schemas.openxmlformats.org/officeDocument/2006/relationships/image" Target="/ppt/media/image193.png" Id="R10d458c6bc414905" /><Relationship Type="http://schemas.openxmlformats.org/officeDocument/2006/relationships/image" Target="/ppt/media/image194.png" Id="R82a1e10a20f04ba7" /><Relationship Type="http://schemas.openxmlformats.org/officeDocument/2006/relationships/image" Target="/ppt/media/image195.png" Id="Rb8613273c8624b08" /><Relationship Type="http://schemas.openxmlformats.org/officeDocument/2006/relationships/image" Target="/ppt/media/image196.png" Id="Rf438fa35bd9841a6" /><Relationship Type="http://schemas.openxmlformats.org/officeDocument/2006/relationships/notesSlide" Target="/ppt/notesSlides/notesSlide1.xml" Id="R2ecd2065d909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c0cd1335b48bb" /><Relationship Type="http://schemas.openxmlformats.org/officeDocument/2006/relationships/image" Target="/ppt/media/image197.png" Id="Rc38b6832e3824a40" /><Relationship Type="http://schemas.openxmlformats.org/officeDocument/2006/relationships/image" Target="/ppt/media/image198.png" Id="R796fe7c76cbb4a07" /><Relationship Type="http://schemas.openxmlformats.org/officeDocument/2006/relationships/image" Target="/ppt/media/image199.png" Id="Rb2dd17ae05654883" /><Relationship Type="http://schemas.openxmlformats.org/officeDocument/2006/relationships/image" Target="/ppt/media/image200.png" Id="R03899fb2a5af400c" /><Relationship Type="http://schemas.openxmlformats.org/officeDocument/2006/relationships/image" Target="/ppt/media/image201.png" Id="R4b2fb0e447a64782" /><Relationship Type="http://schemas.openxmlformats.org/officeDocument/2006/relationships/image" Target="/ppt/media/image202.png" Id="R01f57be64aef409e" /><Relationship Type="http://schemas.openxmlformats.org/officeDocument/2006/relationships/image" Target="/ppt/media/image203.png" Id="Rc022a31ac7e642ef" /><Relationship Type="http://schemas.openxmlformats.org/officeDocument/2006/relationships/image" Target="/ppt/media/image204.png" Id="R2c281c9b2a604ef6" /><Relationship Type="http://schemas.openxmlformats.org/officeDocument/2006/relationships/image" Target="/ppt/media/image205.png" Id="R8a173f9049f2441a" /><Relationship Type="http://schemas.openxmlformats.org/officeDocument/2006/relationships/image" Target="/ppt/media/image206.png" Id="R3773eab65c294b6e" /><Relationship Type="http://schemas.openxmlformats.org/officeDocument/2006/relationships/image" Target="/ppt/media/image207.png" Id="Rf9106d6e0d55488b" /><Relationship Type="http://schemas.openxmlformats.org/officeDocument/2006/relationships/image" Target="/ppt/media/image208.png" Id="R59e26f58b8824dc4" /><Relationship Type="http://schemas.openxmlformats.org/officeDocument/2006/relationships/image" Target="/ppt/media/image209.png" Id="Rcfd2c55e0f78461a" /><Relationship Type="http://schemas.openxmlformats.org/officeDocument/2006/relationships/image" Target="/ppt/media/image210.png" Id="R4069e155fcf14be0" /><Relationship Type="http://schemas.openxmlformats.org/officeDocument/2006/relationships/image" Target="/ppt/media/image211.png" Id="R18654cb87a024f8f" /><Relationship Type="http://schemas.openxmlformats.org/officeDocument/2006/relationships/image" Target="/ppt/media/image212.png" Id="Rcc069c1554514ac3" /><Relationship Type="http://schemas.openxmlformats.org/officeDocument/2006/relationships/image" Target="/ppt/media/image213.png" Id="R608ab593e88f4540" /><Relationship Type="http://schemas.openxmlformats.org/officeDocument/2006/relationships/image" Target="/ppt/media/image214.png" Id="Re36274ae32ad4121" /><Relationship Type="http://schemas.openxmlformats.org/officeDocument/2006/relationships/image" Target="/ppt/media/image215.png" Id="Rbb0a19bb84e64645" /><Relationship Type="http://schemas.openxmlformats.org/officeDocument/2006/relationships/image" Target="/ppt/media/image216.png" Id="Rf20a739a709b42d0" /><Relationship Type="http://schemas.openxmlformats.org/officeDocument/2006/relationships/image" Target="/ppt/media/image217.png" Id="Rc3109dec1fdb463c" /><Relationship Type="http://schemas.openxmlformats.org/officeDocument/2006/relationships/image" Target="/ppt/media/image218.png" Id="R006932dbc85d4e76" /><Relationship Type="http://schemas.openxmlformats.org/officeDocument/2006/relationships/image" Target="/ppt/media/image219.png" Id="Rbf4d17047a634b9f" /><Relationship Type="http://schemas.openxmlformats.org/officeDocument/2006/relationships/image" Target="/ppt/media/image220.png" Id="Re8c32b24848841ed" /><Relationship Type="http://schemas.openxmlformats.org/officeDocument/2006/relationships/image" Target="/ppt/media/image221.png" Id="R27c174a223894dce" /><Relationship Type="http://schemas.openxmlformats.org/officeDocument/2006/relationships/image" Target="/ppt/media/image222.png" Id="R86ef6c1bd7c04607" /><Relationship Type="http://schemas.openxmlformats.org/officeDocument/2006/relationships/image" Target="/ppt/media/image223.png" Id="Rdb5d3883afa043e9" /><Relationship Type="http://schemas.openxmlformats.org/officeDocument/2006/relationships/image" Target="/ppt/media/image224.png" Id="R9d6464195116429a" /><Relationship Type="http://schemas.openxmlformats.org/officeDocument/2006/relationships/image" Target="/ppt/media/image225.png" Id="Raf37c675d9094087" /><Relationship Type="http://schemas.openxmlformats.org/officeDocument/2006/relationships/image" Target="/ppt/media/image226.png" Id="R45617a8069ca4c70" /><Relationship Type="http://schemas.openxmlformats.org/officeDocument/2006/relationships/image" Target="/ppt/media/image227.png" Id="R5ccd392484fa4b0a" /><Relationship Type="http://schemas.openxmlformats.org/officeDocument/2006/relationships/image" Target="/ppt/media/image228.png" Id="R6f88c70321fd4a65" /><Relationship Type="http://schemas.openxmlformats.org/officeDocument/2006/relationships/image" Target="/ppt/media/image229.png" Id="Rb1e1ba5f988940d1" /><Relationship Type="http://schemas.openxmlformats.org/officeDocument/2006/relationships/image" Target="/ppt/media/image230.png" Id="R37c274b0804d4cad" /><Relationship Type="http://schemas.openxmlformats.org/officeDocument/2006/relationships/image" Target="/ppt/media/image231.png" Id="R8a7d60f7eb864e8b" /><Relationship Type="http://schemas.openxmlformats.org/officeDocument/2006/relationships/image" Target="/ppt/media/image232.png" Id="R79dbcac17794411d" /><Relationship Type="http://schemas.openxmlformats.org/officeDocument/2006/relationships/image" Target="/ppt/media/image233.png" Id="R1423a01988de44fc" /><Relationship Type="http://schemas.openxmlformats.org/officeDocument/2006/relationships/image" Target="/ppt/media/image234.png" Id="R544f91668b2a488d" /><Relationship Type="http://schemas.openxmlformats.org/officeDocument/2006/relationships/image" Target="/ppt/media/image235.png" Id="R9e191fdbdc9c4727" /><Relationship Type="http://schemas.openxmlformats.org/officeDocument/2006/relationships/notesSlide" Target="/ppt/notesSlides/notesSlide2.xml" Id="Rb9eb7195ece5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765b8b823e46b3" /><Relationship Type="http://schemas.openxmlformats.org/officeDocument/2006/relationships/image" Target="/ppt/media/image236.png" Id="Rb797c17c647c480a" /><Relationship Type="http://schemas.openxmlformats.org/officeDocument/2006/relationships/image" Target="/ppt/media/image237.png" Id="R84d60aaa417a416a" /><Relationship Type="http://schemas.openxmlformats.org/officeDocument/2006/relationships/image" Target="/ppt/media/image238.png" Id="Rd85d3da0817a4f69" /><Relationship Type="http://schemas.openxmlformats.org/officeDocument/2006/relationships/image" Target="/ppt/media/image239.png" Id="R223565cbf35649ca" /><Relationship Type="http://schemas.openxmlformats.org/officeDocument/2006/relationships/image" Target="/ppt/media/image240.png" Id="R69f8c049a14342db" /><Relationship Type="http://schemas.openxmlformats.org/officeDocument/2006/relationships/image" Target="/ppt/media/image241.png" Id="R6a2cf11006a04473" /><Relationship Type="http://schemas.openxmlformats.org/officeDocument/2006/relationships/image" Target="/ppt/media/image242.png" Id="Rae41d118db75453c" /><Relationship Type="http://schemas.openxmlformats.org/officeDocument/2006/relationships/image" Target="/ppt/media/image243.png" Id="Rc35d0a980fb04326" /><Relationship Type="http://schemas.openxmlformats.org/officeDocument/2006/relationships/image" Target="/ppt/media/image244.png" Id="R42b95e452a964c89" /><Relationship Type="http://schemas.openxmlformats.org/officeDocument/2006/relationships/image" Target="/ppt/media/image245.png" Id="Rab8344ee52a344ea" /><Relationship Type="http://schemas.openxmlformats.org/officeDocument/2006/relationships/image" Target="/ppt/media/image246.png" Id="R2cddb1e8ac3540f2" /><Relationship Type="http://schemas.openxmlformats.org/officeDocument/2006/relationships/image" Target="/ppt/media/image247.png" Id="R964ee4e4971b412a" /><Relationship Type="http://schemas.openxmlformats.org/officeDocument/2006/relationships/image" Target="/ppt/media/image248.png" Id="Rba9784351b5e4ff7" /><Relationship Type="http://schemas.openxmlformats.org/officeDocument/2006/relationships/image" Target="/ppt/media/image249.png" Id="R8ce8126766934db2" /><Relationship Type="http://schemas.openxmlformats.org/officeDocument/2006/relationships/image" Target="/ppt/media/image250.png" Id="Rf6ac6bbe23d140ec" /><Relationship Type="http://schemas.openxmlformats.org/officeDocument/2006/relationships/image" Target="/ppt/media/image251.png" Id="R306b9f94da094d81" /><Relationship Type="http://schemas.openxmlformats.org/officeDocument/2006/relationships/image" Target="/ppt/media/image252.png" Id="Rf6094ebaa9634d94" /><Relationship Type="http://schemas.openxmlformats.org/officeDocument/2006/relationships/image" Target="/ppt/media/image253.png" Id="R38c3cb71964f4804" /><Relationship Type="http://schemas.openxmlformats.org/officeDocument/2006/relationships/image" Target="/ppt/media/image254.png" Id="R0e42747e0ae9436a" /><Relationship Type="http://schemas.openxmlformats.org/officeDocument/2006/relationships/image" Target="/ppt/media/image255.png" Id="R51742584d35c4666" /><Relationship Type="http://schemas.openxmlformats.org/officeDocument/2006/relationships/image" Target="/ppt/media/image256.png" Id="Rcb50cd3045ad46b0" /><Relationship Type="http://schemas.openxmlformats.org/officeDocument/2006/relationships/image" Target="/ppt/media/image257.png" Id="R74356286f9a84251" /><Relationship Type="http://schemas.openxmlformats.org/officeDocument/2006/relationships/image" Target="/ppt/media/image258.png" Id="Ra6543c7b61db49f7" /><Relationship Type="http://schemas.openxmlformats.org/officeDocument/2006/relationships/image" Target="/ppt/media/image259.png" Id="R92a29eff279e40fb" /><Relationship Type="http://schemas.openxmlformats.org/officeDocument/2006/relationships/image" Target="/ppt/media/image260.png" Id="Rb749d176f32f45d1" /><Relationship Type="http://schemas.openxmlformats.org/officeDocument/2006/relationships/image" Target="/ppt/media/image261.png" Id="R0de44d11c901431c" /><Relationship Type="http://schemas.openxmlformats.org/officeDocument/2006/relationships/image" Target="/ppt/media/image262.png" Id="Rafd7dcde00094582" /><Relationship Type="http://schemas.openxmlformats.org/officeDocument/2006/relationships/image" Target="/ppt/media/image263.png" Id="Ra73794b3f5f14097" /><Relationship Type="http://schemas.openxmlformats.org/officeDocument/2006/relationships/image" Target="/ppt/media/image264.png" Id="Re586c7154e9c452e" /><Relationship Type="http://schemas.openxmlformats.org/officeDocument/2006/relationships/image" Target="/ppt/media/image265.png" Id="Rf22ebbddce834c0e" /><Relationship Type="http://schemas.openxmlformats.org/officeDocument/2006/relationships/image" Target="/ppt/media/image266.png" Id="R346073a142af4116" /><Relationship Type="http://schemas.openxmlformats.org/officeDocument/2006/relationships/image" Target="/ppt/media/image267.png" Id="Rf70c3f71ac294bd5" /><Relationship Type="http://schemas.openxmlformats.org/officeDocument/2006/relationships/image" Target="/ppt/media/image268.png" Id="Rb8ad3f3af1844796" /><Relationship Type="http://schemas.openxmlformats.org/officeDocument/2006/relationships/image" Target="/ppt/media/image269.png" Id="R2ae8af53e2794aa6" /><Relationship Type="http://schemas.openxmlformats.org/officeDocument/2006/relationships/image" Target="/ppt/media/image270.png" Id="R82dbe9cc21d14702" /><Relationship Type="http://schemas.openxmlformats.org/officeDocument/2006/relationships/image" Target="/ppt/media/image271.png" Id="R1b4f762a98614e73" /><Relationship Type="http://schemas.openxmlformats.org/officeDocument/2006/relationships/image" Target="/ppt/media/image272.png" Id="Rb66a626dee504c2f" /><Relationship Type="http://schemas.openxmlformats.org/officeDocument/2006/relationships/image" Target="/ppt/media/image273.png" Id="R5962424fa5a94d30" /><Relationship Type="http://schemas.openxmlformats.org/officeDocument/2006/relationships/image" Target="/ppt/media/image274.png" Id="Reebe7f1f20214c0d" /><Relationship Type="http://schemas.openxmlformats.org/officeDocument/2006/relationships/notesSlide" Target="/ppt/notesSlides/notesSlide3.xml" Id="R0abdeb5f522849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2" name="path-1">
            <a:extLst xmlns:a="http://schemas.openxmlformats.org/drawingml/2006/main">
              <a:ext uri="{FF2B5EF4-FFF2-40B4-BE49-F238E27FC236}">
                <a16:creationId xmlns:a16="http://schemas.microsoft.com/office/drawing/2014/main" id="{BECB7816-7937-4B65-BB82-E5873DDD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857" y="17883"/>
            <a:ext cx="9303087" cy="10246223"/>
          </a:xfrm>
          <a:custGeom xmlns:a="http://schemas.openxmlformats.org/drawingml/2006/main">
            <a:pathLst>
              <a:path w="19036873" h="20966807">
                <a:moveTo>
                  <a:pt x="19036873" y="0"/>
                </a:moveTo>
                <a:lnTo>
                  <a:pt x="0" y="0"/>
                </a:lnTo>
                <a:lnTo>
                  <a:pt x="0" y="20966807"/>
                </a:lnTo>
                <a:lnTo>
                  <a:pt x="19036873" y="20966807"/>
                </a:lnTo>
                <a:lnTo>
                  <a:pt x="1903687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55880C89-B13F-4A40-A652-5E720F11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857" y="17883"/>
            <a:ext cx="9303087" cy="10246223"/>
          </a:xfrm>
          <a:custGeom xmlns:a="http://schemas.openxmlformats.org/drawingml/2006/main">
            <a:pathLst>
              <a:path w="19036873" h="20966807">
                <a:moveTo>
                  <a:pt x="19036873" y="20966807"/>
                </a:moveTo>
                <a:lnTo>
                  <a:pt x="19036873" y="0"/>
                </a:lnTo>
                <a:lnTo>
                  <a:pt x="0" y="0"/>
                </a:lnTo>
                <a:lnTo>
                  <a:pt x="0" y="20966807"/>
                </a:lnTo>
                <a:lnTo>
                  <a:pt x="19036873" y="209668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13F60A4F-3CF8-483B-A137-D625A9E9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180" y="4005242"/>
            <a:ext cx="695991" cy="1030376"/>
          </a:xfrm>
          <a:custGeom xmlns:a="http://schemas.openxmlformats.org/drawingml/2006/main">
            <a:pathLst>
              <a:path w="1424204" h="2108454">
                <a:moveTo>
                  <a:pt x="0" y="186907"/>
                </a:moveTo>
                <a:cubicBezTo>
                  <a:pt x="0" y="83681"/>
                  <a:pt x="83684" y="0"/>
                  <a:pt x="186913" y="0"/>
                </a:cubicBezTo>
                <a:lnTo>
                  <a:pt x="1237291" y="0"/>
                </a:lnTo>
                <a:cubicBezTo>
                  <a:pt x="1340520" y="0"/>
                  <a:pt x="1424204" y="83681"/>
                  <a:pt x="1424204" y="186907"/>
                </a:cubicBezTo>
                <a:lnTo>
                  <a:pt x="1424204" y="1921543"/>
                </a:lnTo>
                <a:cubicBezTo>
                  <a:pt x="1424204" y="2024770"/>
                  <a:pt x="1340520" y="2108454"/>
                  <a:pt x="1237291" y="2108454"/>
                </a:cubicBezTo>
                <a:lnTo>
                  <a:pt x="186913" y="2108454"/>
                </a:lnTo>
                <a:cubicBezTo>
                  <a:pt x="83684" y="2108454"/>
                  <a:pt x="0" y="2024770"/>
                  <a:pt x="0" y="1921543"/>
                </a:cubicBezTo>
                <a:lnTo>
                  <a:pt x="0" y="18690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3976FF66-5AED-403C-AF16-DBE26485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4180" y="4005242"/>
            <a:ext cx="695990" cy="1030378"/>
          </a:xfrm>
          <a:custGeom xmlns:a="http://schemas.openxmlformats.org/drawingml/2006/main">
            <a:pathLst>
              <a:path w="1424202" h="2108459">
                <a:moveTo>
                  <a:pt x="0" y="186912"/>
                </a:moveTo>
                <a:cubicBezTo>
                  <a:pt x="0" y="83683"/>
                  <a:pt x="83682" y="0"/>
                  <a:pt x="186912" y="0"/>
                </a:cubicBezTo>
                <a:lnTo>
                  <a:pt x="1237291" y="0"/>
                </a:lnTo>
                <a:cubicBezTo>
                  <a:pt x="1340520" y="0"/>
                  <a:pt x="1424202" y="83683"/>
                  <a:pt x="1424202" y="186912"/>
                </a:cubicBezTo>
                <a:lnTo>
                  <a:pt x="1424202" y="1921546"/>
                </a:lnTo>
                <a:cubicBezTo>
                  <a:pt x="1424202" y="2024775"/>
                  <a:pt x="1340520" y="2108459"/>
                  <a:pt x="1237291" y="2108459"/>
                </a:cubicBezTo>
                <a:lnTo>
                  <a:pt x="186912" y="2108459"/>
                </a:lnTo>
                <a:cubicBezTo>
                  <a:pt x="83682" y="2108459"/>
                  <a:pt x="0" y="2024775"/>
                  <a:pt x="0" y="1921546"/>
                </a:cubicBezTo>
                <a:lnTo>
                  <a:pt x="0" y="186912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2E3668C8-A9E3-40FB-8F01-F7D76E44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178" y="68014"/>
            <a:ext cx="3182709" cy="3474790"/>
          </a:xfrm>
          <a:custGeom xmlns:a="http://schemas.openxmlformats.org/drawingml/2006/main">
            <a:pathLst>
              <a:path w="6512766" h="7110450">
                <a:moveTo>
                  <a:pt x="0" y="365041"/>
                </a:moveTo>
                <a:cubicBezTo>
                  <a:pt x="0" y="163434"/>
                  <a:pt x="163434" y="0"/>
                  <a:pt x="365041" y="0"/>
                </a:cubicBezTo>
                <a:lnTo>
                  <a:pt x="6147726" y="0"/>
                </a:lnTo>
                <a:cubicBezTo>
                  <a:pt x="6349331" y="0"/>
                  <a:pt x="6512766" y="163434"/>
                  <a:pt x="6512766" y="365041"/>
                </a:cubicBezTo>
                <a:lnTo>
                  <a:pt x="6512766" y="6745410"/>
                </a:lnTo>
                <a:cubicBezTo>
                  <a:pt x="6512766" y="6947016"/>
                  <a:pt x="6349331" y="7110450"/>
                  <a:pt x="6147726" y="7110450"/>
                </a:cubicBezTo>
                <a:lnTo>
                  <a:pt x="365041" y="7110450"/>
                </a:lnTo>
                <a:cubicBezTo>
                  <a:pt x="163434" y="7110450"/>
                  <a:pt x="0" y="6947016"/>
                  <a:pt x="0" y="6745410"/>
                </a:cubicBezTo>
                <a:lnTo>
                  <a:pt x="0" y="365041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215F9A"/>
            </a:solidFill>
            <a:prstDash val="solid"/>
          </a:ln>
        </p:spPr>
      </p:sp>
      <p:sp>
        <p:nvSpPr>
          <p:cNvPr id="6" name="text-6 (a)">
            <a:extLst xmlns:a="http://schemas.openxmlformats.org/drawingml/2006/main">
              <a:ext uri="{FF2B5EF4-FFF2-40B4-BE49-F238E27FC236}">
                <a16:creationId xmlns:a16="http://schemas.microsoft.com/office/drawing/2014/main" id="{657DDEDD-0652-4442-8A37-5A164B21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4632" y="135562"/>
            <a:ext cx="245366" cy="241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7" name="text-6 Visual">
            <a:extLst xmlns:a="http://schemas.openxmlformats.org/drawingml/2006/main">
              <a:ext uri="{FF2B5EF4-FFF2-40B4-BE49-F238E27FC236}">
                <a16:creationId xmlns:a16="http://schemas.microsoft.com/office/drawing/2014/main" id="{C7ED93A4-B2DD-44B4-A137-5D704258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0430" y="135397"/>
            <a:ext cx="500629" cy="24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8" name="text-6 Source">
            <a:extLst xmlns:a="http://schemas.openxmlformats.org/drawingml/2006/main">
              <a:ext uri="{FF2B5EF4-FFF2-40B4-BE49-F238E27FC236}">
                <a16:creationId xmlns:a16="http://schemas.microsoft.com/office/drawing/2014/main" id="{F7F54185-F5F9-464B-991C-F55E10AD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168" y="135599"/>
            <a:ext cx="596270" cy="2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9" name="text-6 Curation">
            <a:extLst xmlns:a="http://schemas.openxmlformats.org/drawingml/2006/main">
              <a:ext uri="{FF2B5EF4-FFF2-40B4-BE49-F238E27FC236}">
                <a16:creationId xmlns:a16="http://schemas.microsoft.com/office/drawing/2014/main" id="{9C5F9539-E1DD-4D41-BCA3-88B65D54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112" y="135322"/>
            <a:ext cx="706603" cy="24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Curation</a:t>
            </a:r>
          </a:p>
        </p:txBody>
      </p:sp>
      <p:sp>
        <p:nvSpPr>
          <p:cNvPr id="10" name="text-7 (a)">
            <a:extLst xmlns:a="http://schemas.openxmlformats.org/drawingml/2006/main">
              <a:ext uri="{FF2B5EF4-FFF2-40B4-BE49-F238E27FC236}">
                <a16:creationId xmlns:a16="http://schemas.microsoft.com/office/drawing/2014/main" id="{8EFB3C37-ED72-4DDF-B0C8-9E1B3597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4632" y="135562"/>
            <a:ext cx="245366" cy="241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(a)</a:t>
            </a:r>
          </a:p>
        </p:txBody>
      </p:sp>
      <p:sp>
        <p:nvSpPr>
          <p:cNvPr id="11" name="text-7 Visual">
            <a:extLst xmlns:a="http://schemas.openxmlformats.org/drawingml/2006/main">
              <a:ext uri="{FF2B5EF4-FFF2-40B4-BE49-F238E27FC236}">
                <a16:creationId xmlns:a16="http://schemas.microsoft.com/office/drawing/2014/main" id="{30AE96B1-376D-433B-AB6B-DAA81BCB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0430" y="135397"/>
            <a:ext cx="500629" cy="241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12" name="text-7 Source">
            <a:extLst xmlns:a="http://schemas.openxmlformats.org/drawingml/2006/main">
              <a:ext uri="{FF2B5EF4-FFF2-40B4-BE49-F238E27FC236}">
                <a16:creationId xmlns:a16="http://schemas.microsoft.com/office/drawing/2014/main" id="{FA6F6B14-EC43-4A29-BBEC-7945E897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1168" y="135599"/>
            <a:ext cx="596270" cy="2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13" name="text-7 Curation">
            <a:extLst xmlns:a="http://schemas.openxmlformats.org/drawingml/2006/main">
              <a:ext uri="{FF2B5EF4-FFF2-40B4-BE49-F238E27FC236}">
                <a16:creationId xmlns:a16="http://schemas.microsoft.com/office/drawing/2014/main" id="{C7F6DB9D-70B6-4CD4-9D29-BADE0B0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112" y="135322"/>
            <a:ext cx="706603" cy="24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Curation</a:t>
            </a:r>
          </a:p>
        </p:txBody>
      </p:sp>
      <p:sp>
        <p:nvSpPr>
          <p:cNvPr id="14" name="path-8">
            <a:extLst xmlns:a="http://schemas.openxmlformats.org/drawingml/2006/main">
              <a:ext uri="{FF2B5EF4-FFF2-40B4-BE49-F238E27FC236}">
                <a16:creationId xmlns:a16="http://schemas.microsoft.com/office/drawing/2014/main" id="{9D8A9D83-FB5F-469E-BE66-232D42CF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723" y="481177"/>
            <a:ext cx="1433017" cy="877267"/>
          </a:xfrm>
          <a:custGeom xmlns:a="http://schemas.openxmlformats.org/drawingml/2006/main">
            <a:pathLst>
              <a:path w="2932377" h="1795148">
                <a:moveTo>
                  <a:pt x="0" y="235593"/>
                </a:moveTo>
                <a:cubicBezTo>
                  <a:pt x="0" y="105476"/>
                  <a:pt x="105480" y="0"/>
                  <a:pt x="235597" y="0"/>
                </a:cubicBezTo>
                <a:lnTo>
                  <a:pt x="2696779" y="0"/>
                </a:lnTo>
                <a:cubicBezTo>
                  <a:pt x="2826896" y="0"/>
                  <a:pt x="2932377" y="105476"/>
                  <a:pt x="2932377" y="235593"/>
                </a:cubicBezTo>
                <a:lnTo>
                  <a:pt x="2932377" y="1559555"/>
                </a:lnTo>
                <a:cubicBezTo>
                  <a:pt x="2932377" y="1689672"/>
                  <a:pt x="2826896" y="1795148"/>
                  <a:pt x="2696779" y="1795148"/>
                </a:cubicBezTo>
                <a:lnTo>
                  <a:pt x="235597" y="1795148"/>
                </a:lnTo>
                <a:cubicBezTo>
                  <a:pt x="105480" y="1795148"/>
                  <a:pt x="0" y="1689672"/>
                  <a:pt x="0" y="1559555"/>
                </a:cubicBezTo>
                <a:lnTo>
                  <a:pt x="0" y="23559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9">
            <a:extLst xmlns:a="http://schemas.openxmlformats.org/drawingml/2006/main">
              <a:ext uri="{FF2B5EF4-FFF2-40B4-BE49-F238E27FC236}">
                <a16:creationId xmlns:a16="http://schemas.microsoft.com/office/drawing/2014/main" id="{23BA5C07-77AA-473F-9E39-3A0EF724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723" y="481177"/>
            <a:ext cx="1433017" cy="877270"/>
          </a:xfrm>
          <a:custGeom xmlns:a="http://schemas.openxmlformats.org/drawingml/2006/main">
            <a:pathLst>
              <a:path w="2932377" h="1795155">
                <a:moveTo>
                  <a:pt x="0" y="235597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7" y="105480"/>
                  <a:pt x="2932377" y="235597"/>
                </a:cubicBezTo>
                <a:lnTo>
                  <a:pt x="2932377" y="1559557"/>
                </a:lnTo>
                <a:cubicBezTo>
                  <a:pt x="2932377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7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6" name="text-10 Web">
            <a:extLst xmlns:a="http://schemas.openxmlformats.org/drawingml/2006/main">
              <a:ext uri="{FF2B5EF4-FFF2-40B4-BE49-F238E27FC236}">
                <a16:creationId xmlns:a16="http://schemas.microsoft.com/office/drawing/2014/main" id="{A740D638-7485-4AAF-B7F9-BAF53090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827" y="534720"/>
            <a:ext cx="318972" cy="18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7" name="text-11 Video">
            <a:extLst xmlns:a="http://schemas.openxmlformats.org/drawingml/2006/main">
              <a:ext uri="{FF2B5EF4-FFF2-40B4-BE49-F238E27FC236}">
                <a16:creationId xmlns:a16="http://schemas.microsoft.com/office/drawing/2014/main" id="{63A17715-DB38-4AEB-82C3-2CE0CC4C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2816" y="535035"/>
            <a:ext cx="373522" cy="188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8" name="text-12 Source">
            <a:extLst xmlns:a="http://schemas.openxmlformats.org/drawingml/2006/main">
              <a:ext uri="{FF2B5EF4-FFF2-40B4-BE49-F238E27FC236}">
                <a16:creationId xmlns:a16="http://schemas.microsoft.com/office/drawing/2014/main" id="{BDC8AA7C-085F-44A2-8067-7E17DA5A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472" y="693681"/>
            <a:ext cx="468865" cy="18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19" name="text-13 Pool">
            <a:extLst xmlns:a="http://schemas.openxmlformats.org/drawingml/2006/main">
              <a:ext uri="{FF2B5EF4-FFF2-40B4-BE49-F238E27FC236}">
                <a16:creationId xmlns:a16="http://schemas.microsoft.com/office/drawing/2014/main" id="{0AD39BDA-4E0B-4CE3-8FF3-C96334A5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7285" y="693331"/>
            <a:ext cx="275174" cy="190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Pool</a:t>
            </a:r>
          </a:p>
        </p:txBody>
      </p:sp>
      <p:sp>
        <p:nvSpPr>
          <p:cNvPr id="20" name="path-14">
            <a:extLst xmlns:a="http://schemas.openxmlformats.org/drawingml/2006/main">
              <a:ext uri="{FF2B5EF4-FFF2-40B4-BE49-F238E27FC236}">
                <a16:creationId xmlns:a16="http://schemas.microsoft.com/office/drawing/2014/main" id="{8688BD62-9BBC-4E76-8AFC-7920ED6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931" y="947452"/>
            <a:ext cx="674369" cy="277083"/>
          </a:xfrm>
          <a:custGeom xmlns:a="http://schemas.openxmlformats.org/drawingml/2006/main">
            <a:pathLst>
              <a:path w="1379959" h="566993">
                <a:moveTo>
                  <a:pt x="0" y="165221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0" y="0"/>
                  <a:pt x="1379959" y="73969"/>
                  <a:pt x="1379959" y="165221"/>
                </a:cubicBezTo>
                <a:lnTo>
                  <a:pt x="1379959" y="401784"/>
                </a:lnTo>
                <a:cubicBezTo>
                  <a:pt x="1379959" y="493022"/>
                  <a:pt x="1305990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84"/>
                </a:cubicBezTo>
                <a:lnTo>
                  <a:pt x="0" y="165221"/>
                </a:lnTo>
              </a:path>
            </a:pathLst>
          </a:custGeom>
          <a:solidFill xmlns:a="http://schemas.openxmlformats.org/drawingml/2006/main">
            <a:srgbClr val="E8F3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15">
            <a:extLst xmlns:a="http://schemas.openxmlformats.org/drawingml/2006/main">
              <a:ext uri="{FF2B5EF4-FFF2-40B4-BE49-F238E27FC236}">
                <a16:creationId xmlns:a16="http://schemas.microsoft.com/office/drawing/2014/main" id="{AA4A5BA2-4D3A-4A96-8A5F-F375159C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931" y="947452"/>
            <a:ext cx="674369" cy="27708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22" name="text-16 2.5">
            <a:extLst xmlns:a="http://schemas.openxmlformats.org/drawingml/2006/main">
              <a:ext uri="{FF2B5EF4-FFF2-40B4-BE49-F238E27FC236}">
                <a16:creationId xmlns:a16="http://schemas.microsoft.com/office/drawing/2014/main" id="{D84A0116-7F2B-45B6-95FF-448F8725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577" y="989639"/>
            <a:ext cx="243438" cy="206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2.5</a:t>
            </a:r>
          </a:p>
        </p:txBody>
      </p:sp>
      <p:sp>
        <p:nvSpPr>
          <p:cNvPr id="23" name="text-16 M">
            <a:extLst xmlns:a="http://schemas.openxmlformats.org/drawingml/2006/main">
              <a:ext uri="{FF2B5EF4-FFF2-40B4-BE49-F238E27FC236}">
                <a16:creationId xmlns:a16="http://schemas.microsoft.com/office/drawing/2014/main" id="{19AAB37A-C504-4E1C-A11A-FA6B6328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5035" y="989669"/>
            <a:ext cx="156789" cy="206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sp>
        <p:nvSpPr>
          <p:cNvPr id="24" name="text-17 2.5">
            <a:extLst xmlns:a="http://schemas.openxmlformats.org/drawingml/2006/main">
              <a:ext uri="{FF2B5EF4-FFF2-40B4-BE49-F238E27FC236}">
                <a16:creationId xmlns:a16="http://schemas.microsoft.com/office/drawing/2014/main" id="{985F3BBA-18C7-4D06-9C65-2F8560EC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74577" y="989639"/>
            <a:ext cx="243438" cy="206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2.5</a:t>
            </a:r>
          </a:p>
        </p:txBody>
      </p:sp>
      <p:sp>
        <p:nvSpPr>
          <p:cNvPr id="25" name="text-17 M">
            <a:extLst xmlns:a="http://schemas.openxmlformats.org/drawingml/2006/main">
              <a:ext uri="{FF2B5EF4-FFF2-40B4-BE49-F238E27FC236}">
                <a16:creationId xmlns:a16="http://schemas.microsoft.com/office/drawing/2014/main" id="{0F3673B7-DC1F-4563-A652-A29C5603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5035" y="989669"/>
            <a:ext cx="156789" cy="206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114C9C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86FEF5-E6C1-43E8-B732-0E051451D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9bf802ef84e71"/>
          <a:stretch xmlns:a="http://schemas.openxmlformats.org/drawingml/2006/main"/>
        </p:blipFill>
        <p:spPr>
          <a:xfrm xmlns:a="http://schemas.openxmlformats.org/drawingml/2006/main">
            <a:off x="4697438" y="517970"/>
            <a:ext cx="218327" cy="218327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EF58C5-717F-49F9-96F1-3ADB1AD9E8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37461ddb74c1d"/>
          <a:stretch xmlns:a="http://schemas.openxmlformats.org/drawingml/2006/main"/>
        </p:blipFill>
        <p:spPr>
          <a:xfrm xmlns:a="http://schemas.openxmlformats.org/drawingml/2006/main">
            <a:off x="4701864" y="827759"/>
            <a:ext cx="383548" cy="383548"/>
          </a:xfrm>
          <a:prstGeom xmlns:a="http://schemas.openxmlformats.org/drawingml/2006/main" prst="rect">
            <a:avLst/>
          </a:prstGeom>
        </p:spPr>
      </p:pic>
      <p:sp>
        <p:nvSpPr>
          <p:cNvPr id="28" name="path-20">
            <a:extLst xmlns:a="http://schemas.openxmlformats.org/drawingml/2006/main">
              <a:ext uri="{FF2B5EF4-FFF2-40B4-BE49-F238E27FC236}">
                <a16:creationId xmlns:a16="http://schemas.microsoft.com/office/drawing/2014/main" id="{F3ADB73B-519D-4516-99C7-DC20D85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163" y="481177"/>
            <a:ext cx="1433018" cy="877267"/>
          </a:xfrm>
          <a:custGeom xmlns:a="http://schemas.openxmlformats.org/drawingml/2006/main">
            <a:pathLst>
              <a:path w="2932378" h="1795148">
                <a:moveTo>
                  <a:pt x="0" y="235593"/>
                </a:moveTo>
                <a:cubicBezTo>
                  <a:pt x="0" y="105476"/>
                  <a:pt x="105481" y="0"/>
                  <a:pt x="235598" y="0"/>
                </a:cubicBezTo>
                <a:lnTo>
                  <a:pt x="2696781" y="0"/>
                </a:lnTo>
                <a:cubicBezTo>
                  <a:pt x="2826897" y="0"/>
                  <a:pt x="2932378" y="105476"/>
                  <a:pt x="2932378" y="235593"/>
                </a:cubicBezTo>
                <a:lnTo>
                  <a:pt x="2932378" y="1559555"/>
                </a:lnTo>
                <a:cubicBezTo>
                  <a:pt x="2932378" y="1689672"/>
                  <a:pt x="2826897" y="1795148"/>
                  <a:pt x="2696781" y="1795148"/>
                </a:cubicBezTo>
                <a:lnTo>
                  <a:pt x="235598" y="1795148"/>
                </a:lnTo>
                <a:cubicBezTo>
                  <a:pt x="105481" y="1795148"/>
                  <a:pt x="0" y="1689672"/>
                  <a:pt x="0" y="1559555"/>
                </a:cubicBezTo>
                <a:lnTo>
                  <a:pt x="0" y="235593"/>
                </a:lnTo>
              </a:path>
            </a:pathLst>
          </a:custGeom>
          <a:solidFill xmlns:a="http://schemas.openxmlformats.org/drawingml/2006/main">
            <a:srgbClr val="EDF8EC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1">
            <a:extLst xmlns:a="http://schemas.openxmlformats.org/drawingml/2006/main">
              <a:ext uri="{FF2B5EF4-FFF2-40B4-BE49-F238E27FC236}">
                <a16:creationId xmlns:a16="http://schemas.microsoft.com/office/drawing/2014/main" id="{6F670F72-E86D-4D30-BE04-AEEA9057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163" y="481177"/>
            <a:ext cx="1433017" cy="877270"/>
          </a:xfrm>
          <a:custGeom xmlns:a="http://schemas.openxmlformats.org/drawingml/2006/main">
            <a:pathLst>
              <a:path w="2932378" h="1795155">
                <a:moveTo>
                  <a:pt x="0" y="235597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8" y="105480"/>
                  <a:pt x="2932378" y="235597"/>
                </a:cubicBezTo>
                <a:lnTo>
                  <a:pt x="2932378" y="1559557"/>
                </a:lnTo>
                <a:cubicBezTo>
                  <a:pt x="2932378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7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2F8A3B"/>
            </a:solidFill>
            <a:prstDash val="solid"/>
          </a:ln>
        </p:spPr>
      </p:sp>
      <p:sp>
        <p:nvSpPr>
          <p:cNvPr id="30" name="text-22 Upload">
            <a:extLst xmlns:a="http://schemas.openxmlformats.org/drawingml/2006/main">
              <a:ext uri="{FF2B5EF4-FFF2-40B4-BE49-F238E27FC236}">
                <a16:creationId xmlns:a16="http://schemas.microsoft.com/office/drawing/2014/main" id="{EEB929B0-5F34-4297-A251-F939A45B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8899" y="522713"/>
            <a:ext cx="453360" cy="189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Upload</a:t>
            </a:r>
          </a:p>
        </p:txBody>
      </p:sp>
      <p:sp>
        <p:nvSpPr>
          <p:cNvPr id="31" name="text-23 Date">
            <a:extLst xmlns:a="http://schemas.openxmlformats.org/drawingml/2006/main">
              <a:ext uri="{FF2B5EF4-FFF2-40B4-BE49-F238E27FC236}">
                <a16:creationId xmlns:a16="http://schemas.microsoft.com/office/drawing/2014/main" id="{401C8B3A-5B62-4D6C-A398-7E4CCF60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8347" y="522801"/>
            <a:ext cx="328971" cy="189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Date</a:t>
            </a:r>
          </a:p>
        </p:txBody>
      </p:sp>
      <p:sp>
        <p:nvSpPr>
          <p:cNvPr id="32" name="text-24 Filter">
            <a:extLst xmlns:a="http://schemas.openxmlformats.org/drawingml/2006/main">
              <a:ext uri="{FF2B5EF4-FFF2-40B4-BE49-F238E27FC236}">
                <a16:creationId xmlns:a16="http://schemas.microsoft.com/office/drawing/2014/main" id="{F27AE409-DDEA-457E-AF75-8811922A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5909" y="682338"/>
            <a:ext cx="383539" cy="189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33" name="text-24 (&gt;">
            <a:extLst xmlns:a="http://schemas.openxmlformats.org/drawingml/2006/main">
              <a:ext uri="{FF2B5EF4-FFF2-40B4-BE49-F238E27FC236}">
                <a16:creationId xmlns:a16="http://schemas.microsoft.com/office/drawing/2014/main" id="{5594E361-5A90-45AE-B0AA-EF4C6D1B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6176" y="682569"/>
            <a:ext cx="125065" cy="18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(&gt;</a:t>
            </a:r>
          </a:p>
        </p:txBody>
      </p:sp>
      <p:sp>
        <p:nvSpPr>
          <p:cNvPr id="34" name="text-24 2023)">
            <a:extLst xmlns:a="http://schemas.openxmlformats.org/drawingml/2006/main">
              <a:ext uri="{FF2B5EF4-FFF2-40B4-BE49-F238E27FC236}">
                <a16:creationId xmlns:a16="http://schemas.microsoft.com/office/drawing/2014/main" id="{2C8BDFBB-7AD5-4106-9B6A-90D5B274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7622" y="682561"/>
            <a:ext cx="402665" cy="188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2023)</a:t>
            </a:r>
          </a:p>
        </p:txBody>
      </p:sp>
      <p:sp>
        <p:nvSpPr>
          <p:cNvPr id="35" name="path-25">
            <a:extLst xmlns:a="http://schemas.openxmlformats.org/drawingml/2006/main">
              <a:ext uri="{FF2B5EF4-FFF2-40B4-BE49-F238E27FC236}">
                <a16:creationId xmlns:a16="http://schemas.microsoft.com/office/drawing/2014/main" id="{59A8F265-BA72-48C5-B633-58DC74C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371" y="947452"/>
            <a:ext cx="674369" cy="277083"/>
          </a:xfrm>
          <a:custGeom xmlns:a="http://schemas.openxmlformats.org/drawingml/2006/main">
            <a:pathLst>
              <a:path w="1379959" h="566993">
                <a:moveTo>
                  <a:pt x="0" y="165221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21"/>
                </a:cubicBezTo>
                <a:lnTo>
                  <a:pt x="1379959" y="401784"/>
                </a:lnTo>
                <a:cubicBezTo>
                  <a:pt x="1379959" y="493022"/>
                  <a:pt x="1305991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84"/>
                </a:cubicBezTo>
                <a:lnTo>
                  <a:pt x="0" y="165221"/>
                </a:lnTo>
              </a:path>
            </a:pathLst>
          </a:custGeom>
          <a:solidFill xmlns:a="http://schemas.openxmlformats.org/drawingml/2006/main">
            <a:srgbClr val="EDF8EC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26">
            <a:extLst xmlns:a="http://schemas.openxmlformats.org/drawingml/2006/main">
              <a:ext uri="{FF2B5EF4-FFF2-40B4-BE49-F238E27FC236}">
                <a16:creationId xmlns:a16="http://schemas.microsoft.com/office/drawing/2014/main" id="{B158D869-342B-4651-9BD6-EB41ABF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371" y="947452"/>
            <a:ext cx="674369" cy="27708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2F8A3B"/>
            </a:solidFill>
            <a:prstDash val="solid"/>
          </a:ln>
        </p:spPr>
      </p:sp>
      <p:sp>
        <p:nvSpPr>
          <p:cNvPr id="37" name="text-27 1.3">
            <a:extLst xmlns:a="http://schemas.openxmlformats.org/drawingml/2006/main">
              <a:ext uri="{FF2B5EF4-FFF2-40B4-BE49-F238E27FC236}">
                <a16:creationId xmlns:a16="http://schemas.microsoft.com/office/drawing/2014/main" id="{0EAF5CFF-ED36-4FCA-B990-70267AF4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542" y="989234"/>
            <a:ext cx="220410" cy="20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1.3</a:t>
            </a:r>
          </a:p>
        </p:txBody>
      </p:sp>
      <p:sp>
        <p:nvSpPr>
          <p:cNvPr id="38" name="text-27 M">
            <a:extLst xmlns:a="http://schemas.openxmlformats.org/drawingml/2006/main">
              <a:ext uri="{FF2B5EF4-FFF2-40B4-BE49-F238E27FC236}">
                <a16:creationId xmlns:a16="http://schemas.microsoft.com/office/drawing/2014/main" id="{E0E5D0DF-FA7D-4965-9F7B-2DFF22E0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1958" y="989669"/>
            <a:ext cx="156789" cy="206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sp>
        <p:nvSpPr>
          <p:cNvPr id="39" name="text-28 1.3">
            <a:extLst xmlns:a="http://schemas.openxmlformats.org/drawingml/2006/main">
              <a:ext uri="{FF2B5EF4-FFF2-40B4-BE49-F238E27FC236}">
                <a16:creationId xmlns:a16="http://schemas.microsoft.com/office/drawing/2014/main" id="{5A8FE047-C1CB-49DE-BD72-12CF7F4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4542" y="989234"/>
            <a:ext cx="220410" cy="20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165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1.3</a:t>
            </a:r>
          </a:p>
        </p:txBody>
      </p:sp>
      <p:sp>
        <p:nvSpPr>
          <p:cNvPr id="40" name="text-28 M">
            <a:extLst xmlns:a="http://schemas.openxmlformats.org/drawingml/2006/main">
              <a:ext uri="{FF2B5EF4-FFF2-40B4-BE49-F238E27FC236}">
                <a16:creationId xmlns:a16="http://schemas.microsoft.com/office/drawing/2014/main" id="{F0B11A53-A4C0-4E05-AA91-8FA883A1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1958" y="989669"/>
            <a:ext cx="156789" cy="206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176A27"/>
                </a:solidFill>
                <a:latin typeface="Comic Sans MS"/>
                <a:ea typeface="Comic Sans MS"/>
                <a:cs typeface="Comic Sans MS"/>
              </a:rPr>
              <a:t>M</a:t>
            </a:r>
          </a:p>
        </p:txBody>
      </p:sp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6639AD-0E0E-49E9-BF11-2D9E95B431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494598eb6434e"/>
          <a:stretch xmlns:a="http://schemas.openxmlformats.org/drawingml/2006/main"/>
        </p:blipFill>
        <p:spPr>
          <a:xfrm xmlns:a="http://schemas.openxmlformats.org/drawingml/2006/main">
            <a:off x="6269984" y="516495"/>
            <a:ext cx="218327" cy="219802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20F915-7407-4C27-8805-F9C0DF262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a63bb04104945"/>
          <a:stretch xmlns:a="http://schemas.openxmlformats.org/drawingml/2006/main"/>
        </p:blipFill>
        <p:spPr>
          <a:xfrm xmlns:a="http://schemas.openxmlformats.org/drawingml/2006/main">
            <a:off x="6295062" y="870539"/>
            <a:ext cx="385023" cy="383548"/>
          </a:xfrm>
          <a:prstGeom xmlns:a="http://schemas.openxmlformats.org/drawingml/2006/main" prst="rect">
            <a:avLst/>
          </a:prstGeom>
        </p:spPr>
      </p:pic>
      <p:sp>
        <p:nvSpPr>
          <p:cNvPr id="43" name="path-31">
            <a:extLst xmlns:a="http://schemas.openxmlformats.org/drawingml/2006/main">
              <a:ext uri="{FF2B5EF4-FFF2-40B4-BE49-F238E27FC236}">
                <a16:creationId xmlns:a16="http://schemas.microsoft.com/office/drawing/2014/main" id="{12D53824-29C0-46F3-8AF7-1DE7FA8F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193" y="1485752"/>
            <a:ext cx="1433017" cy="877267"/>
          </a:xfrm>
          <a:custGeom xmlns:a="http://schemas.openxmlformats.org/drawingml/2006/main">
            <a:pathLst>
              <a:path w="2932378" h="1795148">
                <a:moveTo>
                  <a:pt x="0" y="235593"/>
                </a:moveTo>
                <a:cubicBezTo>
                  <a:pt x="0" y="105476"/>
                  <a:pt x="105480" y="0"/>
                  <a:pt x="235598" y="0"/>
                </a:cubicBezTo>
                <a:lnTo>
                  <a:pt x="2696779" y="0"/>
                </a:lnTo>
                <a:cubicBezTo>
                  <a:pt x="2826896" y="0"/>
                  <a:pt x="2932378" y="105476"/>
                  <a:pt x="2932378" y="235593"/>
                </a:cubicBezTo>
                <a:lnTo>
                  <a:pt x="2932378" y="1559553"/>
                </a:lnTo>
                <a:cubicBezTo>
                  <a:pt x="2932378" y="1689672"/>
                  <a:pt x="2826896" y="1795148"/>
                  <a:pt x="2696779" y="1795148"/>
                </a:cubicBezTo>
                <a:lnTo>
                  <a:pt x="235598" y="1795148"/>
                </a:lnTo>
                <a:cubicBezTo>
                  <a:pt x="105480" y="1795148"/>
                  <a:pt x="0" y="1689672"/>
                  <a:pt x="0" y="1559553"/>
                </a:cubicBezTo>
                <a:lnTo>
                  <a:pt x="0" y="235593"/>
                </a:lnTo>
              </a:path>
            </a:pathLst>
          </a:custGeom>
          <a:solidFill xmlns:a="http://schemas.openxmlformats.org/drawingml/2006/main">
            <a:srgbClr val="E8FBFB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32">
            <a:extLst xmlns:a="http://schemas.openxmlformats.org/drawingml/2006/main">
              <a:ext uri="{FF2B5EF4-FFF2-40B4-BE49-F238E27FC236}">
                <a16:creationId xmlns:a16="http://schemas.microsoft.com/office/drawing/2014/main" id="{462486B0-7E26-47B6-8AAF-A87E1C09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193" y="1485752"/>
            <a:ext cx="1433017" cy="877270"/>
          </a:xfrm>
          <a:custGeom xmlns:a="http://schemas.openxmlformats.org/drawingml/2006/main">
            <a:pathLst>
              <a:path w="2932377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7" y="105480"/>
                  <a:pt x="2932377" y="235598"/>
                </a:cubicBezTo>
                <a:lnTo>
                  <a:pt x="2932377" y="1559557"/>
                </a:lnTo>
                <a:cubicBezTo>
                  <a:pt x="2932377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0F8E98"/>
            </a:solidFill>
            <a:prstDash val="solid"/>
          </a:ln>
        </p:spPr>
      </p:sp>
      <p:sp>
        <p:nvSpPr>
          <p:cNvPr id="45" name="text-33 Meta">
            <a:extLst xmlns:a="http://schemas.openxmlformats.org/drawingml/2006/main">
              <a:ext uri="{FF2B5EF4-FFF2-40B4-BE49-F238E27FC236}">
                <a16:creationId xmlns:a16="http://schemas.microsoft.com/office/drawing/2014/main" id="{D96BA50A-34CD-44F6-A22E-F5B7B457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4517" y="1537924"/>
            <a:ext cx="350189" cy="18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Meta</a:t>
            </a:r>
          </a:p>
        </p:txBody>
      </p:sp>
      <p:sp>
        <p:nvSpPr>
          <p:cNvPr id="46" name="text-33 Data">
            <a:extLst xmlns:a="http://schemas.openxmlformats.org/drawingml/2006/main">
              <a:ext uri="{FF2B5EF4-FFF2-40B4-BE49-F238E27FC236}">
                <a16:creationId xmlns:a16="http://schemas.microsoft.com/office/drawing/2014/main" id="{E2E27F4F-93ED-44B8-8146-783050AD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91045" y="1537676"/>
            <a:ext cx="324135" cy="189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Data</a:t>
            </a:r>
          </a:p>
        </p:txBody>
      </p:sp>
      <p:sp>
        <p:nvSpPr>
          <p:cNvPr id="47" name="text-34 Coarse">
            <a:extLst xmlns:a="http://schemas.openxmlformats.org/drawingml/2006/main">
              <a:ext uri="{FF2B5EF4-FFF2-40B4-BE49-F238E27FC236}">
                <a16:creationId xmlns:a16="http://schemas.microsoft.com/office/drawing/2014/main" id="{D54A7271-E675-4C3D-AF8A-CDE65BE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843" y="1698273"/>
            <a:ext cx="451895" cy="189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Coarse</a:t>
            </a:r>
          </a:p>
        </p:txBody>
      </p:sp>
      <p:sp>
        <p:nvSpPr>
          <p:cNvPr id="48" name="text-34 Filter">
            <a:extLst xmlns:a="http://schemas.openxmlformats.org/drawingml/2006/main">
              <a:ext uri="{FF2B5EF4-FFF2-40B4-BE49-F238E27FC236}">
                <a16:creationId xmlns:a16="http://schemas.microsoft.com/office/drawing/2014/main" id="{F640275B-646E-49F1-90AF-53F757A9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1735" y="1698765"/>
            <a:ext cx="383466" cy="1890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49" name="path-35">
            <a:extLst xmlns:a="http://schemas.openxmlformats.org/drawingml/2006/main">
              <a:ext uri="{FF2B5EF4-FFF2-40B4-BE49-F238E27FC236}">
                <a16:creationId xmlns:a16="http://schemas.microsoft.com/office/drawing/2014/main" id="{C4EE8907-98F6-4551-8158-EABCDBBD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400" y="1952027"/>
            <a:ext cx="674369" cy="277083"/>
          </a:xfrm>
          <a:custGeom xmlns:a="http://schemas.openxmlformats.org/drawingml/2006/main">
            <a:pathLst>
              <a:path w="1379959" h="566993">
                <a:moveTo>
                  <a:pt x="0" y="165221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5" y="0"/>
                </a:lnTo>
                <a:cubicBezTo>
                  <a:pt x="1305990" y="0"/>
                  <a:pt x="1379959" y="73969"/>
                  <a:pt x="1379959" y="165221"/>
                </a:cubicBezTo>
                <a:lnTo>
                  <a:pt x="1379959" y="401784"/>
                </a:lnTo>
                <a:cubicBezTo>
                  <a:pt x="1379959" y="493024"/>
                  <a:pt x="1305990" y="566993"/>
                  <a:pt x="1214745" y="566993"/>
                </a:cubicBezTo>
                <a:lnTo>
                  <a:pt x="165215" y="566993"/>
                </a:lnTo>
                <a:cubicBezTo>
                  <a:pt x="73969" y="566993"/>
                  <a:pt x="0" y="493024"/>
                  <a:pt x="0" y="401784"/>
                </a:cubicBezTo>
                <a:lnTo>
                  <a:pt x="0" y="165221"/>
                </a:lnTo>
              </a:path>
            </a:pathLst>
          </a:custGeom>
          <a:solidFill xmlns:a="http://schemas.openxmlformats.org/drawingml/2006/main">
            <a:srgbClr val="E8FBFB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-36">
            <a:extLst xmlns:a="http://schemas.openxmlformats.org/drawingml/2006/main">
              <a:ext uri="{FF2B5EF4-FFF2-40B4-BE49-F238E27FC236}">
                <a16:creationId xmlns:a16="http://schemas.microsoft.com/office/drawing/2014/main" id="{51B26A17-77DB-4EC7-888D-BD3CB8B1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400" y="1952027"/>
            <a:ext cx="674369" cy="27708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0F8E98"/>
            </a:solidFill>
            <a:prstDash val="solid"/>
          </a:ln>
        </p:spPr>
      </p:sp>
      <p:sp>
        <p:nvSpPr>
          <p:cNvPr id="51" name="text-37 378">
            <a:extLst xmlns:a="http://schemas.openxmlformats.org/drawingml/2006/main">
              <a:ext uri="{FF2B5EF4-FFF2-40B4-BE49-F238E27FC236}">
                <a16:creationId xmlns:a16="http://schemas.microsoft.com/office/drawing/2014/main" id="{6332E07E-0B92-4DCE-9995-310F43B7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900" y="1996213"/>
            <a:ext cx="296367" cy="206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1161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378</a:t>
            </a:r>
          </a:p>
        </p:txBody>
      </p:sp>
      <p:sp>
        <p:nvSpPr>
          <p:cNvPr id="52" name="text-37 K">
            <a:extLst xmlns:a="http://schemas.openxmlformats.org/drawingml/2006/main">
              <a:ext uri="{FF2B5EF4-FFF2-40B4-BE49-F238E27FC236}">
                <a16:creationId xmlns:a16="http://schemas.microsoft.com/office/drawing/2014/main" id="{585EE68C-57A8-4E4F-80A5-40C88789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9317" y="1996097"/>
            <a:ext cx="116665" cy="206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077B83"/>
                </a:solidFill>
                <a:latin typeface="Comic Sans MS"/>
                <a:ea typeface="Comic Sans MS"/>
                <a:cs typeface="Comic Sans MS"/>
              </a:rPr>
              <a:t>K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0AA362-76B1-497F-9DFD-82A8A2EB9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471a722224063"/>
          <a:stretch xmlns:a="http://schemas.openxmlformats.org/drawingml/2006/main"/>
        </p:blipFill>
        <p:spPr>
          <a:xfrm xmlns:a="http://schemas.openxmlformats.org/drawingml/2006/main">
            <a:off x="4684161" y="1521096"/>
            <a:ext cx="218327" cy="219802"/>
          </a:xfrm>
          <a:prstGeom xmlns:a="http://schemas.openxmlformats.org/drawingml/2006/main" prst="rect">
            <a:avLst/>
          </a:prstGeom>
        </p:spPr>
      </p:pic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4228A8-8274-4522-B232-B19152172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cafa8051b47f7"/>
          <a:stretch xmlns:a="http://schemas.openxmlformats.org/drawingml/2006/main"/>
        </p:blipFill>
        <p:spPr>
          <a:xfrm xmlns:a="http://schemas.openxmlformats.org/drawingml/2006/main">
            <a:off x="4696385" y="1829317"/>
            <a:ext cx="377035" cy="377035"/>
          </a:xfrm>
          <a:prstGeom xmlns:a="http://schemas.openxmlformats.org/drawingml/2006/main" prst="rect">
            <a:avLst/>
          </a:prstGeom>
        </p:spPr>
      </p:pic>
      <p:sp>
        <p:nvSpPr>
          <p:cNvPr id="55" name="path-40">
            <a:extLst xmlns:a="http://schemas.openxmlformats.org/drawingml/2006/main">
              <a:ext uri="{FF2B5EF4-FFF2-40B4-BE49-F238E27FC236}">
                <a16:creationId xmlns:a16="http://schemas.microsoft.com/office/drawing/2014/main" id="{B5E5A873-F2A6-4FDF-A1BC-227C11AC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009" y="1484362"/>
            <a:ext cx="1433017" cy="877267"/>
          </a:xfrm>
          <a:custGeom xmlns:a="http://schemas.openxmlformats.org/drawingml/2006/main">
            <a:pathLst>
              <a:path w="2932377" h="1795149">
                <a:moveTo>
                  <a:pt x="0" y="235596"/>
                </a:moveTo>
                <a:cubicBezTo>
                  <a:pt x="0" y="105478"/>
                  <a:pt x="105481" y="0"/>
                  <a:pt x="235596" y="0"/>
                </a:cubicBezTo>
                <a:lnTo>
                  <a:pt x="2696781" y="0"/>
                </a:lnTo>
                <a:cubicBezTo>
                  <a:pt x="2826897" y="0"/>
                  <a:pt x="2932377" y="105478"/>
                  <a:pt x="2932377" y="235596"/>
                </a:cubicBezTo>
                <a:lnTo>
                  <a:pt x="2932377" y="1559556"/>
                </a:lnTo>
                <a:cubicBezTo>
                  <a:pt x="2932377" y="1689672"/>
                  <a:pt x="2826897" y="1795149"/>
                  <a:pt x="2696781" y="1795149"/>
                </a:cubicBezTo>
                <a:lnTo>
                  <a:pt x="235596" y="1795149"/>
                </a:lnTo>
                <a:cubicBezTo>
                  <a:pt x="105481" y="1795149"/>
                  <a:pt x="0" y="1689672"/>
                  <a:pt x="0" y="1559556"/>
                </a:cubicBezTo>
                <a:lnTo>
                  <a:pt x="0" y="235596"/>
                </a:lnTo>
              </a:path>
            </a:pathLst>
          </a:custGeom>
          <a:solidFill xmlns:a="http://schemas.openxmlformats.org/drawingml/2006/main">
            <a:srgbClr val="F5E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ath-41">
            <a:extLst xmlns:a="http://schemas.openxmlformats.org/drawingml/2006/main">
              <a:ext uri="{FF2B5EF4-FFF2-40B4-BE49-F238E27FC236}">
                <a16:creationId xmlns:a16="http://schemas.microsoft.com/office/drawing/2014/main" id="{DCD2C080-284A-418D-9121-7FF27C1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009" y="1484362"/>
            <a:ext cx="1433017" cy="877270"/>
          </a:xfrm>
          <a:custGeom xmlns:a="http://schemas.openxmlformats.org/drawingml/2006/main">
            <a:pathLst>
              <a:path w="2932378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8" y="105480"/>
                  <a:pt x="2932378" y="235598"/>
                </a:cubicBezTo>
                <a:lnTo>
                  <a:pt x="2932378" y="1559557"/>
                </a:lnTo>
                <a:cubicBezTo>
                  <a:pt x="2932378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7A4BC0"/>
            </a:solidFill>
            <a:prstDash val="solid"/>
          </a:ln>
        </p:spPr>
      </p:sp>
      <p:sp>
        <p:nvSpPr>
          <p:cNvPr id="57" name="text-42 Category">
            <a:extLst xmlns:a="http://schemas.openxmlformats.org/drawingml/2006/main">
              <a:ext uri="{FF2B5EF4-FFF2-40B4-BE49-F238E27FC236}">
                <a16:creationId xmlns:a16="http://schemas.microsoft.com/office/drawing/2014/main" id="{33188CE0-3EF9-44E8-B0CE-C6E4D8B4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2957" y="1541140"/>
            <a:ext cx="537173" cy="172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Category</a:t>
            </a:r>
          </a:p>
        </p:txBody>
      </p:sp>
      <p:sp>
        <p:nvSpPr>
          <p:cNvPr id="58" name="text-43 Balance">
            <a:extLst xmlns:a="http://schemas.openxmlformats.org/drawingml/2006/main">
              <a:ext uri="{FF2B5EF4-FFF2-40B4-BE49-F238E27FC236}">
                <a16:creationId xmlns:a16="http://schemas.microsoft.com/office/drawing/2014/main" id="{BBD9E154-4967-48E4-BEB5-9E5D351D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4614" y="1540965"/>
            <a:ext cx="454489" cy="172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Balance</a:t>
            </a:r>
          </a:p>
        </p:txBody>
      </p:sp>
      <p:sp>
        <p:nvSpPr>
          <p:cNvPr id="59" name="text-44 &amp;">
            <a:extLst xmlns:a="http://schemas.openxmlformats.org/drawingml/2006/main">
              <a:ext uri="{FF2B5EF4-FFF2-40B4-BE49-F238E27FC236}">
                <a16:creationId xmlns:a16="http://schemas.microsoft.com/office/drawing/2014/main" id="{ED0FC542-EE24-459C-9F20-B8981524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9683" y="1688563"/>
            <a:ext cx="102600" cy="172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60" name="text-44 Exclusion">
            <a:extLst xmlns:a="http://schemas.openxmlformats.org/drawingml/2006/main">
              <a:ext uri="{FF2B5EF4-FFF2-40B4-BE49-F238E27FC236}">
                <a16:creationId xmlns:a16="http://schemas.microsoft.com/office/drawing/2014/main" id="{911EF0C6-FF86-4FAD-B01A-D6A94CCA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7230" y="1688707"/>
            <a:ext cx="555166" cy="172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Exclusion</a:t>
            </a:r>
          </a:p>
        </p:txBody>
      </p:sp>
      <p:sp>
        <p:nvSpPr>
          <p:cNvPr id="61" name="path-45">
            <a:extLst xmlns:a="http://schemas.openxmlformats.org/drawingml/2006/main">
              <a:ext uri="{FF2B5EF4-FFF2-40B4-BE49-F238E27FC236}">
                <a16:creationId xmlns:a16="http://schemas.microsoft.com/office/drawing/2014/main" id="{E2AF0CBA-DE97-4E8F-ABA7-EC1AC3E9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16" y="1950637"/>
            <a:ext cx="674369" cy="277083"/>
          </a:xfrm>
          <a:custGeom xmlns:a="http://schemas.openxmlformats.org/drawingml/2006/main">
            <a:pathLst>
              <a:path w="1379959" h="566993">
                <a:moveTo>
                  <a:pt x="0" y="165222"/>
                </a:moveTo>
                <a:cubicBezTo>
                  <a:pt x="0" y="73971"/>
                  <a:pt x="73969" y="0"/>
                  <a:pt x="165215" y="0"/>
                </a:cubicBezTo>
                <a:lnTo>
                  <a:pt x="1214746" y="0"/>
                </a:lnTo>
                <a:cubicBezTo>
                  <a:pt x="1305990" y="0"/>
                  <a:pt x="1379959" y="73971"/>
                  <a:pt x="1379959" y="165222"/>
                </a:cubicBezTo>
                <a:lnTo>
                  <a:pt x="1379959" y="401785"/>
                </a:lnTo>
                <a:cubicBezTo>
                  <a:pt x="1379959" y="493024"/>
                  <a:pt x="1305990" y="566993"/>
                  <a:pt x="1214746" y="566993"/>
                </a:cubicBezTo>
                <a:lnTo>
                  <a:pt x="165215" y="566993"/>
                </a:lnTo>
                <a:cubicBezTo>
                  <a:pt x="73969" y="566993"/>
                  <a:pt x="0" y="493024"/>
                  <a:pt x="0" y="401785"/>
                </a:cubicBezTo>
                <a:lnTo>
                  <a:pt x="0" y="165222"/>
                </a:lnTo>
              </a:path>
            </a:pathLst>
          </a:custGeom>
          <a:solidFill xmlns:a="http://schemas.openxmlformats.org/drawingml/2006/main">
            <a:srgbClr val="F5EF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ath-46">
            <a:extLst xmlns:a="http://schemas.openxmlformats.org/drawingml/2006/main">
              <a:ext uri="{FF2B5EF4-FFF2-40B4-BE49-F238E27FC236}">
                <a16:creationId xmlns:a16="http://schemas.microsoft.com/office/drawing/2014/main" id="{32EF4FD9-247E-4766-B488-EA7E71BD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16" y="1950637"/>
            <a:ext cx="674369" cy="27708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7A4BC0"/>
            </a:solidFill>
            <a:prstDash val="solid"/>
          </a:ln>
        </p:spPr>
      </p:sp>
      <p:sp>
        <p:nvSpPr>
          <p:cNvPr id="63" name="text-47 128K">
            <a:extLst xmlns:a="http://schemas.openxmlformats.org/drawingml/2006/main">
              <a:ext uri="{FF2B5EF4-FFF2-40B4-BE49-F238E27FC236}">
                <a16:creationId xmlns:a16="http://schemas.microsoft.com/office/drawing/2014/main" id="{10E10275-C5DF-4BB7-B244-FD564D10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138" y="1992761"/>
            <a:ext cx="363222" cy="206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128K</a:t>
            </a:r>
          </a:p>
        </p:txBody>
      </p:sp>
      <p:sp>
        <p:nvSpPr>
          <p:cNvPr id="64" name="text-48 128K">
            <a:extLst xmlns:a="http://schemas.openxmlformats.org/drawingml/2006/main">
              <a:ext uri="{FF2B5EF4-FFF2-40B4-BE49-F238E27FC236}">
                <a16:creationId xmlns:a16="http://schemas.microsoft.com/office/drawing/2014/main" id="{6CAB78B6-4A95-4F0E-86ED-D41F1AC6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2138" y="1992761"/>
            <a:ext cx="363222" cy="206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defRPr>
            </a:pPr>
            <a:r>
              <a:rPr sz="1162" b="0" i="0">
                <a:solidFill>
                  <a:srgbClr val="5B2DA0"/>
                </a:solidFill>
                <a:latin typeface="Comic Sans MS"/>
                <a:ea typeface="Comic Sans MS"/>
                <a:cs typeface="Comic Sans MS"/>
              </a:rPr>
              <a:t>128K</a:t>
            </a:r>
          </a:p>
        </p:txBody>
      </p:sp>
      <p:pic>
        <p:nvPic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AB0A96-D302-47F9-821C-D1156352D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b495986af49d3"/>
          <a:stretch xmlns:a="http://schemas.openxmlformats.org/drawingml/2006/main"/>
        </p:blipFill>
        <p:spPr>
          <a:xfrm xmlns:a="http://schemas.openxmlformats.org/drawingml/2006/main">
            <a:off x="6271459" y="1519620"/>
            <a:ext cx="219802" cy="219802"/>
          </a:xfrm>
          <a:prstGeom xmlns:a="http://schemas.openxmlformats.org/drawingml/2006/main" prst="rect">
            <a:avLst/>
          </a:prstGeom>
        </p:spPr>
      </p:pic>
      <p:pic>
        <p:nvPic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7DFC53-E41D-4805-B509-3A1F9C9B7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323e68b404567"/>
          <a:stretch xmlns:a="http://schemas.openxmlformats.org/drawingml/2006/main"/>
        </p:blipFill>
        <p:spPr>
          <a:xfrm xmlns:a="http://schemas.openxmlformats.org/drawingml/2006/main">
            <a:off x="6298012" y="1873664"/>
            <a:ext cx="383548" cy="383548"/>
          </a:xfrm>
          <a:prstGeom xmlns:a="http://schemas.openxmlformats.org/drawingml/2006/main" prst="rect">
            <a:avLst/>
          </a:prstGeom>
        </p:spPr>
      </p:pic>
      <p:sp>
        <p:nvSpPr>
          <p:cNvPr id="67" name="path-51">
            <a:extLst xmlns:a="http://schemas.openxmlformats.org/drawingml/2006/main">
              <a:ext uri="{FF2B5EF4-FFF2-40B4-BE49-F238E27FC236}">
                <a16:creationId xmlns:a16="http://schemas.microsoft.com/office/drawing/2014/main" id="{73D62C5E-AD67-424A-8EB5-08538C9D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723" y="2456195"/>
            <a:ext cx="1433017" cy="877273"/>
          </a:xfrm>
          <a:custGeom xmlns:a="http://schemas.openxmlformats.org/drawingml/2006/main">
            <a:pathLst>
              <a:path w="2932377" h="1795161">
                <a:moveTo>
                  <a:pt x="0" y="235608"/>
                </a:moveTo>
                <a:cubicBezTo>
                  <a:pt x="0" y="105489"/>
                  <a:pt x="105480" y="0"/>
                  <a:pt x="235597" y="0"/>
                </a:cubicBezTo>
                <a:lnTo>
                  <a:pt x="2696779" y="0"/>
                </a:lnTo>
                <a:cubicBezTo>
                  <a:pt x="2826896" y="0"/>
                  <a:pt x="2932377" y="105489"/>
                  <a:pt x="2932377" y="235608"/>
                </a:cubicBezTo>
                <a:lnTo>
                  <a:pt x="2932377" y="1559568"/>
                </a:lnTo>
                <a:cubicBezTo>
                  <a:pt x="2932377" y="1689685"/>
                  <a:pt x="2826896" y="1795161"/>
                  <a:pt x="2696779" y="1795161"/>
                </a:cubicBezTo>
                <a:lnTo>
                  <a:pt x="235597" y="1795161"/>
                </a:lnTo>
                <a:cubicBezTo>
                  <a:pt x="105480" y="1795161"/>
                  <a:pt x="0" y="1689685"/>
                  <a:pt x="0" y="1559568"/>
                </a:cubicBezTo>
                <a:lnTo>
                  <a:pt x="0" y="235608"/>
                </a:lnTo>
              </a:path>
            </a:pathLst>
          </a:custGeom>
          <a:solidFill xmlns:a="http://schemas.openxmlformats.org/drawingml/2006/main">
            <a:srgbClr val="FFF3E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52">
            <a:extLst xmlns:a="http://schemas.openxmlformats.org/drawingml/2006/main">
              <a:ext uri="{FF2B5EF4-FFF2-40B4-BE49-F238E27FC236}">
                <a16:creationId xmlns:a16="http://schemas.microsoft.com/office/drawing/2014/main" id="{4E258D7C-AA3A-44C7-8E37-BC45E937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723" y="2456195"/>
            <a:ext cx="1433017" cy="877270"/>
          </a:xfrm>
          <a:custGeom xmlns:a="http://schemas.openxmlformats.org/drawingml/2006/main">
            <a:pathLst>
              <a:path w="2932377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7" y="105480"/>
                  <a:pt x="2932377" y="235598"/>
                </a:cubicBezTo>
                <a:lnTo>
                  <a:pt x="2932377" y="1559557"/>
                </a:lnTo>
                <a:cubicBezTo>
                  <a:pt x="2932377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E46013"/>
            </a:solidFill>
            <a:prstDash val="solid"/>
          </a:ln>
        </p:spPr>
      </p:sp>
      <p:sp>
        <p:nvSpPr>
          <p:cNvPr id="69" name="text-53 Video">
            <a:extLst xmlns:a="http://schemas.openxmlformats.org/drawingml/2006/main">
              <a:ext uri="{FF2B5EF4-FFF2-40B4-BE49-F238E27FC236}">
                <a16:creationId xmlns:a16="http://schemas.microsoft.com/office/drawing/2014/main" id="{3055D5B4-688B-42DD-A737-A922ACE5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2939" y="2508830"/>
            <a:ext cx="373522" cy="188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70" name="text-54 Snippet">
            <a:extLst xmlns:a="http://schemas.openxmlformats.org/drawingml/2006/main">
              <a:ext uri="{FF2B5EF4-FFF2-40B4-BE49-F238E27FC236}">
                <a16:creationId xmlns:a16="http://schemas.microsoft.com/office/drawing/2014/main" id="{5EDB776E-90D1-4F51-BC7F-511BE5FA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3248" y="2508665"/>
            <a:ext cx="508197" cy="189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Snippet</a:t>
            </a:r>
          </a:p>
        </p:txBody>
      </p:sp>
      <p:sp>
        <p:nvSpPr>
          <p:cNvPr id="71" name="text-55 LLM">
            <a:extLst xmlns:a="http://schemas.openxmlformats.org/drawingml/2006/main">
              <a:ext uri="{FF2B5EF4-FFF2-40B4-BE49-F238E27FC236}">
                <a16:creationId xmlns:a16="http://schemas.microsoft.com/office/drawing/2014/main" id="{A1DB9D9A-F85A-4C36-A009-3656B428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5894" y="2669131"/>
            <a:ext cx="292791" cy="189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1066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LLM</a:t>
            </a:r>
          </a:p>
        </p:txBody>
      </p:sp>
      <p:sp>
        <p:nvSpPr>
          <p:cNvPr id="72" name="text-56 Filter">
            <a:extLst xmlns:a="http://schemas.openxmlformats.org/drawingml/2006/main">
              <a:ext uri="{FF2B5EF4-FFF2-40B4-BE49-F238E27FC236}">
                <a16:creationId xmlns:a16="http://schemas.microsoft.com/office/drawing/2014/main" id="{CC6945C0-8AFD-4891-B954-86FBB155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4761" y="2669410"/>
            <a:ext cx="383539" cy="189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sp>
        <p:nvSpPr>
          <p:cNvPr id="73" name="path-57">
            <a:extLst xmlns:a="http://schemas.openxmlformats.org/drawingml/2006/main">
              <a:ext uri="{FF2B5EF4-FFF2-40B4-BE49-F238E27FC236}">
                <a16:creationId xmlns:a16="http://schemas.microsoft.com/office/drawing/2014/main" id="{694D8085-1EAF-459B-9C43-2863EBA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931" y="2922476"/>
            <a:ext cx="674369" cy="277083"/>
          </a:xfrm>
          <a:custGeom xmlns:a="http://schemas.openxmlformats.org/drawingml/2006/main">
            <a:pathLst>
              <a:path w="1379959" h="566993">
                <a:moveTo>
                  <a:pt x="0" y="165209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0" y="0"/>
                  <a:pt x="1379959" y="73969"/>
                  <a:pt x="1379959" y="165209"/>
                </a:cubicBezTo>
                <a:lnTo>
                  <a:pt x="1379959" y="401771"/>
                </a:lnTo>
                <a:cubicBezTo>
                  <a:pt x="1379959" y="493022"/>
                  <a:pt x="1305990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71"/>
                </a:cubicBezTo>
                <a:lnTo>
                  <a:pt x="0" y="165209"/>
                </a:lnTo>
              </a:path>
            </a:pathLst>
          </a:custGeom>
          <a:solidFill xmlns:a="http://schemas.openxmlformats.org/drawingml/2006/main">
            <a:srgbClr val="FFF3E8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58">
            <a:extLst xmlns:a="http://schemas.openxmlformats.org/drawingml/2006/main">
              <a:ext uri="{FF2B5EF4-FFF2-40B4-BE49-F238E27FC236}">
                <a16:creationId xmlns:a16="http://schemas.microsoft.com/office/drawing/2014/main" id="{DBD25E76-C94D-4703-AA02-4A24CCE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931" y="2922476"/>
            <a:ext cx="674369" cy="27708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E46013"/>
            </a:solidFill>
            <a:prstDash val="solid"/>
          </a:ln>
        </p:spPr>
      </p:sp>
      <p:sp>
        <p:nvSpPr>
          <p:cNvPr id="75" name="text-59 72K">
            <a:extLst xmlns:a="http://schemas.openxmlformats.org/drawingml/2006/main">
              <a:ext uri="{FF2B5EF4-FFF2-40B4-BE49-F238E27FC236}">
                <a16:creationId xmlns:a16="http://schemas.microsoft.com/office/drawing/2014/main" id="{37D223C5-421A-4D2B-9A1D-3836172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5274" y="2965091"/>
            <a:ext cx="296437" cy="20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72K</a:t>
            </a:r>
          </a:p>
        </p:txBody>
      </p:sp>
      <p:sp>
        <p:nvSpPr>
          <p:cNvPr id="76" name="text-60 72K">
            <a:extLst xmlns:a="http://schemas.openxmlformats.org/drawingml/2006/main">
              <a:ext uri="{FF2B5EF4-FFF2-40B4-BE49-F238E27FC236}">
                <a16:creationId xmlns:a16="http://schemas.microsoft.com/office/drawing/2014/main" id="{642727DD-43D4-473B-8485-99ACB882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5274" y="2965091"/>
            <a:ext cx="296437" cy="20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defRPr>
            </a:pPr>
            <a:r>
              <a:rPr sz="1161" b="0" i="0">
                <a:solidFill>
                  <a:srgbClr val="C94D08"/>
                </a:solidFill>
                <a:latin typeface="Comic Sans MS"/>
                <a:ea typeface="Comic Sans MS"/>
                <a:cs typeface="Comic Sans MS"/>
              </a:rPr>
              <a:t>72K</a:t>
            </a:r>
          </a:p>
        </p:txBody>
      </p:sp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43106F-5711-4814-A265-85CE40C07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64622d8844412"/>
          <a:stretch xmlns:a="http://schemas.openxmlformats.org/drawingml/2006/main"/>
        </p:blipFill>
        <p:spPr>
          <a:xfrm xmlns:a="http://schemas.openxmlformats.org/drawingml/2006/main">
            <a:off x="4697438" y="2491766"/>
            <a:ext cx="218327" cy="218327"/>
          </a:xfrm>
          <a:prstGeom xmlns:a="http://schemas.openxmlformats.org/drawingml/2006/main" prst="rect">
            <a:avLst/>
          </a:prstGeom>
        </p:spPr>
      </p:pic>
      <p:pic>
        <p:nvPic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5E3F11E-71A0-4102-90BB-A3BB8524B9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17ea02b6548a1"/>
          <a:stretch xmlns:a="http://schemas.openxmlformats.org/drawingml/2006/main"/>
        </p:blipFill>
        <p:spPr>
          <a:xfrm xmlns:a="http://schemas.openxmlformats.org/drawingml/2006/main">
            <a:off x="4690062" y="2803030"/>
            <a:ext cx="374697" cy="373221"/>
          </a:xfrm>
          <a:prstGeom xmlns:a="http://schemas.openxmlformats.org/drawingml/2006/main" prst="rect">
            <a:avLst/>
          </a:prstGeom>
        </p:spPr>
      </p:pic>
      <p:sp>
        <p:nvSpPr>
          <p:cNvPr id="79" name="path-63">
            <a:extLst xmlns:a="http://schemas.openxmlformats.org/drawingml/2006/main">
              <a:ext uri="{FF2B5EF4-FFF2-40B4-BE49-F238E27FC236}">
                <a16:creationId xmlns:a16="http://schemas.microsoft.com/office/drawing/2014/main" id="{6833D906-8422-4201-92E4-11F785FF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163" y="2456195"/>
            <a:ext cx="1433018" cy="877273"/>
          </a:xfrm>
          <a:custGeom xmlns:a="http://schemas.openxmlformats.org/drawingml/2006/main">
            <a:pathLst>
              <a:path w="2932378" h="1795161">
                <a:moveTo>
                  <a:pt x="0" y="235608"/>
                </a:moveTo>
                <a:cubicBezTo>
                  <a:pt x="0" y="105489"/>
                  <a:pt x="105481" y="0"/>
                  <a:pt x="235598" y="0"/>
                </a:cubicBezTo>
                <a:lnTo>
                  <a:pt x="2696781" y="0"/>
                </a:lnTo>
                <a:cubicBezTo>
                  <a:pt x="2826897" y="0"/>
                  <a:pt x="2932378" y="105489"/>
                  <a:pt x="2932378" y="235608"/>
                </a:cubicBezTo>
                <a:lnTo>
                  <a:pt x="2932378" y="1559568"/>
                </a:lnTo>
                <a:cubicBezTo>
                  <a:pt x="2932378" y="1689685"/>
                  <a:pt x="2826897" y="1795161"/>
                  <a:pt x="2696781" y="1795161"/>
                </a:cubicBezTo>
                <a:lnTo>
                  <a:pt x="235598" y="1795161"/>
                </a:lnTo>
                <a:cubicBezTo>
                  <a:pt x="105481" y="1795161"/>
                  <a:pt x="0" y="1689685"/>
                  <a:pt x="0" y="1559568"/>
                </a:cubicBezTo>
                <a:lnTo>
                  <a:pt x="0" y="235608"/>
                </a:lnTo>
              </a:path>
            </a:pathLst>
          </a:custGeom>
          <a:solidFill xmlns:a="http://schemas.openxmlformats.org/drawingml/2006/main">
            <a:srgbClr val="FFF8DC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64">
            <a:extLst xmlns:a="http://schemas.openxmlformats.org/drawingml/2006/main">
              <a:ext uri="{FF2B5EF4-FFF2-40B4-BE49-F238E27FC236}">
                <a16:creationId xmlns:a16="http://schemas.microsoft.com/office/drawing/2014/main" id="{BD59DFB7-B4F5-45DC-87CE-02F1B0CD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163" y="2456195"/>
            <a:ext cx="1433017" cy="877270"/>
          </a:xfrm>
          <a:custGeom xmlns:a="http://schemas.openxmlformats.org/drawingml/2006/main">
            <a:pathLst>
              <a:path w="2932378" h="1795155">
                <a:moveTo>
                  <a:pt x="0" y="235598"/>
                </a:moveTo>
                <a:cubicBezTo>
                  <a:pt x="0" y="105480"/>
                  <a:pt x="105480" y="0"/>
                  <a:pt x="235597" y="0"/>
                </a:cubicBezTo>
                <a:lnTo>
                  <a:pt x="2696780" y="0"/>
                </a:lnTo>
                <a:cubicBezTo>
                  <a:pt x="2826896" y="0"/>
                  <a:pt x="2932378" y="105480"/>
                  <a:pt x="2932378" y="235598"/>
                </a:cubicBezTo>
                <a:lnTo>
                  <a:pt x="2932378" y="1559557"/>
                </a:lnTo>
                <a:cubicBezTo>
                  <a:pt x="2932378" y="1689674"/>
                  <a:pt x="2826896" y="1795155"/>
                  <a:pt x="2696780" y="1795155"/>
                </a:cubicBezTo>
                <a:lnTo>
                  <a:pt x="235597" y="1795155"/>
                </a:lnTo>
                <a:cubicBezTo>
                  <a:pt x="105480" y="1795155"/>
                  <a:pt x="0" y="1689674"/>
                  <a:pt x="0" y="1559557"/>
                </a:cubicBezTo>
                <a:lnTo>
                  <a:pt x="0" y="235598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C79300"/>
            </a:solidFill>
            <a:prstDash val="solid"/>
          </a:ln>
        </p:spPr>
      </p:sp>
      <p:sp>
        <p:nvSpPr>
          <p:cNvPr id="81" name="text-65 Video">
            <a:extLst xmlns:a="http://schemas.openxmlformats.org/drawingml/2006/main">
              <a:ext uri="{FF2B5EF4-FFF2-40B4-BE49-F238E27FC236}">
                <a16:creationId xmlns:a16="http://schemas.microsoft.com/office/drawing/2014/main" id="{8D5D7D1A-6918-4941-972D-0BAC581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458" y="2498504"/>
            <a:ext cx="373522" cy="188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82" name="text-65 Duration">
            <a:extLst xmlns:a="http://schemas.openxmlformats.org/drawingml/2006/main">
              <a:ext uri="{FF2B5EF4-FFF2-40B4-BE49-F238E27FC236}">
                <a16:creationId xmlns:a16="http://schemas.microsoft.com/office/drawing/2014/main" id="{DA348805-BD82-46E8-B879-6C566D7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7745" y="2497841"/>
            <a:ext cx="570888" cy="189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7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Duration</a:t>
            </a:r>
          </a:p>
        </p:txBody>
      </p:sp>
      <p:sp>
        <p:nvSpPr>
          <p:cNvPr id="83" name="text-66 Balance">
            <a:extLst xmlns:a="http://schemas.openxmlformats.org/drawingml/2006/main">
              <a:ext uri="{FF2B5EF4-FFF2-40B4-BE49-F238E27FC236}">
                <a16:creationId xmlns:a16="http://schemas.microsoft.com/office/drawing/2014/main" id="{DF31924B-A3D9-41CF-B156-1EF9CE87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8723" y="2657539"/>
            <a:ext cx="498842" cy="189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Balance</a:t>
            </a:r>
          </a:p>
        </p:txBody>
      </p:sp>
      <p:sp>
        <p:nvSpPr>
          <p:cNvPr id="84" name="path-67">
            <a:extLst xmlns:a="http://schemas.openxmlformats.org/drawingml/2006/main">
              <a:ext uri="{FF2B5EF4-FFF2-40B4-BE49-F238E27FC236}">
                <a16:creationId xmlns:a16="http://schemas.microsoft.com/office/drawing/2014/main" id="{2CF4D2AF-910B-4B13-80A2-A4DB684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371" y="2922476"/>
            <a:ext cx="674369" cy="277083"/>
          </a:xfrm>
          <a:custGeom xmlns:a="http://schemas.openxmlformats.org/drawingml/2006/main">
            <a:pathLst>
              <a:path w="1379959" h="566993">
                <a:moveTo>
                  <a:pt x="0" y="165209"/>
                </a:moveTo>
                <a:cubicBezTo>
                  <a:pt x="0" y="73969"/>
                  <a:pt x="73969" y="0"/>
                  <a:pt x="165214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09"/>
                </a:cubicBezTo>
                <a:lnTo>
                  <a:pt x="1379959" y="401771"/>
                </a:lnTo>
                <a:cubicBezTo>
                  <a:pt x="1379959" y="493022"/>
                  <a:pt x="1305991" y="566993"/>
                  <a:pt x="1214744" y="566993"/>
                </a:cubicBezTo>
                <a:lnTo>
                  <a:pt x="165214" y="566993"/>
                </a:lnTo>
                <a:cubicBezTo>
                  <a:pt x="73969" y="566993"/>
                  <a:pt x="0" y="493022"/>
                  <a:pt x="0" y="401771"/>
                </a:cubicBezTo>
                <a:lnTo>
                  <a:pt x="0" y="165209"/>
                </a:lnTo>
              </a:path>
            </a:pathLst>
          </a:custGeom>
          <a:solidFill xmlns:a="http://schemas.openxmlformats.org/drawingml/2006/main">
            <a:srgbClr val="FFF8DC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68">
            <a:extLst xmlns:a="http://schemas.openxmlformats.org/drawingml/2006/main">
              <a:ext uri="{FF2B5EF4-FFF2-40B4-BE49-F238E27FC236}">
                <a16:creationId xmlns:a16="http://schemas.microsoft.com/office/drawing/2014/main" id="{4FD41B18-3D92-4953-BE57-22F215F6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1371" y="2922476"/>
            <a:ext cx="674369" cy="277082"/>
          </a:xfrm>
          <a:custGeom xmlns:a="http://schemas.openxmlformats.org/drawingml/2006/main">
            <a:pathLst>
              <a:path w="1379959" h="566992">
                <a:moveTo>
                  <a:pt x="0" y="165215"/>
                </a:moveTo>
                <a:cubicBezTo>
                  <a:pt x="0" y="73969"/>
                  <a:pt x="73969" y="0"/>
                  <a:pt x="165215" y="0"/>
                </a:cubicBezTo>
                <a:lnTo>
                  <a:pt x="1214744" y="0"/>
                </a:lnTo>
                <a:cubicBezTo>
                  <a:pt x="1305991" y="0"/>
                  <a:pt x="1379959" y="73969"/>
                  <a:pt x="1379959" y="165215"/>
                </a:cubicBezTo>
                <a:lnTo>
                  <a:pt x="1379959" y="401776"/>
                </a:lnTo>
                <a:cubicBezTo>
                  <a:pt x="1379959" y="493022"/>
                  <a:pt x="1305991" y="566992"/>
                  <a:pt x="1214744" y="566992"/>
                </a:cubicBezTo>
                <a:lnTo>
                  <a:pt x="165215" y="566992"/>
                </a:lnTo>
                <a:cubicBezTo>
                  <a:pt x="73969" y="566992"/>
                  <a:pt x="0" y="493022"/>
                  <a:pt x="0" y="401776"/>
                </a:cubicBezTo>
                <a:lnTo>
                  <a:pt x="0" y="16521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C79300"/>
            </a:solidFill>
            <a:prstDash val="solid"/>
          </a:ln>
        </p:spPr>
      </p:sp>
      <p:sp>
        <p:nvSpPr>
          <p:cNvPr id="86" name="text-69 70K">
            <a:extLst xmlns:a="http://schemas.openxmlformats.org/drawingml/2006/main">
              <a:ext uri="{FF2B5EF4-FFF2-40B4-BE49-F238E27FC236}">
                <a16:creationId xmlns:a16="http://schemas.microsoft.com/office/drawing/2014/main" id="{27660D01-1EA5-423B-A571-208CCCD8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15" y="2965091"/>
            <a:ext cx="296437" cy="20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70K</a:t>
            </a:r>
          </a:p>
        </p:txBody>
      </p:sp>
      <p:sp>
        <p:nvSpPr>
          <p:cNvPr id="87" name="text-70 70K">
            <a:extLst xmlns:a="http://schemas.openxmlformats.org/drawingml/2006/main">
              <a:ext uri="{FF2B5EF4-FFF2-40B4-BE49-F238E27FC236}">
                <a16:creationId xmlns:a16="http://schemas.microsoft.com/office/drawing/2014/main" id="{185446B5-C421-4803-9CF5-01721740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3715" y="2965091"/>
            <a:ext cx="296437" cy="206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defRPr>
            </a:pPr>
            <a:r>
              <a:rPr sz="1161" b="0" i="0">
                <a:solidFill>
                  <a:srgbClr val="9A7200"/>
                </a:solidFill>
                <a:latin typeface="Comic Sans MS"/>
                <a:ea typeface="Comic Sans MS"/>
                <a:cs typeface="Comic Sans MS"/>
              </a:rPr>
              <a:t>70K</a:t>
            </a: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EC4541-93B4-459A-97DE-CB3A60AAF7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9f50ebe1f4ded"/>
          <a:stretch xmlns:a="http://schemas.openxmlformats.org/drawingml/2006/main"/>
        </p:blipFill>
        <p:spPr>
          <a:xfrm xmlns:a="http://schemas.openxmlformats.org/drawingml/2006/main">
            <a:off x="6269984" y="2491766"/>
            <a:ext cx="218327" cy="219802"/>
          </a:xfrm>
          <a:prstGeom xmlns:a="http://schemas.openxmlformats.org/drawingml/2006/main" prst="rect">
            <a:avLst/>
          </a:prstGeom>
        </p:spPr>
      </p:pic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D957A3-B653-48C8-84FB-5EA47F46B9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333800424435d"/>
          <a:stretch xmlns:a="http://schemas.openxmlformats.org/drawingml/2006/main"/>
        </p:blipFill>
        <p:spPr>
          <a:xfrm xmlns:a="http://schemas.openxmlformats.org/drawingml/2006/main">
            <a:off x="6295062" y="2845809"/>
            <a:ext cx="385023" cy="383548"/>
          </a:xfrm>
          <a:prstGeom xmlns:a="http://schemas.openxmlformats.org/drawingml/2006/main" prst="rect">
            <a:avLst/>
          </a:prstGeom>
        </p:spPr>
      </p:pic>
      <p:sp>
        <p:nvSpPr>
          <p:cNvPr id="90" name="path-73">
            <a:extLst xmlns:a="http://schemas.openxmlformats.org/drawingml/2006/main">
              <a:ext uri="{FF2B5EF4-FFF2-40B4-BE49-F238E27FC236}">
                <a16:creationId xmlns:a16="http://schemas.microsoft.com/office/drawing/2014/main" id="{E444346F-36B4-42AA-95F5-DB377AF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5039" y="68014"/>
            <a:ext cx="5856277" cy="3474790"/>
          </a:xfrm>
          <a:custGeom xmlns:a="http://schemas.openxmlformats.org/drawingml/2006/main">
            <a:pathLst>
              <a:path w="11983678" h="7110450">
                <a:moveTo>
                  <a:pt x="0" y="398539"/>
                </a:moveTo>
                <a:cubicBezTo>
                  <a:pt x="0" y="178432"/>
                  <a:pt x="178432" y="0"/>
                  <a:pt x="398538" y="0"/>
                </a:cubicBezTo>
                <a:lnTo>
                  <a:pt x="11585139" y="0"/>
                </a:lnTo>
                <a:cubicBezTo>
                  <a:pt x="11805245" y="0"/>
                  <a:pt x="11983678" y="178432"/>
                  <a:pt x="11983678" y="398539"/>
                </a:cubicBezTo>
                <a:lnTo>
                  <a:pt x="11983678" y="6711912"/>
                </a:lnTo>
                <a:cubicBezTo>
                  <a:pt x="11983678" y="6932019"/>
                  <a:pt x="11805245" y="7110450"/>
                  <a:pt x="11585139" y="7110450"/>
                </a:cubicBezTo>
                <a:lnTo>
                  <a:pt x="398538" y="7110450"/>
                </a:lnTo>
                <a:cubicBezTo>
                  <a:pt x="178432" y="7110450"/>
                  <a:pt x="0" y="6932019"/>
                  <a:pt x="0" y="6711912"/>
                </a:cubicBezTo>
                <a:lnTo>
                  <a:pt x="0" y="398539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215F9A"/>
            </a:solidFill>
            <a:prstDash val="solid"/>
          </a:ln>
        </p:spPr>
      </p:sp>
      <p:sp>
        <p:nvSpPr>
          <p:cNvPr id="91" name="text-74 (b)">
            <a:extLst xmlns:a="http://schemas.openxmlformats.org/drawingml/2006/main">
              <a:ext uri="{FF2B5EF4-FFF2-40B4-BE49-F238E27FC236}">
                <a16:creationId xmlns:a16="http://schemas.microsoft.com/office/drawing/2014/main" id="{6B31FF29-5DB2-4FBC-82F2-E8E3015B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5570" y="125369"/>
            <a:ext cx="259282" cy="24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92" name="text-75 (b)">
            <a:extLst xmlns:a="http://schemas.openxmlformats.org/drawingml/2006/main">
              <a:ext uri="{FF2B5EF4-FFF2-40B4-BE49-F238E27FC236}">
                <a16:creationId xmlns:a16="http://schemas.microsoft.com/office/drawing/2014/main" id="{F6AF37FE-783E-4DC5-8318-B6B58F22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5570" y="125369"/>
            <a:ext cx="259282" cy="241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(b)</a:t>
            </a:r>
          </a:p>
        </p:txBody>
      </p:sp>
      <p:sp>
        <p:nvSpPr>
          <p:cNvPr id="93" name="text-76 Dense">
            <a:extLst xmlns:a="http://schemas.openxmlformats.org/drawingml/2006/main">
              <a:ext uri="{FF2B5EF4-FFF2-40B4-BE49-F238E27FC236}">
                <a16:creationId xmlns:a16="http://schemas.microsoft.com/office/drawing/2014/main" id="{5E601A30-BAC2-4166-BF83-8B6DB149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240" y="125353"/>
            <a:ext cx="517827" cy="24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94" name="text-77 Dense">
            <a:extLst xmlns:a="http://schemas.openxmlformats.org/drawingml/2006/main">
              <a:ext uri="{FF2B5EF4-FFF2-40B4-BE49-F238E27FC236}">
                <a16:creationId xmlns:a16="http://schemas.microsoft.com/office/drawing/2014/main" id="{ADC096B9-D34A-4D20-9C37-E1CD5424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240" y="125353"/>
            <a:ext cx="517827" cy="241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95" name="text-78 Visual">
            <a:extLst xmlns:a="http://schemas.openxmlformats.org/drawingml/2006/main">
              <a:ext uri="{FF2B5EF4-FFF2-40B4-BE49-F238E27FC236}">
                <a16:creationId xmlns:a16="http://schemas.microsoft.com/office/drawing/2014/main" id="{72E47E56-CF01-4814-8388-27AA7D5F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836" y="125040"/>
            <a:ext cx="500721" cy="24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6" name="text-78 Anchor">
            <a:extLst xmlns:a="http://schemas.openxmlformats.org/drawingml/2006/main">
              <a:ext uri="{FF2B5EF4-FFF2-40B4-BE49-F238E27FC236}">
                <a16:creationId xmlns:a16="http://schemas.microsoft.com/office/drawing/2014/main" id="{7D6E3956-40F3-4951-B19C-9DD320A9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4557" y="125292"/>
            <a:ext cx="608506" cy="241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</a:t>
            </a:r>
          </a:p>
        </p:txBody>
      </p:sp>
      <p:sp>
        <p:nvSpPr>
          <p:cNvPr id="97" name="text-78 Discovery">
            <a:extLst xmlns:a="http://schemas.openxmlformats.org/drawingml/2006/main">
              <a:ext uri="{FF2B5EF4-FFF2-40B4-BE49-F238E27FC236}">
                <a16:creationId xmlns:a16="http://schemas.microsoft.com/office/drawing/2014/main" id="{0940D733-7FA5-401C-B524-2F73E033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3703" y="125229"/>
            <a:ext cx="817357" cy="24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Discovery</a:t>
            </a:r>
          </a:p>
        </p:txBody>
      </p:sp>
      <p:sp>
        <p:nvSpPr>
          <p:cNvPr id="98" name="text-79 Visual">
            <a:extLst xmlns:a="http://schemas.openxmlformats.org/drawingml/2006/main">
              <a:ext uri="{FF2B5EF4-FFF2-40B4-BE49-F238E27FC236}">
                <a16:creationId xmlns:a16="http://schemas.microsoft.com/office/drawing/2014/main" id="{6BD0BE4D-932B-487D-8198-78C8C5F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836" y="125040"/>
            <a:ext cx="500721" cy="24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9" name="text-79 Anchor">
            <a:extLst xmlns:a="http://schemas.openxmlformats.org/drawingml/2006/main">
              <a:ext uri="{FF2B5EF4-FFF2-40B4-BE49-F238E27FC236}">
                <a16:creationId xmlns:a16="http://schemas.microsoft.com/office/drawing/2014/main" id="{EFCC05B1-DCDD-45EE-A4D6-462E18A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4557" y="125292"/>
            <a:ext cx="608506" cy="241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</a:t>
            </a:r>
          </a:p>
        </p:txBody>
      </p:sp>
      <p:sp>
        <p:nvSpPr>
          <p:cNvPr id="100" name="text-79 Discovery">
            <a:extLst xmlns:a="http://schemas.openxmlformats.org/drawingml/2006/main">
              <a:ext uri="{FF2B5EF4-FFF2-40B4-BE49-F238E27FC236}">
                <a16:creationId xmlns:a16="http://schemas.microsoft.com/office/drawing/2014/main" id="{88E659EF-8039-4DE5-8411-D576918D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3703" y="125229"/>
            <a:ext cx="817357" cy="241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Discovery</a:t>
            </a:r>
          </a:p>
        </p:txBody>
      </p:sp>
      <p:sp>
        <p:nvSpPr>
          <p:cNvPr id="101" name="path-80">
            <a:extLst xmlns:a="http://schemas.openxmlformats.org/drawingml/2006/main">
              <a:ext uri="{FF2B5EF4-FFF2-40B4-BE49-F238E27FC236}">
                <a16:creationId xmlns:a16="http://schemas.microsoft.com/office/drawing/2014/main" id="{952982D6-C9B2-42AE-8E86-A098D27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177" y="3693776"/>
            <a:ext cx="9208139" cy="2870804"/>
          </a:xfrm>
          <a:custGeom xmlns:a="http://schemas.openxmlformats.org/drawingml/2006/main">
            <a:pathLst>
              <a:path w="18842581" h="5874516">
                <a:moveTo>
                  <a:pt x="0" y="329272"/>
                </a:moveTo>
                <a:cubicBezTo>
                  <a:pt x="0" y="147421"/>
                  <a:pt x="147420" y="0"/>
                  <a:pt x="329271" y="0"/>
                </a:cubicBezTo>
                <a:lnTo>
                  <a:pt x="18513309" y="0"/>
                </a:lnTo>
                <a:cubicBezTo>
                  <a:pt x="18695162" y="0"/>
                  <a:pt x="18842581" y="147421"/>
                  <a:pt x="18842581" y="329272"/>
                </a:cubicBezTo>
                <a:lnTo>
                  <a:pt x="18842581" y="5545244"/>
                </a:lnTo>
                <a:cubicBezTo>
                  <a:pt x="18842581" y="5727097"/>
                  <a:pt x="18695162" y="5874516"/>
                  <a:pt x="18513309" y="5874516"/>
                </a:cubicBezTo>
                <a:lnTo>
                  <a:pt x="329271" y="5874516"/>
                </a:lnTo>
                <a:cubicBezTo>
                  <a:pt x="147420" y="5874516"/>
                  <a:pt x="0" y="5727097"/>
                  <a:pt x="0" y="5545244"/>
                </a:cubicBezTo>
                <a:lnTo>
                  <a:pt x="0" y="329272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215F9A"/>
            </a:solidFill>
            <a:prstDash val="solid"/>
          </a:ln>
        </p:spPr>
      </p:sp>
      <p:sp>
        <p:nvSpPr>
          <p:cNvPr id="102" name="text-81 (c)">
            <a:extLst xmlns:a="http://schemas.openxmlformats.org/drawingml/2006/main">
              <a:ext uri="{FF2B5EF4-FFF2-40B4-BE49-F238E27FC236}">
                <a16:creationId xmlns:a16="http://schemas.microsoft.com/office/drawing/2014/main" id="{1CB21F67-3DD2-43F7-B3A0-D9968D89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6955" y="3724989"/>
            <a:ext cx="245310" cy="24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103" name="text-82 (c)">
            <a:extLst xmlns:a="http://schemas.openxmlformats.org/drawingml/2006/main">
              <a:ext uri="{FF2B5EF4-FFF2-40B4-BE49-F238E27FC236}">
                <a16:creationId xmlns:a16="http://schemas.microsoft.com/office/drawing/2014/main" id="{6C660F39-635C-4674-AFBD-82DFD4F6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6955" y="3724989"/>
            <a:ext cx="245310" cy="24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(c)</a:t>
            </a:r>
          </a:p>
        </p:txBody>
      </p:sp>
      <p:sp>
        <p:nvSpPr>
          <p:cNvPr id="104" name="text-83 Web">
            <a:extLst xmlns:a="http://schemas.openxmlformats.org/drawingml/2006/main">
              <a:ext uri="{FF2B5EF4-FFF2-40B4-BE49-F238E27FC236}">
                <a16:creationId xmlns:a16="http://schemas.microsoft.com/office/drawing/2014/main" id="{BF1CD93A-0B12-4FEE-A7F7-5D8CE6FD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2795" y="3724727"/>
            <a:ext cx="406663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05" name="text-84 Web">
            <a:extLst xmlns:a="http://schemas.openxmlformats.org/drawingml/2006/main">
              <a:ext uri="{FF2B5EF4-FFF2-40B4-BE49-F238E27FC236}">
                <a16:creationId xmlns:a16="http://schemas.microsoft.com/office/drawing/2014/main" id="{DE8A7F2F-0E91-49D1-9BD0-40B113A0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2795" y="3724727"/>
            <a:ext cx="406663" cy="241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06" name="text-85 Search">
            <a:extLst xmlns:a="http://schemas.openxmlformats.org/drawingml/2006/main">
              <a:ext uri="{FF2B5EF4-FFF2-40B4-BE49-F238E27FC236}">
                <a16:creationId xmlns:a16="http://schemas.microsoft.com/office/drawing/2014/main" id="{7ED01440-4B2D-4EE3-A00F-F398645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984" y="3724769"/>
            <a:ext cx="603539" cy="241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107" name="text-86 Search">
            <a:extLst xmlns:a="http://schemas.openxmlformats.org/drawingml/2006/main">
              <a:ext uri="{FF2B5EF4-FFF2-40B4-BE49-F238E27FC236}">
                <a16:creationId xmlns:a16="http://schemas.microsoft.com/office/drawing/2014/main" id="{D3CEB1D1-1BFB-49E9-9981-EA622E3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9984" y="3724769"/>
            <a:ext cx="603539" cy="241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108" name="text-87 Entity">
            <a:extLst xmlns:a="http://schemas.openxmlformats.org/drawingml/2006/main">
              <a:ext uri="{FF2B5EF4-FFF2-40B4-BE49-F238E27FC236}">
                <a16:creationId xmlns:a16="http://schemas.microsoft.com/office/drawing/2014/main" id="{DEC19FF9-76CF-4210-B174-B53B622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4632" y="3724612"/>
            <a:ext cx="529368" cy="2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109" name="text-88 Entity">
            <a:extLst xmlns:a="http://schemas.openxmlformats.org/drawingml/2006/main">
              <a:ext uri="{FF2B5EF4-FFF2-40B4-BE49-F238E27FC236}">
                <a16:creationId xmlns:a16="http://schemas.microsoft.com/office/drawing/2014/main" id="{E8BFC776-AF32-4AA4-B5D9-F1461D8E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4632" y="3724612"/>
            <a:ext cx="529368" cy="2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110" name="text-89 Graph">
            <a:extLst xmlns:a="http://schemas.openxmlformats.org/drawingml/2006/main">
              <a:ext uri="{FF2B5EF4-FFF2-40B4-BE49-F238E27FC236}">
                <a16:creationId xmlns:a16="http://schemas.microsoft.com/office/drawing/2014/main" id="{15C54B51-78DF-4B7B-84F1-6043B19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4753" y="3724641"/>
            <a:ext cx="510866" cy="24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111" name="text-90 Graph">
            <a:extLst xmlns:a="http://schemas.openxmlformats.org/drawingml/2006/main">
              <a:ext uri="{FF2B5EF4-FFF2-40B4-BE49-F238E27FC236}">
                <a16:creationId xmlns:a16="http://schemas.microsoft.com/office/drawing/2014/main" id="{8B71F950-589D-4703-A7AC-A006A01F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4753" y="3724641"/>
            <a:ext cx="510866" cy="241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112" name="text-91 Construction">
            <a:extLst xmlns:a="http://schemas.openxmlformats.org/drawingml/2006/main">
              <a:ext uri="{FF2B5EF4-FFF2-40B4-BE49-F238E27FC236}">
                <a16:creationId xmlns:a16="http://schemas.microsoft.com/office/drawing/2014/main" id="{503C4A1D-7088-4C9F-A38F-6C707701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33" y="3724552"/>
            <a:ext cx="1052686" cy="241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113" name="text-92 Construction">
            <a:extLst xmlns:a="http://schemas.openxmlformats.org/drawingml/2006/main">
              <a:ext uri="{FF2B5EF4-FFF2-40B4-BE49-F238E27FC236}">
                <a16:creationId xmlns:a16="http://schemas.microsoft.com/office/drawing/2014/main" id="{6AAD557D-7136-4678-BFE0-7FCC6EDE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36433" y="3724552"/>
            <a:ext cx="1052686" cy="241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114" name="path-93">
            <a:extLst xmlns:a="http://schemas.openxmlformats.org/drawingml/2006/main">
              <a:ext uri="{FF2B5EF4-FFF2-40B4-BE49-F238E27FC236}">
                <a16:creationId xmlns:a16="http://schemas.microsoft.com/office/drawing/2014/main" id="{1583C870-30DF-479F-B5EE-1BD421AA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471" y="520312"/>
            <a:ext cx="1848461" cy="1196411"/>
          </a:xfrm>
          <a:custGeom xmlns:a="http://schemas.openxmlformats.org/drawingml/2006/main">
            <a:pathLst>
              <a:path w="3782499" h="2448211">
                <a:moveTo>
                  <a:pt x="0" y="321299"/>
                </a:moveTo>
                <a:cubicBezTo>
                  <a:pt x="0" y="143852"/>
                  <a:pt x="143853" y="0"/>
                  <a:pt x="321305" y="0"/>
                </a:cubicBezTo>
                <a:lnTo>
                  <a:pt x="3461194" y="0"/>
                </a:lnTo>
                <a:cubicBezTo>
                  <a:pt x="3638647" y="0"/>
                  <a:pt x="3782499" y="143852"/>
                  <a:pt x="3782499" y="321299"/>
                </a:cubicBezTo>
                <a:lnTo>
                  <a:pt x="3782499" y="2126912"/>
                </a:lnTo>
                <a:cubicBezTo>
                  <a:pt x="3782499" y="2304359"/>
                  <a:pt x="3638647" y="2448211"/>
                  <a:pt x="3461194" y="2448211"/>
                </a:cubicBezTo>
                <a:lnTo>
                  <a:pt x="321305" y="2448211"/>
                </a:lnTo>
                <a:cubicBezTo>
                  <a:pt x="143853" y="2448211"/>
                  <a:pt x="0" y="2304359"/>
                  <a:pt x="0" y="2126912"/>
                </a:cubicBezTo>
                <a:lnTo>
                  <a:pt x="0" y="321299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ath-94">
            <a:extLst xmlns:a="http://schemas.openxmlformats.org/drawingml/2006/main">
              <a:ext uri="{FF2B5EF4-FFF2-40B4-BE49-F238E27FC236}">
                <a16:creationId xmlns:a16="http://schemas.microsoft.com/office/drawing/2014/main" id="{36319E9D-115F-40BB-9FA9-108031AA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471" y="520312"/>
            <a:ext cx="1848462" cy="1196416"/>
          </a:xfrm>
          <a:custGeom xmlns:a="http://schemas.openxmlformats.org/drawingml/2006/main">
            <a:pathLst>
              <a:path w="3782502" h="2448222">
                <a:moveTo>
                  <a:pt x="0" y="321306"/>
                </a:moveTo>
                <a:cubicBezTo>
                  <a:pt x="0" y="143854"/>
                  <a:pt x="143853" y="0"/>
                  <a:pt x="321306" y="0"/>
                </a:cubicBezTo>
                <a:lnTo>
                  <a:pt x="3461196" y="0"/>
                </a:lnTo>
                <a:cubicBezTo>
                  <a:pt x="3638647" y="0"/>
                  <a:pt x="3782502" y="143854"/>
                  <a:pt x="3782502" y="321306"/>
                </a:cubicBezTo>
                <a:lnTo>
                  <a:pt x="3782502" y="2126915"/>
                </a:lnTo>
                <a:cubicBezTo>
                  <a:pt x="3782502" y="2304368"/>
                  <a:pt x="3638647" y="2448222"/>
                  <a:pt x="3461196" y="2448222"/>
                </a:cubicBezTo>
                <a:lnTo>
                  <a:pt x="321306" y="2448222"/>
                </a:lnTo>
                <a:cubicBezTo>
                  <a:pt x="143853" y="2448222"/>
                  <a:pt x="0" y="2304368"/>
                  <a:pt x="0" y="2126915"/>
                </a:cubicBezTo>
                <a:lnTo>
                  <a:pt x="0" y="321306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16" name="text-95 Video">
            <a:extLst xmlns:a="http://schemas.openxmlformats.org/drawingml/2006/main">
              <a:ext uri="{FF2B5EF4-FFF2-40B4-BE49-F238E27FC236}">
                <a16:creationId xmlns:a16="http://schemas.microsoft.com/office/drawing/2014/main" id="{6F70DB65-4EE1-4911-A24E-298FAB90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5549" y="564899"/>
            <a:ext cx="307191" cy="15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17" name="text-96 Clip">
            <a:extLst xmlns:a="http://schemas.openxmlformats.org/drawingml/2006/main">
              <a:ext uri="{FF2B5EF4-FFF2-40B4-BE49-F238E27FC236}">
                <a16:creationId xmlns:a16="http://schemas.microsoft.com/office/drawing/2014/main" id="{70CE6082-BAE3-4C67-B6B3-1D675B6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5939" y="565342"/>
            <a:ext cx="206673" cy="154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118" name="text-97 &amp;">
            <a:extLst xmlns:a="http://schemas.openxmlformats.org/drawingml/2006/main">
              <a:ext uri="{FF2B5EF4-FFF2-40B4-BE49-F238E27FC236}">
                <a16:creationId xmlns:a16="http://schemas.microsoft.com/office/drawing/2014/main" id="{64E77374-0ACA-4394-860E-83EA108A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5680" y="565175"/>
            <a:ext cx="92305" cy="154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19" name="text-98 Caption">
            <a:extLst xmlns:a="http://schemas.openxmlformats.org/drawingml/2006/main">
              <a:ext uri="{FF2B5EF4-FFF2-40B4-BE49-F238E27FC236}">
                <a16:creationId xmlns:a16="http://schemas.microsoft.com/office/drawing/2014/main" id="{D8B67003-AE8E-4509-85CC-1C2A8B2B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941" y="564960"/>
            <a:ext cx="402170" cy="155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20" name="path-99">
            <a:extLst xmlns:a="http://schemas.openxmlformats.org/drawingml/2006/main">
              <a:ext uri="{FF2B5EF4-FFF2-40B4-BE49-F238E27FC236}">
                <a16:creationId xmlns:a16="http://schemas.microsoft.com/office/drawing/2014/main" id="{6D7FFB73-C8B2-40F5-9D1B-63A42BA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16" y="517540"/>
            <a:ext cx="2269685" cy="1199183"/>
          </a:xfrm>
          <a:custGeom xmlns:a="http://schemas.openxmlformats.org/drawingml/2006/main">
            <a:pathLst>
              <a:path w="4644448" h="2453884">
                <a:moveTo>
                  <a:pt x="0" y="322053"/>
                </a:moveTo>
                <a:cubicBezTo>
                  <a:pt x="0" y="144192"/>
                  <a:pt x="144187" y="0"/>
                  <a:pt x="322050" y="0"/>
                </a:cubicBezTo>
                <a:lnTo>
                  <a:pt x="4322406" y="0"/>
                </a:lnTo>
                <a:cubicBezTo>
                  <a:pt x="4500267" y="0"/>
                  <a:pt x="4644448" y="144192"/>
                  <a:pt x="4644448" y="322053"/>
                </a:cubicBezTo>
                <a:lnTo>
                  <a:pt x="4644448" y="2131842"/>
                </a:lnTo>
                <a:cubicBezTo>
                  <a:pt x="4644448" y="2309705"/>
                  <a:pt x="4500267" y="2453884"/>
                  <a:pt x="4322406" y="2453884"/>
                </a:cubicBezTo>
                <a:lnTo>
                  <a:pt x="322050" y="2453884"/>
                </a:lnTo>
                <a:cubicBezTo>
                  <a:pt x="144187" y="2453884"/>
                  <a:pt x="0" y="2309705"/>
                  <a:pt x="0" y="2131842"/>
                </a:cubicBezTo>
                <a:lnTo>
                  <a:pt x="0" y="32205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ath-100">
            <a:extLst xmlns:a="http://schemas.openxmlformats.org/drawingml/2006/main">
              <a:ext uri="{FF2B5EF4-FFF2-40B4-BE49-F238E27FC236}">
                <a16:creationId xmlns:a16="http://schemas.microsoft.com/office/drawing/2014/main" id="{B7C8F37D-E245-4F12-ABE2-4B59999C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16" y="517540"/>
            <a:ext cx="2269686" cy="1199183"/>
          </a:xfrm>
          <a:custGeom xmlns:a="http://schemas.openxmlformats.org/drawingml/2006/main">
            <a:pathLst>
              <a:path w="4644449" h="2453883">
                <a:moveTo>
                  <a:pt x="0" y="322049"/>
                </a:moveTo>
                <a:cubicBezTo>
                  <a:pt x="0" y="144186"/>
                  <a:pt x="144186" y="0"/>
                  <a:pt x="322049" y="0"/>
                </a:cubicBezTo>
                <a:lnTo>
                  <a:pt x="4322399" y="0"/>
                </a:lnTo>
                <a:cubicBezTo>
                  <a:pt x="4500263" y="0"/>
                  <a:pt x="4644449" y="144186"/>
                  <a:pt x="4644449" y="322049"/>
                </a:cubicBezTo>
                <a:lnTo>
                  <a:pt x="4644449" y="2131834"/>
                </a:lnTo>
                <a:cubicBezTo>
                  <a:pt x="4644449" y="2309696"/>
                  <a:pt x="4500263" y="2453883"/>
                  <a:pt x="4322399" y="2453883"/>
                </a:cubicBezTo>
                <a:lnTo>
                  <a:pt x="322049" y="2453883"/>
                </a:lnTo>
                <a:cubicBezTo>
                  <a:pt x="144186" y="2453883"/>
                  <a:pt x="0" y="2309696"/>
                  <a:pt x="0" y="2131834"/>
                </a:cubicBezTo>
                <a:lnTo>
                  <a:pt x="0" y="322049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22" name="text-101 Key">
            <a:extLst xmlns:a="http://schemas.openxmlformats.org/drawingml/2006/main">
              <a:ext uri="{FF2B5EF4-FFF2-40B4-BE49-F238E27FC236}">
                <a16:creationId xmlns:a16="http://schemas.microsoft.com/office/drawing/2014/main" id="{3FD6914E-6EFF-41D6-B7B1-F988E214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5065" y="579743"/>
            <a:ext cx="205900" cy="155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123" name="text-102 -">
            <a:extLst xmlns:a="http://schemas.openxmlformats.org/drawingml/2006/main">
              <a:ext uri="{FF2B5EF4-FFF2-40B4-BE49-F238E27FC236}">
                <a16:creationId xmlns:a16="http://schemas.microsoft.com/office/drawing/2014/main" id="{06C52296-2349-46D1-9421-6A890BF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01000" y="579974"/>
            <a:ext cx="65988" cy="15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24" name="text-103 Frame">
            <a:extLst xmlns:a="http://schemas.openxmlformats.org/drawingml/2006/main">
              <a:ext uri="{FF2B5EF4-FFF2-40B4-BE49-F238E27FC236}">
                <a16:creationId xmlns:a16="http://schemas.microsoft.com/office/drawing/2014/main" id="{6BE97385-0FFE-44A2-B26C-D21F2949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7100" y="579862"/>
            <a:ext cx="343396" cy="154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25" name="text-104 Selection">
            <a:extLst xmlns:a="http://schemas.openxmlformats.org/drawingml/2006/main">
              <a:ext uri="{FF2B5EF4-FFF2-40B4-BE49-F238E27FC236}">
                <a16:creationId xmlns:a16="http://schemas.microsoft.com/office/drawing/2014/main" id="{3BF63E40-AA63-4859-BC91-329E615E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03602" y="579915"/>
            <a:ext cx="504032" cy="15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Selection</a:t>
            </a:r>
          </a:p>
        </p:txBody>
      </p:sp>
      <p:sp>
        <p:nvSpPr>
          <p:cNvPr id="126" name="text-105 &amp;">
            <a:extLst xmlns:a="http://schemas.openxmlformats.org/drawingml/2006/main">
              <a:ext uri="{FF2B5EF4-FFF2-40B4-BE49-F238E27FC236}">
                <a16:creationId xmlns:a16="http://schemas.microsoft.com/office/drawing/2014/main" id="{DF3AB5C6-47FF-45FF-A0F4-275F3D26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0685" y="579927"/>
            <a:ext cx="92305" cy="154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27" name="text-106 Caption">
            <a:extLst xmlns:a="http://schemas.openxmlformats.org/drawingml/2006/main">
              <a:ext uri="{FF2B5EF4-FFF2-40B4-BE49-F238E27FC236}">
                <a16:creationId xmlns:a16="http://schemas.microsoft.com/office/drawing/2014/main" id="{20AE6EED-805B-418B-8EFD-A34CA934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5946" y="579713"/>
            <a:ext cx="402170" cy="155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28" name="path-107">
            <a:extLst xmlns:a="http://schemas.openxmlformats.org/drawingml/2006/main">
              <a:ext uri="{FF2B5EF4-FFF2-40B4-BE49-F238E27FC236}">
                <a16:creationId xmlns:a16="http://schemas.microsoft.com/office/drawing/2014/main" id="{7FFA8FEC-73B2-4E54-B475-076509CD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708" y="520416"/>
            <a:ext cx="1308814" cy="1204875"/>
          </a:xfrm>
          <a:custGeom xmlns:a="http://schemas.openxmlformats.org/drawingml/2006/main">
            <a:pathLst>
              <a:path w="2678222" h="2465531">
                <a:moveTo>
                  <a:pt x="0" y="323576"/>
                </a:moveTo>
                <a:cubicBezTo>
                  <a:pt x="0" y="144871"/>
                  <a:pt x="144871" y="0"/>
                  <a:pt x="323576" y="0"/>
                </a:cubicBezTo>
                <a:lnTo>
                  <a:pt x="2354646" y="0"/>
                </a:lnTo>
                <a:cubicBezTo>
                  <a:pt x="2533350" y="0"/>
                  <a:pt x="2678222" y="144871"/>
                  <a:pt x="2678222" y="323576"/>
                </a:cubicBezTo>
                <a:lnTo>
                  <a:pt x="2678222" y="2141955"/>
                </a:lnTo>
                <a:cubicBezTo>
                  <a:pt x="2678222" y="2320661"/>
                  <a:pt x="2533350" y="2465531"/>
                  <a:pt x="2354646" y="2465531"/>
                </a:cubicBezTo>
                <a:lnTo>
                  <a:pt x="323576" y="2465531"/>
                </a:lnTo>
                <a:cubicBezTo>
                  <a:pt x="144871" y="2465531"/>
                  <a:pt x="0" y="2320661"/>
                  <a:pt x="0" y="2141955"/>
                </a:cubicBezTo>
                <a:lnTo>
                  <a:pt x="0" y="323576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ath-108">
            <a:extLst xmlns:a="http://schemas.openxmlformats.org/drawingml/2006/main">
              <a:ext uri="{FF2B5EF4-FFF2-40B4-BE49-F238E27FC236}">
                <a16:creationId xmlns:a16="http://schemas.microsoft.com/office/drawing/2014/main" id="{2B379A77-68C7-475D-9B95-E7908B6B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3708" y="520416"/>
            <a:ext cx="1308814" cy="1204872"/>
          </a:xfrm>
          <a:custGeom xmlns:a="http://schemas.openxmlformats.org/drawingml/2006/main">
            <a:pathLst>
              <a:path w="2678220" h="2465525">
                <a:moveTo>
                  <a:pt x="0" y="323575"/>
                </a:moveTo>
                <a:cubicBezTo>
                  <a:pt x="0" y="144869"/>
                  <a:pt x="144869" y="0"/>
                  <a:pt x="323575" y="0"/>
                </a:cubicBezTo>
                <a:lnTo>
                  <a:pt x="2354646" y="0"/>
                </a:lnTo>
                <a:cubicBezTo>
                  <a:pt x="2533351" y="0"/>
                  <a:pt x="2678220" y="144869"/>
                  <a:pt x="2678220" y="323575"/>
                </a:cubicBezTo>
                <a:lnTo>
                  <a:pt x="2678220" y="2141951"/>
                </a:lnTo>
                <a:cubicBezTo>
                  <a:pt x="2678220" y="2320656"/>
                  <a:pt x="2533351" y="2465525"/>
                  <a:pt x="2354646" y="2465525"/>
                </a:cubicBezTo>
                <a:lnTo>
                  <a:pt x="323575" y="2465525"/>
                </a:lnTo>
                <a:cubicBezTo>
                  <a:pt x="144869" y="2465525"/>
                  <a:pt x="0" y="2320656"/>
                  <a:pt x="0" y="2141951"/>
                </a:cubicBezTo>
                <a:lnTo>
                  <a:pt x="0" y="32357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30" name="text-109 Cross">
            <a:extLst xmlns:a="http://schemas.openxmlformats.org/drawingml/2006/main">
              <a:ext uri="{FF2B5EF4-FFF2-40B4-BE49-F238E27FC236}">
                <a16:creationId xmlns:a16="http://schemas.microsoft.com/office/drawing/2014/main" id="{0C869EA3-219E-4656-825E-F98CA30A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4349" y="528141"/>
            <a:ext cx="305902" cy="1551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Cross</a:t>
            </a:r>
          </a:p>
        </p:txBody>
      </p:sp>
      <p:sp>
        <p:nvSpPr>
          <p:cNvPr id="131" name="text-110 -">
            <a:extLst xmlns:a="http://schemas.openxmlformats.org/drawingml/2006/main">
              <a:ext uri="{FF2B5EF4-FFF2-40B4-BE49-F238E27FC236}">
                <a16:creationId xmlns:a16="http://schemas.microsoft.com/office/drawing/2014/main" id="{C2F7C68D-9CD1-4081-8CE4-B8D6A03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166" y="528342"/>
            <a:ext cx="65988" cy="15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32" name="text-111 Clip">
            <a:extLst xmlns:a="http://schemas.openxmlformats.org/drawingml/2006/main">
              <a:ext uri="{FF2B5EF4-FFF2-40B4-BE49-F238E27FC236}">
                <a16:creationId xmlns:a16="http://schemas.microsoft.com/office/drawing/2014/main" id="{345FC4D4-450F-4F51-9422-82D15A53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6265" y="528463"/>
            <a:ext cx="206673" cy="154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133" name="text-112 Frame">
            <a:extLst xmlns:a="http://schemas.openxmlformats.org/drawingml/2006/main">
              <a:ext uri="{FF2B5EF4-FFF2-40B4-BE49-F238E27FC236}">
                <a16:creationId xmlns:a16="http://schemas.microsoft.com/office/drawing/2014/main" id="{7C51D20B-1E8A-4344-B1FE-15367189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6006" y="528231"/>
            <a:ext cx="343396" cy="154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34" name="text-113 Deduplication">
            <a:extLst xmlns:a="http://schemas.openxmlformats.org/drawingml/2006/main">
              <a:ext uri="{FF2B5EF4-FFF2-40B4-BE49-F238E27FC236}">
                <a16:creationId xmlns:a16="http://schemas.microsoft.com/office/drawing/2014/main" id="{7995F0B6-F39A-48CB-99F2-11C1DA66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3873" y="663892"/>
            <a:ext cx="716500" cy="155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Deduplication</a:t>
            </a:r>
          </a:p>
        </p:txBody>
      </p:sp>
      <p:sp>
        <p:nvSpPr>
          <p:cNvPr id="135" name="path-114">
            <a:extLst xmlns:a="http://schemas.openxmlformats.org/drawingml/2006/main">
              <a:ext uri="{FF2B5EF4-FFF2-40B4-BE49-F238E27FC236}">
                <a16:creationId xmlns:a16="http://schemas.microsoft.com/office/drawing/2014/main" id="{13080B1F-443F-40DC-9299-AB05AA5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09" y="1872662"/>
            <a:ext cx="2394260" cy="1560444"/>
          </a:xfrm>
          <a:custGeom xmlns:a="http://schemas.openxmlformats.org/drawingml/2006/main">
            <a:pathLst>
              <a:path w="4899366" h="3193131">
                <a:moveTo>
                  <a:pt x="0" y="419067"/>
                </a:moveTo>
                <a:cubicBezTo>
                  <a:pt x="0" y="187624"/>
                  <a:pt x="187623" y="0"/>
                  <a:pt x="419067" y="0"/>
                </a:cubicBezTo>
                <a:lnTo>
                  <a:pt x="4480300" y="0"/>
                </a:lnTo>
                <a:cubicBezTo>
                  <a:pt x="4711744" y="0"/>
                  <a:pt x="4899366" y="187624"/>
                  <a:pt x="4899366" y="419067"/>
                </a:cubicBezTo>
                <a:lnTo>
                  <a:pt x="4899366" y="2774065"/>
                </a:lnTo>
                <a:cubicBezTo>
                  <a:pt x="4899366" y="3005508"/>
                  <a:pt x="4711744" y="3193131"/>
                  <a:pt x="4480300" y="3193131"/>
                </a:cubicBezTo>
                <a:lnTo>
                  <a:pt x="419067" y="3193131"/>
                </a:lnTo>
                <a:cubicBezTo>
                  <a:pt x="187623" y="3193131"/>
                  <a:pt x="0" y="3005508"/>
                  <a:pt x="0" y="2774065"/>
                </a:cubicBezTo>
                <a:lnTo>
                  <a:pt x="0" y="41906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ath-115">
            <a:extLst xmlns:a="http://schemas.openxmlformats.org/drawingml/2006/main">
              <a:ext uri="{FF2B5EF4-FFF2-40B4-BE49-F238E27FC236}">
                <a16:creationId xmlns:a16="http://schemas.microsoft.com/office/drawing/2014/main" id="{285368AF-B907-438F-A4E0-9D88B843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909" y="1872662"/>
            <a:ext cx="2394260" cy="1560444"/>
          </a:xfrm>
          <a:custGeom xmlns:a="http://schemas.openxmlformats.org/drawingml/2006/main">
            <a:pathLst>
              <a:path w="4899364" h="3193131">
                <a:moveTo>
                  <a:pt x="0" y="419067"/>
                </a:moveTo>
                <a:cubicBezTo>
                  <a:pt x="0" y="187622"/>
                  <a:pt x="187623" y="0"/>
                  <a:pt x="419067" y="0"/>
                </a:cubicBezTo>
                <a:lnTo>
                  <a:pt x="4480298" y="0"/>
                </a:lnTo>
                <a:cubicBezTo>
                  <a:pt x="4711744" y="0"/>
                  <a:pt x="4899364" y="187622"/>
                  <a:pt x="4899364" y="419067"/>
                </a:cubicBezTo>
                <a:lnTo>
                  <a:pt x="4899364" y="2774065"/>
                </a:lnTo>
                <a:cubicBezTo>
                  <a:pt x="4899364" y="3005508"/>
                  <a:pt x="4711744" y="3193131"/>
                  <a:pt x="4480298" y="3193131"/>
                </a:cubicBezTo>
                <a:lnTo>
                  <a:pt x="419067" y="3193131"/>
                </a:lnTo>
                <a:cubicBezTo>
                  <a:pt x="187623" y="3193131"/>
                  <a:pt x="0" y="3005508"/>
                  <a:pt x="0" y="2774065"/>
                </a:cubicBezTo>
                <a:lnTo>
                  <a:pt x="0" y="419067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37" name="text-116 Event">
            <a:extLst xmlns:a="http://schemas.openxmlformats.org/drawingml/2006/main">
              <a:ext uri="{FF2B5EF4-FFF2-40B4-BE49-F238E27FC236}">
                <a16:creationId xmlns:a16="http://schemas.microsoft.com/office/drawing/2014/main" id="{6482DEF8-C431-427E-894D-5A72F3E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6456" y="1931192"/>
            <a:ext cx="313296" cy="15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138" name="text-117 Aggregation">
            <a:extLst xmlns:a="http://schemas.openxmlformats.org/drawingml/2006/main">
              <a:ext uri="{FF2B5EF4-FFF2-40B4-BE49-F238E27FC236}">
                <a16:creationId xmlns:a16="http://schemas.microsoft.com/office/drawing/2014/main" id="{1AAF0918-8E14-42C6-AE1C-DC3B1A20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994" y="1931272"/>
            <a:ext cx="645833" cy="154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Aggregation</a:t>
            </a:r>
          </a:p>
        </p:txBody>
      </p:sp>
      <p:sp>
        <p:nvSpPr>
          <p:cNvPr id="139" name="text-118 &amp;">
            <a:extLst xmlns:a="http://schemas.openxmlformats.org/drawingml/2006/main">
              <a:ext uri="{FF2B5EF4-FFF2-40B4-BE49-F238E27FC236}">
                <a16:creationId xmlns:a16="http://schemas.microsoft.com/office/drawing/2014/main" id="{E30C9A4F-5A0D-4972-AD30-3BFEE5FC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1448" y="1931195"/>
            <a:ext cx="92305" cy="154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40" name="text-118 Caption">
            <a:extLst xmlns:a="http://schemas.openxmlformats.org/drawingml/2006/main">
              <a:ext uri="{FF2B5EF4-FFF2-40B4-BE49-F238E27FC236}">
                <a16:creationId xmlns:a16="http://schemas.microsoft.com/office/drawing/2014/main" id="{FD206CA3-72EF-4640-AF88-21A04088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6732" y="1931026"/>
            <a:ext cx="402007" cy="15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41" name="path-119">
            <a:extLst xmlns:a="http://schemas.openxmlformats.org/drawingml/2006/main">
              <a:ext uri="{FF2B5EF4-FFF2-40B4-BE49-F238E27FC236}">
                <a16:creationId xmlns:a16="http://schemas.microsoft.com/office/drawing/2014/main" id="{A8D22C69-8EB3-4ECE-846E-C8B44191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174" y="1875255"/>
            <a:ext cx="2210151" cy="1560444"/>
          </a:xfrm>
          <a:custGeom xmlns:a="http://schemas.openxmlformats.org/drawingml/2006/main">
            <a:pathLst>
              <a:path w="4522624" h="3193131">
                <a:moveTo>
                  <a:pt x="0" y="419067"/>
                </a:moveTo>
                <a:cubicBezTo>
                  <a:pt x="0" y="187624"/>
                  <a:pt x="187622" y="0"/>
                  <a:pt x="419066" y="0"/>
                </a:cubicBezTo>
                <a:lnTo>
                  <a:pt x="4103558" y="0"/>
                </a:lnTo>
                <a:cubicBezTo>
                  <a:pt x="4335001" y="0"/>
                  <a:pt x="4522624" y="187624"/>
                  <a:pt x="4522624" y="419067"/>
                </a:cubicBezTo>
                <a:lnTo>
                  <a:pt x="4522624" y="2774065"/>
                </a:lnTo>
                <a:cubicBezTo>
                  <a:pt x="4522624" y="3005508"/>
                  <a:pt x="4335001" y="3193131"/>
                  <a:pt x="4103558" y="3193131"/>
                </a:cubicBezTo>
                <a:lnTo>
                  <a:pt x="419066" y="3193131"/>
                </a:lnTo>
                <a:cubicBezTo>
                  <a:pt x="187622" y="3193131"/>
                  <a:pt x="0" y="3005508"/>
                  <a:pt x="0" y="2774065"/>
                </a:cubicBezTo>
                <a:lnTo>
                  <a:pt x="0" y="41906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20">
            <a:extLst xmlns:a="http://schemas.openxmlformats.org/drawingml/2006/main">
              <a:ext uri="{FF2B5EF4-FFF2-40B4-BE49-F238E27FC236}">
                <a16:creationId xmlns:a16="http://schemas.microsoft.com/office/drawing/2014/main" id="{78EB0CFC-BC3C-4450-9BA5-1A3D26D2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174" y="1875255"/>
            <a:ext cx="2210151" cy="1560444"/>
          </a:xfrm>
          <a:custGeom xmlns:a="http://schemas.openxmlformats.org/drawingml/2006/main">
            <a:pathLst>
              <a:path w="4522624" h="3193131">
                <a:moveTo>
                  <a:pt x="0" y="419065"/>
                </a:moveTo>
                <a:cubicBezTo>
                  <a:pt x="0" y="187622"/>
                  <a:pt x="187622" y="0"/>
                  <a:pt x="419065" y="0"/>
                </a:cubicBezTo>
                <a:lnTo>
                  <a:pt x="4103559" y="0"/>
                </a:lnTo>
                <a:cubicBezTo>
                  <a:pt x="4335003" y="0"/>
                  <a:pt x="4522624" y="187622"/>
                  <a:pt x="4522624" y="419065"/>
                </a:cubicBezTo>
                <a:lnTo>
                  <a:pt x="4522624" y="2774066"/>
                </a:lnTo>
                <a:cubicBezTo>
                  <a:pt x="4522624" y="3005510"/>
                  <a:pt x="4335003" y="3193131"/>
                  <a:pt x="4103559" y="3193131"/>
                </a:cubicBezTo>
                <a:lnTo>
                  <a:pt x="419065" y="3193131"/>
                </a:lnTo>
                <a:cubicBezTo>
                  <a:pt x="187622" y="3193131"/>
                  <a:pt x="0" y="3005510"/>
                  <a:pt x="0" y="2774066"/>
                </a:cubicBezTo>
                <a:lnTo>
                  <a:pt x="0" y="419065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43" name="text-121 Event">
            <a:extLst xmlns:a="http://schemas.openxmlformats.org/drawingml/2006/main">
              <a:ext uri="{FF2B5EF4-FFF2-40B4-BE49-F238E27FC236}">
                <a16:creationId xmlns:a16="http://schemas.microsoft.com/office/drawing/2014/main" id="{0D92B1A3-233C-4CA2-9706-92E21E2F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4665" y="1923817"/>
            <a:ext cx="313296" cy="15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144" name="text-122 Key">
            <a:extLst xmlns:a="http://schemas.openxmlformats.org/drawingml/2006/main">
              <a:ext uri="{FF2B5EF4-FFF2-40B4-BE49-F238E27FC236}">
                <a16:creationId xmlns:a16="http://schemas.microsoft.com/office/drawing/2014/main" id="{F90FCA34-106B-4BCB-B043-5D5DE2A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91203" y="1923636"/>
            <a:ext cx="205900" cy="155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145" name="text-123 -">
            <a:extLst xmlns:a="http://schemas.openxmlformats.org/drawingml/2006/main">
              <a:ext uri="{FF2B5EF4-FFF2-40B4-BE49-F238E27FC236}">
                <a16:creationId xmlns:a16="http://schemas.microsoft.com/office/drawing/2014/main" id="{62440CEA-B862-42A4-8913-019826B4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7137" y="1923867"/>
            <a:ext cx="65988" cy="15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46" name="text-124 Frame">
            <a:extLst xmlns:a="http://schemas.openxmlformats.org/drawingml/2006/main">
              <a:ext uri="{FF2B5EF4-FFF2-40B4-BE49-F238E27FC236}">
                <a16:creationId xmlns:a16="http://schemas.microsoft.com/office/drawing/2014/main" id="{665EA0BF-FD38-45CA-B2EC-6D3D38F8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3237" y="1923755"/>
            <a:ext cx="343396" cy="1549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47" name="text-125 Selection">
            <a:extLst xmlns:a="http://schemas.openxmlformats.org/drawingml/2006/main">
              <a:ext uri="{FF2B5EF4-FFF2-40B4-BE49-F238E27FC236}">
                <a16:creationId xmlns:a16="http://schemas.microsoft.com/office/drawing/2014/main" id="{24308FC3-1224-448A-8DBB-0454E59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9739" y="1923808"/>
            <a:ext cx="504032" cy="154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Selection</a:t>
            </a:r>
          </a:p>
        </p:txBody>
      </p:sp>
      <p:sp>
        <p:nvSpPr>
          <p:cNvPr id="148" name="text-126 &amp;">
            <a:extLst xmlns:a="http://schemas.openxmlformats.org/drawingml/2006/main">
              <a:ext uri="{FF2B5EF4-FFF2-40B4-BE49-F238E27FC236}">
                <a16:creationId xmlns:a16="http://schemas.microsoft.com/office/drawing/2014/main" id="{63B1CAD6-4CBE-4D20-9163-B83EAB8F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6822" y="1923820"/>
            <a:ext cx="92305" cy="154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149" name="text-127 Key">
            <a:extLst xmlns:a="http://schemas.openxmlformats.org/drawingml/2006/main">
              <a:ext uri="{FF2B5EF4-FFF2-40B4-BE49-F238E27FC236}">
                <a16:creationId xmlns:a16="http://schemas.microsoft.com/office/drawing/2014/main" id="{CC5BCD74-DD86-479C-BCE2-2A5A8C0E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6334" y="2057878"/>
            <a:ext cx="205900" cy="155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150" name="text-128 Object">
            <a:extLst xmlns:a="http://schemas.openxmlformats.org/drawingml/2006/main">
              <a:ext uri="{FF2B5EF4-FFF2-40B4-BE49-F238E27FC236}">
                <a16:creationId xmlns:a16="http://schemas.microsoft.com/office/drawing/2014/main" id="{50F8B6EF-6718-47B8-9803-525250F2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5307" y="2058079"/>
            <a:ext cx="387808" cy="154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</a:t>
            </a:r>
          </a:p>
        </p:txBody>
      </p:sp>
      <p:sp>
        <p:nvSpPr>
          <p:cNvPr id="151" name="text-129 Grounding">
            <a:extLst xmlns:a="http://schemas.openxmlformats.org/drawingml/2006/main">
              <a:ext uri="{FF2B5EF4-FFF2-40B4-BE49-F238E27FC236}">
                <a16:creationId xmlns:a16="http://schemas.microsoft.com/office/drawing/2014/main" id="{36770F15-06C3-487F-8FDB-9B82FFD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6372" y="2058071"/>
            <a:ext cx="534225" cy="154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Grounding</a:t>
            </a:r>
          </a:p>
        </p:txBody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467C7B6-1F4D-48B2-95EB-941A38834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1af262f434ee9"/>
          <a:stretch xmlns:a="http://schemas.openxmlformats.org/drawingml/2006/main"/>
        </p:blipFill>
        <p:spPr>
          <a:xfrm xmlns:a="http://schemas.openxmlformats.org/drawingml/2006/main">
            <a:off x="8093310" y="543049"/>
            <a:ext cx="218327" cy="219802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53123F4C-283F-4EB2-A40F-94C38DB19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42d1abf694e15"/>
          <a:stretch xmlns:a="http://schemas.openxmlformats.org/drawingml/2006/main"/>
        </p:blipFill>
        <p:spPr>
          <a:xfrm xmlns:a="http://schemas.openxmlformats.org/drawingml/2006/main">
            <a:off x="9972694" y="562226"/>
            <a:ext cx="219802" cy="219802"/>
          </a:xfrm>
          <a:prstGeom xmlns:a="http://schemas.openxmlformats.org/drawingml/2006/main" prst="rect">
            <a:avLst/>
          </a:prstGeom>
        </p:spPr>
      </p:pic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3B6B33E-8AC1-4EBE-8098-DEC3A060C2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67e85546943f9"/>
          <a:stretch xmlns:a="http://schemas.openxmlformats.org/drawingml/2006/main"/>
        </p:blipFill>
        <p:spPr>
          <a:xfrm xmlns:a="http://schemas.openxmlformats.org/drawingml/2006/main">
            <a:off x="12380194" y="547474"/>
            <a:ext cx="218327" cy="218327"/>
          </a:xfrm>
          <a:prstGeom xmlns:a="http://schemas.openxmlformats.org/drawingml/2006/main" prst="rect">
            <a:avLst/>
          </a:prstGeom>
        </p:spPr>
      </p:pic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A75BAB8-DAE4-40A1-96AE-8222E188E1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2ed4602bf4a47"/>
          <a:stretch xmlns:a="http://schemas.openxmlformats.org/drawingml/2006/main"/>
        </p:blipFill>
        <p:spPr>
          <a:xfrm xmlns:a="http://schemas.openxmlformats.org/drawingml/2006/main">
            <a:off x="8125765" y="1920870"/>
            <a:ext cx="219802" cy="218327"/>
          </a:xfrm>
          <a:prstGeom xmlns:a="http://schemas.openxmlformats.org/drawingml/2006/main" prst="rect">
            <a:avLst/>
          </a:prstGeom>
        </p:spPr>
      </p:pic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74AFFC5-4F82-4D80-B331-1AF4D90C62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37f0be0124292"/>
          <a:stretch xmlns:a="http://schemas.openxmlformats.org/drawingml/2006/main"/>
        </p:blipFill>
        <p:spPr>
          <a:xfrm xmlns:a="http://schemas.openxmlformats.org/drawingml/2006/main">
            <a:off x="10484583" y="2002005"/>
            <a:ext cx="218327" cy="218327"/>
          </a:xfrm>
          <a:prstGeom xmlns:a="http://schemas.openxmlformats.org/drawingml/2006/main" prst="rect">
            <a:avLst/>
          </a:prstGeom>
        </p:spPr>
      </p:pic>
      <p:sp>
        <p:nvSpPr>
          <p:cNvPr id="157" name="path-135">
            <a:extLst xmlns:a="http://schemas.openxmlformats.org/drawingml/2006/main">
              <a:ext uri="{FF2B5EF4-FFF2-40B4-BE49-F238E27FC236}">
                <a16:creationId xmlns:a16="http://schemas.microsoft.com/office/drawing/2014/main" id="{D0DB95CD-E250-4936-8DCC-224B0440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748" y="1871132"/>
            <a:ext cx="943774" cy="1560443"/>
          </a:xfrm>
          <a:custGeom xmlns:a="http://schemas.openxmlformats.org/drawingml/2006/main">
            <a:pathLst>
              <a:path w="1931241" h="3193129">
                <a:moveTo>
                  <a:pt x="0" y="253455"/>
                </a:moveTo>
                <a:cubicBezTo>
                  <a:pt x="0" y="113477"/>
                  <a:pt x="113476" y="0"/>
                  <a:pt x="253467" y="0"/>
                </a:cubicBezTo>
                <a:lnTo>
                  <a:pt x="1677786" y="0"/>
                </a:lnTo>
                <a:cubicBezTo>
                  <a:pt x="1817763" y="0"/>
                  <a:pt x="1931241" y="113477"/>
                  <a:pt x="1931241" y="253455"/>
                </a:cubicBezTo>
                <a:lnTo>
                  <a:pt x="1931241" y="2939674"/>
                </a:lnTo>
                <a:cubicBezTo>
                  <a:pt x="1931241" y="3079652"/>
                  <a:pt x="1817763" y="3193129"/>
                  <a:pt x="1677786" y="3193129"/>
                </a:cubicBezTo>
                <a:lnTo>
                  <a:pt x="253467" y="3193129"/>
                </a:lnTo>
                <a:cubicBezTo>
                  <a:pt x="113476" y="3193129"/>
                  <a:pt x="0" y="3079652"/>
                  <a:pt x="0" y="2939674"/>
                </a:cubicBezTo>
                <a:lnTo>
                  <a:pt x="0" y="25345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36">
            <a:extLst xmlns:a="http://schemas.openxmlformats.org/drawingml/2006/main">
              <a:ext uri="{FF2B5EF4-FFF2-40B4-BE49-F238E27FC236}">
                <a16:creationId xmlns:a16="http://schemas.microsoft.com/office/drawing/2014/main" id="{C8F1A95C-0796-40AA-BDEB-C06AACE3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748" y="1871132"/>
            <a:ext cx="943772" cy="1560444"/>
          </a:xfrm>
          <a:custGeom xmlns:a="http://schemas.openxmlformats.org/drawingml/2006/main">
            <a:pathLst>
              <a:path w="1931237" h="3193131">
                <a:moveTo>
                  <a:pt x="0" y="253457"/>
                </a:moveTo>
                <a:cubicBezTo>
                  <a:pt x="0" y="113476"/>
                  <a:pt x="113477" y="0"/>
                  <a:pt x="253457" y="0"/>
                </a:cubicBezTo>
                <a:lnTo>
                  <a:pt x="1677780" y="0"/>
                </a:lnTo>
                <a:cubicBezTo>
                  <a:pt x="1817761" y="0"/>
                  <a:pt x="1931237" y="113476"/>
                  <a:pt x="1931237" y="253457"/>
                </a:cubicBezTo>
                <a:lnTo>
                  <a:pt x="1931237" y="2939674"/>
                </a:lnTo>
                <a:cubicBezTo>
                  <a:pt x="1931237" y="3079655"/>
                  <a:pt x="1817761" y="3193131"/>
                  <a:pt x="1677780" y="3193131"/>
                </a:cubicBezTo>
                <a:lnTo>
                  <a:pt x="253457" y="3193131"/>
                </a:lnTo>
                <a:cubicBezTo>
                  <a:pt x="113477" y="3193131"/>
                  <a:pt x="0" y="3079655"/>
                  <a:pt x="0" y="2939674"/>
                </a:cubicBezTo>
                <a:lnTo>
                  <a:pt x="0" y="253457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159" name="text-137 Video">
            <a:extLst xmlns:a="http://schemas.openxmlformats.org/drawingml/2006/main">
              <a:ext uri="{FF2B5EF4-FFF2-40B4-BE49-F238E27FC236}">
                <a16:creationId xmlns:a16="http://schemas.microsoft.com/office/drawing/2014/main" id="{DD7D2F35-D4AF-4BF2-A9E9-2B5A0775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64073" y="1919118"/>
            <a:ext cx="307191" cy="15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60" name="text-138 Dense">
            <a:extLst xmlns:a="http://schemas.openxmlformats.org/drawingml/2006/main">
              <a:ext uri="{FF2B5EF4-FFF2-40B4-BE49-F238E27FC236}">
                <a16:creationId xmlns:a16="http://schemas.microsoft.com/office/drawing/2014/main" id="{400474DD-E6C4-4BB7-9112-59308B2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84465" y="1919422"/>
            <a:ext cx="332537" cy="15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161" name="text-139 Caption">
            <a:extLst xmlns:a="http://schemas.openxmlformats.org/drawingml/2006/main">
              <a:ext uri="{FF2B5EF4-FFF2-40B4-BE49-F238E27FC236}">
                <a16:creationId xmlns:a16="http://schemas.microsoft.com/office/drawing/2014/main" id="{DFD33B9D-C7D6-4D0A-A88C-010AFE0C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8338" y="2053421"/>
            <a:ext cx="402170" cy="155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162" name="text-139 Tree">
            <a:extLst xmlns:a="http://schemas.openxmlformats.org/drawingml/2006/main">
              <a:ext uri="{FF2B5EF4-FFF2-40B4-BE49-F238E27FC236}">
                <a16:creationId xmlns:a16="http://schemas.microsoft.com/office/drawing/2014/main" id="{C890C528-80B8-4A6C-BB68-0177D00C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63299" y="2053600"/>
            <a:ext cx="269462" cy="154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Tree</a:t>
            </a:r>
          </a:p>
        </p:txBody>
      </p:sp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8FB9842-7F0C-4CC5-B2B2-5D03857AB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37e6b644242ee"/>
          <a:stretch xmlns:a="http://schemas.openxmlformats.org/drawingml/2006/main"/>
        </p:blipFill>
        <p:spPr>
          <a:xfrm xmlns:a="http://schemas.openxmlformats.org/drawingml/2006/main">
            <a:off x="6265036" y="5031786"/>
            <a:ext cx="172226" cy="172226"/>
          </a:xfrm>
          <a:prstGeom xmlns:a="http://schemas.openxmlformats.org/drawingml/2006/main" prst="rect">
            <a:avLst/>
          </a:prstGeom>
        </p:spPr>
      </p:pic>
      <p:sp>
        <p:nvSpPr>
          <p:cNvPr id="164" name="text-141 Image">
            <a:extLst xmlns:a="http://schemas.openxmlformats.org/drawingml/2006/main">
              <a:ext uri="{FF2B5EF4-FFF2-40B4-BE49-F238E27FC236}">
                <a16:creationId xmlns:a16="http://schemas.microsoft.com/office/drawing/2014/main" id="{223B7298-DFCF-490B-BC2D-F5C20D97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4432" y="4222402"/>
            <a:ext cx="209047" cy="94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65" name="text-142 Search">
            <a:extLst xmlns:a="http://schemas.openxmlformats.org/drawingml/2006/main">
              <a:ext uri="{FF2B5EF4-FFF2-40B4-BE49-F238E27FC236}">
                <a16:creationId xmlns:a16="http://schemas.microsoft.com/office/drawing/2014/main" id="{849AD32E-A59A-4C6F-B122-E4B7A09A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1099" y="4222527"/>
            <a:ext cx="236326" cy="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1A912DB-DF13-4578-974E-0C3428309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e742f37814660"/>
          <a:stretch xmlns:a="http://schemas.openxmlformats.org/drawingml/2006/main"/>
        </p:blipFill>
        <p:spPr>
          <a:xfrm xmlns:a="http://schemas.openxmlformats.org/drawingml/2006/main">
            <a:off x="8918245" y="4650096"/>
            <a:ext cx="223428" cy="214119"/>
          </a:xfrm>
          <a:prstGeom xmlns:a="http://schemas.openxmlformats.org/drawingml/2006/main" prst="rect">
            <a:avLst/>
          </a:prstGeom>
        </p:spPr>
      </p:pic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8CC5F3B-1B2C-4549-A5CD-4667329A9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47fcf197948d2"/>
          <a:stretch xmlns:a="http://schemas.openxmlformats.org/drawingml/2006/main"/>
        </p:blipFill>
        <p:spPr>
          <a:xfrm xmlns:a="http://schemas.openxmlformats.org/drawingml/2006/main">
            <a:off x="8438805" y="935605"/>
            <a:ext cx="377035" cy="274630"/>
          </a:xfrm>
          <a:prstGeom xmlns:a="http://schemas.openxmlformats.org/drawingml/2006/main" prst="rect">
            <a:avLst/>
          </a:prstGeom>
        </p:spPr>
      </p:pic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2635AAC4-563E-46D0-AE47-47365CE9F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3fd07cfac4db9"/>
          <a:stretch xmlns:a="http://schemas.openxmlformats.org/drawingml/2006/main"/>
        </p:blipFill>
        <p:spPr>
          <a:xfrm xmlns:a="http://schemas.openxmlformats.org/drawingml/2006/main">
            <a:off x="9150982" y="935605"/>
            <a:ext cx="367725" cy="274630"/>
          </a:xfrm>
          <a:prstGeom xmlns:a="http://schemas.openxmlformats.org/drawingml/2006/main" prst="rect">
            <a:avLst/>
          </a:prstGeom>
        </p:spPr>
      </p:pic>
      <p:pic>
        <p:nvPic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5312B2A-7A84-4DE4-A477-8B4E3F053C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e138c2fcf4e3d"/>
          <a:stretch xmlns:a="http://schemas.openxmlformats.org/drawingml/2006/main"/>
        </p:blipFill>
        <p:spPr>
          <a:xfrm xmlns:a="http://schemas.openxmlformats.org/drawingml/2006/main">
            <a:off x="8085044" y="935605"/>
            <a:ext cx="377035" cy="274630"/>
          </a:xfrm>
          <a:prstGeom xmlns:a="http://schemas.openxmlformats.org/drawingml/2006/main" prst="rect">
            <a:avLst/>
          </a:prstGeom>
        </p:spPr>
      </p:pic>
      <p:pic>
        <p:nvPic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391F41E-F474-4CCE-B342-7621C0804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f4deefbd44b90"/>
          <a:stretch xmlns:a="http://schemas.openxmlformats.org/drawingml/2006/main"/>
        </p:blipFill>
        <p:spPr>
          <a:xfrm xmlns:a="http://schemas.openxmlformats.org/drawingml/2006/main">
            <a:off x="8792566" y="935605"/>
            <a:ext cx="377035" cy="274630"/>
          </a:xfrm>
          <a:prstGeom xmlns:a="http://schemas.openxmlformats.org/drawingml/2006/main" prst="rect">
            <a:avLst/>
          </a:prstGeom>
        </p:spPr>
      </p:pic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11A8005E-0573-4459-9282-3A9AE6182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d792ef7e64fa9"/>
          <a:stretch xmlns:a="http://schemas.openxmlformats.org/drawingml/2006/main"/>
        </p:blipFill>
        <p:spPr>
          <a:xfrm xmlns:a="http://schemas.openxmlformats.org/drawingml/2006/main">
            <a:off x="9504743" y="935605"/>
            <a:ext cx="377035" cy="274630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39B9557A-430A-49DD-A125-7480DEC7B9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28421fade4825"/>
          <a:stretch xmlns:a="http://schemas.openxmlformats.org/drawingml/2006/main"/>
        </p:blipFill>
        <p:spPr>
          <a:xfrm xmlns:a="http://schemas.openxmlformats.org/drawingml/2006/main">
            <a:off x="8089699" y="1070593"/>
            <a:ext cx="260666" cy="209464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11D9793B-1312-450C-8B58-1B414F3EF0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4e22fd4ca4762"/>
          <a:stretch xmlns:a="http://schemas.openxmlformats.org/drawingml/2006/main"/>
        </p:blipFill>
        <p:spPr>
          <a:xfrm xmlns:a="http://schemas.openxmlformats.org/drawingml/2006/main">
            <a:off x="8299163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70ED133F-7267-4FA8-9898-FE973730B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e1b81b7c04af7"/>
          <a:stretch xmlns:a="http://schemas.openxmlformats.org/drawingml/2006/main"/>
        </p:blipFill>
        <p:spPr>
          <a:xfrm xmlns:a="http://schemas.openxmlformats.org/drawingml/2006/main">
            <a:off x="8503972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225B081-75E9-4D68-AB5E-919A53B0A2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95e433e3c4c45"/>
          <a:stretch xmlns:a="http://schemas.openxmlformats.org/drawingml/2006/main"/>
        </p:blipFill>
        <p:spPr>
          <a:xfrm xmlns:a="http://schemas.openxmlformats.org/drawingml/2006/main">
            <a:off x="8708781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A1F650F-2296-480B-ADE9-4830962E4D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abf6985224da9"/>
          <a:stretch xmlns:a="http://schemas.openxmlformats.org/drawingml/2006/main"/>
        </p:blipFill>
        <p:spPr>
          <a:xfrm xmlns:a="http://schemas.openxmlformats.org/drawingml/2006/main">
            <a:off x="8913590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F7EAA5D-97E7-4999-B96C-2916AE9242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4786682734f88"/>
          <a:stretch xmlns:a="http://schemas.openxmlformats.org/drawingml/2006/main"/>
        </p:blipFill>
        <p:spPr>
          <a:xfrm xmlns:a="http://schemas.openxmlformats.org/drawingml/2006/main">
            <a:off x="9118399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E3D77456-D1B1-4FBA-8CD8-B2F8088375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7c25524ca48d8"/>
          <a:stretch xmlns:a="http://schemas.openxmlformats.org/drawingml/2006/main"/>
        </p:blipFill>
        <p:spPr>
          <a:xfrm xmlns:a="http://schemas.openxmlformats.org/drawingml/2006/main">
            <a:off x="9323208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4AFBE5F-7D62-4084-8004-B4912754A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12c1317594d5a"/>
          <a:stretch xmlns:a="http://schemas.openxmlformats.org/drawingml/2006/main"/>
        </p:blipFill>
        <p:spPr>
          <a:xfrm xmlns:a="http://schemas.openxmlformats.org/drawingml/2006/main">
            <a:off x="9504743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EF847DC0-E942-4364-AC5F-5D62A47DB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69911b684154"/>
          <a:stretch xmlns:a="http://schemas.openxmlformats.org/drawingml/2006/main"/>
        </p:blipFill>
        <p:spPr>
          <a:xfrm xmlns:a="http://schemas.openxmlformats.org/drawingml/2006/main">
            <a:off x="9714207" y="1070593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B8BAED0-47CD-49A6-9003-E6DB1D5CC9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310233b3e485e"/>
          <a:stretch xmlns:a="http://schemas.openxmlformats.org/drawingml/2006/main"/>
        </p:blipFill>
        <p:spPr>
          <a:xfrm xmlns:a="http://schemas.openxmlformats.org/drawingml/2006/main">
            <a:off x="8089699" y="781998"/>
            <a:ext cx="260666" cy="209464"/>
          </a:xfrm>
          <a:prstGeom xmlns:a="http://schemas.openxmlformats.org/drawingml/2006/main" prst="rect">
            <a:avLst/>
          </a:prstGeom>
        </p:spPr>
      </p:pic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E4C09CA6-5E3A-4B68-84A1-3D71F8D5EE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8d4ad99694e8d"/>
          <a:stretch xmlns:a="http://schemas.openxmlformats.org/drawingml/2006/main"/>
        </p:blipFill>
        <p:spPr>
          <a:xfrm xmlns:a="http://schemas.openxmlformats.org/drawingml/2006/main">
            <a:off x="8299163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D8389016-2A60-4FBC-A444-EB827BFE99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016fd87c04cb4"/>
          <a:stretch xmlns:a="http://schemas.openxmlformats.org/drawingml/2006/main"/>
        </p:blipFill>
        <p:spPr>
          <a:xfrm xmlns:a="http://schemas.openxmlformats.org/drawingml/2006/main">
            <a:off x="8503972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C91A610-EBF6-46F1-A1C1-DF3AFCFAC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626d8f65440c3"/>
          <a:stretch xmlns:a="http://schemas.openxmlformats.org/drawingml/2006/main"/>
        </p:blipFill>
        <p:spPr>
          <a:xfrm xmlns:a="http://schemas.openxmlformats.org/drawingml/2006/main">
            <a:off x="8708781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ADB8648-E793-407D-975D-C6F8E8B346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3684d55204ad2"/>
          <a:stretch xmlns:a="http://schemas.openxmlformats.org/drawingml/2006/main"/>
        </p:blipFill>
        <p:spPr>
          <a:xfrm xmlns:a="http://schemas.openxmlformats.org/drawingml/2006/main">
            <a:off x="8913590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40126DE-FB6B-4EA6-818A-3E15E93B30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f7399d58c4f13"/>
          <a:stretch xmlns:a="http://schemas.openxmlformats.org/drawingml/2006/main"/>
        </p:blipFill>
        <p:spPr>
          <a:xfrm xmlns:a="http://schemas.openxmlformats.org/drawingml/2006/main">
            <a:off x="9118399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6E55AB9-4671-4509-A48D-69055BE8D8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739f2341441d6"/>
          <a:stretch xmlns:a="http://schemas.openxmlformats.org/drawingml/2006/main"/>
        </p:blipFill>
        <p:spPr>
          <a:xfrm xmlns:a="http://schemas.openxmlformats.org/drawingml/2006/main">
            <a:off x="9323208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1A9AF63-2AA5-48AC-B554-0B50CE03BF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5625299cd4f10"/>
          <a:stretch xmlns:a="http://schemas.openxmlformats.org/drawingml/2006/main"/>
        </p:blipFill>
        <p:spPr>
          <a:xfrm xmlns:a="http://schemas.openxmlformats.org/drawingml/2006/main">
            <a:off x="9504743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11A15F90-9A90-4C27-87DF-23DCC54C8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e68ab968c476d"/>
          <a:stretch xmlns:a="http://schemas.openxmlformats.org/drawingml/2006/main"/>
        </p:blipFill>
        <p:spPr>
          <a:xfrm xmlns:a="http://schemas.openxmlformats.org/drawingml/2006/main">
            <a:off x="9714207" y="781998"/>
            <a:ext cx="256011" cy="209464"/>
          </a:xfrm>
          <a:prstGeom xmlns:a="http://schemas.openxmlformats.org/drawingml/2006/main" prst="rect">
            <a:avLst/>
          </a:prstGeom>
        </p:spPr>
      </p:pic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5C3C6E79-6764-4594-82DC-BE8AC1FC12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20e1c453e418a"/>
          <a:stretch xmlns:a="http://schemas.openxmlformats.org/drawingml/2006/main"/>
        </p:blipFill>
        <p:spPr>
          <a:xfrm xmlns:a="http://schemas.openxmlformats.org/drawingml/2006/main">
            <a:off x="8378293" y="749415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28875590-9D50-4B07-B1F7-0992FC0119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693ef5d314285"/>
          <a:stretch xmlns:a="http://schemas.openxmlformats.org/drawingml/2006/main"/>
        </p:blipFill>
        <p:spPr>
          <a:xfrm xmlns:a="http://schemas.openxmlformats.org/drawingml/2006/main">
            <a:off x="8727400" y="749415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9E6AD067-6491-48F9-BEC4-59AF8C3A9B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8676e52464d08"/>
          <a:stretch xmlns:a="http://schemas.openxmlformats.org/drawingml/2006/main"/>
        </p:blipFill>
        <p:spPr>
          <a:xfrm xmlns:a="http://schemas.openxmlformats.org/drawingml/2006/main">
            <a:off x="9146327" y="749415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B172F58C-9EE9-4426-9F0B-2A7F2DC3F2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df9da5bc04124"/>
          <a:stretch xmlns:a="http://schemas.openxmlformats.org/drawingml/2006/main"/>
        </p:blipFill>
        <p:spPr>
          <a:xfrm xmlns:a="http://schemas.openxmlformats.org/drawingml/2006/main">
            <a:off x="9500088" y="749415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A7A628EF-D8C7-40FA-9754-1E7BC5D3D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ce090421141c1"/>
          <a:stretch xmlns:a="http://schemas.openxmlformats.org/drawingml/2006/main"/>
        </p:blipFill>
        <p:spPr>
          <a:xfrm xmlns:a="http://schemas.openxmlformats.org/drawingml/2006/main">
            <a:off x="8517936" y="1238164"/>
            <a:ext cx="428237" cy="390999"/>
          </a:xfrm>
          <a:prstGeom xmlns:a="http://schemas.openxmlformats.org/drawingml/2006/main" prst="rect">
            <a:avLst/>
          </a:prstGeom>
        </p:spPr>
      </p:pic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1875C64-6702-48C8-8232-4E0443BE5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2677c19034aad"/>
          <a:stretch xmlns:a="http://schemas.openxmlformats.org/drawingml/2006/main"/>
        </p:blipFill>
        <p:spPr>
          <a:xfrm xmlns:a="http://schemas.openxmlformats.org/drawingml/2006/main">
            <a:off x="8969447" y="1238164"/>
            <a:ext cx="428237" cy="390999"/>
          </a:xfrm>
          <a:prstGeom xmlns:a="http://schemas.openxmlformats.org/drawingml/2006/main" prst="rect">
            <a:avLst/>
          </a:prstGeom>
        </p:spPr>
      </p:pic>
      <p:pic>
        <p:nvPic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C5E709C-1552-432B-8A7F-382F51FE3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88cbc3f5341a0"/>
          <a:stretch xmlns:a="http://schemas.openxmlformats.org/drawingml/2006/main"/>
        </p:blipFill>
        <p:spPr>
          <a:xfrm xmlns:a="http://schemas.openxmlformats.org/drawingml/2006/main">
            <a:off x="9406993" y="1238164"/>
            <a:ext cx="446856" cy="390999"/>
          </a:xfrm>
          <a:prstGeom xmlns:a="http://schemas.openxmlformats.org/drawingml/2006/main" prst="rect">
            <a:avLst/>
          </a:prstGeom>
        </p:spPr>
      </p:pic>
      <p:sp>
        <p:nvSpPr>
          <p:cNvPr id="197" name="text-174 In">
            <a:extLst xmlns:a="http://schemas.openxmlformats.org/drawingml/2006/main">
              <a:ext uri="{FF2B5EF4-FFF2-40B4-BE49-F238E27FC236}">
                <a16:creationId xmlns:a16="http://schemas.microsoft.com/office/drawing/2014/main" id="{D7E4800F-B72B-4D4A-821C-8CBE265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63402" y="780158"/>
            <a:ext cx="107379" cy="1203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In</a:t>
            </a:r>
          </a:p>
        </p:txBody>
      </p:sp>
      <p:sp>
        <p:nvSpPr>
          <p:cNvPr id="198" name="text-175 one">
            <a:extLst xmlns:a="http://schemas.openxmlformats.org/drawingml/2006/main">
              <a:ext uri="{FF2B5EF4-FFF2-40B4-BE49-F238E27FC236}">
                <a16:creationId xmlns:a16="http://schemas.microsoft.com/office/drawing/2014/main" id="{9D5041E5-6B50-4F34-B6C4-076081F1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0956" y="779774"/>
            <a:ext cx="153350" cy="12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199" name="text-176 clip">
            <a:extLst xmlns:a="http://schemas.openxmlformats.org/drawingml/2006/main">
              <a:ext uri="{FF2B5EF4-FFF2-40B4-BE49-F238E27FC236}">
                <a16:creationId xmlns:a16="http://schemas.microsoft.com/office/drawing/2014/main" id="{0C75108C-B5CF-4080-983A-C98880E2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3840" y="779809"/>
            <a:ext cx="153766" cy="120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7F7F7F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200" name="path-177">
            <a:extLst xmlns:a="http://schemas.openxmlformats.org/drawingml/2006/main">
              <a:ext uri="{FF2B5EF4-FFF2-40B4-BE49-F238E27FC236}">
                <a16:creationId xmlns:a16="http://schemas.microsoft.com/office/drawing/2014/main" id="{629E7903-BCDC-4F41-B3E5-691346CE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8111" y="4528319"/>
            <a:ext cx="138356" cy="23049"/>
          </a:xfrm>
          <a:custGeom xmlns:a="http://schemas.openxmlformats.org/drawingml/2006/main">
            <a:pathLst>
              <a:path w="283118" h="47166">
                <a:moveTo>
                  <a:pt x="0" y="0"/>
                </a:moveTo>
                <a:lnTo>
                  <a:pt x="0" y="18865"/>
                </a:lnTo>
                <a:lnTo>
                  <a:pt x="220229" y="18865"/>
                </a:lnTo>
                <a:lnTo>
                  <a:pt x="220229" y="0"/>
                </a:lnTo>
                <a:close/>
                <a:moveTo>
                  <a:pt x="207652" y="-28301"/>
                </a:moveTo>
                <a:lnTo>
                  <a:pt x="283118" y="9433"/>
                </a:lnTo>
                <a:lnTo>
                  <a:pt x="207652" y="47166"/>
                </a:lnTo>
                <a:lnTo>
                  <a:pt x="207652" y="-28301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224940E-D06F-46A1-9218-21570F418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4c625e3a1403f"/>
          <a:stretch xmlns:a="http://schemas.openxmlformats.org/drawingml/2006/main"/>
        </p:blipFill>
        <p:spPr>
          <a:xfrm xmlns:a="http://schemas.openxmlformats.org/drawingml/2006/main">
            <a:off x="8071080" y="1238164"/>
            <a:ext cx="432892" cy="404963"/>
          </a:xfrm>
          <a:prstGeom xmlns:a="http://schemas.openxmlformats.org/drawingml/2006/main" prst="rect">
            <a:avLst/>
          </a:prstGeom>
        </p:spPr>
      </p:pic>
      <p:sp>
        <p:nvSpPr>
          <p:cNvPr id="202" name="text-179 I">
            <a:extLst xmlns:a="http://schemas.openxmlformats.org/drawingml/2006/main">
              <a:ext uri="{FF2B5EF4-FFF2-40B4-BE49-F238E27FC236}">
                <a16:creationId xmlns:a16="http://schemas.microsoft.com/office/drawing/2014/main" id="{5929F5B5-1BB8-4856-A5B0-B9FDB03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9112" y="1345820"/>
            <a:ext cx="49108" cy="94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203" name="text-180 ndoor">
            <a:extLst xmlns:a="http://schemas.openxmlformats.org/drawingml/2006/main">
              <a:ext uri="{FF2B5EF4-FFF2-40B4-BE49-F238E27FC236}">
                <a16:creationId xmlns:a16="http://schemas.microsoft.com/office/drawing/2014/main" id="{286E1EC6-C641-469F-B34C-2724C021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5992" y="1345849"/>
            <a:ext cx="190608" cy="94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ndoor</a:t>
            </a:r>
          </a:p>
        </p:txBody>
      </p:sp>
      <p:sp>
        <p:nvSpPr>
          <p:cNvPr id="204" name="text-181 T">
            <a:extLst xmlns:a="http://schemas.openxmlformats.org/drawingml/2006/main">
              <a:ext uri="{FF2B5EF4-FFF2-40B4-BE49-F238E27FC236}">
                <a16:creationId xmlns:a16="http://schemas.microsoft.com/office/drawing/2014/main" id="{F41314EA-E6E0-407E-A10B-312702EB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9112" y="1432764"/>
            <a:ext cx="58137" cy="9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05" name="text-182 alking">
            <a:extLst xmlns:a="http://schemas.openxmlformats.org/drawingml/2006/main">
              <a:ext uri="{FF2B5EF4-FFF2-40B4-BE49-F238E27FC236}">
                <a16:creationId xmlns:a16="http://schemas.microsoft.com/office/drawing/2014/main" id="{F3A8B131-C260-4133-B0C9-0D203209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5212" y="1432616"/>
            <a:ext cx="192515" cy="94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alking</a:t>
            </a:r>
          </a:p>
        </p:txBody>
      </p:sp>
      <p:sp>
        <p:nvSpPr>
          <p:cNvPr id="206" name="text-183 S">
            <a:extLst xmlns:a="http://schemas.openxmlformats.org/drawingml/2006/main">
              <a:ext uri="{FF2B5EF4-FFF2-40B4-BE49-F238E27FC236}">
                <a16:creationId xmlns:a16="http://schemas.microsoft.com/office/drawing/2014/main" id="{7F5A264A-5F45-408F-AF5C-8E3D0233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9089" y="1512466"/>
            <a:ext cx="59055" cy="9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207" name="text-184 cene">
            <a:extLst xmlns:a="http://schemas.openxmlformats.org/drawingml/2006/main">
              <a:ext uri="{FF2B5EF4-FFF2-40B4-BE49-F238E27FC236}">
                <a16:creationId xmlns:a16="http://schemas.microsoft.com/office/drawing/2014/main" id="{DACB42B0-ED43-46C4-AB53-BA37AB9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5957" y="1512630"/>
            <a:ext cx="155960" cy="944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cene</a:t>
            </a:r>
          </a:p>
        </p:txBody>
      </p:sp>
      <p:sp>
        <p:nvSpPr>
          <p:cNvPr id="208" name="text-185 A">
            <a:extLst xmlns:a="http://schemas.openxmlformats.org/drawingml/2006/main">
              <a:ext uri="{FF2B5EF4-FFF2-40B4-BE49-F238E27FC236}">
                <a16:creationId xmlns:a16="http://schemas.microsoft.com/office/drawing/2014/main" id="{F423CBDC-202A-415A-9479-E7422015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7940" y="1379696"/>
            <a:ext cx="61630" cy="9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09" name="text-186 irplane">
            <a:extLst xmlns:a="http://schemas.openxmlformats.org/drawingml/2006/main">
              <a:ext uri="{FF2B5EF4-FFF2-40B4-BE49-F238E27FC236}">
                <a16:creationId xmlns:a16="http://schemas.microsoft.com/office/drawing/2014/main" id="{038B7764-D8E2-4569-A141-104DC42F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7114" y="1379713"/>
            <a:ext cx="225182" cy="94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irplane</a:t>
            </a:r>
          </a:p>
        </p:txBody>
      </p:sp>
      <p:sp>
        <p:nvSpPr>
          <p:cNvPr id="210" name="text-187 T">
            <a:extLst xmlns:a="http://schemas.openxmlformats.org/drawingml/2006/main">
              <a:ext uri="{FF2B5EF4-FFF2-40B4-BE49-F238E27FC236}">
                <a16:creationId xmlns:a16="http://schemas.microsoft.com/office/drawing/2014/main" id="{575B96C2-CD61-44CA-8E99-592FA30D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7940" y="1465218"/>
            <a:ext cx="58137" cy="9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211" name="text-188 akeoff">
            <a:extLst xmlns:a="http://schemas.openxmlformats.org/drawingml/2006/main">
              <a:ext uri="{FF2B5EF4-FFF2-40B4-BE49-F238E27FC236}">
                <a16:creationId xmlns:a16="http://schemas.microsoft.com/office/drawing/2014/main" id="{A4670090-D849-471B-A008-6FACCBFE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4040" y="1465194"/>
            <a:ext cx="224780" cy="94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akeoff</a:t>
            </a:r>
          </a:p>
        </p:txBody>
      </p:sp>
      <p:sp>
        <p:nvSpPr>
          <p:cNvPr id="212" name="text-189 online">
            <a:extLst xmlns:a="http://schemas.openxmlformats.org/drawingml/2006/main">
              <a:ext uri="{FF2B5EF4-FFF2-40B4-BE49-F238E27FC236}">
                <a16:creationId xmlns:a16="http://schemas.microsoft.com/office/drawing/2014/main" id="{E93B18C0-56B5-4177-AD2E-5DBD877F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808" y="1341371"/>
            <a:ext cx="192854" cy="94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online</a:t>
            </a:r>
          </a:p>
        </p:txBody>
      </p:sp>
      <p:sp>
        <p:nvSpPr>
          <p:cNvPr id="213" name="text-190 shopping">
            <a:extLst xmlns:a="http://schemas.openxmlformats.org/drawingml/2006/main">
              <a:ext uri="{FF2B5EF4-FFF2-40B4-BE49-F238E27FC236}">
                <a16:creationId xmlns:a16="http://schemas.microsoft.com/office/drawing/2014/main" id="{07B677C4-A942-4A5B-A83F-8DCD0B9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876" y="1428337"/>
            <a:ext cx="282291" cy="9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shopping</a:t>
            </a:r>
          </a:p>
        </p:txBody>
      </p:sp>
      <p:sp>
        <p:nvSpPr>
          <p:cNvPr id="214" name="text-191 page">
            <a:extLst xmlns:a="http://schemas.openxmlformats.org/drawingml/2006/main">
              <a:ext uri="{FF2B5EF4-FFF2-40B4-BE49-F238E27FC236}">
                <a16:creationId xmlns:a16="http://schemas.microsoft.com/office/drawing/2014/main" id="{294C4B1D-7D46-4FE1-80D7-690CA269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1248" y="1507932"/>
            <a:ext cx="156016" cy="94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215" name="text-192 cars">
            <a:extLst xmlns:a="http://schemas.openxmlformats.org/drawingml/2006/main">
              <a:ext uri="{FF2B5EF4-FFF2-40B4-BE49-F238E27FC236}">
                <a16:creationId xmlns:a16="http://schemas.microsoft.com/office/drawing/2014/main" id="{29829E18-E4B7-4E02-B9D8-739C432F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8261" y="1373991"/>
            <a:ext cx="146487" cy="94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cars</a:t>
            </a:r>
          </a:p>
        </p:txBody>
      </p:sp>
      <p:sp>
        <p:nvSpPr>
          <p:cNvPr id="216" name="text-192 on">
            <a:extLst xmlns:a="http://schemas.openxmlformats.org/drawingml/2006/main">
              <a:ext uri="{FF2B5EF4-FFF2-40B4-BE49-F238E27FC236}">
                <a16:creationId xmlns:a16="http://schemas.microsoft.com/office/drawing/2014/main" id="{39037888-5666-46B7-B16B-D47F1228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2688" y="1373970"/>
            <a:ext cx="82855" cy="94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217" name="text-193 roadway">
            <a:extLst xmlns:a="http://schemas.openxmlformats.org/drawingml/2006/main">
              <a:ext uri="{FF2B5EF4-FFF2-40B4-BE49-F238E27FC236}">
                <a16:creationId xmlns:a16="http://schemas.microsoft.com/office/drawing/2014/main" id="{A7F5A12E-E0CA-44F9-BCAE-E1BCB93C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1757" y="1460909"/>
            <a:ext cx="270191" cy="94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roadway</a:t>
            </a:r>
          </a:p>
        </p:txBody>
      </p:sp>
      <p:sp>
        <p:nvSpPr>
          <p:cNvPr id="218" name="path-194">
            <a:extLst xmlns:a="http://schemas.openxmlformats.org/drawingml/2006/main">
              <a:ext uri="{FF2B5EF4-FFF2-40B4-BE49-F238E27FC236}">
                <a16:creationId xmlns:a16="http://schemas.microsoft.com/office/drawing/2014/main" id="{1C3EBD46-F7C8-4DFF-9B6E-4ABF0C9C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0411" y="71100"/>
            <a:ext cx="55356" cy="27672"/>
          </a:xfrm>
          <a:custGeom xmlns:a="http://schemas.openxmlformats.org/drawingml/2006/main">
            <a:pathLst>
              <a:path w="113275" h="56626">
                <a:moveTo>
                  <a:pt x="0" y="0"/>
                </a:moveTo>
                <a:lnTo>
                  <a:pt x="0" y="56626"/>
                </a:lnTo>
                <a:lnTo>
                  <a:pt x="113275" y="56626"/>
                </a:lnTo>
                <a:lnTo>
                  <a:pt x="11327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F74B85D7-DF00-4CC0-9CCD-867AF4A136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f694a2b594624"/>
          <a:stretch xmlns:a="http://schemas.openxmlformats.org/drawingml/2006/main"/>
        </p:blipFill>
        <p:spPr>
          <a:xfrm xmlns:a="http://schemas.openxmlformats.org/drawingml/2006/main">
            <a:off x="9979528" y="1070593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6DF58960-6C0E-4D2D-BDEE-C865BA511C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47e971b8641a0"/>
          <a:stretch xmlns:a="http://schemas.openxmlformats.org/drawingml/2006/main"/>
        </p:blipFill>
        <p:spPr>
          <a:xfrm xmlns:a="http://schemas.openxmlformats.org/drawingml/2006/main">
            <a:off x="10235539" y="1070593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D4991025-E3AA-4441-A0A2-381454B699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a69757383e4e31"/>
          <a:stretch xmlns:a="http://schemas.openxmlformats.org/drawingml/2006/main"/>
        </p:blipFill>
        <p:spPr>
          <a:xfrm xmlns:a="http://schemas.openxmlformats.org/drawingml/2006/main">
            <a:off x="10491550" y="1070593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9E1AC805-C014-4185-88FB-5B08924FD3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67f54958c45e6"/>
          <a:stretch xmlns:a="http://schemas.openxmlformats.org/drawingml/2006/main"/>
        </p:blipFill>
        <p:spPr>
          <a:xfrm xmlns:a="http://schemas.openxmlformats.org/drawingml/2006/main">
            <a:off x="10747562" y="1070593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6E6F6063-A107-46A5-9ED9-5A537CDEDE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355aff75f4b65"/>
          <a:stretch xmlns:a="http://schemas.openxmlformats.org/drawingml/2006/main"/>
        </p:blipFill>
        <p:spPr>
          <a:xfrm xmlns:a="http://schemas.openxmlformats.org/drawingml/2006/main">
            <a:off x="10998918" y="1070593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16D5638-880B-4938-B785-7E14EAE338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a84c28e074ee4"/>
          <a:stretch xmlns:a="http://schemas.openxmlformats.org/drawingml/2006/main"/>
        </p:blipFill>
        <p:spPr>
          <a:xfrm xmlns:a="http://schemas.openxmlformats.org/drawingml/2006/main">
            <a:off x="11254930" y="1070593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3257EBF-C217-4B7B-AC51-8A62E1AAD6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43f7651e5413e"/>
          <a:stretch xmlns:a="http://schemas.openxmlformats.org/drawingml/2006/main"/>
        </p:blipFill>
        <p:spPr>
          <a:xfrm xmlns:a="http://schemas.openxmlformats.org/drawingml/2006/main">
            <a:off x="11510941" y="1070593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11095347-EC29-47C3-8AEF-F3B2D402D2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2c3dae2cc4841"/>
          <a:stretch xmlns:a="http://schemas.openxmlformats.org/drawingml/2006/main"/>
        </p:blipFill>
        <p:spPr>
          <a:xfrm xmlns:a="http://schemas.openxmlformats.org/drawingml/2006/main">
            <a:off x="11739024" y="1070593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ECB89D5E-3A17-42EF-848D-9BBBB9A14D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5025b27e841ec"/>
          <a:stretch xmlns:a="http://schemas.openxmlformats.org/drawingml/2006/main"/>
        </p:blipFill>
        <p:spPr>
          <a:xfrm xmlns:a="http://schemas.openxmlformats.org/drawingml/2006/main">
            <a:off x="11995035" y="1070593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B267F3DF-A501-418F-983C-8727F53D66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43d0cc343480d"/>
          <a:stretch xmlns:a="http://schemas.openxmlformats.org/drawingml/2006/main"/>
        </p:blipFill>
        <p:spPr>
          <a:xfrm xmlns:a="http://schemas.openxmlformats.org/drawingml/2006/main">
            <a:off x="9979528" y="781998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000F963-4FE2-4EB6-B037-AA75C300AB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d2e13cb9c437c"/>
          <a:stretch xmlns:a="http://schemas.openxmlformats.org/drawingml/2006/main"/>
        </p:blipFill>
        <p:spPr>
          <a:xfrm xmlns:a="http://schemas.openxmlformats.org/drawingml/2006/main">
            <a:off x="10235539" y="781998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6CA496D1-B963-462F-855D-D3D0FE6333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bfe6e5935483e"/>
          <a:stretch xmlns:a="http://schemas.openxmlformats.org/drawingml/2006/main"/>
        </p:blipFill>
        <p:spPr>
          <a:xfrm xmlns:a="http://schemas.openxmlformats.org/drawingml/2006/main">
            <a:off x="10491550" y="781998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E827FB88-6B57-43E5-BDAD-1CD9ECF240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123783448458f"/>
          <a:stretch xmlns:a="http://schemas.openxmlformats.org/drawingml/2006/main"/>
        </p:blipFill>
        <p:spPr>
          <a:xfrm xmlns:a="http://schemas.openxmlformats.org/drawingml/2006/main">
            <a:off x="10747562" y="781998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44702F5E-AA91-402A-9FBA-5DCF89B2C7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5df069cc54975"/>
          <a:stretch xmlns:a="http://schemas.openxmlformats.org/drawingml/2006/main"/>
        </p:blipFill>
        <p:spPr>
          <a:xfrm xmlns:a="http://schemas.openxmlformats.org/drawingml/2006/main">
            <a:off x="10998918" y="781998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A341F112-A5B0-4778-A47B-5FB64F6D6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9cd6ccfef4748"/>
          <a:stretch xmlns:a="http://schemas.openxmlformats.org/drawingml/2006/main"/>
        </p:blipFill>
        <p:spPr>
          <a:xfrm xmlns:a="http://schemas.openxmlformats.org/drawingml/2006/main">
            <a:off x="11254930" y="781998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AAB944C2-EE8A-4585-867D-9603568AC4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f8732fe824f79"/>
          <a:stretch xmlns:a="http://schemas.openxmlformats.org/drawingml/2006/main"/>
        </p:blipFill>
        <p:spPr>
          <a:xfrm xmlns:a="http://schemas.openxmlformats.org/drawingml/2006/main">
            <a:off x="11510941" y="781998"/>
            <a:ext cx="321178" cy="209464"/>
          </a:xfrm>
          <a:prstGeom xmlns:a="http://schemas.openxmlformats.org/drawingml/2006/main" prst="rect">
            <a:avLst/>
          </a:prstGeom>
        </p:spPr>
      </p:pic>
      <p:pic>
        <p:nvPic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1E2E4D9B-11CF-47DE-86B4-484E2151F9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6fb03af148dd"/>
          <a:stretch xmlns:a="http://schemas.openxmlformats.org/drawingml/2006/main"/>
        </p:blipFill>
        <p:spPr>
          <a:xfrm xmlns:a="http://schemas.openxmlformats.org/drawingml/2006/main">
            <a:off x="11739024" y="781998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916373F0-4C69-4A89-82CE-4EEACA9A3F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acbe309f24f3f"/>
          <a:stretch xmlns:a="http://schemas.openxmlformats.org/drawingml/2006/main"/>
        </p:blipFill>
        <p:spPr>
          <a:xfrm xmlns:a="http://schemas.openxmlformats.org/drawingml/2006/main">
            <a:off x="11995035" y="781998"/>
            <a:ext cx="316523" cy="209464"/>
          </a:xfrm>
          <a:prstGeom xmlns:a="http://schemas.openxmlformats.org/drawingml/2006/main" prst="rect">
            <a:avLst/>
          </a:prstGeom>
        </p:spPr>
      </p:pic>
      <p:pic>
        <p:nvPic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F45E9DA6-7294-4C28-B5CD-9F7B1F9C94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6b6a61bbc4872"/>
          <a:stretch xmlns:a="http://schemas.openxmlformats.org/drawingml/2006/main"/>
        </p:blipFill>
        <p:spPr>
          <a:xfrm xmlns:a="http://schemas.openxmlformats.org/drawingml/2006/main">
            <a:off x="10258813" y="940260"/>
            <a:ext cx="409618" cy="269976"/>
          </a:xfrm>
          <a:prstGeom xmlns:a="http://schemas.openxmlformats.org/drawingml/2006/main" prst="rect">
            <a:avLst/>
          </a:prstGeom>
        </p:spPr>
      </p:pic>
      <p:pic>
        <p:nvPic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5485B820-02F0-43B5-9B7E-C2C986EB7E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975cc096c44f8"/>
          <a:stretch xmlns:a="http://schemas.openxmlformats.org/drawingml/2006/main"/>
        </p:blipFill>
        <p:spPr>
          <a:xfrm xmlns:a="http://schemas.openxmlformats.org/drawingml/2006/main">
            <a:off x="10887204" y="940260"/>
            <a:ext cx="409618" cy="269976"/>
          </a:xfrm>
          <a:prstGeom xmlns:a="http://schemas.openxmlformats.org/drawingml/2006/main" prst="rect">
            <a:avLst/>
          </a:prstGeom>
        </p:spPr>
      </p:pic>
      <p:pic>
        <p:nvPic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6AD6824-3BFA-400A-AACB-630D8B6962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6075c36ab4f98"/>
          <a:stretch xmlns:a="http://schemas.openxmlformats.org/drawingml/2006/main"/>
        </p:blipFill>
        <p:spPr>
          <a:xfrm xmlns:a="http://schemas.openxmlformats.org/drawingml/2006/main">
            <a:off x="9946945" y="935605"/>
            <a:ext cx="414273" cy="269976"/>
          </a:xfrm>
          <a:prstGeom xmlns:a="http://schemas.openxmlformats.org/drawingml/2006/main" prst="rect">
            <a:avLst/>
          </a:prstGeom>
        </p:spPr>
      </p:pic>
      <p:pic>
        <p:nvPic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4D34F8B-56DC-46B1-A2AE-08C27F0D02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d0f39ec4d44c1"/>
          <a:stretch xmlns:a="http://schemas.openxmlformats.org/drawingml/2006/main"/>
        </p:blipFill>
        <p:spPr>
          <a:xfrm xmlns:a="http://schemas.openxmlformats.org/drawingml/2006/main">
            <a:off x="10570681" y="940260"/>
            <a:ext cx="409618" cy="269976"/>
          </a:xfrm>
          <a:prstGeom xmlns:a="http://schemas.openxmlformats.org/drawingml/2006/main" prst="rect">
            <a:avLst/>
          </a:prstGeom>
        </p:spPr>
      </p:pic>
      <p:pic>
        <p:nvPic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4E209C5B-057E-4399-976E-59742B18A9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79c73e9cc4bae"/>
          <a:stretch xmlns:a="http://schemas.openxmlformats.org/drawingml/2006/main"/>
        </p:blipFill>
        <p:spPr>
          <a:xfrm xmlns:a="http://schemas.openxmlformats.org/drawingml/2006/main">
            <a:off x="11217692" y="940260"/>
            <a:ext cx="409618" cy="274630"/>
          </a:xfrm>
          <a:prstGeom xmlns:a="http://schemas.openxmlformats.org/drawingml/2006/main" prst="rect">
            <a:avLst/>
          </a:prstGeom>
        </p:spPr>
      </p:pic>
      <p:pic>
        <p:nvPic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3073CD73-AFB6-42FD-90D2-9C100BE304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96743339443e9"/>
          <a:stretch xmlns:a="http://schemas.openxmlformats.org/drawingml/2006/main"/>
        </p:blipFill>
        <p:spPr>
          <a:xfrm xmlns:a="http://schemas.openxmlformats.org/drawingml/2006/main">
            <a:off x="11529560" y="935605"/>
            <a:ext cx="409618" cy="274630"/>
          </a:xfrm>
          <a:prstGeom xmlns:a="http://schemas.openxmlformats.org/drawingml/2006/main" prst="rect">
            <a:avLst/>
          </a:prstGeom>
        </p:spPr>
      </p:pic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E1A0E064-C095-4E24-95A2-EEBB71A388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ee195ee714fa3"/>
          <a:stretch xmlns:a="http://schemas.openxmlformats.org/drawingml/2006/main"/>
        </p:blipFill>
        <p:spPr>
          <a:xfrm xmlns:a="http://schemas.openxmlformats.org/drawingml/2006/main">
            <a:off x="11832119" y="940260"/>
            <a:ext cx="409618" cy="274630"/>
          </a:xfrm>
          <a:prstGeom xmlns:a="http://schemas.openxmlformats.org/drawingml/2006/main" prst="rect">
            <a:avLst/>
          </a:prstGeom>
        </p:spPr>
      </p:pic>
      <p:sp>
        <p:nvSpPr>
          <p:cNvPr id="244" name="path-220">
            <a:extLst xmlns:a="http://schemas.openxmlformats.org/drawingml/2006/main">
              <a:ext uri="{FF2B5EF4-FFF2-40B4-BE49-F238E27FC236}">
                <a16:creationId xmlns:a16="http://schemas.microsoft.com/office/drawing/2014/main" id="{75221C65-A843-45F0-9D3D-DA11440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684" y="942264"/>
            <a:ext cx="300849" cy="262868"/>
          </a:xfrm>
          <a:custGeom xmlns:a="http://schemas.openxmlformats.org/drawingml/2006/main">
            <a:pathLst>
              <a:path w="615627" h="537905">
                <a:moveTo>
                  <a:pt x="0" y="64005"/>
                </a:moveTo>
                <a:cubicBezTo>
                  <a:pt x="0" y="28656"/>
                  <a:pt x="28657" y="0"/>
                  <a:pt x="64005" y="0"/>
                </a:cubicBezTo>
                <a:lnTo>
                  <a:pt x="551622" y="0"/>
                </a:lnTo>
                <a:cubicBezTo>
                  <a:pt x="586971" y="0"/>
                  <a:pt x="615627" y="28656"/>
                  <a:pt x="615627" y="64005"/>
                </a:cubicBezTo>
                <a:lnTo>
                  <a:pt x="615627" y="473900"/>
                </a:lnTo>
                <a:cubicBezTo>
                  <a:pt x="615627" y="509249"/>
                  <a:pt x="586971" y="537905"/>
                  <a:pt x="551622" y="537905"/>
                </a:cubicBezTo>
                <a:lnTo>
                  <a:pt x="64005" y="537905"/>
                </a:lnTo>
                <a:cubicBezTo>
                  <a:pt x="28657" y="537905"/>
                  <a:pt x="0" y="509249"/>
                  <a:pt x="0" y="473900"/>
                </a:cubicBezTo>
                <a:lnTo>
                  <a:pt x="0" y="64005"/>
                </a:lnTo>
              </a:path>
            </a:pathLst>
          </a:custGeom>
          <a:noFill xmlns:a="http://schemas.openxmlformats.org/drawingml/2006/main"/>
          <a:ln xmlns:a="http://schemas.openxmlformats.org/drawingml/2006/main" w="10142">
            <a:solidFill>
              <a:srgbClr val="0078AE"/>
            </a:solidFill>
            <a:prstDash val="solid"/>
          </a:ln>
        </p:spPr>
      </p:sp>
      <p:sp>
        <p:nvSpPr>
          <p:cNvPr id="245" name="path-221">
            <a:extLst xmlns:a="http://schemas.openxmlformats.org/drawingml/2006/main">
              <a:ext uri="{FF2B5EF4-FFF2-40B4-BE49-F238E27FC236}">
                <a16:creationId xmlns:a16="http://schemas.microsoft.com/office/drawing/2014/main" id="{CBE58FAD-5675-43FE-8EA2-10E8A8E5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126" y="936578"/>
            <a:ext cx="306644" cy="273702"/>
          </a:xfrm>
          <a:custGeom xmlns:a="http://schemas.openxmlformats.org/drawingml/2006/main">
            <a:pathLst>
              <a:path w="627484" h="560075">
                <a:moveTo>
                  <a:pt x="0" y="0"/>
                </a:moveTo>
                <a:lnTo>
                  <a:pt x="0" y="560075"/>
                </a:lnTo>
                <a:lnTo>
                  <a:pt x="627484" y="560075"/>
                </a:lnTo>
                <a:lnTo>
                  <a:pt x="627484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22">
            <a:extLst xmlns:a="http://schemas.openxmlformats.org/drawingml/2006/main">
              <a:ext uri="{FF2B5EF4-FFF2-40B4-BE49-F238E27FC236}">
                <a16:creationId xmlns:a16="http://schemas.microsoft.com/office/drawing/2014/main" id="{61DE44B9-3B61-4024-BD7D-9EFE20BB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447" y="937937"/>
            <a:ext cx="306642" cy="273701"/>
          </a:xfrm>
          <a:custGeom xmlns:a="http://schemas.openxmlformats.org/drawingml/2006/main">
            <a:pathLst>
              <a:path w="627481" h="560073">
                <a:moveTo>
                  <a:pt x="0" y="0"/>
                </a:moveTo>
                <a:lnTo>
                  <a:pt x="0" y="560073"/>
                </a:lnTo>
                <a:lnTo>
                  <a:pt x="627481" y="560073"/>
                </a:lnTo>
                <a:lnTo>
                  <a:pt x="627481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23">
            <a:extLst xmlns:a="http://schemas.openxmlformats.org/drawingml/2006/main">
              <a:ext uri="{FF2B5EF4-FFF2-40B4-BE49-F238E27FC236}">
                <a16:creationId xmlns:a16="http://schemas.microsoft.com/office/drawing/2014/main" id="{D3393F89-1FE1-409D-8481-7D4C29CF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2264" y="941765"/>
            <a:ext cx="323244" cy="262868"/>
          </a:xfrm>
          <a:custGeom xmlns:a="http://schemas.openxmlformats.org/drawingml/2006/main">
            <a:pathLst>
              <a:path w="661452" h="537905">
                <a:moveTo>
                  <a:pt x="0" y="64006"/>
                </a:moveTo>
                <a:cubicBezTo>
                  <a:pt x="0" y="28656"/>
                  <a:pt x="28657" y="0"/>
                  <a:pt x="64005" y="0"/>
                </a:cubicBezTo>
                <a:lnTo>
                  <a:pt x="597446" y="0"/>
                </a:lnTo>
                <a:cubicBezTo>
                  <a:pt x="632796" y="0"/>
                  <a:pt x="661452" y="28656"/>
                  <a:pt x="661452" y="64006"/>
                </a:cubicBezTo>
                <a:lnTo>
                  <a:pt x="661452" y="473900"/>
                </a:lnTo>
                <a:cubicBezTo>
                  <a:pt x="661452" y="509249"/>
                  <a:pt x="632796" y="537905"/>
                  <a:pt x="597446" y="537905"/>
                </a:cubicBezTo>
                <a:lnTo>
                  <a:pt x="64005" y="537905"/>
                </a:lnTo>
                <a:cubicBezTo>
                  <a:pt x="28657" y="537905"/>
                  <a:pt x="0" y="509249"/>
                  <a:pt x="0" y="473900"/>
                </a:cubicBezTo>
                <a:lnTo>
                  <a:pt x="0" y="64006"/>
                </a:lnTo>
              </a:path>
            </a:pathLst>
          </a:custGeom>
          <a:noFill xmlns:a="http://schemas.openxmlformats.org/drawingml/2006/main"/>
          <a:ln xmlns:a="http://schemas.openxmlformats.org/drawingml/2006/main" w="10142">
            <a:solidFill>
              <a:srgbClr val="2F843F"/>
            </a:solidFill>
            <a:prstDash val="solid"/>
          </a:ln>
        </p:spPr>
      </p:sp>
      <p:sp>
        <p:nvSpPr>
          <p:cNvPr id="248" name="path-224">
            <a:extLst xmlns:a="http://schemas.openxmlformats.org/drawingml/2006/main">
              <a:ext uri="{FF2B5EF4-FFF2-40B4-BE49-F238E27FC236}">
                <a16:creationId xmlns:a16="http://schemas.microsoft.com/office/drawing/2014/main" id="{3C8AD4A1-62FC-467F-93D6-378BE67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550" y="940254"/>
            <a:ext cx="306641" cy="273708"/>
          </a:xfrm>
          <a:custGeom xmlns:a="http://schemas.openxmlformats.org/drawingml/2006/main">
            <a:pathLst>
              <a:path w="627479" h="560088">
                <a:moveTo>
                  <a:pt x="0" y="0"/>
                </a:moveTo>
                <a:lnTo>
                  <a:pt x="0" y="560088"/>
                </a:lnTo>
                <a:lnTo>
                  <a:pt x="627479" y="560088"/>
                </a:lnTo>
                <a:lnTo>
                  <a:pt x="627479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25">
            <a:extLst xmlns:a="http://schemas.openxmlformats.org/drawingml/2006/main">
              <a:ext uri="{FF2B5EF4-FFF2-40B4-BE49-F238E27FC236}">
                <a16:creationId xmlns:a16="http://schemas.microsoft.com/office/drawing/2014/main" id="{64AFB98D-7ED0-4CA9-A3BA-92B30F58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157" y="941846"/>
            <a:ext cx="331204" cy="273709"/>
          </a:xfrm>
          <a:custGeom xmlns:a="http://schemas.openxmlformats.org/drawingml/2006/main">
            <a:pathLst>
              <a:path w="677741" h="560089">
                <a:moveTo>
                  <a:pt x="0" y="0"/>
                </a:moveTo>
                <a:lnTo>
                  <a:pt x="0" y="560089"/>
                </a:lnTo>
                <a:lnTo>
                  <a:pt x="677741" y="560089"/>
                </a:lnTo>
                <a:lnTo>
                  <a:pt x="677741" y="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26">
            <a:extLst xmlns:a="http://schemas.openxmlformats.org/drawingml/2006/main">
              <a:ext uri="{FF2B5EF4-FFF2-40B4-BE49-F238E27FC236}">
                <a16:creationId xmlns:a16="http://schemas.microsoft.com/office/drawing/2014/main" id="{326E129B-000A-4DB0-ABFF-89D89CCE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90" y="939166"/>
            <a:ext cx="309068" cy="262868"/>
          </a:xfrm>
          <a:custGeom xmlns:a="http://schemas.openxmlformats.org/drawingml/2006/main">
            <a:pathLst>
              <a:path w="632445" h="537905">
                <a:moveTo>
                  <a:pt x="0" y="64006"/>
                </a:moveTo>
                <a:cubicBezTo>
                  <a:pt x="0" y="28656"/>
                  <a:pt x="28657" y="0"/>
                  <a:pt x="64005" y="0"/>
                </a:cubicBezTo>
                <a:lnTo>
                  <a:pt x="568441" y="0"/>
                </a:lnTo>
                <a:cubicBezTo>
                  <a:pt x="603789" y="0"/>
                  <a:pt x="632445" y="28656"/>
                  <a:pt x="632445" y="64006"/>
                </a:cubicBezTo>
                <a:lnTo>
                  <a:pt x="632445" y="473900"/>
                </a:lnTo>
                <a:cubicBezTo>
                  <a:pt x="632445" y="509249"/>
                  <a:pt x="603789" y="537905"/>
                  <a:pt x="568441" y="537905"/>
                </a:cubicBezTo>
                <a:lnTo>
                  <a:pt x="64005" y="537905"/>
                </a:lnTo>
                <a:cubicBezTo>
                  <a:pt x="28657" y="537905"/>
                  <a:pt x="0" y="509249"/>
                  <a:pt x="0" y="473900"/>
                </a:cubicBezTo>
                <a:lnTo>
                  <a:pt x="0" y="64006"/>
                </a:lnTo>
              </a:path>
            </a:pathLst>
          </a:custGeom>
          <a:noFill xmlns:a="http://schemas.openxmlformats.org/drawingml/2006/main"/>
          <a:ln xmlns:a="http://schemas.openxmlformats.org/drawingml/2006/main" w="10142">
            <a:solidFill>
              <a:srgbClr val="DF6923"/>
            </a:solidFill>
            <a:prstDash val="solid"/>
          </a:ln>
        </p:spPr>
      </p:sp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7C035BC-D9F3-4424-8550-A8537BE0B7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d1087588f4999"/>
          <a:stretch xmlns:a="http://schemas.openxmlformats.org/drawingml/2006/main"/>
        </p:blipFill>
        <p:spPr>
          <a:xfrm xmlns:a="http://schemas.openxmlformats.org/drawingml/2006/main">
            <a:off x="10034653" y="1231959"/>
            <a:ext cx="426328" cy="401250"/>
          </a:xfrm>
          <a:prstGeom xmlns:a="http://schemas.openxmlformats.org/drawingml/2006/main" prst="rect">
            <a:avLst/>
          </a:prstGeom>
        </p:spPr>
      </p:pic>
      <p:sp>
        <p:nvSpPr>
          <p:cNvPr id="252" name="text-228 Speaker">
            <a:extLst xmlns:a="http://schemas.openxmlformats.org/drawingml/2006/main">
              <a:ext uri="{FF2B5EF4-FFF2-40B4-BE49-F238E27FC236}">
                <a16:creationId xmlns:a16="http://schemas.microsoft.com/office/drawing/2014/main" id="{361716DC-2E48-41FD-8047-CA6AA3E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4777" y="1372768"/>
            <a:ext cx="272800" cy="9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Speaker</a:t>
            </a:r>
          </a:p>
        </p:txBody>
      </p:sp>
      <p:sp>
        <p:nvSpPr>
          <p:cNvPr id="253" name="text-229 Speaker">
            <a:extLst xmlns:a="http://schemas.openxmlformats.org/drawingml/2006/main">
              <a:ext uri="{FF2B5EF4-FFF2-40B4-BE49-F238E27FC236}">
                <a16:creationId xmlns:a16="http://schemas.microsoft.com/office/drawing/2014/main" id="{672C8A80-FA84-41A7-995E-8C7AC1F3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4777" y="1372768"/>
            <a:ext cx="272800" cy="9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Speaker</a:t>
            </a:r>
          </a:p>
        </p:txBody>
      </p:sp>
      <p:sp>
        <p:nvSpPr>
          <p:cNvPr id="254" name="text-232 intro">
            <a:extLst xmlns:a="http://schemas.openxmlformats.org/drawingml/2006/main">
              <a:ext uri="{FF2B5EF4-FFF2-40B4-BE49-F238E27FC236}">
                <a16:creationId xmlns:a16="http://schemas.microsoft.com/office/drawing/2014/main" id="{F2534D57-3DFC-4AB8-A579-66E93E2B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7780" y="1459600"/>
            <a:ext cx="166861" cy="94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intro</a:t>
            </a:r>
          </a:p>
        </p:txBody>
      </p:sp>
      <p:sp>
        <p:nvSpPr>
          <p:cNvPr id="255" name="text-233 intro">
            <a:extLst xmlns:a="http://schemas.openxmlformats.org/drawingml/2006/main">
              <a:ext uri="{FF2B5EF4-FFF2-40B4-BE49-F238E27FC236}">
                <a16:creationId xmlns:a16="http://schemas.microsoft.com/office/drawing/2014/main" id="{8E564E4F-3DF8-401D-9DEF-636ACB25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7780" y="1459600"/>
            <a:ext cx="166861" cy="94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intro</a:t>
            </a:r>
          </a:p>
        </p:txBody>
      </p:sp>
      <p:pic>
        <p:nvPic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69718EAE-B3E2-4B39-A55E-7BFD43A4EC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b36791aaa43d2"/>
          <a:stretch xmlns:a="http://schemas.openxmlformats.org/drawingml/2006/main"/>
        </p:blipFill>
        <p:spPr>
          <a:xfrm xmlns:a="http://schemas.openxmlformats.org/drawingml/2006/main">
            <a:off x="10899110" y="1226058"/>
            <a:ext cx="426328" cy="402725"/>
          </a:xfrm>
          <a:prstGeom xmlns:a="http://schemas.openxmlformats.org/drawingml/2006/main" prst="rect">
            <a:avLst/>
          </a:prstGeom>
        </p:spPr>
      </p:pic>
      <p:sp>
        <p:nvSpPr>
          <p:cNvPr id="257" name="text-235 Yellow">
            <a:extLst xmlns:a="http://schemas.openxmlformats.org/drawingml/2006/main">
              <a:ext uri="{FF2B5EF4-FFF2-40B4-BE49-F238E27FC236}">
                <a16:creationId xmlns:a16="http://schemas.microsoft.com/office/drawing/2014/main" id="{90612C31-0A2C-455D-8912-923EFD9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7259" y="1337523"/>
            <a:ext cx="210461" cy="94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258" name="text-236 Yellow">
            <a:extLst xmlns:a="http://schemas.openxmlformats.org/drawingml/2006/main">
              <a:ext uri="{FF2B5EF4-FFF2-40B4-BE49-F238E27FC236}">
                <a16:creationId xmlns:a16="http://schemas.microsoft.com/office/drawing/2014/main" id="{0D91F537-DDE2-4291-9F5A-7E368CF2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7259" y="1337523"/>
            <a:ext cx="210461" cy="944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259" name="text-237 Plane">
            <a:extLst xmlns:a="http://schemas.openxmlformats.org/drawingml/2006/main">
              <a:ext uri="{FF2B5EF4-FFF2-40B4-BE49-F238E27FC236}">
                <a16:creationId xmlns:a16="http://schemas.microsoft.com/office/drawing/2014/main" id="{4A868FC3-C9BA-4ED8-A785-529C93F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6067" y="1424359"/>
            <a:ext cx="172942" cy="94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260" name="text-238 Plane">
            <a:extLst xmlns:a="http://schemas.openxmlformats.org/drawingml/2006/main">
              <a:ext uri="{FF2B5EF4-FFF2-40B4-BE49-F238E27FC236}">
                <a16:creationId xmlns:a16="http://schemas.microsoft.com/office/drawing/2014/main" id="{EE4F42EE-AEE6-4DB4-B2C6-329D9D5B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6067" y="1424359"/>
            <a:ext cx="172942" cy="94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261" name="text-239 with">
            <a:extLst xmlns:a="http://schemas.openxmlformats.org/drawingml/2006/main">
              <a:ext uri="{FF2B5EF4-FFF2-40B4-BE49-F238E27FC236}">
                <a16:creationId xmlns:a16="http://schemas.microsoft.com/office/drawing/2014/main" id="{76764BB3-46D9-4E96-8495-45E749FD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5370" y="1503776"/>
            <a:ext cx="148874" cy="95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262" name="text-240 with">
            <a:extLst xmlns:a="http://schemas.openxmlformats.org/drawingml/2006/main">
              <a:ext uri="{FF2B5EF4-FFF2-40B4-BE49-F238E27FC236}">
                <a16:creationId xmlns:a16="http://schemas.microsoft.com/office/drawing/2014/main" id="{CF437AE9-292F-42DD-8B99-AA74770E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5370" y="1503776"/>
            <a:ext cx="148874" cy="95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263" name="text-241 logo">
            <a:extLst xmlns:a="http://schemas.openxmlformats.org/drawingml/2006/main">
              <a:ext uri="{FF2B5EF4-FFF2-40B4-BE49-F238E27FC236}">
                <a16:creationId xmlns:a16="http://schemas.microsoft.com/office/drawing/2014/main" id="{ACAB9EC4-398E-4EE7-B808-1FAB68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2108" y="1504103"/>
            <a:ext cx="137588" cy="9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sp>
        <p:nvSpPr>
          <p:cNvPr id="264" name="text-242 logo">
            <a:extLst xmlns:a="http://schemas.openxmlformats.org/drawingml/2006/main">
              <a:ext uri="{FF2B5EF4-FFF2-40B4-BE49-F238E27FC236}">
                <a16:creationId xmlns:a16="http://schemas.microsoft.com/office/drawing/2014/main" id="{54A27A5E-FBE5-43D8-9FDA-9335C1E9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2108" y="1504103"/>
            <a:ext cx="137588" cy="9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FC32A8E9-5361-46FD-A667-3174BE9C30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ebc0423af4d30"/>
          <a:stretch xmlns:a="http://schemas.openxmlformats.org/drawingml/2006/main"/>
        </p:blipFill>
        <p:spPr>
          <a:xfrm xmlns:a="http://schemas.openxmlformats.org/drawingml/2006/main">
            <a:off x="11452304" y="1229009"/>
            <a:ext cx="427803" cy="402725"/>
          </a:xfrm>
          <a:prstGeom xmlns:a="http://schemas.openxmlformats.org/drawingml/2006/main" prst="rect">
            <a:avLst/>
          </a:prstGeom>
        </p:spPr>
      </p:pic>
      <p:sp>
        <p:nvSpPr>
          <p:cNvPr id="266" name="text-244 Landing">
            <a:extLst xmlns:a="http://schemas.openxmlformats.org/drawingml/2006/main">
              <a:ext uri="{FF2B5EF4-FFF2-40B4-BE49-F238E27FC236}">
                <a16:creationId xmlns:a16="http://schemas.microsoft.com/office/drawing/2014/main" id="{BE5D1650-8B51-4A55-80A2-04E8D4F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0951" y="1369567"/>
            <a:ext cx="250187" cy="95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Landing</a:t>
            </a:r>
          </a:p>
        </p:txBody>
      </p:sp>
      <p:sp>
        <p:nvSpPr>
          <p:cNvPr id="267" name="text-245 Landing">
            <a:extLst xmlns:a="http://schemas.openxmlformats.org/drawingml/2006/main">
              <a:ext uri="{FF2B5EF4-FFF2-40B4-BE49-F238E27FC236}">
                <a16:creationId xmlns:a16="http://schemas.microsoft.com/office/drawing/2014/main" id="{505BCC83-1FC1-401C-9C91-044A2AF9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50951" y="1369567"/>
            <a:ext cx="250187" cy="950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Landing</a:t>
            </a:r>
          </a:p>
        </p:txBody>
      </p:sp>
      <p:sp>
        <p:nvSpPr>
          <p:cNvPr id="268" name="text-246 scene">
            <a:extLst xmlns:a="http://schemas.openxmlformats.org/drawingml/2006/main">
              <a:ext uri="{FF2B5EF4-FFF2-40B4-BE49-F238E27FC236}">
                <a16:creationId xmlns:a16="http://schemas.microsoft.com/office/drawing/2014/main" id="{ED6900BB-7EF7-4149-93F0-F9FB19AE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1684" y="1455440"/>
            <a:ext cx="189056" cy="94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sp>
        <p:nvSpPr>
          <p:cNvPr id="269" name="text-247 scene">
            <a:extLst xmlns:a="http://schemas.openxmlformats.org/drawingml/2006/main">
              <a:ext uri="{FF2B5EF4-FFF2-40B4-BE49-F238E27FC236}">
                <a16:creationId xmlns:a16="http://schemas.microsoft.com/office/drawing/2014/main" id="{1E75EC71-8871-448D-93E1-296E305B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1684" y="1455440"/>
            <a:ext cx="189056" cy="94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scene</a:t>
            </a:r>
          </a:p>
        </p:txBody>
      </p:sp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7D85B16-2235-4AB7-AAAB-6E3F4F44DE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1e8ed410b44cc"/>
          <a:stretch xmlns:a="http://schemas.openxmlformats.org/drawingml/2006/main"/>
        </p:blipFill>
        <p:spPr>
          <a:xfrm xmlns:a="http://schemas.openxmlformats.org/drawingml/2006/main">
            <a:off x="12423272" y="912331"/>
            <a:ext cx="265321" cy="195500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F67DB8A2-48B1-4622-BB24-881A37AAFC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dfdb4ccbf40ae"/>
          <a:stretch xmlns:a="http://schemas.openxmlformats.org/drawingml/2006/main"/>
        </p:blipFill>
        <p:spPr>
          <a:xfrm xmlns:a="http://schemas.openxmlformats.org/drawingml/2006/main">
            <a:off x="12539641" y="944914"/>
            <a:ext cx="297904" cy="214119"/>
          </a:xfrm>
          <a:prstGeom xmlns:a="http://schemas.openxmlformats.org/drawingml/2006/main" prst="rect">
            <a:avLst/>
          </a:prstGeom>
        </p:spPr>
      </p:pic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29D6EBD-2053-4A1D-9477-2113886A8F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3efbbe7fc491b"/>
          <a:stretch xmlns:a="http://schemas.openxmlformats.org/drawingml/2006/main"/>
        </p:blipFill>
        <p:spPr>
          <a:xfrm xmlns:a="http://schemas.openxmlformats.org/drawingml/2006/main">
            <a:off x="12702557" y="1000771"/>
            <a:ext cx="297904" cy="209464"/>
          </a:xfrm>
          <a:prstGeom xmlns:a="http://schemas.openxmlformats.org/drawingml/2006/main" prst="rect">
            <a:avLst/>
          </a:prstGeom>
        </p:spPr>
      </p:pic>
      <p:sp>
        <p:nvSpPr>
          <p:cNvPr id="273" name="path-251">
            <a:extLst xmlns:a="http://schemas.openxmlformats.org/drawingml/2006/main">
              <a:ext uri="{FF2B5EF4-FFF2-40B4-BE49-F238E27FC236}">
                <a16:creationId xmlns:a16="http://schemas.microsoft.com/office/drawing/2014/main" id="{BC54E64D-3CD5-4974-BBF8-A0BCEDC6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599" y="901543"/>
            <a:ext cx="608513" cy="313477"/>
          </a:xfrm>
          <a:custGeom xmlns:a="http://schemas.openxmlformats.org/drawingml/2006/main">
            <a:pathLst>
              <a:path w="1245199" h="641466">
                <a:moveTo>
                  <a:pt x="0" y="37731"/>
                </a:moveTo>
                <a:cubicBezTo>
                  <a:pt x="0" y="16893"/>
                  <a:pt x="16893" y="0"/>
                  <a:pt x="37730" y="0"/>
                </a:cubicBezTo>
                <a:lnTo>
                  <a:pt x="1207468" y="0"/>
                </a:lnTo>
                <a:cubicBezTo>
                  <a:pt x="1228306" y="0"/>
                  <a:pt x="1245199" y="16893"/>
                  <a:pt x="1245199" y="37731"/>
                </a:cubicBezTo>
                <a:lnTo>
                  <a:pt x="1245199" y="603736"/>
                </a:lnTo>
                <a:cubicBezTo>
                  <a:pt x="1245199" y="624573"/>
                  <a:pt x="1228306" y="641466"/>
                  <a:pt x="1207468" y="641466"/>
                </a:cubicBezTo>
                <a:lnTo>
                  <a:pt x="37730" y="641466"/>
                </a:lnTo>
                <a:cubicBezTo>
                  <a:pt x="16893" y="641466"/>
                  <a:pt x="0" y="624573"/>
                  <a:pt x="0" y="603736"/>
                </a:cubicBezTo>
                <a:lnTo>
                  <a:pt x="0" y="37731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0078AE"/>
            </a:solidFill>
            <a:prstDash val="solid"/>
          </a:ln>
        </p:spPr>
      </p:sp>
      <p:sp>
        <p:nvSpPr>
          <p:cNvPr id="274" name="path-252">
            <a:extLst xmlns:a="http://schemas.openxmlformats.org/drawingml/2006/main">
              <a:ext uri="{FF2B5EF4-FFF2-40B4-BE49-F238E27FC236}">
                <a16:creationId xmlns:a16="http://schemas.microsoft.com/office/drawing/2014/main" id="{C8D2A727-704E-408B-8E79-B21A1C93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32" y="855443"/>
            <a:ext cx="146099" cy="119858"/>
          </a:xfrm>
          <a:custGeom xmlns:a="http://schemas.openxmlformats.org/drawingml/2006/main">
            <a:pathLst>
              <a:path w="298961" h="245266">
                <a:moveTo>
                  <a:pt x="0" y="66032"/>
                </a:moveTo>
                <a:cubicBezTo>
                  <a:pt x="0" y="29558"/>
                  <a:pt x="29569" y="0"/>
                  <a:pt x="66034" y="0"/>
                </a:cubicBezTo>
                <a:lnTo>
                  <a:pt x="232929" y="0"/>
                </a:lnTo>
                <a:cubicBezTo>
                  <a:pt x="269402" y="0"/>
                  <a:pt x="298961" y="29558"/>
                  <a:pt x="298961" y="66032"/>
                </a:cubicBezTo>
                <a:lnTo>
                  <a:pt x="298961" y="179233"/>
                </a:lnTo>
                <a:cubicBezTo>
                  <a:pt x="298961" y="215695"/>
                  <a:pt x="269402" y="245266"/>
                  <a:pt x="232929" y="245266"/>
                </a:cubicBezTo>
                <a:lnTo>
                  <a:pt x="66034" y="245266"/>
                </a:lnTo>
                <a:cubicBezTo>
                  <a:pt x="29569" y="245266"/>
                  <a:pt x="0" y="215695"/>
                  <a:pt x="0" y="179233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53">
            <a:extLst xmlns:a="http://schemas.openxmlformats.org/drawingml/2006/main">
              <a:ext uri="{FF2B5EF4-FFF2-40B4-BE49-F238E27FC236}">
                <a16:creationId xmlns:a16="http://schemas.microsoft.com/office/drawing/2014/main" id="{806F40C8-1222-40D5-AF56-5A54D1F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32" y="855443"/>
            <a:ext cx="146099" cy="119859"/>
          </a:xfrm>
          <a:custGeom xmlns:a="http://schemas.openxmlformats.org/drawingml/2006/main">
            <a:pathLst>
              <a:path w="298963" h="245266">
                <a:moveTo>
                  <a:pt x="0" y="66033"/>
                </a:moveTo>
                <a:cubicBezTo>
                  <a:pt x="0" y="29564"/>
                  <a:pt x="29564" y="0"/>
                  <a:pt x="66032" y="0"/>
                </a:cubicBezTo>
                <a:lnTo>
                  <a:pt x="232931" y="0"/>
                </a:lnTo>
                <a:cubicBezTo>
                  <a:pt x="269399" y="0"/>
                  <a:pt x="298963" y="29564"/>
                  <a:pt x="298963" y="66033"/>
                </a:cubicBezTo>
                <a:lnTo>
                  <a:pt x="298963" y="179233"/>
                </a:lnTo>
                <a:cubicBezTo>
                  <a:pt x="298963" y="215702"/>
                  <a:pt x="269399" y="245266"/>
                  <a:pt x="232931" y="245266"/>
                </a:cubicBezTo>
                <a:lnTo>
                  <a:pt x="66032" y="245266"/>
                </a:lnTo>
                <a:cubicBezTo>
                  <a:pt x="29564" y="245266"/>
                  <a:pt x="0" y="215702"/>
                  <a:pt x="0" y="179233"/>
                </a:cubicBezTo>
                <a:lnTo>
                  <a:pt x="0" y="66033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0078AE"/>
            </a:solidFill>
            <a:prstDash val="solid"/>
          </a:ln>
        </p:spPr>
      </p:sp>
      <p:sp>
        <p:nvSpPr>
          <p:cNvPr id="276" name="text-254 x3">
            <a:extLst xmlns:a="http://schemas.openxmlformats.org/drawingml/2006/main">
              <a:ext uri="{FF2B5EF4-FFF2-40B4-BE49-F238E27FC236}">
                <a16:creationId xmlns:a16="http://schemas.microsoft.com/office/drawing/2014/main" id="{B8221F9A-4D05-4E8A-A444-51071339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507" y="883226"/>
            <a:ext cx="76835" cy="7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pPr>
            <a:r>
              <a: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277" name="text-255 x3">
            <a:extLst xmlns:a="http://schemas.openxmlformats.org/drawingml/2006/main">
              <a:ext uri="{FF2B5EF4-FFF2-40B4-BE49-F238E27FC236}">
                <a16:creationId xmlns:a16="http://schemas.microsoft.com/office/drawing/2014/main" id="{1779A6A9-A8DF-4748-8FBF-CCBC8B51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5507" y="883226"/>
            <a:ext cx="76835" cy="7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pPr>
            <a:r>
              <a:rPr sz="439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278" name="text-256 →">
            <a:extLst xmlns:a="http://schemas.openxmlformats.org/drawingml/2006/main">
              <a:ext uri="{FF2B5EF4-FFF2-40B4-BE49-F238E27FC236}">
                <a16:creationId xmlns:a16="http://schemas.microsoft.com/office/drawing/2014/main" id="{47F78121-9A3A-4D91-8C58-0EACDF4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6446" y="983299"/>
            <a:ext cx="108811" cy="129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pic>
        <p:nvPic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E951655-B893-4FB7-A1AE-813D6B1D86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d312248054e10"/>
          <a:stretch xmlns:a="http://schemas.openxmlformats.org/drawingml/2006/main"/>
        </p:blipFill>
        <p:spPr>
          <a:xfrm xmlns:a="http://schemas.openxmlformats.org/drawingml/2006/main">
            <a:off x="13265782" y="916986"/>
            <a:ext cx="325833" cy="228083"/>
          </a:xfrm>
          <a:prstGeom xmlns:a="http://schemas.openxmlformats.org/drawingml/2006/main" prst="rect">
            <a:avLst/>
          </a:prstGeom>
        </p:spPr>
      </p:pic>
      <p:sp>
        <p:nvSpPr>
          <p:cNvPr id="280" name="text-258 keep">
            <a:extLst xmlns:a="http://schemas.openxmlformats.org/drawingml/2006/main">
              <a:ext uri="{FF2B5EF4-FFF2-40B4-BE49-F238E27FC236}">
                <a16:creationId xmlns:a16="http://schemas.microsoft.com/office/drawing/2014/main" id="{8405E1B2-CF00-4A85-B950-7339043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9960" y="1151201"/>
            <a:ext cx="118344" cy="70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81" name="text-258 one">
            <a:extLst xmlns:a="http://schemas.openxmlformats.org/drawingml/2006/main">
              <a:ext uri="{FF2B5EF4-FFF2-40B4-BE49-F238E27FC236}">
                <a16:creationId xmlns:a16="http://schemas.microsoft.com/office/drawing/2014/main" id="{667E8FFE-A5C1-40FE-B91F-4D0C463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5179" y="1151061"/>
            <a:ext cx="89785" cy="70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282" name="text-259 keep">
            <a:extLst xmlns:a="http://schemas.openxmlformats.org/drawingml/2006/main">
              <a:ext uri="{FF2B5EF4-FFF2-40B4-BE49-F238E27FC236}">
                <a16:creationId xmlns:a16="http://schemas.microsoft.com/office/drawing/2014/main" id="{D7B0CA66-EB5E-439D-AC54-6CEF2195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9960" y="1151201"/>
            <a:ext cx="118344" cy="70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83" name="text-259 one">
            <a:extLst xmlns:a="http://schemas.openxmlformats.org/drawingml/2006/main">
              <a:ext uri="{FF2B5EF4-FFF2-40B4-BE49-F238E27FC236}">
                <a16:creationId xmlns:a16="http://schemas.microsoft.com/office/drawing/2014/main" id="{2EF42EA2-861C-416C-9205-7855455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45179" y="1151061"/>
            <a:ext cx="89785" cy="70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pic>
        <p:nvPic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5AE88E3-45E3-4A3D-AA8E-0932FEC0E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beaf79dcd479c"/>
          <a:stretch xmlns:a="http://schemas.openxmlformats.org/drawingml/2006/main"/>
        </p:blipFill>
        <p:spPr>
          <a:xfrm xmlns:a="http://schemas.openxmlformats.org/drawingml/2006/main">
            <a:off x="12437236" y="1387116"/>
            <a:ext cx="344452" cy="223428"/>
          </a:xfrm>
          <a:prstGeom xmlns:a="http://schemas.openxmlformats.org/drawingml/2006/main" prst="rect">
            <a:avLst/>
          </a:prstGeom>
        </p:spPr>
      </p:pic>
      <p:pic>
        <p:nvPic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318A812-DC7A-47D0-89FC-4642DD533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07f4f5aa2404a"/>
          <a:stretch xmlns:a="http://schemas.openxmlformats.org/drawingml/2006/main"/>
        </p:blipFill>
        <p:spPr>
          <a:xfrm xmlns:a="http://schemas.openxmlformats.org/drawingml/2006/main">
            <a:off x="12651355" y="1419699"/>
            <a:ext cx="344452" cy="223428"/>
          </a:xfrm>
          <a:prstGeom xmlns:a="http://schemas.openxmlformats.org/drawingml/2006/main" prst="rect">
            <a:avLst/>
          </a:prstGeom>
        </p:spPr>
      </p:pic>
      <p:sp>
        <p:nvSpPr>
          <p:cNvPr id="286" name="path-262">
            <a:extLst xmlns:a="http://schemas.openxmlformats.org/drawingml/2006/main">
              <a:ext uri="{FF2B5EF4-FFF2-40B4-BE49-F238E27FC236}">
                <a16:creationId xmlns:a16="http://schemas.microsoft.com/office/drawing/2014/main" id="{CB528C33-F19A-442A-A202-02A0580F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5599" y="1365094"/>
            <a:ext cx="608513" cy="295037"/>
          </a:xfrm>
          <a:custGeom xmlns:a="http://schemas.openxmlformats.org/drawingml/2006/main">
            <a:pathLst>
              <a:path w="1245199" h="603733">
                <a:moveTo>
                  <a:pt x="0" y="37733"/>
                </a:moveTo>
                <a:cubicBezTo>
                  <a:pt x="0" y="16894"/>
                  <a:pt x="16894" y="0"/>
                  <a:pt x="37733" y="0"/>
                </a:cubicBezTo>
                <a:lnTo>
                  <a:pt x="1207466" y="0"/>
                </a:lnTo>
                <a:cubicBezTo>
                  <a:pt x="1228304" y="0"/>
                  <a:pt x="1245199" y="16894"/>
                  <a:pt x="1245199" y="37733"/>
                </a:cubicBezTo>
                <a:lnTo>
                  <a:pt x="1245199" y="566000"/>
                </a:lnTo>
                <a:cubicBezTo>
                  <a:pt x="1245199" y="586839"/>
                  <a:pt x="1228304" y="603733"/>
                  <a:pt x="1207466" y="603733"/>
                </a:cubicBezTo>
                <a:lnTo>
                  <a:pt x="37733" y="603733"/>
                </a:lnTo>
                <a:cubicBezTo>
                  <a:pt x="16894" y="603733"/>
                  <a:pt x="0" y="586839"/>
                  <a:pt x="0" y="566000"/>
                </a:cubicBezTo>
                <a:lnTo>
                  <a:pt x="0" y="37733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EC432D"/>
            </a:solidFill>
            <a:prstDash val="solid"/>
          </a:ln>
        </p:spPr>
      </p:sp>
      <p:sp>
        <p:nvSpPr>
          <p:cNvPr id="287" name="path-263">
            <a:extLst xmlns:a="http://schemas.openxmlformats.org/drawingml/2006/main">
              <a:ext uri="{FF2B5EF4-FFF2-40B4-BE49-F238E27FC236}">
                <a16:creationId xmlns:a16="http://schemas.microsoft.com/office/drawing/2014/main" id="{7DCA1936-F13E-44C0-A870-15046356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32" y="1328215"/>
            <a:ext cx="139295" cy="119859"/>
          </a:xfrm>
          <a:custGeom xmlns:a="http://schemas.openxmlformats.org/drawingml/2006/main">
            <a:pathLst>
              <a:path w="285038" h="245267">
                <a:moveTo>
                  <a:pt x="0" y="66034"/>
                </a:moveTo>
                <a:cubicBezTo>
                  <a:pt x="0" y="29558"/>
                  <a:pt x="29558" y="0"/>
                  <a:pt x="66034" y="0"/>
                </a:cubicBezTo>
                <a:lnTo>
                  <a:pt x="219004" y="0"/>
                </a:lnTo>
                <a:cubicBezTo>
                  <a:pt x="255467" y="0"/>
                  <a:pt x="285038" y="29558"/>
                  <a:pt x="285038" y="66034"/>
                </a:cubicBezTo>
                <a:lnTo>
                  <a:pt x="285038" y="179233"/>
                </a:lnTo>
                <a:cubicBezTo>
                  <a:pt x="285038" y="215695"/>
                  <a:pt x="255467" y="245267"/>
                  <a:pt x="219004" y="245267"/>
                </a:cubicBezTo>
                <a:lnTo>
                  <a:pt x="66034" y="245267"/>
                </a:lnTo>
                <a:cubicBezTo>
                  <a:pt x="29558" y="245267"/>
                  <a:pt x="0" y="215695"/>
                  <a:pt x="0" y="179233"/>
                </a:cubicBezTo>
                <a:lnTo>
                  <a:pt x="0" y="6603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64">
            <a:extLst xmlns:a="http://schemas.openxmlformats.org/drawingml/2006/main">
              <a:ext uri="{FF2B5EF4-FFF2-40B4-BE49-F238E27FC236}">
                <a16:creationId xmlns:a16="http://schemas.microsoft.com/office/drawing/2014/main" id="{5440547F-CAF0-4C4A-AC8A-098392D4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7232" y="1328215"/>
            <a:ext cx="139292" cy="119859"/>
          </a:xfrm>
          <a:custGeom xmlns:a="http://schemas.openxmlformats.org/drawingml/2006/main">
            <a:pathLst>
              <a:path w="285032" h="245266">
                <a:moveTo>
                  <a:pt x="0" y="66033"/>
                </a:moveTo>
                <a:cubicBezTo>
                  <a:pt x="0" y="29564"/>
                  <a:pt x="29564" y="0"/>
                  <a:pt x="66032" y="0"/>
                </a:cubicBezTo>
                <a:lnTo>
                  <a:pt x="218998" y="0"/>
                </a:lnTo>
                <a:cubicBezTo>
                  <a:pt x="255468" y="0"/>
                  <a:pt x="285032" y="29564"/>
                  <a:pt x="285032" y="66033"/>
                </a:cubicBezTo>
                <a:lnTo>
                  <a:pt x="285032" y="179233"/>
                </a:lnTo>
                <a:cubicBezTo>
                  <a:pt x="285032" y="215703"/>
                  <a:pt x="255468" y="245266"/>
                  <a:pt x="218998" y="245266"/>
                </a:cubicBezTo>
                <a:lnTo>
                  <a:pt x="66032" y="245266"/>
                </a:lnTo>
                <a:cubicBezTo>
                  <a:pt x="29564" y="245266"/>
                  <a:pt x="0" y="215703"/>
                  <a:pt x="0" y="179233"/>
                </a:cubicBezTo>
                <a:lnTo>
                  <a:pt x="0" y="66033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EC432D"/>
            </a:solidFill>
            <a:prstDash val="solid"/>
          </a:ln>
        </p:spPr>
      </p:sp>
      <p:sp>
        <p:nvSpPr>
          <p:cNvPr id="289" name="text-265 →">
            <a:extLst xmlns:a="http://schemas.openxmlformats.org/drawingml/2006/main">
              <a:ext uri="{FF2B5EF4-FFF2-40B4-BE49-F238E27FC236}">
                <a16:creationId xmlns:a16="http://schemas.microsoft.com/office/drawing/2014/main" id="{C0BBC631-C39F-4099-926A-826E432E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6446" y="1449456"/>
            <a:ext cx="108811" cy="1292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7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pic>
        <p:nvPic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957A528E-8AA3-4E97-828E-8B40237576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872f014a84dea"/>
          <a:stretch xmlns:a="http://schemas.openxmlformats.org/drawingml/2006/main"/>
        </p:blipFill>
        <p:spPr>
          <a:xfrm xmlns:a="http://schemas.openxmlformats.org/drawingml/2006/main">
            <a:off x="13270437" y="1405735"/>
            <a:ext cx="325833" cy="228083"/>
          </a:xfrm>
          <a:prstGeom xmlns:a="http://schemas.openxmlformats.org/drawingml/2006/main" prst="rect">
            <a:avLst/>
          </a:prstGeom>
        </p:spPr>
      </p:pic>
      <p:sp>
        <p:nvSpPr>
          <p:cNvPr id="291" name="text-267 keep">
            <a:extLst xmlns:a="http://schemas.openxmlformats.org/drawingml/2006/main">
              <a:ext uri="{FF2B5EF4-FFF2-40B4-BE49-F238E27FC236}">
                <a16:creationId xmlns:a16="http://schemas.microsoft.com/office/drawing/2014/main" id="{D5FED094-EF03-438D-9FB2-80A4DFB4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6445" y="1632111"/>
            <a:ext cx="118344" cy="70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92" name="text-267 one">
            <a:extLst xmlns:a="http://schemas.openxmlformats.org/drawingml/2006/main">
              <a:ext uri="{FF2B5EF4-FFF2-40B4-BE49-F238E27FC236}">
                <a16:creationId xmlns:a16="http://schemas.microsoft.com/office/drawing/2014/main" id="{1EF33BD2-09B5-417C-B36C-9B17B114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1663" y="1631972"/>
            <a:ext cx="89785" cy="70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293" name="text-268 keep">
            <a:extLst xmlns:a="http://schemas.openxmlformats.org/drawingml/2006/main">
              <a:ext uri="{FF2B5EF4-FFF2-40B4-BE49-F238E27FC236}">
                <a16:creationId xmlns:a16="http://schemas.microsoft.com/office/drawing/2014/main" id="{670B5A49-2999-49EE-A454-8F8D654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6445" y="1632111"/>
            <a:ext cx="118344" cy="70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7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keep</a:t>
            </a:r>
          </a:p>
        </p:txBody>
      </p:sp>
      <p:sp>
        <p:nvSpPr>
          <p:cNvPr id="294" name="text-268 one">
            <a:extLst xmlns:a="http://schemas.openxmlformats.org/drawingml/2006/main">
              <a:ext uri="{FF2B5EF4-FFF2-40B4-BE49-F238E27FC236}">
                <a16:creationId xmlns:a16="http://schemas.microsoft.com/office/drawing/2014/main" id="{D5BAB636-EE82-4831-AD22-74AE74D3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1663" y="1631972"/>
            <a:ext cx="89785" cy="707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98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CB73BA59-9C8D-440C-9B67-6883065821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cc9f841f942c8"/>
          <a:stretch xmlns:a="http://schemas.openxmlformats.org/drawingml/2006/main"/>
        </p:blipFill>
        <p:spPr>
          <a:xfrm xmlns:a="http://schemas.openxmlformats.org/drawingml/2006/main">
            <a:off x="8457424" y="2332030"/>
            <a:ext cx="493404" cy="377035"/>
          </a:xfrm>
          <a:prstGeom xmlns:a="http://schemas.openxmlformats.org/drawingml/2006/main" prst="rect">
            <a:avLst/>
          </a:prstGeom>
        </p:spPr>
      </p:pic>
      <p:pic>
        <p:nvPic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DB9C6130-E3C7-4BC5-B3AB-C64DB9F1AA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04510bc6e4567"/>
          <a:stretch xmlns:a="http://schemas.openxmlformats.org/drawingml/2006/main"/>
        </p:blipFill>
        <p:spPr>
          <a:xfrm xmlns:a="http://schemas.openxmlformats.org/drawingml/2006/main">
            <a:off x="9388374" y="2332030"/>
            <a:ext cx="484094" cy="377035"/>
          </a:xfrm>
          <a:prstGeom xmlns:a="http://schemas.openxmlformats.org/drawingml/2006/main" prst="rect">
            <a:avLst/>
          </a:prstGeom>
        </p:spPr>
      </p:pic>
      <p:pic>
        <p:nvPic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97B66BF5-FE3F-4623-A1A2-F86C3BE47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7d7efd62447f6"/>
          <a:stretch xmlns:a="http://schemas.openxmlformats.org/drawingml/2006/main"/>
        </p:blipFill>
        <p:spPr>
          <a:xfrm xmlns:a="http://schemas.openxmlformats.org/drawingml/2006/main">
            <a:off x="7996604" y="2332030"/>
            <a:ext cx="488749" cy="377035"/>
          </a:xfrm>
          <a:prstGeom xmlns:a="http://schemas.openxmlformats.org/drawingml/2006/main" prst="rect">
            <a:avLst/>
          </a:prstGeom>
        </p:spPr>
      </p:pic>
      <p:pic>
        <p:nvPic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5E1C5AC4-9101-4158-B77F-73A93C414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961286fcf43dd"/>
          <a:stretch xmlns:a="http://schemas.openxmlformats.org/drawingml/2006/main"/>
        </p:blipFill>
        <p:spPr>
          <a:xfrm xmlns:a="http://schemas.openxmlformats.org/drawingml/2006/main">
            <a:off x="8922899" y="2332030"/>
            <a:ext cx="488749" cy="377035"/>
          </a:xfrm>
          <a:prstGeom xmlns:a="http://schemas.openxmlformats.org/drawingml/2006/main" prst="rect">
            <a:avLst/>
          </a:prstGeom>
        </p:spPr>
      </p:pic>
      <p:pic>
        <p:nvPic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5AE671B9-1525-40D2-A57F-95F6B3005B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24d16627f403c"/>
          <a:stretch xmlns:a="http://schemas.openxmlformats.org/drawingml/2006/main"/>
        </p:blipFill>
        <p:spPr>
          <a:xfrm xmlns:a="http://schemas.openxmlformats.org/drawingml/2006/main">
            <a:off x="9853850" y="2332030"/>
            <a:ext cx="493404" cy="377035"/>
          </a:xfrm>
          <a:prstGeom xmlns:a="http://schemas.openxmlformats.org/drawingml/2006/main" prst="rect">
            <a:avLst/>
          </a:prstGeom>
        </p:spPr>
      </p:pic>
      <p:pic>
        <p:nvPic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56BA3250-034C-404D-A5C8-A002CCB50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d25f5877e4f21"/>
          <a:stretch xmlns:a="http://schemas.openxmlformats.org/drawingml/2006/main"/>
        </p:blipFill>
        <p:spPr>
          <a:xfrm xmlns:a="http://schemas.openxmlformats.org/drawingml/2006/main">
            <a:off x="8001259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2F2DA5F9-8D67-4F8F-B5DE-3FEF504A5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73d68acf422e"/>
          <a:stretch xmlns:a="http://schemas.openxmlformats.org/drawingml/2006/main"/>
        </p:blipFill>
        <p:spPr>
          <a:xfrm xmlns:a="http://schemas.openxmlformats.org/drawingml/2006/main">
            <a:off x="8271234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F0A49157-A0A5-4DBE-9034-A5F681AF37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c23adf09a4342"/>
          <a:stretch xmlns:a="http://schemas.openxmlformats.org/drawingml/2006/main"/>
        </p:blipFill>
        <p:spPr>
          <a:xfrm xmlns:a="http://schemas.openxmlformats.org/drawingml/2006/main">
            <a:off x="8541210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1BC4BD42-6F82-4E0B-A68E-3CFB0920A6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670daa8fe4d0d"/>
          <a:stretch xmlns:a="http://schemas.openxmlformats.org/drawingml/2006/main"/>
        </p:blipFill>
        <p:spPr>
          <a:xfrm xmlns:a="http://schemas.openxmlformats.org/drawingml/2006/main">
            <a:off x="8811185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B4EA63F-8B93-46F9-AE1F-1236C4E0D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881a99ba04be2"/>
          <a:stretch xmlns:a="http://schemas.openxmlformats.org/drawingml/2006/main"/>
        </p:blipFill>
        <p:spPr>
          <a:xfrm xmlns:a="http://schemas.openxmlformats.org/drawingml/2006/main">
            <a:off x="9076506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9E1173A9-F44D-4CAD-8EB9-0A38B07429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6168ce3f84d36"/>
          <a:stretch xmlns:a="http://schemas.openxmlformats.org/drawingml/2006/main"/>
        </p:blipFill>
        <p:spPr>
          <a:xfrm xmlns:a="http://schemas.openxmlformats.org/drawingml/2006/main">
            <a:off x="9346482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BDE86728-49B5-4DC0-A028-C4E0B087D6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05bfce5dc41b9"/>
          <a:stretch xmlns:a="http://schemas.openxmlformats.org/drawingml/2006/main"/>
        </p:blipFill>
        <p:spPr>
          <a:xfrm xmlns:a="http://schemas.openxmlformats.org/drawingml/2006/main">
            <a:off x="9616457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28F66D16-A6C8-4B51-92FB-86F56F89A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661904649491b"/>
          <a:stretch xmlns:a="http://schemas.openxmlformats.org/drawingml/2006/main"/>
        </p:blipFill>
        <p:spPr>
          <a:xfrm xmlns:a="http://schemas.openxmlformats.org/drawingml/2006/main">
            <a:off x="9853850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56B832B4-2715-44CE-857B-5508874567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3394a8079466b"/>
          <a:stretch xmlns:a="http://schemas.openxmlformats.org/drawingml/2006/main"/>
        </p:blipFill>
        <p:spPr>
          <a:xfrm xmlns:a="http://schemas.openxmlformats.org/drawingml/2006/main">
            <a:off x="10123825" y="2513566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E887818-BD5D-474E-B6C3-575135573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0d02e7f9a467f"/>
          <a:stretch xmlns:a="http://schemas.openxmlformats.org/drawingml/2006/main"/>
        </p:blipFill>
        <p:spPr>
          <a:xfrm xmlns:a="http://schemas.openxmlformats.org/drawingml/2006/main">
            <a:off x="8001259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401E823C-3230-4396-B449-6F98496A4B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6b3f73e7b4d55"/>
          <a:stretch xmlns:a="http://schemas.openxmlformats.org/drawingml/2006/main"/>
        </p:blipFill>
        <p:spPr>
          <a:xfrm xmlns:a="http://schemas.openxmlformats.org/drawingml/2006/main">
            <a:off x="8271234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5D9A21F-14C9-4476-A775-AAC9A9ACF4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c0254228449d0"/>
          <a:stretch xmlns:a="http://schemas.openxmlformats.org/drawingml/2006/main"/>
        </p:blipFill>
        <p:spPr>
          <a:xfrm xmlns:a="http://schemas.openxmlformats.org/drawingml/2006/main">
            <a:off x="8541210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BEFD66F-D4EB-4D3E-B7F4-F452FFE806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f19f189f44abf"/>
          <a:stretch xmlns:a="http://schemas.openxmlformats.org/drawingml/2006/main"/>
        </p:blipFill>
        <p:spPr>
          <a:xfrm xmlns:a="http://schemas.openxmlformats.org/drawingml/2006/main">
            <a:off x="8811185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C34C7F23-341D-418A-9E6B-FB3C1FDF5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c32a15f6d4754"/>
          <a:stretch xmlns:a="http://schemas.openxmlformats.org/drawingml/2006/main"/>
        </p:blipFill>
        <p:spPr>
          <a:xfrm xmlns:a="http://schemas.openxmlformats.org/drawingml/2006/main">
            <a:off x="9076506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24C03A98-6791-48F2-B550-666177B8BE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8d20718e647ae"/>
          <a:stretch xmlns:a="http://schemas.openxmlformats.org/drawingml/2006/main"/>
        </p:blipFill>
        <p:spPr>
          <a:xfrm xmlns:a="http://schemas.openxmlformats.org/drawingml/2006/main">
            <a:off x="9346482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E3568D8B-135E-4C92-9614-2A4C9A32EA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3971595d2495d"/>
          <a:stretch xmlns:a="http://schemas.openxmlformats.org/drawingml/2006/main"/>
        </p:blipFill>
        <p:spPr>
          <a:xfrm xmlns:a="http://schemas.openxmlformats.org/drawingml/2006/main">
            <a:off x="9616457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5FE0626-1D4C-4BF9-8C7D-0A78D8D912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eedb260ca44a7"/>
          <a:stretch xmlns:a="http://schemas.openxmlformats.org/drawingml/2006/main"/>
        </p:blipFill>
        <p:spPr>
          <a:xfrm xmlns:a="http://schemas.openxmlformats.org/drawingml/2006/main">
            <a:off x="9853850" y="2113257"/>
            <a:ext cx="335142" cy="293249"/>
          </a:xfrm>
          <a:prstGeom xmlns:a="http://schemas.openxmlformats.org/drawingml/2006/main" prst="rect">
            <a:avLst/>
          </a:prstGeom>
        </p:spPr>
      </p:pic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7FA6C750-91B0-4DCB-B842-85C5DF6EF8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c27dafa954f79"/>
          <a:stretch xmlns:a="http://schemas.openxmlformats.org/drawingml/2006/main"/>
        </p:blipFill>
        <p:spPr>
          <a:xfrm xmlns:a="http://schemas.openxmlformats.org/drawingml/2006/main">
            <a:off x="10123825" y="2113257"/>
            <a:ext cx="335142" cy="293249"/>
          </a:xfrm>
          <a:prstGeom xmlns:a="http://schemas.openxmlformats.org/drawingml/2006/main" prst="rect">
            <a:avLst/>
          </a:prstGeom>
        </p:spPr>
      </p:pic>
      <p:sp>
        <p:nvSpPr>
          <p:cNvPr id="318" name="path-292">
            <a:extLst xmlns:a="http://schemas.openxmlformats.org/drawingml/2006/main">
              <a:ext uri="{FF2B5EF4-FFF2-40B4-BE49-F238E27FC236}">
                <a16:creationId xmlns:a16="http://schemas.microsoft.com/office/drawing/2014/main" id="{EE021811-89AF-4A81-ABAE-9CB62F97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260" y="2339816"/>
            <a:ext cx="693298" cy="373953"/>
          </a:xfrm>
          <a:custGeom xmlns:a="http://schemas.openxmlformats.org/drawingml/2006/main">
            <a:pathLst>
              <a:path w="1418692" h="765219">
                <a:moveTo>
                  <a:pt x="0" y="29431"/>
                </a:moveTo>
                <a:cubicBezTo>
                  <a:pt x="0" y="13181"/>
                  <a:pt x="13177" y="0"/>
                  <a:pt x="29431" y="0"/>
                </a:cubicBezTo>
                <a:lnTo>
                  <a:pt x="1389261" y="0"/>
                </a:lnTo>
                <a:cubicBezTo>
                  <a:pt x="1405516" y="0"/>
                  <a:pt x="1418692" y="13181"/>
                  <a:pt x="1418692" y="29431"/>
                </a:cubicBezTo>
                <a:lnTo>
                  <a:pt x="1418692" y="735786"/>
                </a:lnTo>
                <a:cubicBezTo>
                  <a:pt x="1418692" y="752037"/>
                  <a:pt x="1405516" y="765219"/>
                  <a:pt x="1389261" y="765219"/>
                </a:cubicBezTo>
                <a:lnTo>
                  <a:pt x="29431" y="765219"/>
                </a:lnTo>
                <a:cubicBezTo>
                  <a:pt x="13177" y="765219"/>
                  <a:pt x="0" y="752037"/>
                  <a:pt x="0" y="735786"/>
                </a:cubicBezTo>
                <a:lnTo>
                  <a:pt x="0" y="29431"/>
                </a:lnTo>
              </a:path>
            </a:pathLst>
          </a:custGeom>
          <a:solidFill xmlns:a="http://schemas.openxmlformats.org/drawingml/2006/main">
            <a:srgbClr val="EEFAF0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293">
            <a:extLst xmlns:a="http://schemas.openxmlformats.org/drawingml/2006/main">
              <a:ext uri="{FF2B5EF4-FFF2-40B4-BE49-F238E27FC236}">
                <a16:creationId xmlns:a16="http://schemas.microsoft.com/office/drawing/2014/main" id="{AF4E5062-9D68-43FB-B419-6673987F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260" y="2339816"/>
            <a:ext cx="693296" cy="373951"/>
          </a:xfrm>
          <a:custGeom xmlns:a="http://schemas.openxmlformats.org/drawingml/2006/main">
            <a:pathLst>
              <a:path w="1418690" h="765214">
                <a:moveTo>
                  <a:pt x="0" y="29431"/>
                </a:moveTo>
                <a:cubicBezTo>
                  <a:pt x="0" y="13177"/>
                  <a:pt x="13177" y="0"/>
                  <a:pt x="29430" y="0"/>
                </a:cubicBezTo>
                <a:lnTo>
                  <a:pt x="1389260" y="0"/>
                </a:lnTo>
                <a:cubicBezTo>
                  <a:pt x="1405514" y="0"/>
                  <a:pt x="1418690" y="13177"/>
                  <a:pt x="1418690" y="29431"/>
                </a:cubicBezTo>
                <a:lnTo>
                  <a:pt x="1418690" y="735784"/>
                </a:lnTo>
                <a:cubicBezTo>
                  <a:pt x="1418690" y="752038"/>
                  <a:pt x="1405514" y="765214"/>
                  <a:pt x="1389260" y="765214"/>
                </a:cubicBezTo>
                <a:lnTo>
                  <a:pt x="29430" y="765214"/>
                </a:lnTo>
                <a:cubicBezTo>
                  <a:pt x="13177" y="765214"/>
                  <a:pt x="0" y="752038"/>
                  <a:pt x="0" y="735784"/>
                </a:cubicBezTo>
                <a:lnTo>
                  <a:pt x="0" y="29431"/>
                </a:lnTo>
              </a:path>
            </a:pathLst>
          </a:custGeom>
          <a:noFill xmlns:a="http://schemas.openxmlformats.org/drawingml/2006/main"/>
          <a:ln xmlns:a="http://schemas.openxmlformats.org/drawingml/2006/main" w="5532">
            <a:solidFill>
              <a:srgbClr val="2F843F"/>
            </a:solidFill>
            <a:prstDash val="solid"/>
          </a:ln>
        </p:spPr>
      </p:sp>
      <p:sp>
        <p:nvSpPr>
          <p:cNvPr id="320" name="path-294">
            <a:extLst xmlns:a="http://schemas.openxmlformats.org/drawingml/2006/main">
              <a:ext uri="{FF2B5EF4-FFF2-40B4-BE49-F238E27FC236}">
                <a16:creationId xmlns:a16="http://schemas.microsoft.com/office/drawing/2014/main" id="{7A8740F1-1E49-4DAA-9AC6-13262DF8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494" y="2339816"/>
            <a:ext cx="595861" cy="370990"/>
          </a:xfrm>
          <a:custGeom xmlns:a="http://schemas.openxmlformats.org/drawingml/2006/main">
            <a:pathLst>
              <a:path w="1219308" h="759156">
                <a:moveTo>
                  <a:pt x="0" y="29193"/>
                </a:moveTo>
                <a:cubicBezTo>
                  <a:pt x="0" y="13068"/>
                  <a:pt x="13072" y="0"/>
                  <a:pt x="29197" y="0"/>
                </a:cubicBezTo>
                <a:lnTo>
                  <a:pt x="1190112" y="0"/>
                </a:lnTo>
                <a:cubicBezTo>
                  <a:pt x="1206236" y="0"/>
                  <a:pt x="1219308" y="13068"/>
                  <a:pt x="1219308" y="29193"/>
                </a:cubicBezTo>
                <a:lnTo>
                  <a:pt x="1219308" y="729951"/>
                </a:lnTo>
                <a:cubicBezTo>
                  <a:pt x="1219308" y="746075"/>
                  <a:pt x="1206236" y="759156"/>
                  <a:pt x="1190112" y="759156"/>
                </a:cubicBezTo>
                <a:lnTo>
                  <a:pt x="29197" y="759156"/>
                </a:lnTo>
                <a:cubicBezTo>
                  <a:pt x="13072" y="759156"/>
                  <a:pt x="0" y="746075"/>
                  <a:pt x="0" y="729951"/>
                </a:cubicBezTo>
                <a:lnTo>
                  <a:pt x="0" y="29193"/>
                </a:lnTo>
              </a:path>
            </a:pathLst>
          </a:custGeom>
          <a:solidFill xmlns:a="http://schemas.openxmlformats.org/drawingml/2006/main">
            <a:srgbClr val="EEF7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295">
            <a:extLst xmlns:a="http://schemas.openxmlformats.org/drawingml/2006/main">
              <a:ext uri="{FF2B5EF4-FFF2-40B4-BE49-F238E27FC236}">
                <a16:creationId xmlns:a16="http://schemas.microsoft.com/office/drawing/2014/main" id="{2A1C45D7-6738-49C5-89F3-7B7C129F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9494" y="2339816"/>
            <a:ext cx="595861" cy="370987"/>
          </a:xfrm>
          <a:custGeom xmlns:a="http://schemas.openxmlformats.org/drawingml/2006/main">
            <a:pathLst>
              <a:path w="1219308" h="759150">
                <a:moveTo>
                  <a:pt x="0" y="29197"/>
                </a:moveTo>
                <a:cubicBezTo>
                  <a:pt x="0" y="13072"/>
                  <a:pt x="13072" y="0"/>
                  <a:pt x="29197" y="0"/>
                </a:cubicBezTo>
                <a:lnTo>
                  <a:pt x="1190110" y="0"/>
                </a:lnTo>
                <a:cubicBezTo>
                  <a:pt x="1206236" y="0"/>
                  <a:pt x="1219308" y="13072"/>
                  <a:pt x="1219308" y="29197"/>
                </a:cubicBezTo>
                <a:lnTo>
                  <a:pt x="1219308" y="729953"/>
                </a:lnTo>
                <a:cubicBezTo>
                  <a:pt x="1219308" y="746078"/>
                  <a:pt x="1206236" y="759150"/>
                  <a:pt x="1190110" y="759150"/>
                </a:cubicBezTo>
                <a:lnTo>
                  <a:pt x="29197" y="759150"/>
                </a:lnTo>
                <a:cubicBezTo>
                  <a:pt x="13072" y="759150"/>
                  <a:pt x="0" y="746078"/>
                  <a:pt x="0" y="729953"/>
                </a:cubicBezTo>
                <a:lnTo>
                  <a:pt x="0" y="29197"/>
                </a:lnTo>
              </a:path>
            </a:pathLst>
          </a:custGeom>
          <a:noFill xmlns:a="http://schemas.openxmlformats.org/drawingml/2006/main"/>
          <a:ln xmlns:a="http://schemas.openxmlformats.org/drawingml/2006/main" w="5532">
            <a:solidFill>
              <a:srgbClr val="1A56B4"/>
            </a:solidFill>
            <a:prstDash val="solid"/>
          </a:ln>
        </p:spPr>
      </p:sp>
      <p:sp>
        <p:nvSpPr>
          <p:cNvPr id="322" name="path-296">
            <a:extLst xmlns:a="http://schemas.openxmlformats.org/drawingml/2006/main">
              <a:ext uri="{FF2B5EF4-FFF2-40B4-BE49-F238E27FC236}">
                <a16:creationId xmlns:a16="http://schemas.microsoft.com/office/drawing/2014/main" id="{91115ACD-2DD8-49CE-992E-F473874F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970" y="2337087"/>
            <a:ext cx="702078" cy="369288"/>
          </a:xfrm>
          <a:custGeom xmlns:a="http://schemas.openxmlformats.org/drawingml/2006/main">
            <a:pathLst>
              <a:path w="1436659" h="755672">
                <a:moveTo>
                  <a:pt x="0" y="29053"/>
                </a:moveTo>
                <a:cubicBezTo>
                  <a:pt x="0" y="13005"/>
                  <a:pt x="13012" y="0"/>
                  <a:pt x="29064" y="0"/>
                </a:cubicBezTo>
                <a:lnTo>
                  <a:pt x="1407596" y="0"/>
                </a:lnTo>
                <a:cubicBezTo>
                  <a:pt x="1423647" y="0"/>
                  <a:pt x="1436659" y="13005"/>
                  <a:pt x="1436659" y="29053"/>
                </a:cubicBezTo>
                <a:lnTo>
                  <a:pt x="1436659" y="726604"/>
                </a:lnTo>
                <a:cubicBezTo>
                  <a:pt x="1436659" y="742654"/>
                  <a:pt x="1423647" y="755672"/>
                  <a:pt x="1407596" y="755672"/>
                </a:cubicBezTo>
                <a:lnTo>
                  <a:pt x="29064" y="755672"/>
                </a:lnTo>
                <a:cubicBezTo>
                  <a:pt x="13012" y="755672"/>
                  <a:pt x="0" y="742654"/>
                  <a:pt x="0" y="726604"/>
                </a:cubicBezTo>
                <a:lnTo>
                  <a:pt x="0" y="29053"/>
                </a:lnTo>
              </a:path>
            </a:pathLst>
          </a:custGeom>
          <a:solidFill xmlns:a="http://schemas.openxmlformats.org/drawingml/2006/main">
            <a:srgbClr val="FFF2E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297">
            <a:extLst xmlns:a="http://schemas.openxmlformats.org/drawingml/2006/main">
              <a:ext uri="{FF2B5EF4-FFF2-40B4-BE49-F238E27FC236}">
                <a16:creationId xmlns:a16="http://schemas.microsoft.com/office/drawing/2014/main" id="{D2C3639C-2F54-4FD0-99E6-C586B15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970" y="2337087"/>
            <a:ext cx="702078" cy="369289"/>
          </a:xfrm>
          <a:custGeom xmlns:a="http://schemas.openxmlformats.org/drawingml/2006/main">
            <a:pathLst>
              <a:path w="1436659" h="755674">
                <a:moveTo>
                  <a:pt x="0" y="29063"/>
                </a:moveTo>
                <a:cubicBezTo>
                  <a:pt x="0" y="13012"/>
                  <a:pt x="13012" y="0"/>
                  <a:pt x="29064" y="0"/>
                </a:cubicBezTo>
                <a:lnTo>
                  <a:pt x="1407596" y="0"/>
                </a:lnTo>
                <a:cubicBezTo>
                  <a:pt x="1423649" y="0"/>
                  <a:pt x="1436659" y="13012"/>
                  <a:pt x="1436659" y="29063"/>
                </a:cubicBezTo>
                <a:lnTo>
                  <a:pt x="1436659" y="726610"/>
                </a:lnTo>
                <a:cubicBezTo>
                  <a:pt x="1436659" y="742662"/>
                  <a:pt x="1423649" y="755674"/>
                  <a:pt x="1407596" y="755674"/>
                </a:cubicBezTo>
                <a:lnTo>
                  <a:pt x="29064" y="755674"/>
                </a:lnTo>
                <a:cubicBezTo>
                  <a:pt x="13012" y="755674"/>
                  <a:pt x="0" y="742662"/>
                  <a:pt x="0" y="726610"/>
                </a:cubicBezTo>
                <a:lnTo>
                  <a:pt x="0" y="29063"/>
                </a:lnTo>
              </a:path>
            </a:pathLst>
          </a:custGeom>
          <a:noFill xmlns:a="http://schemas.openxmlformats.org/drawingml/2006/main"/>
          <a:ln xmlns:a="http://schemas.openxmlformats.org/drawingml/2006/main" w="5532">
            <a:solidFill>
              <a:srgbClr val="DF6923"/>
            </a:solidFill>
            <a:prstDash val="solid"/>
          </a:ln>
        </p:spPr>
      </p:sp>
      <p:sp>
        <p:nvSpPr>
          <p:cNvPr id="324" name="path-298">
            <a:extLst xmlns:a="http://schemas.openxmlformats.org/drawingml/2006/main">
              <a:ext uri="{FF2B5EF4-FFF2-40B4-BE49-F238E27FC236}">
                <a16:creationId xmlns:a16="http://schemas.microsoft.com/office/drawing/2014/main" id="{8780E827-5CB7-407D-A220-42931DDE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995" y="2339816"/>
            <a:ext cx="305178" cy="363824"/>
          </a:xfrm>
          <a:custGeom xmlns:a="http://schemas.openxmlformats.org/drawingml/2006/main">
            <a:pathLst>
              <a:path w="624485" h="744491">
                <a:moveTo>
                  <a:pt x="0" y="24025"/>
                </a:moveTo>
                <a:cubicBezTo>
                  <a:pt x="0" y="10754"/>
                  <a:pt x="10755" y="0"/>
                  <a:pt x="24019" y="0"/>
                </a:cubicBezTo>
                <a:lnTo>
                  <a:pt x="600466" y="0"/>
                </a:lnTo>
                <a:cubicBezTo>
                  <a:pt x="613731" y="0"/>
                  <a:pt x="624485" y="10754"/>
                  <a:pt x="624485" y="24025"/>
                </a:cubicBezTo>
                <a:lnTo>
                  <a:pt x="624485" y="720479"/>
                </a:lnTo>
                <a:cubicBezTo>
                  <a:pt x="624485" y="733750"/>
                  <a:pt x="613731" y="744491"/>
                  <a:pt x="600466" y="744491"/>
                </a:cubicBezTo>
                <a:lnTo>
                  <a:pt x="24019" y="744491"/>
                </a:lnTo>
                <a:cubicBezTo>
                  <a:pt x="10755" y="744491"/>
                  <a:pt x="0" y="733750"/>
                  <a:pt x="0" y="720479"/>
                </a:cubicBezTo>
                <a:lnTo>
                  <a:pt x="0" y="24025"/>
                </a:lnTo>
              </a:path>
            </a:pathLst>
          </a:custGeom>
          <a:solidFill xmlns:a="http://schemas.openxmlformats.org/drawingml/2006/main">
            <a:srgbClr val="F7F1FF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299">
            <a:extLst xmlns:a="http://schemas.openxmlformats.org/drawingml/2006/main">
              <a:ext uri="{FF2B5EF4-FFF2-40B4-BE49-F238E27FC236}">
                <a16:creationId xmlns:a16="http://schemas.microsoft.com/office/drawing/2014/main" id="{3E9A7765-DFA2-4851-9819-D4EA6FC0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995" y="2339816"/>
            <a:ext cx="305177" cy="363825"/>
          </a:xfrm>
          <a:custGeom xmlns:a="http://schemas.openxmlformats.org/drawingml/2006/main">
            <a:pathLst>
              <a:path w="624482" h="744495">
                <a:moveTo>
                  <a:pt x="0" y="24017"/>
                </a:moveTo>
                <a:cubicBezTo>
                  <a:pt x="0" y="10753"/>
                  <a:pt x="10754" y="0"/>
                  <a:pt x="24017" y="0"/>
                </a:cubicBezTo>
                <a:lnTo>
                  <a:pt x="600465" y="0"/>
                </a:lnTo>
                <a:cubicBezTo>
                  <a:pt x="613730" y="0"/>
                  <a:pt x="624482" y="10753"/>
                  <a:pt x="624482" y="24017"/>
                </a:cubicBezTo>
                <a:lnTo>
                  <a:pt x="624482" y="720477"/>
                </a:lnTo>
                <a:cubicBezTo>
                  <a:pt x="624482" y="733742"/>
                  <a:pt x="613730" y="744495"/>
                  <a:pt x="600465" y="744495"/>
                </a:cubicBezTo>
                <a:lnTo>
                  <a:pt x="24017" y="744495"/>
                </a:lnTo>
                <a:cubicBezTo>
                  <a:pt x="10754" y="744495"/>
                  <a:pt x="0" y="733742"/>
                  <a:pt x="0" y="720477"/>
                </a:cubicBezTo>
                <a:lnTo>
                  <a:pt x="0" y="24017"/>
                </a:lnTo>
              </a:path>
            </a:pathLst>
          </a:custGeom>
          <a:noFill xmlns:a="http://schemas.openxmlformats.org/drawingml/2006/main"/>
          <a:ln xmlns:a="http://schemas.openxmlformats.org/drawingml/2006/main" w="5532">
            <a:solidFill>
              <a:srgbClr val="683AA8"/>
            </a:solidFill>
            <a:prstDash val="solid"/>
          </a:ln>
        </p:spPr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2F864542-0B02-44F6-B10D-EC2E5E67D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388ba488064c15"/>
          <a:stretch xmlns:a="http://schemas.openxmlformats.org/drawingml/2006/main"/>
        </p:blipFill>
        <p:spPr>
          <a:xfrm xmlns:a="http://schemas.openxmlformats.org/drawingml/2006/main">
            <a:off x="8018077" y="2782377"/>
            <a:ext cx="575322" cy="541392"/>
          </a:xfrm>
          <a:prstGeom xmlns:a="http://schemas.openxmlformats.org/drawingml/2006/main" prst="rect">
            <a:avLst/>
          </a:prstGeom>
        </p:spPr>
      </p:pic>
      <p:sp>
        <p:nvSpPr>
          <p:cNvPr id="327" name="text-301 Opening">
            <a:extLst xmlns:a="http://schemas.openxmlformats.org/drawingml/2006/main">
              <a:ext uri="{FF2B5EF4-FFF2-40B4-BE49-F238E27FC236}">
                <a16:creationId xmlns:a16="http://schemas.microsoft.com/office/drawing/2014/main" id="{296EBE91-65D7-4BAC-990F-CD25474B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169" y="3032385"/>
            <a:ext cx="264754" cy="94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Opening</a:t>
            </a:r>
          </a:p>
        </p:txBody>
      </p:sp>
      <p:sp>
        <p:nvSpPr>
          <p:cNvPr id="328" name="text-302 Opening">
            <a:extLst xmlns:a="http://schemas.openxmlformats.org/drawingml/2006/main">
              <a:ext uri="{FF2B5EF4-FFF2-40B4-BE49-F238E27FC236}">
                <a16:creationId xmlns:a16="http://schemas.microsoft.com/office/drawing/2014/main" id="{41AF6907-703F-44DB-867C-0713A997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1169" y="3032385"/>
            <a:ext cx="264754" cy="94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Opening</a:t>
            </a:r>
          </a:p>
        </p:txBody>
      </p:sp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4294BEE7-38A0-4834-A48F-B11C2AF228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5c33812ca4b18"/>
          <a:stretch xmlns:a="http://schemas.openxmlformats.org/drawingml/2006/main"/>
        </p:blipFill>
        <p:spPr>
          <a:xfrm xmlns:a="http://schemas.openxmlformats.org/drawingml/2006/main">
            <a:off x="8622902" y="2782377"/>
            <a:ext cx="566470" cy="531066"/>
          </a:xfrm>
          <a:prstGeom xmlns:a="http://schemas.openxmlformats.org/drawingml/2006/main" prst="rect">
            <a:avLst/>
          </a:prstGeom>
        </p:spPr>
      </p:pic>
      <p:sp>
        <p:nvSpPr>
          <p:cNvPr id="330" name="text-304 Business">
            <a:extLst xmlns:a="http://schemas.openxmlformats.org/drawingml/2006/main">
              <a:ext uri="{FF2B5EF4-FFF2-40B4-BE49-F238E27FC236}">
                <a16:creationId xmlns:a16="http://schemas.microsoft.com/office/drawing/2014/main" id="{3B317EB4-BACB-446E-B6DA-80229EF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958" y="3026230"/>
            <a:ext cx="280949" cy="95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Business</a:t>
            </a:r>
          </a:p>
        </p:txBody>
      </p:sp>
      <p:sp>
        <p:nvSpPr>
          <p:cNvPr id="331" name="text-305 Business">
            <a:extLst xmlns:a="http://schemas.openxmlformats.org/drawingml/2006/main">
              <a:ext uri="{FF2B5EF4-FFF2-40B4-BE49-F238E27FC236}">
                <a16:creationId xmlns:a16="http://schemas.microsoft.com/office/drawing/2014/main" id="{9FFA9B83-7D47-4648-BF91-17A640E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5958" y="3026230"/>
            <a:ext cx="280949" cy="950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Business</a:t>
            </a:r>
          </a:p>
        </p:txBody>
      </p:sp>
      <p:pic>
        <p:nvPic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B68E5980-DC0A-4330-9173-8E3F1C9339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98736a1ad46ee"/>
          <a:stretch xmlns:a="http://schemas.openxmlformats.org/drawingml/2006/main"/>
        </p:blipFill>
        <p:spPr>
          <a:xfrm xmlns:a="http://schemas.openxmlformats.org/drawingml/2006/main">
            <a:off x="9193798" y="2769100"/>
            <a:ext cx="553194" cy="544343"/>
          </a:xfrm>
          <a:prstGeom xmlns:a="http://schemas.openxmlformats.org/drawingml/2006/main" prst="rect">
            <a:avLst/>
          </a:prstGeom>
        </p:spPr>
      </p:pic>
      <p:sp>
        <p:nvSpPr>
          <p:cNvPr id="333" name="text-307 Cars">
            <a:extLst xmlns:a="http://schemas.openxmlformats.org/drawingml/2006/main">
              <a:ext uri="{FF2B5EF4-FFF2-40B4-BE49-F238E27FC236}">
                <a16:creationId xmlns:a16="http://schemas.microsoft.com/office/drawing/2014/main" id="{A6292EC5-89A0-4039-9850-2B15DB7A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0133" y="3026578"/>
            <a:ext cx="152633" cy="94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Cars</a:t>
            </a:r>
          </a:p>
        </p:txBody>
      </p:sp>
      <p:sp>
        <p:nvSpPr>
          <p:cNvPr id="334" name="text-308 Cars">
            <a:extLst xmlns:a="http://schemas.openxmlformats.org/drawingml/2006/main">
              <a:ext uri="{FF2B5EF4-FFF2-40B4-BE49-F238E27FC236}">
                <a16:creationId xmlns:a16="http://schemas.microsoft.com/office/drawing/2014/main" id="{FA53875F-0810-4030-9167-D64C45FD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0133" y="3026578"/>
            <a:ext cx="152633" cy="94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Cars</a:t>
            </a:r>
          </a:p>
        </p:txBody>
      </p:sp>
      <p:pic>
        <p:nvPic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271B1C8C-A48B-4C2C-9BF7-A13933650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336d50c3d4694"/>
          <a:stretch xmlns:a="http://schemas.openxmlformats.org/drawingml/2006/main"/>
        </p:blipFill>
        <p:spPr>
          <a:xfrm xmlns:a="http://schemas.openxmlformats.org/drawingml/2006/main">
            <a:off x="8527245" y="2117912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E9D21A65-B613-46E3-84E5-6942397872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33eeabe554585"/>
          <a:stretch xmlns:a="http://schemas.openxmlformats.org/drawingml/2006/main"/>
        </p:blipFill>
        <p:spPr>
          <a:xfrm xmlns:a="http://schemas.openxmlformats.org/drawingml/2006/main">
            <a:off x="9244077" y="2117912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D4F8B680-3733-4C87-BA19-41DE05A88C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1bece2bcb43c2"/>
          <a:stretch xmlns:a="http://schemas.openxmlformats.org/drawingml/2006/main"/>
        </p:blipFill>
        <p:spPr>
          <a:xfrm xmlns:a="http://schemas.openxmlformats.org/drawingml/2006/main">
            <a:off x="9956254" y="2117912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02998F6C-14BA-4B47-9A4F-4E40EA93C7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eb47cbda04f09"/>
          <a:stretch xmlns:a="http://schemas.openxmlformats.org/drawingml/2006/main"/>
        </p:blipFill>
        <p:spPr>
          <a:xfrm xmlns:a="http://schemas.openxmlformats.org/drawingml/2006/main">
            <a:off x="9769119" y="2775001"/>
            <a:ext cx="559094" cy="525165"/>
          </a:xfrm>
          <a:prstGeom xmlns:a="http://schemas.openxmlformats.org/drawingml/2006/main" prst="rect">
            <a:avLst/>
          </a:prstGeom>
        </p:spPr>
      </p:pic>
      <p:sp>
        <p:nvSpPr>
          <p:cNvPr id="339" name="text-313 Engage">
            <a:extLst xmlns:a="http://schemas.openxmlformats.org/drawingml/2006/main">
              <a:ext uri="{FF2B5EF4-FFF2-40B4-BE49-F238E27FC236}">
                <a16:creationId xmlns:a16="http://schemas.microsoft.com/office/drawing/2014/main" id="{724DAA3F-788A-4492-B20A-3A5383DB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491" y="3020408"/>
            <a:ext cx="233642" cy="9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Engage</a:t>
            </a:r>
          </a:p>
        </p:txBody>
      </p:sp>
      <p:sp>
        <p:nvSpPr>
          <p:cNvPr id="340" name="text-314 Engage">
            <a:extLst xmlns:a="http://schemas.openxmlformats.org/drawingml/2006/main">
              <a:ext uri="{FF2B5EF4-FFF2-40B4-BE49-F238E27FC236}">
                <a16:creationId xmlns:a16="http://schemas.microsoft.com/office/drawing/2014/main" id="{DA5D9A19-1F82-45BF-9ED7-B78A241D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3491" y="3020408"/>
            <a:ext cx="233642" cy="94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Engage</a:t>
            </a:r>
          </a:p>
        </p:txBody>
      </p:sp>
      <p:pic>
        <p:nvPic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01A0DEA5-6568-4939-B317-B220764EC6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8e6073104f4115"/>
          <a:stretch xmlns:a="http://schemas.openxmlformats.org/drawingml/2006/main"/>
        </p:blipFill>
        <p:spPr>
          <a:xfrm xmlns:a="http://schemas.openxmlformats.org/drawingml/2006/main">
            <a:off x="10575336" y="2276173"/>
            <a:ext cx="377035" cy="274630"/>
          </a:xfrm>
          <a:prstGeom xmlns:a="http://schemas.openxmlformats.org/drawingml/2006/main" prst="rect">
            <a:avLst/>
          </a:prstGeom>
        </p:spPr>
      </p:pic>
      <p:sp>
        <p:nvSpPr>
          <p:cNvPr id="342" name="path-316">
            <a:extLst xmlns:a="http://schemas.openxmlformats.org/drawingml/2006/main">
              <a:ext uri="{FF2B5EF4-FFF2-40B4-BE49-F238E27FC236}">
                <a16:creationId xmlns:a16="http://schemas.microsoft.com/office/drawing/2014/main" id="{99CAED30-D428-475E-BDB2-3A8E8A4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509" y="2251981"/>
            <a:ext cx="411916" cy="312814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6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6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7376">
            <a:solidFill>
              <a:srgbClr val="2F843F"/>
            </a:solidFill>
            <a:prstDash val="solid"/>
          </a:ln>
        </p:spPr>
      </p:sp>
      <p:sp>
        <p:nvSpPr>
          <p:cNvPr id="343" name="text-317 ↓">
            <a:extLst xmlns:a="http://schemas.openxmlformats.org/drawingml/2006/main">
              <a:ext uri="{FF2B5EF4-FFF2-40B4-BE49-F238E27FC236}">
                <a16:creationId xmlns:a16="http://schemas.microsoft.com/office/drawing/2014/main" id="{CF5A2B10-A66B-4109-80A3-4AF6A801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9477" y="2552989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44" name="path-318">
            <a:extLst xmlns:a="http://schemas.openxmlformats.org/drawingml/2006/main">
              <a:ext uri="{FF2B5EF4-FFF2-40B4-BE49-F238E27FC236}">
                <a16:creationId xmlns:a16="http://schemas.microsoft.com/office/drawing/2014/main" id="{64AD6494-E878-4C60-861E-BB7FEEA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470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8" y="0"/>
                  <a:pt x="66034" y="0"/>
                </a:cubicBezTo>
                <a:lnTo>
                  <a:pt x="764099" y="0"/>
                </a:lnTo>
                <a:cubicBezTo>
                  <a:pt x="800562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2" y="518832"/>
                  <a:pt x="764099" y="518832"/>
                </a:cubicBezTo>
                <a:lnTo>
                  <a:pt x="66034" y="518832"/>
                </a:lnTo>
                <a:cubicBezTo>
                  <a:pt x="29558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path-319">
            <a:extLst xmlns:a="http://schemas.openxmlformats.org/drawingml/2006/main">
              <a:ext uri="{FF2B5EF4-FFF2-40B4-BE49-F238E27FC236}">
                <a16:creationId xmlns:a16="http://schemas.microsoft.com/office/drawing/2014/main" id="{35082612-816C-4BEA-B632-5E817804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0470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2F843F"/>
            </a:solidFill>
            <a:prstDash val="solid"/>
          </a:ln>
        </p:spPr>
      </p:sp>
      <p:sp>
        <p:nvSpPr>
          <p:cNvPr id="346" name="text-320 Plane">
            <a:extLst xmlns:a="http://schemas.openxmlformats.org/drawingml/2006/main">
              <a:ext uri="{FF2B5EF4-FFF2-40B4-BE49-F238E27FC236}">
                <a16:creationId xmlns:a16="http://schemas.microsoft.com/office/drawing/2014/main" id="{99838FB7-742B-40DE-A616-FD12F09D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6475" y="3098015"/>
            <a:ext cx="167137" cy="91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347" name="text-321 Plane">
            <a:extLst xmlns:a="http://schemas.openxmlformats.org/drawingml/2006/main">
              <a:ext uri="{FF2B5EF4-FFF2-40B4-BE49-F238E27FC236}">
                <a16:creationId xmlns:a16="http://schemas.microsoft.com/office/drawing/2014/main" id="{4D5950A8-7707-4370-8ACF-0EC0ADF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6475" y="3098015"/>
            <a:ext cx="167137" cy="915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515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pic>
        <p:nvPic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E53CAABA-4EDD-4F69-BCB4-4A37A8A468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84778199a4888"/>
          <a:stretch xmlns:a="http://schemas.openxmlformats.org/drawingml/2006/main"/>
        </p:blipFill>
        <p:spPr>
          <a:xfrm xmlns:a="http://schemas.openxmlformats.org/drawingml/2006/main">
            <a:off x="11050121" y="2276173"/>
            <a:ext cx="377035" cy="274630"/>
          </a:xfrm>
          <a:prstGeom xmlns:a="http://schemas.openxmlformats.org/drawingml/2006/main" prst="rect">
            <a:avLst/>
          </a:prstGeom>
        </p:spPr>
      </p:pic>
      <p:sp>
        <p:nvSpPr>
          <p:cNvPr id="349" name="path-323">
            <a:extLst xmlns:a="http://schemas.openxmlformats.org/drawingml/2006/main">
              <a:ext uri="{FF2B5EF4-FFF2-40B4-BE49-F238E27FC236}">
                <a16:creationId xmlns:a16="http://schemas.microsoft.com/office/drawing/2014/main" id="{227CD197-A2AE-4291-9F48-06CFE905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3333" y="2251981"/>
            <a:ext cx="411916" cy="312814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7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7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7376">
            <a:solidFill>
              <a:srgbClr val="1A56B4"/>
            </a:solidFill>
            <a:prstDash val="solid"/>
          </a:ln>
        </p:spPr>
      </p:sp>
      <p:sp>
        <p:nvSpPr>
          <p:cNvPr id="350" name="text-324 ↓">
            <a:extLst xmlns:a="http://schemas.openxmlformats.org/drawingml/2006/main">
              <a:ext uri="{FF2B5EF4-FFF2-40B4-BE49-F238E27FC236}">
                <a16:creationId xmlns:a16="http://schemas.microsoft.com/office/drawing/2014/main" id="{00A2BBFC-AFE7-4053-BCC5-2EC2E971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4302" y="2552989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51" name="path-325">
            <a:extLst xmlns:a="http://schemas.openxmlformats.org/drawingml/2006/main">
              <a:ext uri="{FF2B5EF4-FFF2-40B4-BE49-F238E27FC236}">
                <a16:creationId xmlns:a16="http://schemas.microsoft.com/office/drawing/2014/main" id="{25E1657E-17C3-40C6-9A73-ED75E1F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295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6" y="0"/>
                  <a:pt x="66032" y="0"/>
                </a:cubicBezTo>
                <a:lnTo>
                  <a:pt x="764099" y="0"/>
                </a:lnTo>
                <a:cubicBezTo>
                  <a:pt x="800560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0" y="518832"/>
                  <a:pt x="764099" y="518832"/>
                </a:cubicBezTo>
                <a:lnTo>
                  <a:pt x="66032" y="518832"/>
                </a:lnTo>
                <a:cubicBezTo>
                  <a:pt x="29556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26">
            <a:extLst xmlns:a="http://schemas.openxmlformats.org/drawingml/2006/main">
              <a:ext uri="{FF2B5EF4-FFF2-40B4-BE49-F238E27FC236}">
                <a16:creationId xmlns:a16="http://schemas.microsoft.com/office/drawing/2014/main" id="{905D040D-DD98-43C4-AFC0-9A01F669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295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1A56B4"/>
            </a:solidFill>
            <a:prstDash val="solid"/>
          </a:ln>
        </p:spPr>
      </p:sp>
      <p:sp>
        <p:nvSpPr>
          <p:cNvPr id="353" name="text-327 eBay">
            <a:extLst xmlns:a="http://schemas.openxmlformats.org/drawingml/2006/main">
              <a:ext uri="{FF2B5EF4-FFF2-40B4-BE49-F238E27FC236}">
                <a16:creationId xmlns:a16="http://schemas.microsoft.com/office/drawing/2014/main" id="{C9D28EC0-ECB8-4B9D-8AA6-30673D44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6677" y="3098089"/>
            <a:ext cx="156087" cy="91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354" name="text-328 eBay">
            <a:extLst xmlns:a="http://schemas.openxmlformats.org/drawingml/2006/main">
              <a:ext uri="{FF2B5EF4-FFF2-40B4-BE49-F238E27FC236}">
                <a16:creationId xmlns:a16="http://schemas.microsoft.com/office/drawing/2014/main" id="{A3AAFF7D-AC11-4783-BCD8-59C0722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6677" y="3098089"/>
            <a:ext cx="156087" cy="91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pic>
        <p:nvPic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4773AE74-B20F-44F5-A25F-1DA0F1ACB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f768a444d41f5"/>
          <a:stretch xmlns:a="http://schemas.openxmlformats.org/drawingml/2006/main"/>
        </p:blipFill>
        <p:spPr>
          <a:xfrm xmlns:a="http://schemas.openxmlformats.org/drawingml/2006/main">
            <a:off x="11524905" y="2276173"/>
            <a:ext cx="377035" cy="274630"/>
          </a:xfrm>
          <a:prstGeom xmlns:a="http://schemas.openxmlformats.org/drawingml/2006/main" prst="rect">
            <a:avLst/>
          </a:prstGeom>
        </p:spPr>
      </p:pic>
      <p:sp>
        <p:nvSpPr>
          <p:cNvPr id="356" name="path-330">
            <a:extLst xmlns:a="http://schemas.openxmlformats.org/drawingml/2006/main">
              <a:ext uri="{FF2B5EF4-FFF2-40B4-BE49-F238E27FC236}">
                <a16:creationId xmlns:a16="http://schemas.microsoft.com/office/drawing/2014/main" id="{A10FD337-F506-4220-8A48-B1181DA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8158" y="2251981"/>
            <a:ext cx="411916" cy="312814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7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7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7376">
            <a:solidFill>
              <a:srgbClr val="DF6923"/>
            </a:solidFill>
            <a:prstDash val="solid"/>
          </a:ln>
        </p:spPr>
      </p:sp>
      <p:sp>
        <p:nvSpPr>
          <p:cNvPr id="357" name="text-331 ↓">
            <a:extLst xmlns:a="http://schemas.openxmlformats.org/drawingml/2006/main">
              <a:ext uri="{FF2B5EF4-FFF2-40B4-BE49-F238E27FC236}">
                <a16:creationId xmlns:a16="http://schemas.microsoft.com/office/drawing/2014/main" id="{E488BEA1-4DFB-42AE-849F-C0890B56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99127" y="2552989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58" name="path-332">
            <a:extLst xmlns:a="http://schemas.openxmlformats.org/drawingml/2006/main">
              <a:ext uri="{FF2B5EF4-FFF2-40B4-BE49-F238E27FC236}">
                <a16:creationId xmlns:a16="http://schemas.microsoft.com/office/drawing/2014/main" id="{9D2D1E06-81B1-4FFE-BF69-6FEAECBE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119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8" y="0"/>
                  <a:pt x="66034" y="0"/>
                </a:cubicBezTo>
                <a:lnTo>
                  <a:pt x="764100" y="0"/>
                </a:lnTo>
                <a:cubicBezTo>
                  <a:pt x="800562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2" y="518832"/>
                  <a:pt x="764100" y="518832"/>
                </a:cubicBezTo>
                <a:lnTo>
                  <a:pt x="66034" y="518832"/>
                </a:lnTo>
                <a:cubicBezTo>
                  <a:pt x="29558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33">
            <a:extLst xmlns:a="http://schemas.openxmlformats.org/drawingml/2006/main">
              <a:ext uri="{FF2B5EF4-FFF2-40B4-BE49-F238E27FC236}">
                <a16:creationId xmlns:a16="http://schemas.microsoft.com/office/drawing/2014/main" id="{53219614-3AFE-4E7D-A70C-14682F85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119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DF6923"/>
            </a:solidFill>
            <a:prstDash val="solid"/>
          </a:ln>
        </p:spPr>
      </p:sp>
      <p:sp>
        <p:nvSpPr>
          <p:cNvPr id="360" name="text-334 Audi">
            <a:extLst xmlns:a="http://schemas.openxmlformats.org/drawingml/2006/main">
              <a:ext uri="{FF2B5EF4-FFF2-40B4-BE49-F238E27FC236}">
                <a16:creationId xmlns:a16="http://schemas.microsoft.com/office/drawing/2014/main" id="{A7FEF738-6F97-4C15-A79C-C50B6DA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5016" y="3098576"/>
            <a:ext cx="148985" cy="90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361" name="text-335 Audi">
            <a:extLst xmlns:a="http://schemas.openxmlformats.org/drawingml/2006/main">
              <a:ext uri="{FF2B5EF4-FFF2-40B4-BE49-F238E27FC236}">
                <a16:creationId xmlns:a16="http://schemas.microsoft.com/office/drawing/2014/main" id="{DF41DA70-7359-4A55-B4A4-9D3AAA7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5016" y="3098576"/>
            <a:ext cx="148985" cy="90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362" name="text-336 R8">
            <a:extLst xmlns:a="http://schemas.openxmlformats.org/drawingml/2006/main">
              <a:ext uri="{FF2B5EF4-FFF2-40B4-BE49-F238E27FC236}">
                <a16:creationId xmlns:a16="http://schemas.microsoft.com/office/drawing/2014/main" id="{C1CC890F-3689-45C5-AE44-04899E80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0986" y="3097214"/>
            <a:ext cx="93909" cy="9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363" name="text-337 R8">
            <a:extLst xmlns:a="http://schemas.openxmlformats.org/drawingml/2006/main">
              <a:ext uri="{FF2B5EF4-FFF2-40B4-BE49-F238E27FC236}">
                <a16:creationId xmlns:a16="http://schemas.microsoft.com/office/drawing/2014/main" id="{BA209792-196B-490D-BBDD-D9899F8B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0986" y="3097214"/>
            <a:ext cx="93909" cy="92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21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pic>
        <p:nvPic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474014AA-69FA-476D-A246-189460C2E1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5aa28a1ea45cd"/>
          <a:stretch xmlns:a="http://schemas.openxmlformats.org/drawingml/2006/main"/>
        </p:blipFill>
        <p:spPr>
          <a:xfrm xmlns:a="http://schemas.openxmlformats.org/drawingml/2006/main">
            <a:off x="11999690" y="2276173"/>
            <a:ext cx="377035" cy="274630"/>
          </a:xfrm>
          <a:prstGeom xmlns:a="http://schemas.openxmlformats.org/drawingml/2006/main" prst="rect">
            <a:avLst/>
          </a:prstGeom>
        </p:spPr>
      </p:pic>
      <p:sp>
        <p:nvSpPr>
          <p:cNvPr id="365" name="path-339">
            <a:extLst xmlns:a="http://schemas.openxmlformats.org/drawingml/2006/main">
              <a:ext uri="{FF2B5EF4-FFF2-40B4-BE49-F238E27FC236}">
                <a16:creationId xmlns:a16="http://schemas.microsoft.com/office/drawing/2014/main" id="{B21B3DD0-E007-417B-B72B-AEF9B66E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983" y="2251981"/>
            <a:ext cx="411916" cy="312814"/>
          </a:xfrm>
          <a:custGeom xmlns:a="http://schemas.openxmlformats.org/drawingml/2006/main">
            <a:pathLst>
              <a:path w="842902" h="640110">
                <a:moveTo>
                  <a:pt x="0" y="57156"/>
                </a:moveTo>
                <a:cubicBezTo>
                  <a:pt x="0" y="25589"/>
                  <a:pt x="25590" y="0"/>
                  <a:pt x="57156" y="0"/>
                </a:cubicBezTo>
                <a:lnTo>
                  <a:pt x="785747" y="0"/>
                </a:lnTo>
                <a:cubicBezTo>
                  <a:pt x="817312" y="0"/>
                  <a:pt x="842902" y="25589"/>
                  <a:pt x="842902" y="57156"/>
                </a:cubicBezTo>
                <a:lnTo>
                  <a:pt x="842902" y="582954"/>
                </a:lnTo>
                <a:cubicBezTo>
                  <a:pt x="842902" y="614521"/>
                  <a:pt x="817312" y="640110"/>
                  <a:pt x="785747" y="640110"/>
                </a:cubicBezTo>
                <a:lnTo>
                  <a:pt x="57156" y="640110"/>
                </a:lnTo>
                <a:cubicBezTo>
                  <a:pt x="25590" y="640110"/>
                  <a:pt x="0" y="614521"/>
                  <a:pt x="0" y="582954"/>
                </a:cubicBezTo>
                <a:lnTo>
                  <a:pt x="0" y="57156"/>
                </a:lnTo>
              </a:path>
            </a:pathLst>
          </a:custGeom>
          <a:noFill xmlns:a="http://schemas.openxmlformats.org/drawingml/2006/main"/>
          <a:ln xmlns:a="http://schemas.openxmlformats.org/drawingml/2006/main" w="7376">
            <a:solidFill>
              <a:srgbClr val="683AA8"/>
            </a:solidFill>
            <a:prstDash val="solid"/>
          </a:ln>
        </p:spPr>
      </p:sp>
      <p:sp>
        <p:nvSpPr>
          <p:cNvPr id="366" name="text-340 ↓">
            <a:extLst xmlns:a="http://schemas.openxmlformats.org/drawingml/2006/main">
              <a:ext uri="{FF2B5EF4-FFF2-40B4-BE49-F238E27FC236}">
                <a16:creationId xmlns:a16="http://schemas.microsoft.com/office/drawing/2014/main" id="{D59968A6-FC8B-4F35-8B3B-2E62D258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3951" y="2552989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67" name="path-341">
            <a:extLst xmlns:a="http://schemas.openxmlformats.org/drawingml/2006/main">
              <a:ext uri="{FF2B5EF4-FFF2-40B4-BE49-F238E27FC236}">
                <a16:creationId xmlns:a16="http://schemas.microsoft.com/office/drawing/2014/main" id="{187AC35A-E713-48F7-8B79-22A9B575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944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9"/>
                  <a:pt x="29558" y="0"/>
                  <a:pt x="66034" y="0"/>
                </a:cubicBezTo>
                <a:lnTo>
                  <a:pt x="764099" y="0"/>
                </a:lnTo>
                <a:cubicBezTo>
                  <a:pt x="800562" y="0"/>
                  <a:pt x="830132" y="29569"/>
                  <a:pt x="830132" y="66032"/>
                </a:cubicBezTo>
                <a:lnTo>
                  <a:pt x="830132" y="452799"/>
                </a:lnTo>
                <a:cubicBezTo>
                  <a:pt x="830132" y="489274"/>
                  <a:pt x="800562" y="518832"/>
                  <a:pt x="764099" y="518832"/>
                </a:cubicBezTo>
                <a:lnTo>
                  <a:pt x="66034" y="518832"/>
                </a:lnTo>
                <a:cubicBezTo>
                  <a:pt x="29558" y="518832"/>
                  <a:pt x="0" y="489274"/>
                  <a:pt x="0" y="452799"/>
                </a:cubicBezTo>
                <a:lnTo>
                  <a:pt x="0" y="660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42">
            <a:extLst xmlns:a="http://schemas.openxmlformats.org/drawingml/2006/main">
              <a:ext uri="{FF2B5EF4-FFF2-40B4-BE49-F238E27FC236}">
                <a16:creationId xmlns:a16="http://schemas.microsoft.com/office/drawing/2014/main" id="{E2A304A2-4460-405D-A51F-F49A2618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4944" y="3014375"/>
            <a:ext cx="405676" cy="253547"/>
          </a:xfrm>
          <a:custGeom xmlns:a="http://schemas.openxmlformats.org/drawingml/2006/main">
            <a:pathLst>
              <a:path w="830132" h="518832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764100" y="0"/>
                </a:lnTo>
                <a:cubicBezTo>
                  <a:pt x="800569" y="0"/>
                  <a:pt x="830132" y="29564"/>
                  <a:pt x="830132" y="66032"/>
                </a:cubicBezTo>
                <a:lnTo>
                  <a:pt x="830132" y="452801"/>
                </a:lnTo>
                <a:cubicBezTo>
                  <a:pt x="830132" y="489270"/>
                  <a:pt x="800569" y="518832"/>
                  <a:pt x="764100" y="518832"/>
                </a:cubicBezTo>
                <a:lnTo>
                  <a:pt x="66032" y="518832"/>
                </a:lnTo>
                <a:cubicBezTo>
                  <a:pt x="29564" y="518832"/>
                  <a:pt x="0" y="489270"/>
                  <a:pt x="0" y="452801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683AA8"/>
            </a:solidFill>
            <a:prstDash val="solid"/>
          </a:ln>
        </p:spPr>
      </p:sp>
      <p:sp>
        <p:nvSpPr>
          <p:cNvPr id="369" name="text-343 Marcos">
            <a:extLst xmlns:a="http://schemas.openxmlformats.org/drawingml/2006/main">
              <a:ext uri="{FF2B5EF4-FFF2-40B4-BE49-F238E27FC236}">
                <a16:creationId xmlns:a16="http://schemas.microsoft.com/office/drawing/2014/main" id="{0A613D34-E549-4CF1-9AE2-6DCEA044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8292" y="3098579"/>
            <a:ext cx="232111" cy="90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370" name="text-344 Marcos">
            <a:extLst xmlns:a="http://schemas.openxmlformats.org/drawingml/2006/main">
              <a:ext uri="{FF2B5EF4-FFF2-40B4-BE49-F238E27FC236}">
                <a16:creationId xmlns:a16="http://schemas.microsoft.com/office/drawing/2014/main" id="{DAF5E8DE-8CF3-4B39-B413-CEEBAD3A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78292" y="3098579"/>
            <a:ext cx="232111" cy="90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371" name="text-345 ...">
            <a:extLst xmlns:a="http://schemas.openxmlformats.org/drawingml/2006/main">
              <a:ext uri="{FF2B5EF4-FFF2-40B4-BE49-F238E27FC236}">
                <a16:creationId xmlns:a16="http://schemas.microsoft.com/office/drawing/2014/main" id="{7C29727C-FDAC-492B-B5E3-CD6C465D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223" y="2359585"/>
            <a:ext cx="95219" cy="143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72" name="text-346 ...">
            <a:extLst xmlns:a="http://schemas.openxmlformats.org/drawingml/2006/main">
              <a:ext uri="{FF2B5EF4-FFF2-40B4-BE49-F238E27FC236}">
                <a16:creationId xmlns:a16="http://schemas.microsoft.com/office/drawing/2014/main" id="{6A6D939C-0B15-44AC-916A-B6A36B26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223" y="2359585"/>
            <a:ext cx="95219" cy="143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80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...</a:t>
            </a:r>
          </a:p>
        </p:txBody>
      </p:sp>
      <p:sp>
        <p:nvSpPr>
          <p:cNvPr id="373" name="path-347">
            <a:extLst xmlns:a="http://schemas.openxmlformats.org/drawingml/2006/main">
              <a:ext uri="{FF2B5EF4-FFF2-40B4-BE49-F238E27FC236}">
                <a16:creationId xmlns:a16="http://schemas.microsoft.com/office/drawing/2014/main" id="{F9375F5C-1193-4EB0-ABC5-A4135F55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209" y="2303108"/>
            <a:ext cx="626953" cy="138299"/>
          </a:xfrm>
          <a:custGeom xmlns:a="http://schemas.openxmlformats.org/drawingml/2006/main">
            <a:pathLst>
              <a:path w="1282932" h="283000">
                <a:moveTo>
                  <a:pt x="0" y="66021"/>
                </a:moveTo>
                <a:cubicBezTo>
                  <a:pt x="0" y="29558"/>
                  <a:pt x="29569" y="0"/>
                  <a:pt x="66034" y="0"/>
                </a:cubicBezTo>
                <a:lnTo>
                  <a:pt x="1216900" y="0"/>
                </a:lnTo>
                <a:cubicBezTo>
                  <a:pt x="1253374" y="0"/>
                  <a:pt x="1282932" y="29558"/>
                  <a:pt x="1282932" y="66021"/>
                </a:cubicBezTo>
                <a:lnTo>
                  <a:pt x="1282932" y="216966"/>
                </a:lnTo>
                <a:cubicBezTo>
                  <a:pt x="1282932" y="253429"/>
                  <a:pt x="1253374" y="283000"/>
                  <a:pt x="1216900" y="283000"/>
                </a:cubicBezTo>
                <a:lnTo>
                  <a:pt x="66034" y="283000"/>
                </a:lnTo>
                <a:cubicBezTo>
                  <a:pt x="29569" y="283000"/>
                  <a:pt x="0" y="253429"/>
                  <a:pt x="0" y="216966"/>
                </a:cubicBezTo>
                <a:lnTo>
                  <a:pt x="0" y="66021"/>
                </a:lnTo>
              </a:path>
            </a:pathLst>
          </a:cu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48">
            <a:extLst xmlns:a="http://schemas.openxmlformats.org/drawingml/2006/main">
              <a:ext uri="{FF2B5EF4-FFF2-40B4-BE49-F238E27FC236}">
                <a16:creationId xmlns:a16="http://schemas.microsoft.com/office/drawing/2014/main" id="{61C37246-CB50-4BA3-9D8F-EA692B99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5209" y="2303108"/>
            <a:ext cx="626953" cy="138298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1A56B4"/>
            </a:solidFill>
            <a:prstDash val="solid"/>
          </a:ln>
        </p:spPr>
      </p:sp>
      <p:sp>
        <p:nvSpPr>
          <p:cNvPr id="375" name="text-349 Video">
            <a:extLst xmlns:a="http://schemas.openxmlformats.org/drawingml/2006/main">
              <a:ext uri="{FF2B5EF4-FFF2-40B4-BE49-F238E27FC236}">
                <a16:creationId xmlns:a16="http://schemas.microsoft.com/office/drawing/2014/main" id="{C9F048F3-CAE0-4C23-ADBC-021C3E74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399" y="2341335"/>
            <a:ext cx="116231" cy="58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376" name="text-349 (Caption)">
            <a:extLst xmlns:a="http://schemas.openxmlformats.org/drawingml/2006/main">
              <a:ext uri="{FF2B5EF4-FFF2-40B4-BE49-F238E27FC236}">
                <a16:creationId xmlns:a16="http://schemas.microsoft.com/office/drawing/2014/main" id="{410A231B-ACD8-4EFE-B3EB-DB0EEDDD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1045" y="2341106"/>
            <a:ext cx="183924" cy="59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(Caption)</a:t>
            </a:r>
          </a:p>
        </p:txBody>
      </p:sp>
      <p:sp>
        <p:nvSpPr>
          <p:cNvPr id="377" name="text-350 Video">
            <a:extLst xmlns:a="http://schemas.openxmlformats.org/drawingml/2006/main">
              <a:ext uri="{FF2B5EF4-FFF2-40B4-BE49-F238E27FC236}">
                <a16:creationId xmlns:a16="http://schemas.microsoft.com/office/drawing/2014/main" id="{A586ECE1-104E-4BA8-8A60-A78FE446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399" y="2341335"/>
            <a:ext cx="116231" cy="587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378" name="text-350 (Caption)">
            <a:extLst xmlns:a="http://schemas.openxmlformats.org/drawingml/2006/main">
              <a:ext uri="{FF2B5EF4-FFF2-40B4-BE49-F238E27FC236}">
                <a16:creationId xmlns:a16="http://schemas.microsoft.com/office/drawing/2014/main" id="{36C33374-C837-4601-8343-D2A3B300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1045" y="2341106"/>
            <a:ext cx="183924" cy="59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(Caption)</a:t>
            </a:r>
          </a:p>
        </p:txBody>
      </p:sp>
      <p:sp>
        <p:nvSpPr>
          <p:cNvPr id="379" name="text-351 ↓">
            <a:extLst xmlns:a="http://schemas.openxmlformats.org/drawingml/2006/main">
              <a:ext uri="{FF2B5EF4-FFF2-40B4-BE49-F238E27FC236}">
                <a16:creationId xmlns:a16="http://schemas.microsoft.com/office/drawing/2014/main" id="{84388905-3056-4B45-AE08-93279687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195" y="2435673"/>
            <a:ext cx="50163" cy="10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80" name="path-352">
            <a:extLst xmlns:a="http://schemas.openxmlformats.org/drawingml/2006/main">
              <a:ext uri="{FF2B5EF4-FFF2-40B4-BE49-F238E27FC236}">
                <a16:creationId xmlns:a16="http://schemas.microsoft.com/office/drawing/2014/main" id="{815576B7-1250-4A4B-9917-F1D8451F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727" y="2553379"/>
            <a:ext cx="626953" cy="138299"/>
          </a:xfrm>
          <a:custGeom xmlns:a="http://schemas.openxmlformats.org/drawingml/2006/main">
            <a:pathLst>
              <a:path w="1282932" h="283000">
                <a:moveTo>
                  <a:pt x="0" y="66034"/>
                </a:moveTo>
                <a:cubicBezTo>
                  <a:pt x="0" y="29558"/>
                  <a:pt x="29558" y="0"/>
                  <a:pt x="66034" y="0"/>
                </a:cubicBezTo>
                <a:lnTo>
                  <a:pt x="1216898" y="0"/>
                </a:lnTo>
                <a:cubicBezTo>
                  <a:pt x="1253374" y="0"/>
                  <a:pt x="1282932" y="29558"/>
                  <a:pt x="1282932" y="66034"/>
                </a:cubicBezTo>
                <a:lnTo>
                  <a:pt x="1282932" y="216966"/>
                </a:lnTo>
                <a:cubicBezTo>
                  <a:pt x="1282932" y="253429"/>
                  <a:pt x="1253374" y="283000"/>
                  <a:pt x="1216898" y="283000"/>
                </a:cubicBezTo>
                <a:lnTo>
                  <a:pt x="66034" y="283000"/>
                </a:lnTo>
                <a:cubicBezTo>
                  <a:pt x="29558" y="283000"/>
                  <a:pt x="0" y="253429"/>
                  <a:pt x="0" y="216966"/>
                </a:cubicBezTo>
                <a:lnTo>
                  <a:pt x="0" y="66034"/>
                </a:lnTo>
              </a:path>
            </a:pathLst>
          </a:custGeom>
          <a:solidFill xmlns:a="http://schemas.openxmlformats.org/drawingml/2006/main">
            <a:srgbClr val="EE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53">
            <a:extLst xmlns:a="http://schemas.openxmlformats.org/drawingml/2006/main">
              <a:ext uri="{FF2B5EF4-FFF2-40B4-BE49-F238E27FC236}">
                <a16:creationId xmlns:a16="http://schemas.microsoft.com/office/drawing/2014/main" id="{5D6214E5-E1E9-46C8-B69B-7278F60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2727" y="2553379"/>
            <a:ext cx="626953" cy="138298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2F843F"/>
            </a:solidFill>
            <a:prstDash val="solid"/>
          </a:ln>
        </p:spPr>
      </p:sp>
      <p:sp>
        <p:nvSpPr>
          <p:cNvPr id="382" name="text-354 Event">
            <a:extLst xmlns:a="http://schemas.openxmlformats.org/drawingml/2006/main">
              <a:ext uri="{FF2B5EF4-FFF2-40B4-BE49-F238E27FC236}">
                <a16:creationId xmlns:a16="http://schemas.microsoft.com/office/drawing/2014/main" id="{41161710-6D4A-43A5-8CFA-602AC52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8046" y="2591949"/>
            <a:ext cx="119304" cy="5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383" name="text-354 (Segment">
            <a:extLst xmlns:a="http://schemas.openxmlformats.org/drawingml/2006/main">
              <a:ext uri="{FF2B5EF4-FFF2-40B4-BE49-F238E27FC236}">
                <a16:creationId xmlns:a16="http://schemas.microsoft.com/office/drawing/2014/main" id="{42E60E15-4543-4448-812B-A5A954CB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1773" y="2591932"/>
            <a:ext cx="195390" cy="5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(Segment</a:t>
            </a:r>
          </a:p>
        </p:txBody>
      </p:sp>
      <p:sp>
        <p:nvSpPr>
          <p:cNvPr id="384" name="text-354 +">
            <a:extLst xmlns:a="http://schemas.openxmlformats.org/drawingml/2006/main">
              <a:ext uri="{FF2B5EF4-FFF2-40B4-BE49-F238E27FC236}">
                <a16:creationId xmlns:a16="http://schemas.microsoft.com/office/drawing/2014/main" id="{DE933E01-B440-47B6-9E29-395CDF34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582" y="2591042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385" name="text-354 Caption)">
            <a:extLst xmlns:a="http://schemas.openxmlformats.org/drawingml/2006/main">
              <a:ext uri="{FF2B5EF4-FFF2-40B4-BE49-F238E27FC236}">
                <a16:creationId xmlns:a16="http://schemas.microsoft.com/office/drawing/2014/main" id="{12123101-66D3-473C-924C-7ABC335C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3860" y="2591866"/>
            <a:ext cx="168598" cy="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386" name="text-355 Event">
            <a:extLst xmlns:a="http://schemas.openxmlformats.org/drawingml/2006/main">
              <a:ext uri="{FF2B5EF4-FFF2-40B4-BE49-F238E27FC236}">
                <a16:creationId xmlns:a16="http://schemas.microsoft.com/office/drawing/2014/main" id="{395B7CDB-DBA7-4311-8A59-56A7C4F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8046" y="2591949"/>
            <a:ext cx="119304" cy="5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Event</a:t>
            </a:r>
          </a:p>
        </p:txBody>
      </p:sp>
      <p:sp>
        <p:nvSpPr>
          <p:cNvPr id="387" name="text-355 (Segment">
            <a:extLst xmlns:a="http://schemas.openxmlformats.org/drawingml/2006/main">
              <a:ext uri="{FF2B5EF4-FFF2-40B4-BE49-F238E27FC236}">
                <a16:creationId xmlns:a16="http://schemas.microsoft.com/office/drawing/2014/main" id="{FB386A4D-8F62-42FF-8715-D7715FBF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51773" y="2591932"/>
            <a:ext cx="195390" cy="59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(Segment</a:t>
            </a:r>
          </a:p>
        </p:txBody>
      </p:sp>
      <p:sp>
        <p:nvSpPr>
          <p:cNvPr id="388" name="text-355 +">
            <a:extLst xmlns:a="http://schemas.openxmlformats.org/drawingml/2006/main">
              <a:ext uri="{FF2B5EF4-FFF2-40B4-BE49-F238E27FC236}">
                <a16:creationId xmlns:a16="http://schemas.microsoft.com/office/drawing/2014/main" id="{A8A7B07F-EE6F-4801-B61D-40CE3277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582" y="2591042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389" name="text-355 Caption)">
            <a:extLst xmlns:a="http://schemas.openxmlformats.org/drawingml/2006/main">
              <a:ext uri="{FF2B5EF4-FFF2-40B4-BE49-F238E27FC236}">
                <a16:creationId xmlns:a16="http://schemas.microsoft.com/office/drawing/2014/main" id="{2A6713D6-6121-4BBC-B36F-29DC5AD0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3860" y="2591866"/>
            <a:ext cx="168598" cy="59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390" name="text-356 ↓">
            <a:extLst xmlns:a="http://schemas.openxmlformats.org/drawingml/2006/main">
              <a:ext uri="{FF2B5EF4-FFF2-40B4-BE49-F238E27FC236}">
                <a16:creationId xmlns:a16="http://schemas.microsoft.com/office/drawing/2014/main" id="{16F3D422-5CEF-4E37-AE0D-F5C8CE25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195" y="2693830"/>
            <a:ext cx="50163" cy="10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391" name="path-357">
            <a:extLst xmlns:a="http://schemas.openxmlformats.org/drawingml/2006/main">
              <a:ext uri="{FF2B5EF4-FFF2-40B4-BE49-F238E27FC236}">
                <a16:creationId xmlns:a16="http://schemas.microsoft.com/office/drawing/2014/main" id="{B703C4C6-DAE7-4DA7-89D3-89D7C3AF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1910" y="2801506"/>
            <a:ext cx="626953" cy="138298"/>
          </a:xfrm>
          <a:custGeom xmlns:a="http://schemas.openxmlformats.org/drawingml/2006/main">
            <a:pathLst>
              <a:path w="1282932" h="282999">
                <a:moveTo>
                  <a:pt x="0" y="66019"/>
                </a:moveTo>
                <a:cubicBezTo>
                  <a:pt x="0" y="29556"/>
                  <a:pt x="29569" y="0"/>
                  <a:pt x="66032" y="0"/>
                </a:cubicBezTo>
                <a:lnTo>
                  <a:pt x="1216898" y="0"/>
                </a:lnTo>
                <a:cubicBezTo>
                  <a:pt x="1253373" y="0"/>
                  <a:pt x="1282932" y="29556"/>
                  <a:pt x="1282932" y="66019"/>
                </a:cubicBezTo>
                <a:lnTo>
                  <a:pt x="1282932" y="216966"/>
                </a:lnTo>
                <a:cubicBezTo>
                  <a:pt x="1282932" y="253428"/>
                  <a:pt x="1253373" y="282999"/>
                  <a:pt x="1216898" y="282999"/>
                </a:cubicBezTo>
                <a:lnTo>
                  <a:pt x="66032" y="282999"/>
                </a:lnTo>
                <a:cubicBezTo>
                  <a:pt x="29569" y="282999"/>
                  <a:pt x="0" y="253428"/>
                  <a:pt x="0" y="216966"/>
                </a:cubicBezTo>
                <a:lnTo>
                  <a:pt x="0" y="66019"/>
                </a:lnTo>
              </a:path>
            </a:pathLst>
          </a:custGeom>
          <a:solidFill xmlns:a="http://schemas.openxmlformats.org/drawingml/2006/main">
            <a:srgbClr val="FF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path-358">
            <a:extLst xmlns:a="http://schemas.openxmlformats.org/drawingml/2006/main">
              <a:ext uri="{FF2B5EF4-FFF2-40B4-BE49-F238E27FC236}">
                <a16:creationId xmlns:a16="http://schemas.microsoft.com/office/drawing/2014/main" id="{762C5343-5908-4DAD-B941-1486B672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1910" y="2801506"/>
            <a:ext cx="626953" cy="138298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EC432D"/>
            </a:solidFill>
            <a:prstDash val="solid"/>
          </a:ln>
        </p:spPr>
      </p:sp>
      <p:sp>
        <p:nvSpPr>
          <p:cNvPr id="393" name="text-359 Key">
            <a:extLst xmlns:a="http://schemas.openxmlformats.org/drawingml/2006/main">
              <a:ext uri="{FF2B5EF4-FFF2-40B4-BE49-F238E27FC236}">
                <a16:creationId xmlns:a16="http://schemas.microsoft.com/office/drawing/2014/main" id="{8AEFEEE1-6A7B-46E8-9457-DC7A3B95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619" y="2839726"/>
            <a:ext cx="78375" cy="5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394" name="text-359 Frames">
            <a:extLst xmlns:a="http://schemas.openxmlformats.org/drawingml/2006/main">
              <a:ext uri="{FF2B5EF4-FFF2-40B4-BE49-F238E27FC236}">
                <a16:creationId xmlns:a16="http://schemas.microsoft.com/office/drawing/2014/main" id="{41F7EC6B-1B2F-42E8-9E00-131650B3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7807" y="2839927"/>
            <a:ext cx="150675" cy="58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395" name="text-359 (">
            <a:extLst xmlns:a="http://schemas.openxmlformats.org/drawingml/2006/main">
              <a:ext uri="{FF2B5EF4-FFF2-40B4-BE49-F238E27FC236}">
                <a16:creationId xmlns:a16="http://schemas.microsoft.com/office/drawing/2014/main" id="{5912E168-4D6F-4899-8DC8-960EE009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3007" y="2838771"/>
            <a:ext cx="23521" cy="6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396" name="text-360 Key">
            <a:extLst xmlns:a="http://schemas.openxmlformats.org/drawingml/2006/main">
              <a:ext uri="{FF2B5EF4-FFF2-40B4-BE49-F238E27FC236}">
                <a16:creationId xmlns:a16="http://schemas.microsoft.com/office/drawing/2014/main" id="{161175CC-87E0-4273-A5D7-DB2CC4BF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25619" y="2839726"/>
            <a:ext cx="78375" cy="5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Key</a:t>
            </a:r>
          </a:p>
        </p:txBody>
      </p:sp>
      <p:sp>
        <p:nvSpPr>
          <p:cNvPr id="397" name="text-360 Frames">
            <a:extLst xmlns:a="http://schemas.openxmlformats.org/drawingml/2006/main">
              <a:ext uri="{FF2B5EF4-FFF2-40B4-BE49-F238E27FC236}">
                <a16:creationId xmlns:a16="http://schemas.microsoft.com/office/drawing/2014/main" id="{CEECBB32-DD29-4405-B7B8-C1CD4A28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07807" y="2839927"/>
            <a:ext cx="150675" cy="587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Frames</a:t>
            </a:r>
          </a:p>
        </p:txBody>
      </p:sp>
      <p:sp>
        <p:nvSpPr>
          <p:cNvPr id="398" name="text-360 (">
            <a:extLst xmlns:a="http://schemas.openxmlformats.org/drawingml/2006/main">
              <a:ext uri="{FF2B5EF4-FFF2-40B4-BE49-F238E27FC236}">
                <a16:creationId xmlns:a16="http://schemas.microsoft.com/office/drawing/2014/main" id="{BF90BC21-A99A-44DE-99AB-70D976F4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3007" y="2838771"/>
            <a:ext cx="23521" cy="6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4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(</a:t>
            </a:r>
          </a:p>
        </p:txBody>
      </p:sp>
      <p:sp>
        <p:nvSpPr>
          <p:cNvPr id="399" name="text-361 idx">
            <a:extLst xmlns:a="http://schemas.openxmlformats.org/drawingml/2006/main">
              <a:ext uri="{FF2B5EF4-FFF2-40B4-BE49-F238E27FC236}">
                <a16:creationId xmlns:a16="http://schemas.microsoft.com/office/drawing/2014/main" id="{159B2024-C8FC-45CA-A067-82A82541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398" y="2839694"/>
            <a:ext cx="69088" cy="59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idx</a:t>
            </a:r>
          </a:p>
        </p:txBody>
      </p:sp>
      <p:sp>
        <p:nvSpPr>
          <p:cNvPr id="400" name="text-362 idx">
            <a:extLst xmlns:a="http://schemas.openxmlformats.org/drawingml/2006/main">
              <a:ext uri="{FF2B5EF4-FFF2-40B4-BE49-F238E27FC236}">
                <a16:creationId xmlns:a16="http://schemas.microsoft.com/office/drawing/2014/main" id="{2859C3E1-066E-4666-9404-43CD1EF2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8398" y="2839694"/>
            <a:ext cx="69088" cy="59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idx</a:t>
            </a:r>
          </a:p>
        </p:txBody>
      </p:sp>
      <p:sp>
        <p:nvSpPr>
          <p:cNvPr id="401" name="text-365 +">
            <a:extLst xmlns:a="http://schemas.openxmlformats.org/drawingml/2006/main">
              <a:ext uri="{FF2B5EF4-FFF2-40B4-BE49-F238E27FC236}">
                <a16:creationId xmlns:a16="http://schemas.microsoft.com/office/drawing/2014/main" id="{77F91714-8EB8-42CC-94BE-AB30015A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388" y="2838874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02" name="text-365 Caption)">
            <a:extLst xmlns:a="http://schemas.openxmlformats.org/drawingml/2006/main">
              <a:ext uri="{FF2B5EF4-FFF2-40B4-BE49-F238E27FC236}">
                <a16:creationId xmlns:a16="http://schemas.microsoft.com/office/drawing/2014/main" id="{128FEDA4-30E3-440C-B720-AFD5BF35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3640" y="2839682"/>
            <a:ext cx="168661" cy="5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03" name="text-366 +">
            <a:extLst xmlns:a="http://schemas.openxmlformats.org/drawingml/2006/main">
              <a:ext uri="{FF2B5EF4-FFF2-40B4-BE49-F238E27FC236}">
                <a16:creationId xmlns:a16="http://schemas.microsoft.com/office/drawing/2014/main" id="{9F7E2B53-E06F-4652-88DE-754AD218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1388" y="2838874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04" name="text-366 Caption)">
            <a:extLst xmlns:a="http://schemas.openxmlformats.org/drawingml/2006/main">
              <a:ext uri="{FF2B5EF4-FFF2-40B4-BE49-F238E27FC236}">
                <a16:creationId xmlns:a16="http://schemas.microsoft.com/office/drawing/2014/main" id="{BEF9A105-50C1-40BC-913F-CD54CD73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83640" y="2839682"/>
            <a:ext cx="168661" cy="59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05" name="text-367 ↓">
            <a:extLst xmlns:a="http://schemas.openxmlformats.org/drawingml/2006/main">
              <a:ext uri="{FF2B5EF4-FFF2-40B4-BE49-F238E27FC236}">
                <a16:creationId xmlns:a16="http://schemas.microsoft.com/office/drawing/2014/main" id="{993848C2-6644-4D24-AAFD-8C0D080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53117" y="2946087"/>
            <a:ext cx="50163" cy="10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81" b="1" i="0">
                <a:solidFill>
                  <a:srgbClr val="07142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06" name="path-368">
            <a:extLst xmlns:a="http://schemas.openxmlformats.org/drawingml/2006/main">
              <a:ext uri="{FF2B5EF4-FFF2-40B4-BE49-F238E27FC236}">
                <a16:creationId xmlns:a16="http://schemas.microsoft.com/office/drawing/2014/main" id="{37AA6606-D3D7-4199-A919-C484F48D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1910" y="3061832"/>
            <a:ext cx="626953" cy="138299"/>
          </a:xfrm>
          <a:custGeom xmlns:a="http://schemas.openxmlformats.org/drawingml/2006/main">
            <a:pathLst>
              <a:path w="1282932" h="283000">
                <a:moveTo>
                  <a:pt x="0" y="66034"/>
                </a:moveTo>
                <a:cubicBezTo>
                  <a:pt x="0" y="29571"/>
                  <a:pt x="29569" y="0"/>
                  <a:pt x="66032" y="0"/>
                </a:cubicBezTo>
                <a:lnTo>
                  <a:pt x="1216898" y="0"/>
                </a:lnTo>
                <a:cubicBezTo>
                  <a:pt x="1253373" y="0"/>
                  <a:pt x="1282932" y="29571"/>
                  <a:pt x="1282932" y="66034"/>
                </a:cubicBezTo>
                <a:lnTo>
                  <a:pt x="1282932" y="216966"/>
                </a:lnTo>
                <a:cubicBezTo>
                  <a:pt x="1282932" y="253442"/>
                  <a:pt x="1253373" y="283000"/>
                  <a:pt x="1216898" y="283000"/>
                </a:cubicBezTo>
                <a:lnTo>
                  <a:pt x="66032" y="283000"/>
                </a:lnTo>
                <a:cubicBezTo>
                  <a:pt x="29569" y="283000"/>
                  <a:pt x="0" y="253442"/>
                  <a:pt x="0" y="216966"/>
                </a:cubicBezTo>
                <a:lnTo>
                  <a:pt x="0" y="66034"/>
                </a:lnTo>
              </a:path>
            </a:pathLst>
          </a:custGeom>
          <a:solidFill xmlns:a="http://schemas.openxmlformats.org/drawingml/2006/main">
            <a:srgbClr val="7030A0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path-369">
            <a:extLst xmlns:a="http://schemas.openxmlformats.org/drawingml/2006/main">
              <a:ext uri="{FF2B5EF4-FFF2-40B4-BE49-F238E27FC236}">
                <a16:creationId xmlns:a16="http://schemas.microsoft.com/office/drawing/2014/main" id="{6D6255DE-8EE9-4D51-AB3E-EA7E9307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1910" y="3061832"/>
            <a:ext cx="626953" cy="138298"/>
          </a:xfrm>
          <a:custGeom xmlns:a="http://schemas.openxmlformats.org/drawingml/2006/main">
            <a:pathLst>
              <a:path w="1282932" h="282999">
                <a:moveTo>
                  <a:pt x="0" y="66032"/>
                </a:moveTo>
                <a:cubicBezTo>
                  <a:pt x="0" y="29564"/>
                  <a:pt x="29564" y="0"/>
                  <a:pt x="66032" y="0"/>
                </a:cubicBezTo>
                <a:lnTo>
                  <a:pt x="1216900" y="0"/>
                </a:lnTo>
                <a:cubicBezTo>
                  <a:pt x="1253368" y="0"/>
                  <a:pt x="1282932" y="29564"/>
                  <a:pt x="1282932" y="66032"/>
                </a:cubicBezTo>
                <a:lnTo>
                  <a:pt x="1282932" y="216967"/>
                </a:lnTo>
                <a:cubicBezTo>
                  <a:pt x="1282932" y="253436"/>
                  <a:pt x="1253368" y="282999"/>
                  <a:pt x="1216900" y="282999"/>
                </a:cubicBezTo>
                <a:lnTo>
                  <a:pt x="66032" y="282999"/>
                </a:lnTo>
                <a:cubicBezTo>
                  <a:pt x="29564" y="282999"/>
                  <a:pt x="0" y="253436"/>
                  <a:pt x="0" y="216967"/>
                </a:cubicBezTo>
                <a:lnTo>
                  <a:pt x="0" y="66032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683AA8"/>
            </a:solidFill>
            <a:prstDash val="solid"/>
          </a:ln>
        </p:spPr>
      </p:sp>
      <p:sp>
        <p:nvSpPr>
          <p:cNvPr id="408" name="text-370 Objects">
            <a:extLst xmlns:a="http://schemas.openxmlformats.org/drawingml/2006/main">
              <a:ext uri="{FF2B5EF4-FFF2-40B4-BE49-F238E27FC236}">
                <a16:creationId xmlns:a16="http://schemas.microsoft.com/office/drawing/2014/main" id="{102CF052-2D56-4682-9AC5-C098CBC2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2584" y="3099562"/>
            <a:ext cx="167579" cy="58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sp>
        <p:nvSpPr>
          <p:cNvPr id="409" name="text-370 (Box">
            <a:extLst xmlns:a="http://schemas.openxmlformats.org/drawingml/2006/main">
              <a:ext uri="{FF2B5EF4-FFF2-40B4-BE49-F238E27FC236}">
                <a16:creationId xmlns:a16="http://schemas.microsoft.com/office/drawing/2014/main" id="{6B3074F6-9B2A-4489-BBEE-48C79B06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698" y="3099326"/>
            <a:ext cx="96750" cy="59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(Box</a:t>
            </a:r>
          </a:p>
        </p:txBody>
      </p:sp>
      <p:sp>
        <p:nvSpPr>
          <p:cNvPr id="410" name="text-370 +">
            <a:extLst xmlns:a="http://schemas.openxmlformats.org/drawingml/2006/main">
              <a:ext uri="{FF2B5EF4-FFF2-40B4-BE49-F238E27FC236}">
                <a16:creationId xmlns:a16="http://schemas.microsoft.com/office/drawing/2014/main" id="{E3C9A0D0-FB15-4006-8E89-855EAEC5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5358" y="3098506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11" name="text-370 Caption)">
            <a:extLst xmlns:a="http://schemas.openxmlformats.org/drawingml/2006/main">
              <a:ext uri="{FF2B5EF4-FFF2-40B4-BE49-F238E27FC236}">
                <a16:creationId xmlns:a16="http://schemas.microsoft.com/office/drawing/2014/main" id="{173207CD-85CD-4DC5-B82B-02FFC28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7619" y="3099346"/>
            <a:ext cx="168534" cy="59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12" name="text-371 Objects">
            <a:extLst xmlns:a="http://schemas.openxmlformats.org/drawingml/2006/main">
              <a:ext uri="{FF2B5EF4-FFF2-40B4-BE49-F238E27FC236}">
                <a16:creationId xmlns:a16="http://schemas.microsoft.com/office/drawing/2014/main" id="{39ADF9DB-24A4-4B12-876E-3D100AC8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2584" y="3099562"/>
            <a:ext cx="167579" cy="58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1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sp>
        <p:nvSpPr>
          <p:cNvPr id="413" name="text-371 (Box">
            <a:extLst xmlns:a="http://schemas.openxmlformats.org/drawingml/2006/main">
              <a:ext uri="{FF2B5EF4-FFF2-40B4-BE49-F238E27FC236}">
                <a16:creationId xmlns:a16="http://schemas.microsoft.com/office/drawing/2014/main" id="{97E31DEE-6896-489B-8655-C8882EA8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4698" y="3099326"/>
            <a:ext cx="96750" cy="590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(Box</a:t>
            </a:r>
          </a:p>
        </p:txBody>
      </p:sp>
      <p:sp>
        <p:nvSpPr>
          <p:cNvPr id="414" name="text-371 +">
            <a:extLst xmlns:a="http://schemas.openxmlformats.org/drawingml/2006/main">
              <a:ext uri="{FF2B5EF4-FFF2-40B4-BE49-F238E27FC236}">
                <a16:creationId xmlns:a16="http://schemas.microsoft.com/office/drawing/2014/main" id="{9F76C953-4132-48DE-8C6C-142447CF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5358" y="3098506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15" name="text-371 Caption)">
            <a:extLst xmlns:a="http://schemas.openxmlformats.org/drawingml/2006/main">
              <a:ext uri="{FF2B5EF4-FFF2-40B4-BE49-F238E27FC236}">
                <a16:creationId xmlns:a16="http://schemas.microsoft.com/office/drawing/2014/main" id="{FA3AC568-B55F-4EA9-A601-E5F5CFF8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57619" y="3099346"/>
            <a:ext cx="168534" cy="590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Caption)</a:t>
            </a:r>
          </a:p>
        </p:txBody>
      </p:sp>
      <p:sp>
        <p:nvSpPr>
          <p:cNvPr id="416" name="text-372 ↓">
            <a:extLst xmlns:a="http://schemas.openxmlformats.org/drawingml/2006/main">
              <a:ext uri="{FF2B5EF4-FFF2-40B4-BE49-F238E27FC236}">
                <a16:creationId xmlns:a16="http://schemas.microsoft.com/office/drawing/2014/main" id="{6A87AF21-A4DA-4CEC-8A9E-ABD3CDF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50688" y="2881956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2F843F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17" name="text-373 ↓">
            <a:extLst xmlns:a="http://schemas.openxmlformats.org/drawingml/2006/main">
              <a:ext uri="{FF2B5EF4-FFF2-40B4-BE49-F238E27FC236}">
                <a16:creationId xmlns:a16="http://schemas.microsoft.com/office/drawing/2014/main" id="{CDF72EAD-3F8D-466B-A402-0DAFCE6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5513" y="2881956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18" name="text-374 ↓">
            <a:extLst xmlns:a="http://schemas.openxmlformats.org/drawingml/2006/main">
              <a:ext uri="{FF2B5EF4-FFF2-40B4-BE49-F238E27FC236}">
                <a16:creationId xmlns:a16="http://schemas.microsoft.com/office/drawing/2014/main" id="{62864094-F4AC-4258-812F-3B7964ED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0338" y="2881956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DF6923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sp>
        <p:nvSpPr>
          <p:cNvPr id="419" name="text-375 ↓">
            <a:extLst xmlns:a="http://schemas.openxmlformats.org/drawingml/2006/main">
              <a:ext uri="{FF2B5EF4-FFF2-40B4-BE49-F238E27FC236}">
                <a16:creationId xmlns:a16="http://schemas.microsoft.com/office/drawing/2014/main" id="{CCB98E1F-F817-43D2-BEE8-973CDB95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75162" y="2881956"/>
            <a:ext cx="62695" cy="129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26" b="1" i="0">
                <a:solidFill>
                  <a:srgbClr val="683AA8"/>
                </a:solidFill>
                <a:latin typeface="Times New Roman"/>
                <a:ea typeface="Times New Roman"/>
                <a:cs typeface="Times New Roman"/>
              </a:rPr>
              <a:t>↓</a:t>
            </a:r>
          </a:p>
        </p:txBody>
      </p:sp>
      <p:pic>
        <p:nvPic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03F21CC3-5D97-49B7-8861-57A94AD1EC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431c056449b3"/>
          <a:stretch xmlns:a="http://schemas.openxmlformats.org/drawingml/2006/main"/>
        </p:blipFill>
        <p:spPr>
          <a:xfrm xmlns:a="http://schemas.openxmlformats.org/drawingml/2006/main">
            <a:off x="10556717" y="2704410"/>
            <a:ext cx="432892" cy="172226"/>
          </a:xfrm>
          <a:prstGeom xmlns:a="http://schemas.openxmlformats.org/drawingml/2006/main" prst="rect">
            <a:avLst/>
          </a:prstGeom>
        </p:spPr>
      </p:pic>
      <p:pic>
        <p:nvPic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E4BE175B-DFB9-45CE-905F-9E38680589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f83d14ccd4fa9"/>
          <a:stretch xmlns:a="http://schemas.openxmlformats.org/drawingml/2006/main"/>
        </p:blipFill>
        <p:spPr>
          <a:xfrm xmlns:a="http://schemas.openxmlformats.org/drawingml/2006/main">
            <a:off x="11092013" y="2695101"/>
            <a:ext cx="302559" cy="186190"/>
          </a:xfrm>
          <a:prstGeom xmlns:a="http://schemas.openxmlformats.org/drawingml/2006/main" prst="rect">
            <a:avLst/>
          </a:prstGeom>
        </p:spPr>
      </p:pic>
      <p:pic>
        <p:nvPic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18C3A4CB-DC3B-4261-90D0-BD23265A41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2f2b2399a42f2"/>
          <a:stretch xmlns:a="http://schemas.openxmlformats.org/drawingml/2006/main"/>
        </p:blipFill>
        <p:spPr>
          <a:xfrm xmlns:a="http://schemas.openxmlformats.org/drawingml/2006/main">
            <a:off x="11529560" y="2699756"/>
            <a:ext cx="377035" cy="176881"/>
          </a:xfrm>
          <a:prstGeom xmlns:a="http://schemas.openxmlformats.org/drawingml/2006/main" prst="rect">
            <a:avLst/>
          </a:prstGeom>
        </p:spPr>
      </p:pic>
      <p:pic>
        <p:nvPic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964DAD04-1486-459A-9FD2-23082BC86E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eae612c4846ad"/>
          <a:stretch xmlns:a="http://schemas.openxmlformats.org/drawingml/2006/main"/>
        </p:blipFill>
        <p:spPr>
          <a:xfrm xmlns:a="http://schemas.openxmlformats.org/drawingml/2006/main">
            <a:off x="12041583" y="2685791"/>
            <a:ext cx="353761" cy="209464"/>
          </a:xfrm>
          <a:prstGeom xmlns:a="http://schemas.openxmlformats.org/drawingml/2006/main" prst="rect">
            <a:avLst/>
          </a:prstGeom>
        </p:spPr>
      </p:pic>
      <p:sp>
        <p:nvSpPr>
          <p:cNvPr id="424" name="text-380 x3">
            <a:extLst xmlns:a="http://schemas.openxmlformats.org/drawingml/2006/main">
              <a:ext uri="{FF2B5EF4-FFF2-40B4-BE49-F238E27FC236}">
                <a16:creationId xmlns:a16="http://schemas.microsoft.com/office/drawing/2014/main" id="{F3EDBE69-1A99-4085-A175-EBDFA41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7775" y="1355286"/>
            <a:ext cx="76835" cy="7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425" name="text-381 x3">
            <a:extLst xmlns:a="http://schemas.openxmlformats.org/drawingml/2006/main">
              <a:ext uri="{FF2B5EF4-FFF2-40B4-BE49-F238E27FC236}">
                <a16:creationId xmlns:a16="http://schemas.microsoft.com/office/drawing/2014/main" id="{8635A367-EFE4-4123-899E-6AF873CC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7775" y="1355286"/>
            <a:ext cx="76835" cy="7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439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x3</a:t>
            </a:r>
          </a:p>
        </p:txBody>
      </p:sp>
      <p:sp>
        <p:nvSpPr>
          <p:cNvPr id="426" name="text-382 Image">
            <a:extLst xmlns:a="http://schemas.openxmlformats.org/drawingml/2006/main">
              <a:ext uri="{FF2B5EF4-FFF2-40B4-BE49-F238E27FC236}">
                <a16:creationId xmlns:a16="http://schemas.microsoft.com/office/drawing/2014/main" id="{4EF1D668-9A1A-44CF-B0B0-6DD2F004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3136" y="1212678"/>
            <a:ext cx="130231" cy="58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27" name="text-382 +">
            <a:extLst xmlns:a="http://schemas.openxmlformats.org/drawingml/2006/main">
              <a:ext uri="{FF2B5EF4-FFF2-40B4-BE49-F238E27FC236}">
                <a16:creationId xmlns:a16="http://schemas.microsoft.com/office/drawing/2014/main" id="{2CA44FF3-01AA-4683-A21A-664C8D46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7558" y="1211745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28" name="text-382 Caption">
            <a:extLst xmlns:a="http://schemas.openxmlformats.org/drawingml/2006/main">
              <a:ext uri="{FF2B5EF4-FFF2-40B4-BE49-F238E27FC236}">
                <a16:creationId xmlns:a16="http://schemas.microsoft.com/office/drawing/2014/main" id="{7C1C58B7-777B-4DAD-B1E1-B6AEAF0D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9845" y="1212606"/>
            <a:ext cx="153047" cy="59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429" name="text-383 Image">
            <a:extLst xmlns:a="http://schemas.openxmlformats.org/drawingml/2006/main">
              <a:ext uri="{FF2B5EF4-FFF2-40B4-BE49-F238E27FC236}">
                <a16:creationId xmlns:a16="http://schemas.microsoft.com/office/drawing/2014/main" id="{EA920ED6-E4D4-4D17-B49A-EBD1DB4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3136" y="1212678"/>
            <a:ext cx="130231" cy="58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30" name="text-383 +">
            <a:extLst xmlns:a="http://schemas.openxmlformats.org/drawingml/2006/main">
              <a:ext uri="{FF2B5EF4-FFF2-40B4-BE49-F238E27FC236}">
                <a16:creationId xmlns:a16="http://schemas.microsoft.com/office/drawing/2014/main" id="{2DAACF57-EA98-46E5-98AF-4E3ECE50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7558" y="1211745"/>
            <a:ext cx="28419" cy="60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9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431" name="text-383 Caption">
            <a:extLst xmlns:a="http://schemas.openxmlformats.org/drawingml/2006/main">
              <a:ext uri="{FF2B5EF4-FFF2-40B4-BE49-F238E27FC236}">
                <a16:creationId xmlns:a16="http://schemas.microsoft.com/office/drawing/2014/main" id="{CFF59FEA-EABC-4C66-83FB-3293677F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9845" y="1212606"/>
            <a:ext cx="153047" cy="590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432" name="text-384 Embedding">
            <a:extLst xmlns:a="http://schemas.openxmlformats.org/drawingml/2006/main">
              <a:ext uri="{FF2B5EF4-FFF2-40B4-BE49-F238E27FC236}">
                <a16:creationId xmlns:a16="http://schemas.microsoft.com/office/drawing/2014/main" id="{4EF9A21C-5878-46EE-9591-F1EAFEB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9305" y="1267408"/>
            <a:ext cx="219394" cy="58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Embedding</a:t>
            </a:r>
          </a:p>
        </p:txBody>
      </p:sp>
      <p:sp>
        <p:nvSpPr>
          <p:cNvPr id="433" name="text-384 Score">
            <a:extLst xmlns:a="http://schemas.openxmlformats.org/drawingml/2006/main">
              <a:ext uri="{FF2B5EF4-FFF2-40B4-BE49-F238E27FC236}">
                <a16:creationId xmlns:a16="http://schemas.microsoft.com/office/drawing/2014/main" id="{DA132DCC-F66C-4D3E-A725-705DC94A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2913" y="1267150"/>
            <a:ext cx="124124" cy="5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Score</a:t>
            </a:r>
          </a:p>
        </p:txBody>
      </p:sp>
      <p:sp>
        <p:nvSpPr>
          <p:cNvPr id="434" name="text-385 Embedding">
            <a:extLst xmlns:a="http://schemas.openxmlformats.org/drawingml/2006/main">
              <a:ext uri="{FF2B5EF4-FFF2-40B4-BE49-F238E27FC236}">
                <a16:creationId xmlns:a16="http://schemas.microsoft.com/office/drawing/2014/main" id="{0B0AE582-A19B-4987-8F92-2D232D3E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19305" y="1267408"/>
            <a:ext cx="219394" cy="58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0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Embedding</a:t>
            </a:r>
          </a:p>
        </p:txBody>
      </p:sp>
      <p:sp>
        <p:nvSpPr>
          <p:cNvPr id="435" name="text-385 Score">
            <a:extLst xmlns:a="http://schemas.openxmlformats.org/drawingml/2006/main">
              <a:ext uri="{FF2B5EF4-FFF2-40B4-BE49-F238E27FC236}">
                <a16:creationId xmlns:a16="http://schemas.microsoft.com/office/drawing/2014/main" id="{F78CA627-B71C-4420-BBC7-93096210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42913" y="1267150"/>
            <a:ext cx="124124" cy="590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defRPr>
            </a:pPr>
            <a:r>
              <a:rPr sz="332" b="0" i="0">
                <a:solidFill>
                  <a:srgbClr val="1A56B4"/>
                </a:solidFill>
                <a:latin typeface="Comic Sans MS"/>
                <a:ea typeface="Comic Sans MS"/>
                <a:cs typeface="Comic Sans MS"/>
              </a:rPr>
              <a:t>Score</a:t>
            </a:r>
          </a:p>
        </p:txBody>
      </p:sp>
      <p:pic>
        <p:nvPic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0D1970F-F7F5-4868-ACAB-FC12EE25A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1ba0ff4b94006"/>
          <a:stretch xmlns:a="http://schemas.openxmlformats.org/drawingml/2006/main"/>
        </p:blipFill>
        <p:spPr>
          <a:xfrm xmlns:a="http://schemas.openxmlformats.org/drawingml/2006/main">
            <a:off x="13382151" y="1214890"/>
            <a:ext cx="418928" cy="144297"/>
          </a:xfrm>
          <a:prstGeom xmlns:a="http://schemas.openxmlformats.org/drawingml/2006/main" prst="rect">
            <a:avLst/>
          </a:prstGeom>
        </p:spPr>
      </p:pic>
      <p:sp>
        <p:nvSpPr>
          <p:cNvPr id="437" name="path-387">
            <a:extLst xmlns:a="http://schemas.openxmlformats.org/drawingml/2006/main">
              <a:ext uri="{FF2B5EF4-FFF2-40B4-BE49-F238E27FC236}">
                <a16:creationId xmlns:a16="http://schemas.microsoft.com/office/drawing/2014/main" id="{7814A5B0-71E2-41ED-9CF3-A9E1A2CD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5073" y="4014844"/>
            <a:ext cx="1267736" cy="2307444"/>
          </a:xfrm>
          <a:custGeom xmlns:a="http://schemas.openxmlformats.org/drawingml/2006/main">
            <a:pathLst>
              <a:path w="2594164" h="4721713">
                <a:moveTo>
                  <a:pt x="0" y="94326"/>
                </a:moveTo>
                <a:cubicBezTo>
                  <a:pt x="0" y="42231"/>
                  <a:pt x="42231" y="0"/>
                  <a:pt x="94326" y="0"/>
                </a:cubicBezTo>
                <a:lnTo>
                  <a:pt x="2499837" y="0"/>
                </a:lnTo>
                <a:cubicBezTo>
                  <a:pt x="2551932" y="0"/>
                  <a:pt x="2594164" y="42231"/>
                  <a:pt x="2594164" y="94326"/>
                </a:cubicBezTo>
                <a:lnTo>
                  <a:pt x="2594164" y="4627388"/>
                </a:lnTo>
                <a:cubicBezTo>
                  <a:pt x="2594164" y="4679482"/>
                  <a:pt x="2551932" y="4721713"/>
                  <a:pt x="2499837" y="4721713"/>
                </a:cubicBezTo>
                <a:lnTo>
                  <a:pt x="94326" y="4721713"/>
                </a:lnTo>
                <a:cubicBezTo>
                  <a:pt x="42231" y="4721713"/>
                  <a:pt x="0" y="4679482"/>
                  <a:pt x="0" y="4627388"/>
                </a:cubicBezTo>
                <a:lnTo>
                  <a:pt x="0" y="94326"/>
                </a:lnTo>
              </a:path>
            </a:pathLst>
          </a:custGeom>
          <a:noFill xmlns:a="http://schemas.openxmlformats.org/drawingml/2006/main"/>
          <a:ln xmlns:a="http://schemas.openxmlformats.org/drawingml/2006/main" w="8298">
            <a:solidFill>
              <a:srgbClr val="1A56B4"/>
            </a:solidFill>
            <a:prstDash val="solid"/>
          </a:ln>
        </p:spPr>
      </p:sp>
      <p:pic>
        <p:nvPic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2640D87-EB6A-4165-95B0-925B3960C1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52e7ca1b142eb"/>
          <a:stretch xmlns:a="http://schemas.openxmlformats.org/drawingml/2006/main"/>
        </p:blipFill>
        <p:spPr>
          <a:xfrm xmlns:a="http://schemas.openxmlformats.org/drawingml/2006/main">
            <a:off x="4780171" y="4263752"/>
            <a:ext cx="400309" cy="228083"/>
          </a:xfrm>
          <a:prstGeom xmlns:a="http://schemas.openxmlformats.org/drawingml/2006/main" prst="rect">
            <a:avLst/>
          </a:prstGeom>
        </p:spPr>
      </p:pic>
      <p:pic>
        <p:nvPic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59811AC-76F7-420A-B0A1-FF0EBCC71E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b28dfa84e4445"/>
          <a:stretch xmlns:a="http://schemas.openxmlformats.org/drawingml/2006/main"/>
        </p:blipFill>
        <p:spPr>
          <a:xfrm xmlns:a="http://schemas.openxmlformats.org/drawingml/2006/main">
            <a:off x="4780171" y="4580275"/>
            <a:ext cx="400309" cy="223428"/>
          </a:xfrm>
          <a:prstGeom xmlns:a="http://schemas.openxmlformats.org/drawingml/2006/main" prst="rect">
            <a:avLst/>
          </a:prstGeom>
        </p:spPr>
      </p:pic>
      <p:sp>
        <p:nvSpPr>
          <p:cNvPr id="440" name="text-390 Marcos">
            <a:extLst xmlns:a="http://schemas.openxmlformats.org/drawingml/2006/main">
              <a:ext uri="{FF2B5EF4-FFF2-40B4-BE49-F238E27FC236}">
                <a16:creationId xmlns:a16="http://schemas.microsoft.com/office/drawing/2014/main" id="{A43EEF43-24AE-409D-B318-18A45CA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588531"/>
            <a:ext cx="216076" cy="84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441" name="text-390 Galperin">
            <a:extLst xmlns:a="http://schemas.openxmlformats.org/drawingml/2006/main">
              <a:ext uri="{FF2B5EF4-FFF2-40B4-BE49-F238E27FC236}">
                <a16:creationId xmlns:a16="http://schemas.microsoft.com/office/drawing/2014/main" id="{ACEB2E15-F867-45B8-818C-363DE345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355" y="4588493"/>
            <a:ext cx="242183" cy="84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Galperin</a:t>
            </a:r>
          </a:p>
        </p:txBody>
      </p:sp>
      <p:sp>
        <p:nvSpPr>
          <p:cNvPr id="442" name="text-391 Marcos">
            <a:extLst xmlns:a="http://schemas.openxmlformats.org/drawingml/2006/main">
              <a:ext uri="{FF2B5EF4-FFF2-40B4-BE49-F238E27FC236}">
                <a16:creationId xmlns:a16="http://schemas.microsoft.com/office/drawing/2014/main" id="{1B537180-B00E-43F5-99E4-091C1313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588531"/>
            <a:ext cx="216076" cy="84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443" name="text-391 Galperin">
            <a:extLst xmlns:a="http://schemas.openxmlformats.org/drawingml/2006/main">
              <a:ext uri="{FF2B5EF4-FFF2-40B4-BE49-F238E27FC236}">
                <a16:creationId xmlns:a16="http://schemas.microsoft.com/office/drawing/2014/main" id="{DE686F0C-8C19-49AD-99A9-EFAF585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9355" y="4588493"/>
            <a:ext cx="242183" cy="84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Galperin</a:t>
            </a:r>
          </a:p>
        </p:txBody>
      </p:sp>
      <p:pic>
        <p:nvPic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5905738-5698-444C-A7DA-1C234111B3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246ee89b54084"/>
          <a:stretch xmlns:a="http://schemas.openxmlformats.org/drawingml/2006/main"/>
        </p:blipFill>
        <p:spPr>
          <a:xfrm xmlns:a="http://schemas.openxmlformats.org/drawingml/2006/main">
            <a:off x="4780171" y="4892143"/>
            <a:ext cx="400309" cy="228083"/>
          </a:xfrm>
          <a:prstGeom xmlns:a="http://schemas.openxmlformats.org/drawingml/2006/main" prst="rect">
            <a:avLst/>
          </a:prstGeom>
        </p:spPr>
      </p:pic>
      <p:sp>
        <p:nvSpPr>
          <p:cNvPr id="445" name="text-393 eBay">
            <a:extLst xmlns:a="http://schemas.openxmlformats.org/drawingml/2006/main">
              <a:ext uri="{FF2B5EF4-FFF2-40B4-BE49-F238E27FC236}">
                <a16:creationId xmlns:a16="http://schemas.microsoft.com/office/drawing/2014/main" id="{36743AB0-8087-4994-88FD-51E7C6B6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902721"/>
            <a:ext cx="144269" cy="84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446" name="text-393 logo">
            <a:extLst xmlns:a="http://schemas.openxmlformats.org/drawingml/2006/main">
              <a:ext uri="{FF2B5EF4-FFF2-40B4-BE49-F238E27FC236}">
                <a16:creationId xmlns:a16="http://schemas.microsoft.com/office/drawing/2014/main" id="{F8EAD36A-3B9E-4D62-9A8A-5E35A323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7747" y="4903018"/>
            <a:ext cx="122295" cy="84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sp>
        <p:nvSpPr>
          <p:cNvPr id="447" name="text-394 eBay">
            <a:extLst xmlns:a="http://schemas.openxmlformats.org/drawingml/2006/main">
              <a:ext uri="{FF2B5EF4-FFF2-40B4-BE49-F238E27FC236}">
                <a16:creationId xmlns:a16="http://schemas.microsoft.com/office/drawing/2014/main" id="{1F367F61-4B32-4030-B9EC-8C8C602C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902721"/>
            <a:ext cx="144269" cy="84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448" name="text-394 logo">
            <a:extLst xmlns:a="http://schemas.openxmlformats.org/drawingml/2006/main">
              <a:ext uri="{FF2B5EF4-FFF2-40B4-BE49-F238E27FC236}">
                <a16:creationId xmlns:a16="http://schemas.microsoft.com/office/drawing/2014/main" id="{A4162694-26BA-4B5A-8DF1-C20DEBAF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7747" y="4903018"/>
            <a:ext cx="122295" cy="84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4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logo</a:t>
            </a:r>
          </a:p>
        </p:txBody>
      </p:sp>
      <p:pic>
        <p:nvPic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C7D0CF2-FFD2-40D0-BEB6-859BCC6CB5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4c3619f8c4921"/>
          <a:stretch xmlns:a="http://schemas.openxmlformats.org/drawingml/2006/main"/>
        </p:blipFill>
        <p:spPr>
          <a:xfrm xmlns:a="http://schemas.openxmlformats.org/drawingml/2006/main">
            <a:off x="4780171" y="5208667"/>
            <a:ext cx="400309" cy="223428"/>
          </a:xfrm>
          <a:prstGeom xmlns:a="http://schemas.openxmlformats.org/drawingml/2006/main" prst="rect">
            <a:avLst/>
          </a:prstGeom>
        </p:spPr>
      </p:pic>
      <p:sp>
        <p:nvSpPr>
          <p:cNvPr id="450" name="text-396 Stanford">
            <a:extLst xmlns:a="http://schemas.openxmlformats.org/drawingml/2006/main">
              <a:ext uri="{FF2B5EF4-FFF2-40B4-BE49-F238E27FC236}">
                <a16:creationId xmlns:a16="http://schemas.microsoft.com/office/drawing/2014/main" id="{8FF308FE-72B4-4A92-8A2A-EC59A6E7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5215406"/>
            <a:ext cx="270677" cy="84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Stanford</a:t>
            </a:r>
          </a:p>
        </p:txBody>
      </p:sp>
      <p:sp>
        <p:nvSpPr>
          <p:cNvPr id="451" name="text-396 text">
            <a:extLst xmlns:a="http://schemas.openxmlformats.org/drawingml/2006/main">
              <a:ext uri="{FF2B5EF4-FFF2-40B4-BE49-F238E27FC236}">
                <a16:creationId xmlns:a16="http://schemas.microsoft.com/office/drawing/2014/main" id="{5F885E2E-B3C4-4123-B091-2479EA7F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906" y="5215304"/>
            <a:ext cx="136748" cy="8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452" name="text-397 Stanford">
            <a:extLst xmlns:a="http://schemas.openxmlformats.org/drawingml/2006/main">
              <a:ext uri="{FF2B5EF4-FFF2-40B4-BE49-F238E27FC236}">
                <a16:creationId xmlns:a16="http://schemas.microsoft.com/office/drawing/2014/main" id="{276A7682-4326-49DE-9435-CFA7AA33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5215406"/>
            <a:ext cx="270677" cy="84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Stanford</a:t>
            </a:r>
          </a:p>
        </p:txBody>
      </p:sp>
      <p:sp>
        <p:nvSpPr>
          <p:cNvPr id="453" name="text-397 text">
            <a:extLst xmlns:a="http://schemas.openxmlformats.org/drawingml/2006/main">
              <a:ext uri="{FF2B5EF4-FFF2-40B4-BE49-F238E27FC236}">
                <a16:creationId xmlns:a16="http://schemas.microsoft.com/office/drawing/2014/main" id="{E28BCD70-360C-4BE7-8BDA-D8ECB0F4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906" y="5215304"/>
            <a:ext cx="136748" cy="8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pic>
        <p:nvPic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47F229E4-846F-4C2E-9871-0F32B7ADD0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4fb29986814c43"/>
          <a:stretch xmlns:a="http://schemas.openxmlformats.org/drawingml/2006/main"/>
        </p:blipFill>
        <p:spPr>
          <a:xfrm xmlns:a="http://schemas.openxmlformats.org/drawingml/2006/main">
            <a:off x="4780171" y="5520535"/>
            <a:ext cx="400309" cy="223428"/>
          </a:xfrm>
          <a:prstGeom xmlns:a="http://schemas.openxmlformats.org/drawingml/2006/main" prst="rect">
            <a:avLst/>
          </a:prstGeom>
        </p:spPr>
      </p:pic>
      <p:sp>
        <p:nvSpPr>
          <p:cNvPr id="455" name="text-399 Audi">
            <a:extLst xmlns:a="http://schemas.openxmlformats.org/drawingml/2006/main">
              <a:ext uri="{FF2B5EF4-FFF2-40B4-BE49-F238E27FC236}">
                <a16:creationId xmlns:a16="http://schemas.microsoft.com/office/drawing/2014/main" id="{91E22DCE-B296-400A-8EFD-2DC8AD9F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5529653"/>
            <a:ext cx="138789" cy="8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456" name="text-399 R8">
            <a:extLst xmlns:a="http://schemas.openxmlformats.org/drawingml/2006/main">
              <a:ext uri="{FF2B5EF4-FFF2-40B4-BE49-F238E27FC236}">
                <a16:creationId xmlns:a16="http://schemas.microsoft.com/office/drawing/2014/main" id="{B20FC29F-4997-442E-9F79-FDCDC05B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461" y="5529303"/>
            <a:ext cx="86118" cy="85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457" name="text-399 Spyder">
            <a:extLst xmlns:a="http://schemas.openxmlformats.org/drawingml/2006/main">
              <a:ext uri="{FF2B5EF4-FFF2-40B4-BE49-F238E27FC236}">
                <a16:creationId xmlns:a16="http://schemas.microsoft.com/office/drawing/2014/main" id="{1497F0A5-D648-4352-8B18-EF3A067D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691" y="5529603"/>
            <a:ext cx="214167" cy="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Spyder</a:t>
            </a:r>
          </a:p>
        </p:txBody>
      </p:sp>
      <p:sp>
        <p:nvSpPr>
          <p:cNvPr id="458" name="text-400 Audi">
            <a:extLst xmlns:a="http://schemas.openxmlformats.org/drawingml/2006/main">
              <a:ext uri="{FF2B5EF4-FFF2-40B4-BE49-F238E27FC236}">
                <a16:creationId xmlns:a16="http://schemas.microsoft.com/office/drawing/2014/main" id="{E79571F6-78B1-4960-96B2-136D406F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5529653"/>
            <a:ext cx="138789" cy="8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459" name="text-400 R8">
            <a:extLst xmlns:a="http://schemas.openxmlformats.org/drawingml/2006/main">
              <a:ext uri="{FF2B5EF4-FFF2-40B4-BE49-F238E27FC236}">
                <a16:creationId xmlns:a16="http://schemas.microsoft.com/office/drawing/2014/main" id="{9DD25339-8A4B-4436-8CC6-7F350609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2461" y="5529303"/>
            <a:ext cx="86118" cy="85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9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460" name="text-400 Spyder">
            <a:extLst xmlns:a="http://schemas.openxmlformats.org/drawingml/2006/main">
              <a:ext uri="{FF2B5EF4-FFF2-40B4-BE49-F238E27FC236}">
                <a16:creationId xmlns:a16="http://schemas.microsoft.com/office/drawing/2014/main" id="{F8D1B87A-E4C6-458B-B68E-086D3511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4691" y="5529603"/>
            <a:ext cx="214167" cy="847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Spyder</a:t>
            </a:r>
          </a:p>
        </p:txBody>
      </p:sp>
      <p:pic>
        <p:nvPic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76FAB9C2-4C37-4ED9-B004-BCCFEC5623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4f07ad6ed4f38"/>
          <a:stretch xmlns:a="http://schemas.openxmlformats.org/drawingml/2006/main"/>
        </p:blipFill>
        <p:spPr>
          <a:xfrm xmlns:a="http://schemas.openxmlformats.org/drawingml/2006/main">
            <a:off x="7321665" y="5576392"/>
            <a:ext cx="395654" cy="242047"/>
          </a:xfrm>
          <a:prstGeom xmlns:a="http://schemas.openxmlformats.org/drawingml/2006/main" prst="rect">
            <a:avLst/>
          </a:prstGeom>
        </p:spPr>
      </p:pic>
      <p:pic>
        <p:nvPic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F52DD350-6F49-4DBA-8E23-F45A189A2C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ebd0c93fc4bf9"/>
          <a:stretch xmlns:a="http://schemas.openxmlformats.org/drawingml/2006/main"/>
        </p:blipFill>
        <p:spPr>
          <a:xfrm xmlns:a="http://schemas.openxmlformats.org/drawingml/2006/main">
            <a:off x="7303046" y="4156693"/>
            <a:ext cx="544606" cy="330487"/>
          </a:xfrm>
          <a:prstGeom xmlns:a="http://schemas.openxmlformats.org/drawingml/2006/main" prst="rect">
            <a:avLst/>
          </a:prstGeom>
        </p:spPr>
      </p:pic>
      <p:pic>
        <p:nvPic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1BDD247B-FA5F-4F46-9097-EFEFBCA957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c2abc33e44ec1"/>
          <a:stretch xmlns:a="http://schemas.openxmlformats.org/drawingml/2006/main"/>
        </p:blipFill>
        <p:spPr>
          <a:xfrm xmlns:a="http://schemas.openxmlformats.org/drawingml/2006/main">
            <a:off x="6688619" y="4147383"/>
            <a:ext cx="539951" cy="335142"/>
          </a:xfrm>
          <a:prstGeom xmlns:a="http://schemas.openxmlformats.org/drawingml/2006/main" prst="rect">
            <a:avLst/>
          </a:prstGeom>
        </p:spPr>
      </p:pic>
      <p:pic>
        <p:nvPic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0B31BDBA-85C3-42B6-9FED-9DF12B1E4C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e367e701a42df"/>
          <a:stretch xmlns:a="http://schemas.openxmlformats.org/drawingml/2006/main"/>
        </p:blipFill>
        <p:spPr>
          <a:xfrm xmlns:a="http://schemas.openxmlformats.org/drawingml/2006/main">
            <a:off x="6758440" y="5576392"/>
            <a:ext cx="437547" cy="214119"/>
          </a:xfrm>
          <a:prstGeom xmlns:a="http://schemas.openxmlformats.org/drawingml/2006/main" prst="rect">
            <a:avLst/>
          </a:prstGeom>
        </p:spPr>
      </p:pic>
      <p:pic>
        <p:nvPic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7AB580D0-AE28-47F6-ACC9-4E0AAEF4A1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f58af3543460f"/>
          <a:stretch xmlns:a="http://schemas.openxmlformats.org/drawingml/2006/main"/>
        </p:blipFill>
        <p:spPr>
          <a:xfrm xmlns:a="http://schemas.openxmlformats.org/drawingml/2006/main">
            <a:off x="6758440" y="6297878"/>
            <a:ext cx="651665" cy="218773"/>
          </a:xfrm>
          <a:prstGeom xmlns:a="http://schemas.openxmlformats.org/drawingml/2006/main" prst="rect">
            <a:avLst/>
          </a:prstGeom>
        </p:spPr>
      </p:pic>
      <p:sp>
        <p:nvSpPr>
          <p:cNvPr id="466" name="text-406 video">
            <a:extLst xmlns:a="http://schemas.openxmlformats.org/drawingml/2006/main">
              <a:ext uri="{FF2B5EF4-FFF2-40B4-BE49-F238E27FC236}">
                <a16:creationId xmlns:a16="http://schemas.microsoft.com/office/drawing/2014/main" id="{9671A6E9-9E5F-4E7D-AB8A-1D7F917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103" y="6324310"/>
            <a:ext cx="170278" cy="91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467" name="text-407 video">
            <a:extLst xmlns:a="http://schemas.openxmlformats.org/drawingml/2006/main">
              <a:ext uri="{FF2B5EF4-FFF2-40B4-BE49-F238E27FC236}">
                <a16:creationId xmlns:a16="http://schemas.microsoft.com/office/drawing/2014/main" id="{C7DCB5B9-51FA-4C04-812F-C903366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9103" y="6324310"/>
            <a:ext cx="170278" cy="91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1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468" name="text-408 -">
            <a:extLst xmlns:a="http://schemas.openxmlformats.org/drawingml/2006/main">
              <a:ext uri="{FF2B5EF4-FFF2-40B4-BE49-F238E27FC236}">
                <a16:creationId xmlns:a16="http://schemas.microsoft.com/office/drawing/2014/main" id="{D2C0C3A7-3306-49A9-9E4D-FD031FE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841" y="6321891"/>
            <a:ext cx="40358" cy="9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469" name="text-409 -">
            <a:extLst xmlns:a="http://schemas.openxmlformats.org/drawingml/2006/main">
              <a:ext uri="{FF2B5EF4-FFF2-40B4-BE49-F238E27FC236}">
                <a16:creationId xmlns:a16="http://schemas.microsoft.com/office/drawing/2014/main" id="{D71C4EA7-5E7C-4838-B641-1BCB1995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5841" y="6321891"/>
            <a:ext cx="40358" cy="9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470" name="text-410 site">
            <a:extLst xmlns:a="http://schemas.openxmlformats.org/drawingml/2006/main">
              <a:ext uri="{FF2B5EF4-FFF2-40B4-BE49-F238E27FC236}">
                <a16:creationId xmlns:a16="http://schemas.microsoft.com/office/drawing/2014/main" id="{C83EFCE0-677B-4550-A4B1-6FEC22FC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2733" y="6323683"/>
            <a:ext cx="129626" cy="92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site</a:t>
            </a:r>
          </a:p>
        </p:txBody>
      </p:sp>
      <p:sp>
        <p:nvSpPr>
          <p:cNvPr id="471" name="text-410 UI">
            <a:extLst xmlns:a="http://schemas.openxmlformats.org/drawingml/2006/main">
              <a:ext uri="{FF2B5EF4-FFF2-40B4-BE49-F238E27FC236}">
                <a16:creationId xmlns:a16="http://schemas.microsoft.com/office/drawing/2014/main" id="{64138860-49CC-4E1E-984D-379D70C6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991" y="6323660"/>
            <a:ext cx="96481" cy="92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472" name="text-410 /">
            <a:extLst xmlns:a="http://schemas.openxmlformats.org/drawingml/2006/main">
              <a:ext uri="{FF2B5EF4-FFF2-40B4-BE49-F238E27FC236}">
                <a16:creationId xmlns:a16="http://schemas.microsoft.com/office/drawing/2014/main" id="{A74407EB-3ACC-4394-A74F-34F72CD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0201" y="6321996"/>
            <a:ext cx="46777" cy="94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473" name="text-411 site">
            <a:extLst xmlns:a="http://schemas.openxmlformats.org/drawingml/2006/main">
              <a:ext uri="{FF2B5EF4-FFF2-40B4-BE49-F238E27FC236}">
                <a16:creationId xmlns:a16="http://schemas.microsoft.com/office/drawing/2014/main" id="{AD980AF1-634F-4661-8480-8D2CE911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2733" y="6323683"/>
            <a:ext cx="129626" cy="92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1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site</a:t>
            </a:r>
          </a:p>
        </p:txBody>
      </p:sp>
      <p:sp>
        <p:nvSpPr>
          <p:cNvPr id="474" name="text-411 UI">
            <a:extLst xmlns:a="http://schemas.openxmlformats.org/drawingml/2006/main">
              <a:ext uri="{FF2B5EF4-FFF2-40B4-BE49-F238E27FC236}">
                <a16:creationId xmlns:a16="http://schemas.microsoft.com/office/drawing/2014/main" id="{3CCC9996-406D-4800-94AA-BB8D769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7991" y="6323660"/>
            <a:ext cx="96481" cy="92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20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475" name="text-411 /">
            <a:extLst xmlns:a="http://schemas.openxmlformats.org/drawingml/2006/main">
              <a:ext uri="{FF2B5EF4-FFF2-40B4-BE49-F238E27FC236}">
                <a16:creationId xmlns:a16="http://schemas.microsoft.com/office/drawing/2014/main" id="{1A4812A6-773C-4DCA-A9CD-4C2D006F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0201" y="6321996"/>
            <a:ext cx="46777" cy="947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476" name="text-412 watermark">
            <a:extLst xmlns:a="http://schemas.openxmlformats.org/drawingml/2006/main">
              <a:ext uri="{FF2B5EF4-FFF2-40B4-BE49-F238E27FC236}">
                <a16:creationId xmlns:a16="http://schemas.microsoft.com/office/drawing/2014/main" id="{3ED78B6E-B9AC-4816-8376-C6A4A00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810" y="6404408"/>
            <a:ext cx="336280" cy="9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sp>
        <p:nvSpPr>
          <p:cNvPr id="477" name="text-413 watermark">
            <a:extLst xmlns:a="http://schemas.openxmlformats.org/drawingml/2006/main">
              <a:ext uri="{FF2B5EF4-FFF2-40B4-BE49-F238E27FC236}">
                <a16:creationId xmlns:a16="http://schemas.microsoft.com/office/drawing/2014/main" id="{C82C08AF-93BC-4A19-8804-5753E091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4810" y="6404408"/>
            <a:ext cx="336280" cy="90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sp>
        <p:nvSpPr>
          <p:cNvPr id="478" name="path-414">
            <a:extLst xmlns:a="http://schemas.openxmlformats.org/drawingml/2006/main">
              <a:ext uri="{FF2B5EF4-FFF2-40B4-BE49-F238E27FC236}">
                <a16:creationId xmlns:a16="http://schemas.microsoft.com/office/drawing/2014/main" id="{057D41C5-99E5-49B6-8DAE-F8FB35FF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037" y="4012576"/>
            <a:ext cx="1973351" cy="1004969"/>
          </a:xfrm>
          <a:custGeom xmlns:a="http://schemas.openxmlformats.org/drawingml/2006/main">
            <a:pathLst>
              <a:path w="4038062" h="2056465">
                <a:moveTo>
                  <a:pt x="0" y="84890"/>
                </a:moveTo>
                <a:cubicBezTo>
                  <a:pt x="0" y="38006"/>
                  <a:pt x="38006" y="0"/>
                  <a:pt x="84890" y="0"/>
                </a:cubicBezTo>
                <a:lnTo>
                  <a:pt x="3953171" y="0"/>
                </a:lnTo>
                <a:cubicBezTo>
                  <a:pt x="4000055" y="0"/>
                  <a:pt x="4038062" y="38006"/>
                  <a:pt x="4038062" y="84890"/>
                </a:cubicBezTo>
                <a:lnTo>
                  <a:pt x="4038062" y="1971574"/>
                </a:lnTo>
                <a:cubicBezTo>
                  <a:pt x="4038062" y="2018457"/>
                  <a:pt x="4000055" y="2056465"/>
                  <a:pt x="3953171" y="2056465"/>
                </a:cubicBezTo>
                <a:lnTo>
                  <a:pt x="84890" y="2056465"/>
                </a:lnTo>
                <a:cubicBezTo>
                  <a:pt x="38006" y="2056465"/>
                  <a:pt x="0" y="2018457"/>
                  <a:pt x="0" y="1971574"/>
                </a:cubicBezTo>
                <a:lnTo>
                  <a:pt x="0" y="84890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2F843F"/>
            </a:solidFill>
            <a:prstDash val="solid"/>
          </a:ln>
        </p:spPr>
      </p:sp>
      <p:sp>
        <p:nvSpPr>
          <p:cNvPr id="479" name="text-415 Need">
            <a:extLst xmlns:a="http://schemas.openxmlformats.org/drawingml/2006/main">
              <a:ext uri="{FF2B5EF4-FFF2-40B4-BE49-F238E27FC236}">
                <a16:creationId xmlns:a16="http://schemas.microsoft.com/office/drawing/2014/main" id="{9F985C9C-E090-4590-A920-CE10E280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8306" y="4037402"/>
            <a:ext cx="209471" cy="110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480" name="text-416 Need">
            <a:extLst xmlns:a="http://schemas.openxmlformats.org/drawingml/2006/main">
              <a:ext uri="{FF2B5EF4-FFF2-40B4-BE49-F238E27FC236}">
                <a16:creationId xmlns:a16="http://schemas.microsoft.com/office/drawing/2014/main" id="{A9C355B0-DB10-4E75-AC68-D52C9CB0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8306" y="4037402"/>
            <a:ext cx="209471" cy="110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481" name="text-417 Image">
            <a:extLst xmlns:a="http://schemas.openxmlformats.org/drawingml/2006/main">
              <a:ext uri="{FF2B5EF4-FFF2-40B4-BE49-F238E27FC236}">
                <a16:creationId xmlns:a16="http://schemas.microsoft.com/office/drawing/2014/main" id="{EAADBA51-2AE1-4F43-A7FE-71B96F6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511" y="4037568"/>
            <a:ext cx="243085" cy="11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82" name="text-418 Image">
            <a:extLst xmlns:a="http://schemas.openxmlformats.org/drawingml/2006/main">
              <a:ext uri="{FF2B5EF4-FFF2-40B4-BE49-F238E27FC236}">
                <a16:creationId xmlns:a16="http://schemas.microsoft.com/office/drawing/2014/main" id="{B83E8FA8-46C3-41D7-B6B0-2F6734E9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511" y="4037568"/>
            <a:ext cx="243085" cy="11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483" name="text-419 Search">
            <a:extLst xmlns:a="http://schemas.openxmlformats.org/drawingml/2006/main">
              <a:ext uri="{FF2B5EF4-FFF2-40B4-BE49-F238E27FC236}">
                <a16:creationId xmlns:a16="http://schemas.microsoft.com/office/drawing/2014/main" id="{7D7C190B-7381-477C-8F6B-2F252023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8522" y="4037535"/>
            <a:ext cx="275476" cy="110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484" name="text-420 Search">
            <a:extLst xmlns:a="http://schemas.openxmlformats.org/drawingml/2006/main">
              <a:ext uri="{FF2B5EF4-FFF2-40B4-BE49-F238E27FC236}">
                <a16:creationId xmlns:a16="http://schemas.microsoft.com/office/drawing/2014/main" id="{F56B7CBB-D70F-434C-A725-2DC1788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8522" y="4037535"/>
            <a:ext cx="275476" cy="110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4632048A-8DDA-46F7-A310-F132EC8CA6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285f025964923"/>
          <a:stretch xmlns:a="http://schemas.openxmlformats.org/drawingml/2006/main"/>
        </p:blipFill>
        <p:spPr>
          <a:xfrm xmlns:a="http://schemas.openxmlformats.org/drawingml/2006/main">
            <a:off x="7959366" y="4678025"/>
            <a:ext cx="474785" cy="288595"/>
          </a:xfrm>
          <a:prstGeom xmlns:a="http://schemas.openxmlformats.org/drawingml/2006/main" prst="rect">
            <a:avLst/>
          </a:prstGeom>
        </p:spPr>
      </p:pic>
      <p:pic>
        <p:nvPic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9A0B9257-8DC7-437F-85DC-8EF40D1DC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eb1150eeb4a24"/>
          <a:stretch xmlns:a="http://schemas.openxmlformats.org/drawingml/2006/main"/>
        </p:blipFill>
        <p:spPr>
          <a:xfrm xmlns:a="http://schemas.openxmlformats.org/drawingml/2006/main">
            <a:off x="6777059" y="4664061"/>
            <a:ext cx="474785" cy="293249"/>
          </a:xfrm>
          <a:prstGeom xmlns:a="http://schemas.openxmlformats.org/drawingml/2006/main" prst="rect">
            <a:avLst/>
          </a:prstGeom>
        </p:spPr>
      </p:pic>
      <p:pic>
        <p:nvPic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E9B1316D-1ADA-4557-8665-F033D5EFA2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995e869684485"/>
          <a:stretch xmlns:a="http://schemas.openxmlformats.org/drawingml/2006/main"/>
        </p:blipFill>
        <p:spPr>
          <a:xfrm xmlns:a="http://schemas.openxmlformats.org/drawingml/2006/main">
            <a:off x="7363558" y="4664061"/>
            <a:ext cx="479439" cy="293249"/>
          </a:xfrm>
          <a:prstGeom xmlns:a="http://schemas.openxmlformats.org/drawingml/2006/main" prst="rect">
            <a:avLst/>
          </a:prstGeom>
        </p:spPr>
      </p:pic>
      <p:sp>
        <p:nvSpPr>
          <p:cNvPr id="488" name="path-424">
            <a:extLst xmlns:a="http://schemas.openxmlformats.org/drawingml/2006/main">
              <a:ext uri="{FF2B5EF4-FFF2-40B4-BE49-F238E27FC236}">
                <a16:creationId xmlns:a16="http://schemas.microsoft.com/office/drawing/2014/main" id="{B4933128-CCE8-4E2E-917D-CB1864AF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174" y="5106671"/>
            <a:ext cx="1829194" cy="806741"/>
          </a:xfrm>
          <a:custGeom xmlns:a="http://schemas.openxmlformats.org/drawingml/2006/main">
            <a:pathLst>
              <a:path w="3743072" h="1650831">
                <a:moveTo>
                  <a:pt x="0" y="84903"/>
                </a:moveTo>
                <a:cubicBezTo>
                  <a:pt x="0" y="38012"/>
                  <a:pt x="38012" y="0"/>
                  <a:pt x="84903" y="0"/>
                </a:cubicBezTo>
                <a:lnTo>
                  <a:pt x="3658169" y="0"/>
                </a:lnTo>
                <a:cubicBezTo>
                  <a:pt x="3705059" y="0"/>
                  <a:pt x="3743072" y="38012"/>
                  <a:pt x="3743072" y="84903"/>
                </a:cubicBezTo>
                <a:lnTo>
                  <a:pt x="3743072" y="1565929"/>
                </a:lnTo>
                <a:cubicBezTo>
                  <a:pt x="3743072" y="1612819"/>
                  <a:pt x="3705059" y="1650831"/>
                  <a:pt x="3658169" y="1650831"/>
                </a:cubicBezTo>
                <a:lnTo>
                  <a:pt x="84903" y="1650831"/>
                </a:lnTo>
                <a:cubicBezTo>
                  <a:pt x="38012" y="1650831"/>
                  <a:pt x="0" y="1612819"/>
                  <a:pt x="0" y="1565929"/>
                </a:cubicBezTo>
                <a:lnTo>
                  <a:pt x="0" y="84903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148994"/>
            </a:solidFill>
            <a:prstDash val="solid"/>
          </a:ln>
        </p:spPr>
      </p:sp>
      <p:sp>
        <p:nvSpPr>
          <p:cNvPr id="489" name="text-425 OCR">
            <a:extLst xmlns:a="http://schemas.openxmlformats.org/drawingml/2006/main">
              <a:ext uri="{FF2B5EF4-FFF2-40B4-BE49-F238E27FC236}">
                <a16:creationId xmlns:a16="http://schemas.microsoft.com/office/drawing/2014/main" id="{4E1CF6A9-92E9-4610-9592-A6BF926A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7059" y="5136303"/>
            <a:ext cx="174269" cy="110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490" name="text-426 OCR">
            <a:extLst xmlns:a="http://schemas.openxmlformats.org/drawingml/2006/main">
              <a:ext uri="{FF2B5EF4-FFF2-40B4-BE49-F238E27FC236}">
                <a16:creationId xmlns:a16="http://schemas.microsoft.com/office/drawing/2014/main" id="{73E0AE29-3A6F-41DE-A41D-2CC3F0C9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7059" y="5136303"/>
            <a:ext cx="174269" cy="110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2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491" name="text-427 then">
            <a:extLst xmlns:a="http://schemas.openxmlformats.org/drawingml/2006/main">
              <a:ext uri="{FF2B5EF4-FFF2-40B4-BE49-F238E27FC236}">
                <a16:creationId xmlns:a16="http://schemas.microsoft.com/office/drawing/2014/main" id="{2758303C-E737-4386-ADF6-19679971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921" y="5136365"/>
            <a:ext cx="181284" cy="110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492" name="text-428 then">
            <a:extLst xmlns:a="http://schemas.openxmlformats.org/drawingml/2006/main">
              <a:ext uri="{FF2B5EF4-FFF2-40B4-BE49-F238E27FC236}">
                <a16:creationId xmlns:a16="http://schemas.microsoft.com/office/drawing/2014/main" id="{25564931-AA88-40CE-A0DF-28AF8FFE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921" y="5136365"/>
            <a:ext cx="181284" cy="110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1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then</a:t>
            </a:r>
          </a:p>
        </p:txBody>
      </p:sp>
      <p:sp>
        <p:nvSpPr>
          <p:cNvPr id="493" name="text-429 text">
            <a:extLst xmlns:a="http://schemas.openxmlformats.org/drawingml/2006/main">
              <a:ext uri="{FF2B5EF4-FFF2-40B4-BE49-F238E27FC236}">
                <a16:creationId xmlns:a16="http://schemas.microsoft.com/office/drawing/2014/main" id="{6081F99A-EF0F-4443-A447-3823B2DA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697" y="5136489"/>
            <a:ext cx="177806" cy="11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494" name="text-430 text">
            <a:extLst xmlns:a="http://schemas.openxmlformats.org/drawingml/2006/main">
              <a:ext uri="{FF2B5EF4-FFF2-40B4-BE49-F238E27FC236}">
                <a16:creationId xmlns:a16="http://schemas.microsoft.com/office/drawing/2014/main" id="{27EAB10E-9C46-4C1E-9557-E8484CBF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697" y="5136489"/>
            <a:ext cx="177806" cy="110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495" name="text-431 search">
            <a:extLst xmlns:a="http://schemas.openxmlformats.org/drawingml/2006/main">
              <a:ext uri="{FF2B5EF4-FFF2-40B4-BE49-F238E27FC236}">
                <a16:creationId xmlns:a16="http://schemas.microsoft.com/office/drawing/2014/main" id="{EBD6D804-2432-4840-AA7C-98697ED3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6399" y="5136528"/>
            <a:ext cx="259298" cy="110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496" name="text-432 search">
            <a:extLst xmlns:a="http://schemas.openxmlformats.org/drawingml/2006/main">
              <a:ext uri="{FF2B5EF4-FFF2-40B4-BE49-F238E27FC236}">
                <a16:creationId xmlns:a16="http://schemas.microsoft.com/office/drawing/2014/main" id="{3337EF83-EB36-4527-BDAB-0577D6C6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6399" y="5136528"/>
            <a:ext cx="259298" cy="110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148994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3A4EBA78-CBAB-42B5-A148-244C8D967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69f8615204fb1"/>
          <a:stretch xmlns:a="http://schemas.openxmlformats.org/drawingml/2006/main"/>
        </p:blipFill>
        <p:spPr>
          <a:xfrm xmlns:a="http://schemas.openxmlformats.org/drawingml/2006/main">
            <a:off x="6744476" y="5278488"/>
            <a:ext cx="1019390" cy="111714"/>
          </a:xfrm>
          <a:prstGeom xmlns:a="http://schemas.openxmlformats.org/drawingml/2006/main" prst="rect">
            <a:avLst/>
          </a:prstGeom>
        </p:spPr>
      </p:pic>
      <p:pic>
        <p:nvPic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DA88CFEC-2688-4225-9DCF-B90C2ADEB8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97688fde541a6"/>
          <a:stretch xmlns:a="http://schemas.openxmlformats.org/drawingml/2006/main"/>
        </p:blipFill>
        <p:spPr>
          <a:xfrm xmlns:a="http://schemas.openxmlformats.org/drawingml/2006/main">
            <a:off x="7219260" y="5427440"/>
            <a:ext cx="1019390" cy="130333"/>
          </a:xfrm>
          <a:prstGeom xmlns:a="http://schemas.openxmlformats.org/drawingml/2006/main" prst="rect">
            <a:avLst/>
          </a:prstGeom>
        </p:spPr>
      </p:pic>
      <p:pic>
        <p:nvPic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DA755174-0A26-4553-BE21-3B5CF936B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e1b9bed3f42b2"/>
          <a:stretch xmlns:a="http://schemas.openxmlformats.org/drawingml/2006/main"/>
        </p:blipFill>
        <p:spPr>
          <a:xfrm xmlns:a="http://schemas.openxmlformats.org/drawingml/2006/main">
            <a:off x="7856961" y="5650868"/>
            <a:ext cx="330487" cy="162916"/>
          </a:xfrm>
          <a:prstGeom xmlns:a="http://schemas.openxmlformats.org/drawingml/2006/main" prst="rect">
            <a:avLst/>
          </a:prstGeom>
        </p:spPr>
      </p:pic>
      <p:sp>
        <p:nvSpPr>
          <p:cNvPr id="500" name="path-436">
            <a:extLst xmlns:a="http://schemas.openxmlformats.org/drawingml/2006/main">
              <a:ext uri="{FF2B5EF4-FFF2-40B4-BE49-F238E27FC236}">
                <a16:creationId xmlns:a16="http://schemas.microsoft.com/office/drawing/2014/main" id="{D707904D-8DCE-47E5-952B-3A2966DE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408" y="6034727"/>
            <a:ext cx="1811050" cy="460995"/>
          </a:xfrm>
          <a:custGeom xmlns:a="http://schemas.openxmlformats.org/drawingml/2006/main">
            <a:pathLst>
              <a:path w="3705945" h="943332">
                <a:moveTo>
                  <a:pt x="0" y="84899"/>
                </a:moveTo>
                <a:cubicBezTo>
                  <a:pt x="0" y="38011"/>
                  <a:pt x="38009" y="0"/>
                  <a:pt x="84898" y="0"/>
                </a:cubicBezTo>
                <a:lnTo>
                  <a:pt x="3621046" y="0"/>
                </a:lnTo>
                <a:cubicBezTo>
                  <a:pt x="3667936" y="0"/>
                  <a:pt x="3705945" y="38011"/>
                  <a:pt x="3705945" y="84899"/>
                </a:cubicBezTo>
                <a:lnTo>
                  <a:pt x="3705945" y="858433"/>
                </a:lnTo>
                <a:cubicBezTo>
                  <a:pt x="3705945" y="905320"/>
                  <a:pt x="3667936" y="943332"/>
                  <a:pt x="3621046" y="943332"/>
                </a:cubicBezTo>
                <a:lnTo>
                  <a:pt x="84898" y="943332"/>
                </a:lnTo>
                <a:cubicBezTo>
                  <a:pt x="38009" y="943332"/>
                  <a:pt x="0" y="905320"/>
                  <a:pt x="0" y="858433"/>
                </a:cubicBezTo>
                <a:lnTo>
                  <a:pt x="0" y="8489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" name="path-437">
            <a:extLst xmlns:a="http://schemas.openxmlformats.org/drawingml/2006/main">
              <a:ext uri="{FF2B5EF4-FFF2-40B4-BE49-F238E27FC236}">
                <a16:creationId xmlns:a16="http://schemas.microsoft.com/office/drawing/2014/main" id="{9D33C570-60D0-42C0-8F87-1009A6B0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408" y="6034727"/>
            <a:ext cx="1811052" cy="460995"/>
          </a:xfrm>
          <a:custGeom xmlns:a="http://schemas.openxmlformats.org/drawingml/2006/main">
            <a:pathLst>
              <a:path w="3705948" h="943332">
                <a:moveTo>
                  <a:pt x="0" y="84900"/>
                </a:moveTo>
                <a:cubicBezTo>
                  <a:pt x="0" y="38011"/>
                  <a:pt x="38011" y="0"/>
                  <a:pt x="84900" y="0"/>
                </a:cubicBezTo>
                <a:lnTo>
                  <a:pt x="3621048" y="0"/>
                </a:lnTo>
                <a:cubicBezTo>
                  <a:pt x="3667936" y="0"/>
                  <a:pt x="3705948" y="38011"/>
                  <a:pt x="3705948" y="84900"/>
                </a:cubicBezTo>
                <a:lnTo>
                  <a:pt x="3705948" y="858433"/>
                </a:lnTo>
                <a:cubicBezTo>
                  <a:pt x="3705948" y="905321"/>
                  <a:pt x="3667936" y="943332"/>
                  <a:pt x="3621048" y="943332"/>
                </a:cubicBezTo>
                <a:lnTo>
                  <a:pt x="84900" y="943332"/>
                </a:lnTo>
                <a:cubicBezTo>
                  <a:pt x="38011" y="943332"/>
                  <a:pt x="0" y="905321"/>
                  <a:pt x="0" y="858433"/>
                </a:cubicBezTo>
                <a:lnTo>
                  <a:pt x="0" y="84900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EC432D"/>
            </a:solidFill>
            <a:prstDash val="solid"/>
          </a:ln>
        </p:spPr>
      </p:sp>
      <p:sp>
        <p:nvSpPr>
          <p:cNvPr id="502" name="text-438 No">
            <a:extLst xmlns:a="http://schemas.openxmlformats.org/drawingml/2006/main">
              <a:ext uri="{FF2B5EF4-FFF2-40B4-BE49-F238E27FC236}">
                <a16:creationId xmlns:a16="http://schemas.microsoft.com/office/drawing/2014/main" id="{B2FD151F-9991-4441-B73E-F000E0521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9348" y="6101501"/>
            <a:ext cx="82822" cy="77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503" name="text-439 No">
            <a:extLst xmlns:a="http://schemas.openxmlformats.org/drawingml/2006/main">
              <a:ext uri="{FF2B5EF4-FFF2-40B4-BE49-F238E27FC236}">
                <a16:creationId xmlns:a16="http://schemas.microsoft.com/office/drawing/2014/main" id="{AE9A18BF-E7A2-4B09-835F-CED01321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9348" y="6101501"/>
            <a:ext cx="82822" cy="77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504" name="text-440 -">
            <a:extLst xmlns:a="http://schemas.openxmlformats.org/drawingml/2006/main">
              <a:ext uri="{FF2B5EF4-FFF2-40B4-BE49-F238E27FC236}">
                <a16:creationId xmlns:a16="http://schemas.microsoft.com/office/drawing/2014/main" id="{B062FF15-A519-456E-8B5B-B8F9899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338" y="6101167"/>
            <a:ext cx="33035" cy="7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5" name="text-441 -">
            <a:extLst xmlns:a="http://schemas.openxmlformats.org/drawingml/2006/main">
              <a:ext uri="{FF2B5EF4-FFF2-40B4-BE49-F238E27FC236}">
                <a16:creationId xmlns:a16="http://schemas.microsoft.com/office/drawing/2014/main" id="{ADB71753-A7ED-4EF9-88F4-633ED994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2338" y="6101167"/>
            <a:ext cx="33035" cy="77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06" name="text-442 need">
            <a:extLst xmlns:a="http://schemas.openxmlformats.org/drawingml/2006/main">
              <a:ext uri="{FF2B5EF4-FFF2-40B4-BE49-F238E27FC236}">
                <a16:creationId xmlns:a16="http://schemas.microsoft.com/office/drawing/2014/main" id="{186574C9-60D7-4C2B-8B87-E59E6EEE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5388" y="6101459"/>
            <a:ext cx="131579" cy="77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507" name="text-442 object:">
            <a:extLst xmlns:a="http://schemas.openxmlformats.org/drawingml/2006/main">
              <a:ext uri="{FF2B5EF4-FFF2-40B4-BE49-F238E27FC236}">
                <a16:creationId xmlns:a16="http://schemas.microsoft.com/office/drawing/2014/main" id="{2DA80BA2-E659-4D5A-87D4-9A0A4A6F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3687" y="6101267"/>
            <a:ext cx="195497" cy="77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object:</a:t>
            </a:r>
          </a:p>
        </p:txBody>
      </p:sp>
      <p:sp>
        <p:nvSpPr>
          <p:cNvPr id="508" name="text-442 generic">
            <a:extLst xmlns:a="http://schemas.openxmlformats.org/drawingml/2006/main">
              <a:ext uri="{FF2B5EF4-FFF2-40B4-BE49-F238E27FC236}">
                <a16:creationId xmlns:a16="http://schemas.microsoft.com/office/drawing/2014/main" id="{F8290F25-B9C0-4552-9DDE-C8D8094F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510" y="6101395"/>
            <a:ext cx="198951" cy="77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generic</a:t>
            </a:r>
          </a:p>
        </p:txBody>
      </p:sp>
      <p:sp>
        <p:nvSpPr>
          <p:cNvPr id="509" name="text-442 platform">
            <a:extLst xmlns:a="http://schemas.openxmlformats.org/drawingml/2006/main">
              <a:ext uri="{FF2B5EF4-FFF2-40B4-BE49-F238E27FC236}">
                <a16:creationId xmlns:a16="http://schemas.microsoft.com/office/drawing/2014/main" id="{0B3045DE-3034-4DDA-AFCA-7005F427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431" y="6100913"/>
            <a:ext cx="237373" cy="78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platform</a:t>
            </a:r>
          </a:p>
        </p:txBody>
      </p:sp>
      <p:sp>
        <p:nvSpPr>
          <p:cNvPr id="510" name="text-442 UI">
            <a:extLst xmlns:a="http://schemas.openxmlformats.org/drawingml/2006/main">
              <a:ext uri="{FF2B5EF4-FFF2-40B4-BE49-F238E27FC236}">
                <a16:creationId xmlns:a16="http://schemas.microsoft.com/office/drawing/2014/main" id="{0BD42392-0E6F-49AF-8781-CD3BA4A9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6732" y="6101323"/>
            <a:ext cx="80896" cy="77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511" name="text-442 /">
            <a:extLst xmlns:a="http://schemas.openxmlformats.org/drawingml/2006/main">
              <a:ext uri="{FF2B5EF4-FFF2-40B4-BE49-F238E27FC236}">
                <a16:creationId xmlns:a16="http://schemas.microsoft.com/office/drawing/2014/main" id="{90B741D2-C459-466D-9D3C-A40B0956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25" y="6101336"/>
            <a:ext cx="38272" cy="77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512" name="text-442 watermark">
            <a:extLst xmlns:a="http://schemas.openxmlformats.org/drawingml/2006/main">
              <a:ext uri="{FF2B5EF4-FFF2-40B4-BE49-F238E27FC236}">
                <a16:creationId xmlns:a16="http://schemas.microsoft.com/office/drawing/2014/main" id="{7FE52896-4B7F-43AE-9718-D856AD61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9665" y="6101191"/>
            <a:ext cx="287220" cy="7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sp>
        <p:nvSpPr>
          <p:cNvPr id="513" name="text-443 need">
            <a:extLst xmlns:a="http://schemas.openxmlformats.org/drawingml/2006/main">
              <a:ext uri="{FF2B5EF4-FFF2-40B4-BE49-F238E27FC236}">
                <a16:creationId xmlns:a16="http://schemas.microsoft.com/office/drawing/2014/main" id="{1D1A47D1-2F06-4E32-80C7-7EC9DEA2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5388" y="6101459"/>
            <a:ext cx="131579" cy="77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need</a:t>
            </a:r>
          </a:p>
        </p:txBody>
      </p:sp>
      <p:sp>
        <p:nvSpPr>
          <p:cNvPr id="514" name="text-443 object:">
            <a:extLst xmlns:a="http://schemas.openxmlformats.org/drawingml/2006/main">
              <a:ext uri="{FF2B5EF4-FFF2-40B4-BE49-F238E27FC236}">
                <a16:creationId xmlns:a16="http://schemas.microsoft.com/office/drawing/2014/main" id="{8D209A7D-B55C-4081-AA01-89D3B971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3687" y="6101267"/>
            <a:ext cx="195497" cy="77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object:</a:t>
            </a:r>
          </a:p>
        </p:txBody>
      </p:sp>
      <p:sp>
        <p:nvSpPr>
          <p:cNvPr id="515" name="text-443 generic">
            <a:extLst xmlns:a="http://schemas.openxmlformats.org/drawingml/2006/main">
              <a:ext uri="{FF2B5EF4-FFF2-40B4-BE49-F238E27FC236}">
                <a16:creationId xmlns:a16="http://schemas.microsoft.com/office/drawing/2014/main" id="{5F450740-368A-45A2-B4AA-D1B4B0F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6510" y="6101395"/>
            <a:ext cx="198951" cy="77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5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generic</a:t>
            </a:r>
          </a:p>
        </p:txBody>
      </p:sp>
      <p:sp>
        <p:nvSpPr>
          <p:cNvPr id="516" name="text-443 platform">
            <a:extLst xmlns:a="http://schemas.openxmlformats.org/drawingml/2006/main">
              <a:ext uri="{FF2B5EF4-FFF2-40B4-BE49-F238E27FC236}">
                <a16:creationId xmlns:a16="http://schemas.microsoft.com/office/drawing/2014/main" id="{2C1A6835-0035-40EF-A853-BE02B560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431" y="6100913"/>
            <a:ext cx="237373" cy="78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9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platform</a:t>
            </a:r>
          </a:p>
        </p:txBody>
      </p:sp>
      <p:sp>
        <p:nvSpPr>
          <p:cNvPr id="517" name="text-443 UI">
            <a:extLst xmlns:a="http://schemas.openxmlformats.org/drawingml/2006/main">
              <a:ext uri="{FF2B5EF4-FFF2-40B4-BE49-F238E27FC236}">
                <a16:creationId xmlns:a16="http://schemas.microsoft.com/office/drawing/2014/main" id="{2CA8DC63-D760-4676-AEBF-6E6007F7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6732" y="6101323"/>
            <a:ext cx="80896" cy="77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518" name="text-443 /">
            <a:extLst xmlns:a="http://schemas.openxmlformats.org/drawingml/2006/main">
              <a:ext uri="{FF2B5EF4-FFF2-40B4-BE49-F238E27FC236}">
                <a16:creationId xmlns:a16="http://schemas.microsoft.com/office/drawing/2014/main" id="{ACE1D4DD-9688-41F4-985B-E242FFBF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25" y="6101336"/>
            <a:ext cx="38272" cy="774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6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519" name="text-443 watermark">
            <a:extLst xmlns:a="http://schemas.openxmlformats.org/drawingml/2006/main">
              <a:ext uri="{FF2B5EF4-FFF2-40B4-BE49-F238E27FC236}">
                <a16:creationId xmlns:a16="http://schemas.microsoft.com/office/drawing/2014/main" id="{7ACFA69B-CE6E-44BE-AFF5-C1EB5848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9665" y="6101191"/>
            <a:ext cx="287220" cy="77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defRPr>
            </a:pPr>
            <a:r>
              <a:rPr sz="437" b="0" i="0">
                <a:solidFill>
                  <a:srgbClr val="EC432D"/>
                </a:solidFill>
                <a:latin typeface="Comic Sans MS"/>
                <a:ea typeface="Comic Sans MS"/>
                <a:cs typeface="Comic Sans MS"/>
              </a:rPr>
              <a:t>watermark</a:t>
            </a:r>
          </a:p>
        </p:txBody>
      </p:sp>
      <p:pic>
        <p:nvPic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1F304EC3-4B89-4286-A838-C0F89FA1F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b5f50602634049"/>
          <a:stretch xmlns:a="http://schemas.openxmlformats.org/drawingml/2006/main"/>
        </p:blipFill>
        <p:spPr>
          <a:xfrm xmlns:a="http://schemas.openxmlformats.org/drawingml/2006/main">
            <a:off x="6949285" y="6204783"/>
            <a:ext cx="916986" cy="228083"/>
          </a:xfrm>
          <a:prstGeom xmlns:a="http://schemas.openxmlformats.org/drawingml/2006/main" prst="rect">
            <a:avLst/>
          </a:prstGeom>
        </p:spPr>
      </p:pic>
      <p:sp>
        <p:nvSpPr>
          <p:cNvPr id="521" name="path-445">
            <a:extLst xmlns:a="http://schemas.openxmlformats.org/drawingml/2006/main">
              <a:ext uri="{FF2B5EF4-FFF2-40B4-BE49-F238E27FC236}">
                <a16:creationId xmlns:a16="http://schemas.microsoft.com/office/drawing/2014/main" id="{970DC78D-0931-4477-ABB4-BAAF6D2E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251" y="4524971"/>
            <a:ext cx="1800146" cy="469771"/>
          </a:xfrm>
          <a:custGeom xmlns:a="http://schemas.openxmlformats.org/drawingml/2006/main">
            <a:pathLst>
              <a:path w="3683633" h="961292">
                <a:moveTo>
                  <a:pt x="0" y="39681"/>
                </a:moveTo>
                <a:cubicBezTo>
                  <a:pt x="0" y="17765"/>
                  <a:pt x="17766" y="0"/>
                  <a:pt x="39681" y="0"/>
                </a:cubicBezTo>
                <a:lnTo>
                  <a:pt x="3643952" y="0"/>
                </a:lnTo>
                <a:cubicBezTo>
                  <a:pt x="3665868" y="0"/>
                  <a:pt x="3683633" y="17765"/>
                  <a:pt x="3683633" y="39681"/>
                </a:cubicBezTo>
                <a:lnTo>
                  <a:pt x="3683633" y="921611"/>
                </a:lnTo>
                <a:cubicBezTo>
                  <a:pt x="3683633" y="943525"/>
                  <a:pt x="3665868" y="961292"/>
                  <a:pt x="3643952" y="961292"/>
                </a:cubicBezTo>
                <a:lnTo>
                  <a:pt x="39681" y="961292"/>
                </a:lnTo>
                <a:cubicBezTo>
                  <a:pt x="17766" y="961292"/>
                  <a:pt x="0" y="943525"/>
                  <a:pt x="0" y="921611"/>
                </a:cubicBezTo>
                <a:lnTo>
                  <a:pt x="0" y="39681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2F843F"/>
            </a:solidFill>
            <a:prstDash val="dash"/>
          </a:ln>
        </p:spPr>
      </p:sp>
      <p:sp>
        <p:nvSpPr>
          <p:cNvPr id="522" name="text-446 Same">
            <a:extLst xmlns:a="http://schemas.openxmlformats.org/drawingml/2006/main">
              <a:ext uri="{FF2B5EF4-FFF2-40B4-BE49-F238E27FC236}">
                <a16:creationId xmlns:a16="http://schemas.microsoft.com/office/drawing/2014/main" id="{3DB3665F-165F-47C9-9311-31669024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6664" y="4542018"/>
            <a:ext cx="213140" cy="11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Same</a:t>
            </a:r>
          </a:p>
        </p:txBody>
      </p:sp>
      <p:sp>
        <p:nvSpPr>
          <p:cNvPr id="523" name="text-447 Same">
            <a:extLst xmlns:a="http://schemas.openxmlformats.org/drawingml/2006/main">
              <a:ext uri="{FF2B5EF4-FFF2-40B4-BE49-F238E27FC236}">
                <a16:creationId xmlns:a16="http://schemas.microsoft.com/office/drawing/2014/main" id="{AE691559-F7CC-4396-B9F2-48307855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6664" y="4542018"/>
            <a:ext cx="213140" cy="11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Same</a:t>
            </a:r>
          </a:p>
        </p:txBody>
      </p:sp>
      <p:sp>
        <p:nvSpPr>
          <p:cNvPr id="524" name="text-448 Entity">
            <a:extLst xmlns:a="http://schemas.openxmlformats.org/drawingml/2006/main">
              <a:ext uri="{FF2B5EF4-FFF2-40B4-BE49-F238E27FC236}">
                <a16:creationId xmlns:a16="http://schemas.microsoft.com/office/drawing/2014/main" id="{9E5FF658-C1B3-4208-A7DD-473D7FB5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710" y="4541971"/>
            <a:ext cx="241639" cy="110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525" name="text-449 Entity">
            <a:extLst xmlns:a="http://schemas.openxmlformats.org/drawingml/2006/main">
              <a:ext uri="{FF2B5EF4-FFF2-40B4-BE49-F238E27FC236}">
                <a16:creationId xmlns:a16="http://schemas.microsoft.com/office/drawing/2014/main" id="{7585991D-52D5-49EE-8D18-EEEBF99B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710" y="4541971"/>
            <a:ext cx="241639" cy="110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1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526" name="text-450 Multi">
            <a:extLst xmlns:a="http://schemas.openxmlformats.org/drawingml/2006/main">
              <a:ext uri="{FF2B5EF4-FFF2-40B4-BE49-F238E27FC236}">
                <a16:creationId xmlns:a16="http://schemas.microsoft.com/office/drawing/2014/main" id="{8E57D2BD-0871-4D8D-881F-4915B16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184" y="4542156"/>
            <a:ext cx="204799" cy="11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27" name="text-451 Multi">
            <a:extLst xmlns:a="http://schemas.openxmlformats.org/drawingml/2006/main">
              <a:ext uri="{FF2B5EF4-FFF2-40B4-BE49-F238E27FC236}">
                <a16:creationId xmlns:a16="http://schemas.microsoft.com/office/drawing/2014/main" id="{E042B765-A2F7-4AAD-913D-2DB62C9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184" y="4542156"/>
            <a:ext cx="204799" cy="110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19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28" name="text-452 -">
            <a:extLst xmlns:a="http://schemas.openxmlformats.org/drawingml/2006/main">
              <a:ext uri="{FF2B5EF4-FFF2-40B4-BE49-F238E27FC236}">
                <a16:creationId xmlns:a16="http://schemas.microsoft.com/office/drawing/2014/main" id="{4F9F1ED9-581A-4A8D-90C8-D51956C3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729" y="4540787"/>
            <a:ext cx="47681" cy="111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29" name="text-453 -">
            <a:extLst xmlns:a="http://schemas.openxmlformats.org/drawingml/2006/main">
              <a:ext uri="{FF2B5EF4-FFF2-40B4-BE49-F238E27FC236}">
                <a16:creationId xmlns:a16="http://schemas.microsoft.com/office/drawing/2014/main" id="{E2422EE6-FD27-40E3-A4E8-15F03EAF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729" y="4540787"/>
            <a:ext cx="47681" cy="111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3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30" name="text-454 Search">
            <a:extLst xmlns:a="http://schemas.openxmlformats.org/drawingml/2006/main">
              <a:ext uri="{FF2B5EF4-FFF2-40B4-BE49-F238E27FC236}">
                <a16:creationId xmlns:a16="http://schemas.microsoft.com/office/drawing/2014/main" id="{802E4DF6-4551-46ED-A3B9-73A068F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2767" y="4542047"/>
            <a:ext cx="275476" cy="110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531" name="text-455 Search">
            <a:extLst xmlns:a="http://schemas.openxmlformats.org/drawingml/2006/main">
              <a:ext uri="{FF2B5EF4-FFF2-40B4-BE49-F238E27FC236}">
                <a16:creationId xmlns:a16="http://schemas.microsoft.com/office/drawing/2014/main" id="{58DC2219-0174-434C-A56E-0857637F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2767" y="4542047"/>
            <a:ext cx="275476" cy="1102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532" name="text-456 Candidate">
            <a:extLst xmlns:a="http://schemas.openxmlformats.org/drawingml/2006/main">
              <a:ext uri="{FF2B5EF4-FFF2-40B4-BE49-F238E27FC236}">
                <a16:creationId xmlns:a16="http://schemas.microsoft.com/office/drawing/2014/main" id="{472650FE-7C59-465A-BC3E-2AB2D5A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7047" y="4542041"/>
            <a:ext cx="377622" cy="11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533" name="text-457 Candidate">
            <a:extLst xmlns:a="http://schemas.openxmlformats.org/drawingml/2006/main">
              <a:ext uri="{FF2B5EF4-FFF2-40B4-BE49-F238E27FC236}">
                <a16:creationId xmlns:a16="http://schemas.microsoft.com/office/drawing/2014/main" id="{8ED9A415-262B-4A95-84C4-9F962FBC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7047" y="4542041"/>
            <a:ext cx="377622" cy="110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defRPr>
            </a:pPr>
            <a:r>
              <a:rPr sz="620" b="0" i="0">
                <a:solidFill>
                  <a:srgbClr val="2F843F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pic>
        <p:nvPic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14D371D9-8397-45CC-84AE-66A69A547F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35c703d21451a"/>
          <a:stretch xmlns:a="http://schemas.openxmlformats.org/drawingml/2006/main"/>
        </p:blipFill>
        <p:spPr>
          <a:xfrm xmlns:a="http://schemas.openxmlformats.org/drawingml/2006/main">
            <a:off x="8722745" y="6237367"/>
            <a:ext cx="279285" cy="279285"/>
          </a:xfrm>
          <a:prstGeom xmlns:a="http://schemas.openxmlformats.org/drawingml/2006/main" prst="rect">
            <a:avLst/>
          </a:prstGeom>
        </p:spPr>
      </p:pic>
      <p:pic>
        <p:nvPic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AC4EFD4C-7E14-4505-B6F6-6F85AC2A4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c1aca276a4b69"/>
          <a:stretch xmlns:a="http://schemas.openxmlformats.org/drawingml/2006/main"/>
        </p:blipFill>
        <p:spPr>
          <a:xfrm xmlns:a="http://schemas.openxmlformats.org/drawingml/2006/main">
            <a:off x="7908164" y="4152038"/>
            <a:ext cx="539951" cy="325833"/>
          </a:xfrm>
          <a:prstGeom xmlns:a="http://schemas.openxmlformats.org/drawingml/2006/main" prst="rect">
            <a:avLst/>
          </a:prstGeom>
        </p:spPr>
      </p:pic>
      <p:sp>
        <p:nvSpPr>
          <p:cNvPr id="536" name="path-460">
            <a:extLst xmlns:a="http://schemas.openxmlformats.org/drawingml/2006/main">
              <a:ext uri="{FF2B5EF4-FFF2-40B4-BE49-F238E27FC236}">
                <a16:creationId xmlns:a16="http://schemas.microsoft.com/office/drawing/2014/main" id="{F9A51E71-5C3B-449E-8708-A4EB2238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661" y="4499685"/>
            <a:ext cx="631376" cy="673489"/>
          </a:xfrm>
          <a:custGeom xmlns:a="http://schemas.openxmlformats.org/drawingml/2006/main">
            <a:pathLst>
              <a:path w="1291983" h="1378157">
                <a:moveTo>
                  <a:pt x="604" y="1378157"/>
                </a:moveTo>
                <a:lnTo>
                  <a:pt x="31163" y="1377178"/>
                </a:lnTo>
                <a:lnTo>
                  <a:pt x="61945" y="1374256"/>
                </a:lnTo>
                <a:lnTo>
                  <a:pt x="92585" y="1369466"/>
                </a:lnTo>
                <a:lnTo>
                  <a:pt x="123022" y="1362873"/>
                </a:lnTo>
                <a:lnTo>
                  <a:pt x="153195" y="1354542"/>
                </a:lnTo>
                <a:lnTo>
                  <a:pt x="183046" y="1344539"/>
                </a:lnTo>
                <a:lnTo>
                  <a:pt x="212517" y="1332924"/>
                </a:lnTo>
                <a:lnTo>
                  <a:pt x="241548" y="1319765"/>
                </a:lnTo>
                <a:lnTo>
                  <a:pt x="270085" y="1305122"/>
                </a:lnTo>
                <a:lnTo>
                  <a:pt x="298068" y="1289061"/>
                </a:lnTo>
                <a:lnTo>
                  <a:pt x="325439" y="1271640"/>
                </a:lnTo>
                <a:lnTo>
                  <a:pt x="352141" y="1252926"/>
                </a:lnTo>
                <a:lnTo>
                  <a:pt x="378116" y="1232977"/>
                </a:lnTo>
                <a:lnTo>
                  <a:pt x="403383" y="1211789"/>
                </a:lnTo>
                <a:lnTo>
                  <a:pt x="451108" y="1166340"/>
                </a:lnTo>
                <a:lnTo>
                  <a:pt x="495005" y="1116935"/>
                </a:lnTo>
                <a:lnTo>
                  <a:pt x="515462" y="1090785"/>
                </a:lnTo>
                <a:lnTo>
                  <a:pt x="534725" y="1063903"/>
                </a:lnTo>
                <a:lnTo>
                  <a:pt x="552794" y="1036274"/>
                </a:lnTo>
                <a:lnTo>
                  <a:pt x="569609" y="1007953"/>
                </a:lnTo>
                <a:lnTo>
                  <a:pt x="585113" y="979004"/>
                </a:lnTo>
                <a:lnTo>
                  <a:pt x="599243" y="949486"/>
                </a:lnTo>
                <a:lnTo>
                  <a:pt x="611942" y="919460"/>
                </a:lnTo>
                <a:lnTo>
                  <a:pt x="623148" y="888984"/>
                </a:lnTo>
                <a:lnTo>
                  <a:pt x="632799" y="858119"/>
                </a:lnTo>
                <a:lnTo>
                  <a:pt x="640834" y="826923"/>
                </a:lnTo>
                <a:lnTo>
                  <a:pt x="647192" y="795463"/>
                </a:lnTo>
                <a:lnTo>
                  <a:pt x="651811" y="763798"/>
                </a:lnTo>
                <a:lnTo>
                  <a:pt x="654627" y="731986"/>
                </a:lnTo>
                <a:lnTo>
                  <a:pt x="655572" y="700379"/>
                </a:lnTo>
                <a:lnTo>
                  <a:pt x="656509" y="669046"/>
                </a:lnTo>
                <a:lnTo>
                  <a:pt x="656477" y="669599"/>
                </a:lnTo>
                <a:lnTo>
                  <a:pt x="659245" y="638327"/>
                </a:lnTo>
                <a:lnTo>
                  <a:pt x="659183" y="638856"/>
                </a:lnTo>
                <a:lnTo>
                  <a:pt x="663726" y="607707"/>
                </a:lnTo>
                <a:lnTo>
                  <a:pt x="663638" y="608216"/>
                </a:lnTo>
                <a:lnTo>
                  <a:pt x="669896" y="577251"/>
                </a:lnTo>
                <a:lnTo>
                  <a:pt x="669785" y="577735"/>
                </a:lnTo>
                <a:lnTo>
                  <a:pt x="677698" y="547016"/>
                </a:lnTo>
                <a:lnTo>
                  <a:pt x="677567" y="547478"/>
                </a:lnTo>
                <a:lnTo>
                  <a:pt x="687075" y="517064"/>
                </a:lnTo>
                <a:lnTo>
                  <a:pt x="686925" y="517503"/>
                </a:lnTo>
                <a:lnTo>
                  <a:pt x="697973" y="487457"/>
                </a:lnTo>
                <a:lnTo>
                  <a:pt x="697808" y="487877"/>
                </a:lnTo>
                <a:lnTo>
                  <a:pt x="710333" y="458260"/>
                </a:lnTo>
                <a:lnTo>
                  <a:pt x="710154" y="458658"/>
                </a:lnTo>
                <a:lnTo>
                  <a:pt x="724098" y="429530"/>
                </a:lnTo>
                <a:lnTo>
                  <a:pt x="723906" y="429910"/>
                </a:lnTo>
                <a:lnTo>
                  <a:pt x="739210" y="401333"/>
                </a:lnTo>
                <a:lnTo>
                  <a:pt x="739005" y="401696"/>
                </a:lnTo>
                <a:lnTo>
                  <a:pt x="755610" y="373730"/>
                </a:lnTo>
                <a:lnTo>
                  <a:pt x="755394" y="374077"/>
                </a:lnTo>
                <a:lnTo>
                  <a:pt x="773241" y="346786"/>
                </a:lnTo>
                <a:lnTo>
                  <a:pt x="773015" y="347117"/>
                </a:lnTo>
                <a:lnTo>
                  <a:pt x="792043" y="320560"/>
                </a:lnTo>
                <a:lnTo>
                  <a:pt x="791806" y="320877"/>
                </a:lnTo>
                <a:lnTo>
                  <a:pt x="811958" y="295117"/>
                </a:lnTo>
                <a:lnTo>
                  <a:pt x="811581" y="295569"/>
                </a:lnTo>
                <a:lnTo>
                  <a:pt x="855020" y="246680"/>
                </a:lnTo>
                <a:lnTo>
                  <a:pt x="854475" y="247245"/>
                </a:lnTo>
                <a:lnTo>
                  <a:pt x="901697" y="202273"/>
                </a:lnTo>
                <a:lnTo>
                  <a:pt x="901254" y="202671"/>
                </a:lnTo>
                <a:lnTo>
                  <a:pt x="926136" y="181806"/>
                </a:lnTo>
                <a:lnTo>
                  <a:pt x="925821" y="182059"/>
                </a:lnTo>
                <a:lnTo>
                  <a:pt x="951472" y="162356"/>
                </a:lnTo>
                <a:lnTo>
                  <a:pt x="951142" y="162601"/>
                </a:lnTo>
                <a:lnTo>
                  <a:pt x="977502" y="144125"/>
                </a:lnTo>
                <a:lnTo>
                  <a:pt x="977154" y="144357"/>
                </a:lnTo>
                <a:lnTo>
                  <a:pt x="1004166" y="127167"/>
                </a:lnTo>
                <a:lnTo>
                  <a:pt x="1003796" y="127390"/>
                </a:lnTo>
                <a:lnTo>
                  <a:pt x="1031399" y="111544"/>
                </a:lnTo>
                <a:lnTo>
                  <a:pt x="1031010" y="111758"/>
                </a:lnTo>
                <a:lnTo>
                  <a:pt x="1059145" y="97320"/>
                </a:lnTo>
                <a:lnTo>
                  <a:pt x="1058733" y="97519"/>
                </a:lnTo>
                <a:lnTo>
                  <a:pt x="1087341" y="84552"/>
                </a:lnTo>
                <a:lnTo>
                  <a:pt x="1086906" y="84736"/>
                </a:lnTo>
                <a:lnTo>
                  <a:pt x="1115928" y="73298"/>
                </a:lnTo>
                <a:lnTo>
                  <a:pt x="1115467" y="73466"/>
                </a:lnTo>
                <a:lnTo>
                  <a:pt x="1144844" y="63621"/>
                </a:lnTo>
                <a:lnTo>
                  <a:pt x="1144357" y="63769"/>
                </a:lnTo>
                <a:lnTo>
                  <a:pt x="1174030" y="55578"/>
                </a:lnTo>
                <a:lnTo>
                  <a:pt x="1173516" y="55704"/>
                </a:lnTo>
                <a:lnTo>
                  <a:pt x="1203426" y="49225"/>
                </a:lnTo>
                <a:lnTo>
                  <a:pt x="1202577" y="49369"/>
                </a:lnTo>
                <a:lnTo>
                  <a:pt x="1230453" y="45948"/>
                </a:lnTo>
                <a:lnTo>
                  <a:pt x="1228153" y="27222"/>
                </a:lnTo>
                <a:lnTo>
                  <a:pt x="1199852" y="30696"/>
                </a:lnTo>
                <a:lnTo>
                  <a:pt x="1169263" y="37322"/>
                </a:lnTo>
                <a:lnTo>
                  <a:pt x="1139090" y="45651"/>
                </a:lnTo>
                <a:lnTo>
                  <a:pt x="1109240" y="55656"/>
                </a:lnTo>
                <a:lnTo>
                  <a:pt x="1079768" y="67271"/>
                </a:lnTo>
                <a:lnTo>
                  <a:pt x="1050736" y="80430"/>
                </a:lnTo>
                <a:lnTo>
                  <a:pt x="1022200" y="95073"/>
                </a:lnTo>
                <a:lnTo>
                  <a:pt x="994217" y="111134"/>
                </a:lnTo>
                <a:lnTo>
                  <a:pt x="966847" y="128555"/>
                </a:lnTo>
                <a:lnTo>
                  <a:pt x="940144" y="147270"/>
                </a:lnTo>
                <a:lnTo>
                  <a:pt x="914169" y="167218"/>
                </a:lnTo>
                <a:lnTo>
                  <a:pt x="888901" y="188404"/>
                </a:lnTo>
                <a:lnTo>
                  <a:pt x="841178" y="233855"/>
                </a:lnTo>
                <a:lnTo>
                  <a:pt x="797281" y="283260"/>
                </a:lnTo>
                <a:lnTo>
                  <a:pt x="776822" y="309408"/>
                </a:lnTo>
                <a:lnTo>
                  <a:pt x="757561" y="336291"/>
                </a:lnTo>
                <a:lnTo>
                  <a:pt x="739492" y="363923"/>
                </a:lnTo>
                <a:lnTo>
                  <a:pt x="722677" y="392242"/>
                </a:lnTo>
                <a:lnTo>
                  <a:pt x="707173" y="421191"/>
                </a:lnTo>
                <a:lnTo>
                  <a:pt x="693043" y="450708"/>
                </a:lnTo>
                <a:lnTo>
                  <a:pt x="680344" y="480735"/>
                </a:lnTo>
                <a:lnTo>
                  <a:pt x="669139" y="511212"/>
                </a:lnTo>
                <a:lnTo>
                  <a:pt x="659487" y="542076"/>
                </a:lnTo>
                <a:lnTo>
                  <a:pt x="651453" y="573270"/>
                </a:lnTo>
                <a:lnTo>
                  <a:pt x="645095" y="604731"/>
                </a:lnTo>
                <a:lnTo>
                  <a:pt x="640475" y="636397"/>
                </a:lnTo>
                <a:lnTo>
                  <a:pt x="637659" y="668209"/>
                </a:lnTo>
                <a:lnTo>
                  <a:pt x="636714" y="699815"/>
                </a:lnTo>
                <a:lnTo>
                  <a:pt x="635779" y="731147"/>
                </a:lnTo>
                <a:lnTo>
                  <a:pt x="635809" y="730596"/>
                </a:lnTo>
                <a:lnTo>
                  <a:pt x="633041" y="761868"/>
                </a:lnTo>
                <a:lnTo>
                  <a:pt x="633103" y="761337"/>
                </a:lnTo>
                <a:lnTo>
                  <a:pt x="628560" y="792487"/>
                </a:lnTo>
                <a:lnTo>
                  <a:pt x="628648" y="791981"/>
                </a:lnTo>
                <a:lnTo>
                  <a:pt x="622390" y="822944"/>
                </a:lnTo>
                <a:lnTo>
                  <a:pt x="622501" y="822459"/>
                </a:lnTo>
                <a:lnTo>
                  <a:pt x="614588" y="853179"/>
                </a:lnTo>
                <a:lnTo>
                  <a:pt x="614720" y="852717"/>
                </a:lnTo>
                <a:lnTo>
                  <a:pt x="605211" y="883132"/>
                </a:lnTo>
                <a:lnTo>
                  <a:pt x="605361" y="882690"/>
                </a:lnTo>
                <a:lnTo>
                  <a:pt x="594313" y="912738"/>
                </a:lnTo>
                <a:lnTo>
                  <a:pt x="594478" y="912318"/>
                </a:lnTo>
                <a:lnTo>
                  <a:pt x="581954" y="941937"/>
                </a:lnTo>
                <a:lnTo>
                  <a:pt x="582132" y="941536"/>
                </a:lnTo>
                <a:lnTo>
                  <a:pt x="568188" y="970665"/>
                </a:lnTo>
                <a:lnTo>
                  <a:pt x="568380" y="970285"/>
                </a:lnTo>
                <a:lnTo>
                  <a:pt x="553076" y="998863"/>
                </a:lnTo>
                <a:lnTo>
                  <a:pt x="553281" y="998499"/>
                </a:lnTo>
                <a:lnTo>
                  <a:pt x="536676" y="1026464"/>
                </a:lnTo>
                <a:lnTo>
                  <a:pt x="536892" y="1026118"/>
                </a:lnTo>
                <a:lnTo>
                  <a:pt x="519044" y="1053410"/>
                </a:lnTo>
                <a:lnTo>
                  <a:pt x="519272" y="1053078"/>
                </a:lnTo>
                <a:lnTo>
                  <a:pt x="500242" y="1079635"/>
                </a:lnTo>
                <a:lnTo>
                  <a:pt x="500480" y="1079318"/>
                </a:lnTo>
                <a:lnTo>
                  <a:pt x="480328" y="1105078"/>
                </a:lnTo>
                <a:lnTo>
                  <a:pt x="480705" y="1104624"/>
                </a:lnTo>
                <a:lnTo>
                  <a:pt x="437266" y="1153515"/>
                </a:lnTo>
                <a:lnTo>
                  <a:pt x="437812" y="1152950"/>
                </a:lnTo>
                <a:lnTo>
                  <a:pt x="390587" y="1197921"/>
                </a:lnTo>
                <a:lnTo>
                  <a:pt x="391033" y="1197524"/>
                </a:lnTo>
                <a:lnTo>
                  <a:pt x="366149" y="1218391"/>
                </a:lnTo>
                <a:lnTo>
                  <a:pt x="366465" y="1218136"/>
                </a:lnTo>
                <a:lnTo>
                  <a:pt x="340813" y="1237837"/>
                </a:lnTo>
                <a:lnTo>
                  <a:pt x="341144" y="1237593"/>
                </a:lnTo>
                <a:lnTo>
                  <a:pt x="314782" y="1256072"/>
                </a:lnTo>
                <a:lnTo>
                  <a:pt x="315132" y="1255838"/>
                </a:lnTo>
                <a:lnTo>
                  <a:pt x="288120" y="1273028"/>
                </a:lnTo>
                <a:lnTo>
                  <a:pt x="288489" y="1272806"/>
                </a:lnTo>
                <a:lnTo>
                  <a:pt x="260886" y="1288651"/>
                </a:lnTo>
                <a:lnTo>
                  <a:pt x="261275" y="1288437"/>
                </a:lnTo>
                <a:lnTo>
                  <a:pt x="233141" y="1302874"/>
                </a:lnTo>
                <a:lnTo>
                  <a:pt x="233552" y="1302676"/>
                </a:lnTo>
                <a:lnTo>
                  <a:pt x="204943" y="1315644"/>
                </a:lnTo>
                <a:lnTo>
                  <a:pt x="205379" y="1315459"/>
                </a:lnTo>
                <a:lnTo>
                  <a:pt x="176356" y="1326896"/>
                </a:lnTo>
                <a:lnTo>
                  <a:pt x="176818" y="1326727"/>
                </a:lnTo>
                <a:lnTo>
                  <a:pt x="147441" y="1336572"/>
                </a:lnTo>
                <a:lnTo>
                  <a:pt x="147928" y="1336424"/>
                </a:lnTo>
                <a:lnTo>
                  <a:pt x="118255" y="1344616"/>
                </a:lnTo>
                <a:lnTo>
                  <a:pt x="118770" y="1344491"/>
                </a:lnTo>
                <a:lnTo>
                  <a:pt x="88859" y="1350970"/>
                </a:lnTo>
                <a:lnTo>
                  <a:pt x="89400" y="1350868"/>
                </a:lnTo>
                <a:lnTo>
                  <a:pt x="59313" y="1355571"/>
                </a:lnTo>
                <a:lnTo>
                  <a:pt x="59879" y="1355502"/>
                </a:lnTo>
                <a:lnTo>
                  <a:pt x="29673" y="1358368"/>
                </a:lnTo>
                <a:lnTo>
                  <a:pt x="30263" y="1358330"/>
                </a:lnTo>
                <a:lnTo>
                  <a:pt x="0" y="1359299"/>
                </a:lnTo>
                <a:lnTo>
                  <a:pt x="604" y="1378157"/>
                </a:lnTo>
                <a:moveTo>
                  <a:pt x="1219838" y="75216"/>
                </a:moveTo>
                <a:lnTo>
                  <a:pt x="1291983" y="31466"/>
                </a:lnTo>
                <a:lnTo>
                  <a:pt x="1213696" y="0"/>
                </a:lnTo>
                <a:lnTo>
                  <a:pt x="1219838" y="75216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461">
            <a:extLst xmlns:a="http://schemas.openxmlformats.org/drawingml/2006/main">
              <a:ext uri="{FF2B5EF4-FFF2-40B4-BE49-F238E27FC236}">
                <a16:creationId xmlns:a16="http://schemas.microsoft.com/office/drawing/2014/main" id="{FCC4C2B2-69FA-48D3-BF20-2F84620C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653" y="5163958"/>
            <a:ext cx="623521" cy="362767"/>
          </a:xfrm>
          <a:custGeom xmlns:a="http://schemas.openxmlformats.org/drawingml/2006/main">
            <a:pathLst>
              <a:path w="1275909" h="742330">
                <a:moveTo>
                  <a:pt x="634" y="0"/>
                </a:moveTo>
                <a:lnTo>
                  <a:pt x="60654" y="2016"/>
                </a:lnTo>
                <a:lnTo>
                  <a:pt x="120498" y="7917"/>
                </a:lnTo>
                <a:lnTo>
                  <a:pt x="179381" y="17435"/>
                </a:lnTo>
                <a:lnTo>
                  <a:pt x="236844" y="30309"/>
                </a:lnTo>
                <a:lnTo>
                  <a:pt x="292430" y="46288"/>
                </a:lnTo>
                <a:lnTo>
                  <a:pt x="345679" y="65117"/>
                </a:lnTo>
                <a:lnTo>
                  <a:pt x="396137" y="86547"/>
                </a:lnTo>
                <a:lnTo>
                  <a:pt x="443343" y="110336"/>
                </a:lnTo>
                <a:lnTo>
                  <a:pt x="486760" y="136191"/>
                </a:lnTo>
                <a:lnTo>
                  <a:pt x="507049" y="149912"/>
                </a:lnTo>
                <a:lnTo>
                  <a:pt x="526166" y="164029"/>
                </a:lnTo>
                <a:lnTo>
                  <a:pt x="544127" y="178563"/>
                </a:lnTo>
                <a:lnTo>
                  <a:pt x="560874" y="193487"/>
                </a:lnTo>
                <a:lnTo>
                  <a:pt x="576349" y="208775"/>
                </a:lnTo>
                <a:lnTo>
                  <a:pt x="590492" y="224405"/>
                </a:lnTo>
                <a:lnTo>
                  <a:pt x="603238" y="240355"/>
                </a:lnTo>
                <a:lnTo>
                  <a:pt x="614526" y="256599"/>
                </a:lnTo>
                <a:lnTo>
                  <a:pt x="624287" y="273117"/>
                </a:lnTo>
                <a:lnTo>
                  <a:pt x="632450" y="289886"/>
                </a:lnTo>
                <a:lnTo>
                  <a:pt x="638941" y="306877"/>
                </a:lnTo>
                <a:lnTo>
                  <a:pt x="643677" y="324059"/>
                </a:lnTo>
                <a:lnTo>
                  <a:pt x="646578" y="341389"/>
                </a:lnTo>
                <a:lnTo>
                  <a:pt x="647532" y="358276"/>
                </a:lnTo>
                <a:lnTo>
                  <a:pt x="648456" y="374649"/>
                </a:lnTo>
                <a:lnTo>
                  <a:pt x="648341" y="373623"/>
                </a:lnTo>
                <a:lnTo>
                  <a:pt x="651076" y="389962"/>
                </a:lnTo>
                <a:lnTo>
                  <a:pt x="650866" y="389013"/>
                </a:lnTo>
                <a:lnTo>
                  <a:pt x="655352" y="405289"/>
                </a:lnTo>
                <a:lnTo>
                  <a:pt x="655070" y="404430"/>
                </a:lnTo>
                <a:lnTo>
                  <a:pt x="661251" y="420611"/>
                </a:lnTo>
                <a:lnTo>
                  <a:pt x="660919" y="419846"/>
                </a:lnTo>
                <a:lnTo>
                  <a:pt x="668735" y="435899"/>
                </a:lnTo>
                <a:lnTo>
                  <a:pt x="668374" y="435229"/>
                </a:lnTo>
                <a:lnTo>
                  <a:pt x="677766" y="451121"/>
                </a:lnTo>
                <a:lnTo>
                  <a:pt x="677390" y="450536"/>
                </a:lnTo>
                <a:lnTo>
                  <a:pt x="688301" y="466238"/>
                </a:lnTo>
                <a:lnTo>
                  <a:pt x="687922" y="465730"/>
                </a:lnTo>
                <a:lnTo>
                  <a:pt x="700292" y="481206"/>
                </a:lnTo>
                <a:lnTo>
                  <a:pt x="699919" y="480767"/>
                </a:lnTo>
                <a:lnTo>
                  <a:pt x="713689" y="495989"/>
                </a:lnTo>
                <a:lnTo>
                  <a:pt x="713324" y="495606"/>
                </a:lnTo>
                <a:lnTo>
                  <a:pt x="728438" y="510539"/>
                </a:lnTo>
                <a:lnTo>
                  <a:pt x="728083" y="510206"/>
                </a:lnTo>
                <a:lnTo>
                  <a:pt x="744482" y="524820"/>
                </a:lnTo>
                <a:lnTo>
                  <a:pt x="744140" y="524528"/>
                </a:lnTo>
                <a:lnTo>
                  <a:pt x="761765" y="538790"/>
                </a:lnTo>
                <a:lnTo>
                  <a:pt x="761435" y="538534"/>
                </a:lnTo>
                <a:lnTo>
                  <a:pt x="780227" y="552411"/>
                </a:lnTo>
                <a:lnTo>
                  <a:pt x="779909" y="552184"/>
                </a:lnTo>
                <a:lnTo>
                  <a:pt x="799810" y="565646"/>
                </a:lnTo>
                <a:lnTo>
                  <a:pt x="799351" y="565355"/>
                </a:lnTo>
                <a:lnTo>
                  <a:pt x="842250" y="590903"/>
                </a:lnTo>
                <a:lnTo>
                  <a:pt x="841670" y="590583"/>
                </a:lnTo>
                <a:lnTo>
                  <a:pt x="888305" y="614083"/>
                </a:lnTo>
                <a:lnTo>
                  <a:pt x="887748" y="613824"/>
                </a:lnTo>
                <a:lnTo>
                  <a:pt x="937652" y="635019"/>
                </a:lnTo>
                <a:lnTo>
                  <a:pt x="937110" y="634810"/>
                </a:lnTo>
                <a:lnTo>
                  <a:pt x="989819" y="653447"/>
                </a:lnTo>
                <a:lnTo>
                  <a:pt x="989280" y="653274"/>
                </a:lnTo>
                <a:lnTo>
                  <a:pt x="1044323" y="669096"/>
                </a:lnTo>
                <a:lnTo>
                  <a:pt x="1043780" y="668959"/>
                </a:lnTo>
                <a:lnTo>
                  <a:pt x="1100693" y="681710"/>
                </a:lnTo>
                <a:lnTo>
                  <a:pt x="1100136" y="681604"/>
                </a:lnTo>
                <a:lnTo>
                  <a:pt x="1158450" y="691029"/>
                </a:lnTo>
                <a:lnTo>
                  <a:pt x="1157764" y="690943"/>
                </a:lnTo>
                <a:lnTo>
                  <a:pt x="1213908" y="695833"/>
                </a:lnTo>
                <a:lnTo>
                  <a:pt x="1212270" y="714628"/>
                </a:lnTo>
                <a:lnTo>
                  <a:pt x="1155781" y="709708"/>
                </a:lnTo>
                <a:lnTo>
                  <a:pt x="1096844" y="700183"/>
                </a:lnTo>
                <a:lnTo>
                  <a:pt x="1039381" y="687307"/>
                </a:lnTo>
                <a:lnTo>
                  <a:pt x="983795" y="671328"/>
                </a:lnTo>
                <a:lnTo>
                  <a:pt x="930546" y="652499"/>
                </a:lnTo>
                <a:lnTo>
                  <a:pt x="880089" y="631069"/>
                </a:lnTo>
                <a:lnTo>
                  <a:pt x="832882" y="607283"/>
                </a:lnTo>
                <a:lnTo>
                  <a:pt x="789465" y="581427"/>
                </a:lnTo>
                <a:lnTo>
                  <a:pt x="769177" y="567704"/>
                </a:lnTo>
                <a:lnTo>
                  <a:pt x="750059" y="553588"/>
                </a:lnTo>
                <a:lnTo>
                  <a:pt x="732098" y="539054"/>
                </a:lnTo>
                <a:lnTo>
                  <a:pt x="715350" y="524131"/>
                </a:lnTo>
                <a:lnTo>
                  <a:pt x="699876" y="508841"/>
                </a:lnTo>
                <a:lnTo>
                  <a:pt x="685736" y="493213"/>
                </a:lnTo>
                <a:lnTo>
                  <a:pt x="672987" y="477264"/>
                </a:lnTo>
                <a:lnTo>
                  <a:pt x="661700" y="461018"/>
                </a:lnTo>
                <a:lnTo>
                  <a:pt x="651938" y="444499"/>
                </a:lnTo>
                <a:lnTo>
                  <a:pt x="643775" y="427731"/>
                </a:lnTo>
                <a:lnTo>
                  <a:pt x="637284" y="410739"/>
                </a:lnTo>
                <a:lnTo>
                  <a:pt x="632549" y="393557"/>
                </a:lnTo>
                <a:lnTo>
                  <a:pt x="629648" y="376227"/>
                </a:lnTo>
                <a:lnTo>
                  <a:pt x="628695" y="359340"/>
                </a:lnTo>
                <a:lnTo>
                  <a:pt x="627770" y="342967"/>
                </a:lnTo>
                <a:lnTo>
                  <a:pt x="627885" y="343994"/>
                </a:lnTo>
                <a:lnTo>
                  <a:pt x="625149" y="327653"/>
                </a:lnTo>
                <a:lnTo>
                  <a:pt x="625359" y="328602"/>
                </a:lnTo>
                <a:lnTo>
                  <a:pt x="620873" y="312327"/>
                </a:lnTo>
                <a:lnTo>
                  <a:pt x="621154" y="313187"/>
                </a:lnTo>
                <a:lnTo>
                  <a:pt x="614975" y="297007"/>
                </a:lnTo>
                <a:lnTo>
                  <a:pt x="615305" y="297770"/>
                </a:lnTo>
                <a:lnTo>
                  <a:pt x="607491" y="281718"/>
                </a:lnTo>
                <a:lnTo>
                  <a:pt x="607851" y="282390"/>
                </a:lnTo>
                <a:lnTo>
                  <a:pt x="598459" y="266495"/>
                </a:lnTo>
                <a:lnTo>
                  <a:pt x="598834" y="267080"/>
                </a:lnTo>
                <a:lnTo>
                  <a:pt x="587926" y="251380"/>
                </a:lnTo>
                <a:lnTo>
                  <a:pt x="588303" y="251886"/>
                </a:lnTo>
                <a:lnTo>
                  <a:pt x="575934" y="236410"/>
                </a:lnTo>
                <a:lnTo>
                  <a:pt x="576308" y="236849"/>
                </a:lnTo>
                <a:lnTo>
                  <a:pt x="562535" y="221629"/>
                </a:lnTo>
                <a:lnTo>
                  <a:pt x="562902" y="222010"/>
                </a:lnTo>
                <a:lnTo>
                  <a:pt x="547787" y="207077"/>
                </a:lnTo>
                <a:lnTo>
                  <a:pt x="548142" y="207409"/>
                </a:lnTo>
                <a:lnTo>
                  <a:pt x="531743" y="192799"/>
                </a:lnTo>
                <a:lnTo>
                  <a:pt x="532085" y="193089"/>
                </a:lnTo>
                <a:lnTo>
                  <a:pt x="514461" y="178829"/>
                </a:lnTo>
                <a:lnTo>
                  <a:pt x="514791" y="179082"/>
                </a:lnTo>
                <a:lnTo>
                  <a:pt x="495999" y="165206"/>
                </a:lnTo>
                <a:lnTo>
                  <a:pt x="496316" y="165432"/>
                </a:lnTo>
                <a:lnTo>
                  <a:pt x="476414" y="151970"/>
                </a:lnTo>
                <a:lnTo>
                  <a:pt x="476874" y="152261"/>
                </a:lnTo>
                <a:lnTo>
                  <a:pt x="433975" y="126715"/>
                </a:lnTo>
                <a:lnTo>
                  <a:pt x="434558" y="127034"/>
                </a:lnTo>
                <a:lnTo>
                  <a:pt x="387921" y="103534"/>
                </a:lnTo>
                <a:lnTo>
                  <a:pt x="388478" y="103793"/>
                </a:lnTo>
                <a:lnTo>
                  <a:pt x="338572" y="82597"/>
                </a:lnTo>
                <a:lnTo>
                  <a:pt x="339116" y="82806"/>
                </a:lnTo>
                <a:lnTo>
                  <a:pt x="286407" y="64171"/>
                </a:lnTo>
                <a:lnTo>
                  <a:pt x="286946" y="64342"/>
                </a:lnTo>
                <a:lnTo>
                  <a:pt x="231902" y="48519"/>
                </a:lnTo>
                <a:lnTo>
                  <a:pt x="232445" y="48658"/>
                </a:lnTo>
                <a:lnTo>
                  <a:pt x="175532" y="35905"/>
                </a:lnTo>
                <a:lnTo>
                  <a:pt x="176091" y="36012"/>
                </a:lnTo>
                <a:lnTo>
                  <a:pt x="117776" y="26588"/>
                </a:lnTo>
                <a:lnTo>
                  <a:pt x="118355" y="26664"/>
                </a:lnTo>
                <a:lnTo>
                  <a:pt x="59107" y="20820"/>
                </a:lnTo>
                <a:lnTo>
                  <a:pt x="59716" y="20861"/>
                </a:lnTo>
                <a:lnTo>
                  <a:pt x="0" y="18856"/>
                </a:lnTo>
                <a:lnTo>
                  <a:pt x="634" y="0"/>
                </a:lnTo>
                <a:moveTo>
                  <a:pt x="1202300" y="666948"/>
                </a:moveTo>
                <a:lnTo>
                  <a:pt x="1275909" y="708189"/>
                </a:lnTo>
                <a:lnTo>
                  <a:pt x="1198750" y="742330"/>
                </a:lnTo>
                <a:lnTo>
                  <a:pt x="1202300" y="666948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8" name="path-462">
            <a:extLst xmlns:a="http://schemas.openxmlformats.org/drawingml/2006/main">
              <a:ext uri="{FF2B5EF4-FFF2-40B4-BE49-F238E27FC236}">
                <a16:creationId xmlns:a16="http://schemas.microsoft.com/office/drawing/2014/main" id="{7852ECDD-7AF8-4A22-A65D-64265D9B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559" y="5163963"/>
            <a:ext cx="625849" cy="1114463"/>
          </a:xfrm>
          <a:custGeom xmlns:a="http://schemas.openxmlformats.org/drawingml/2006/main">
            <a:pathLst>
              <a:path w="1280672" h="2280522">
                <a:moveTo>
                  <a:pt x="1022" y="0"/>
                </a:moveTo>
                <a:lnTo>
                  <a:pt x="31511" y="1654"/>
                </a:lnTo>
                <a:lnTo>
                  <a:pt x="62399" y="6617"/>
                </a:lnTo>
                <a:lnTo>
                  <a:pt x="93096" y="14740"/>
                </a:lnTo>
                <a:lnTo>
                  <a:pt x="123529" y="25904"/>
                </a:lnTo>
                <a:lnTo>
                  <a:pt x="153640" y="39982"/>
                </a:lnTo>
                <a:lnTo>
                  <a:pt x="183375" y="56854"/>
                </a:lnTo>
                <a:lnTo>
                  <a:pt x="212682" y="76411"/>
                </a:lnTo>
                <a:lnTo>
                  <a:pt x="241510" y="98535"/>
                </a:lnTo>
                <a:lnTo>
                  <a:pt x="269811" y="123123"/>
                </a:lnTo>
                <a:lnTo>
                  <a:pt x="297531" y="150064"/>
                </a:lnTo>
                <a:lnTo>
                  <a:pt x="324621" y="179257"/>
                </a:lnTo>
                <a:lnTo>
                  <a:pt x="351028" y="210598"/>
                </a:lnTo>
                <a:lnTo>
                  <a:pt x="376700" y="243982"/>
                </a:lnTo>
                <a:lnTo>
                  <a:pt x="401583" y="279309"/>
                </a:lnTo>
                <a:lnTo>
                  <a:pt x="425621" y="316475"/>
                </a:lnTo>
                <a:lnTo>
                  <a:pt x="448759" y="355381"/>
                </a:lnTo>
                <a:lnTo>
                  <a:pt x="470944" y="395924"/>
                </a:lnTo>
                <a:lnTo>
                  <a:pt x="492115" y="438002"/>
                </a:lnTo>
                <a:lnTo>
                  <a:pt x="512219" y="481514"/>
                </a:lnTo>
                <a:lnTo>
                  <a:pt x="531197" y="526360"/>
                </a:lnTo>
                <a:lnTo>
                  <a:pt x="548991" y="572436"/>
                </a:lnTo>
                <a:lnTo>
                  <a:pt x="565546" y="619642"/>
                </a:lnTo>
                <a:lnTo>
                  <a:pt x="580802" y="667875"/>
                </a:lnTo>
                <a:lnTo>
                  <a:pt x="594701" y="717036"/>
                </a:lnTo>
                <a:lnTo>
                  <a:pt x="607185" y="767020"/>
                </a:lnTo>
                <a:lnTo>
                  <a:pt x="618196" y="817729"/>
                </a:lnTo>
                <a:lnTo>
                  <a:pt x="627675" y="869057"/>
                </a:lnTo>
                <a:lnTo>
                  <a:pt x="635563" y="920906"/>
                </a:lnTo>
                <a:lnTo>
                  <a:pt x="641802" y="973173"/>
                </a:lnTo>
                <a:lnTo>
                  <a:pt x="646331" y="1025757"/>
                </a:lnTo>
                <a:lnTo>
                  <a:pt x="649091" y="1078555"/>
                </a:lnTo>
                <a:lnTo>
                  <a:pt x="650023" y="1131297"/>
                </a:lnTo>
                <a:lnTo>
                  <a:pt x="650950" y="1183875"/>
                </a:lnTo>
                <a:lnTo>
                  <a:pt x="650940" y="1183550"/>
                </a:lnTo>
                <a:lnTo>
                  <a:pt x="653684" y="1236025"/>
                </a:lnTo>
                <a:lnTo>
                  <a:pt x="653661" y="1235708"/>
                </a:lnTo>
                <a:lnTo>
                  <a:pt x="658164" y="1287980"/>
                </a:lnTo>
                <a:lnTo>
                  <a:pt x="658133" y="1287670"/>
                </a:lnTo>
                <a:lnTo>
                  <a:pt x="664334" y="1339633"/>
                </a:lnTo>
                <a:lnTo>
                  <a:pt x="664294" y="1339332"/>
                </a:lnTo>
                <a:lnTo>
                  <a:pt x="672136" y="1390883"/>
                </a:lnTo>
                <a:lnTo>
                  <a:pt x="672088" y="1390590"/>
                </a:lnTo>
                <a:lnTo>
                  <a:pt x="681512" y="1441627"/>
                </a:lnTo>
                <a:lnTo>
                  <a:pt x="681454" y="1441338"/>
                </a:lnTo>
                <a:lnTo>
                  <a:pt x="692403" y="1491759"/>
                </a:lnTo>
                <a:lnTo>
                  <a:pt x="692336" y="1491476"/>
                </a:lnTo>
                <a:lnTo>
                  <a:pt x="704749" y="1541178"/>
                </a:lnTo>
                <a:lnTo>
                  <a:pt x="704675" y="1540897"/>
                </a:lnTo>
                <a:lnTo>
                  <a:pt x="718495" y="1589778"/>
                </a:lnTo>
                <a:lnTo>
                  <a:pt x="718413" y="1589500"/>
                </a:lnTo>
                <a:lnTo>
                  <a:pt x="733580" y="1637455"/>
                </a:lnTo>
                <a:lnTo>
                  <a:pt x="733487" y="1637179"/>
                </a:lnTo>
                <a:lnTo>
                  <a:pt x="749946" y="1684107"/>
                </a:lnTo>
                <a:lnTo>
                  <a:pt x="749844" y="1683830"/>
                </a:lnTo>
                <a:lnTo>
                  <a:pt x="767530" y="1729630"/>
                </a:lnTo>
                <a:lnTo>
                  <a:pt x="767418" y="1729351"/>
                </a:lnTo>
                <a:lnTo>
                  <a:pt x="786279" y="1773918"/>
                </a:lnTo>
                <a:lnTo>
                  <a:pt x="786154" y="1773637"/>
                </a:lnTo>
                <a:lnTo>
                  <a:pt x="806127" y="1816869"/>
                </a:lnTo>
                <a:lnTo>
                  <a:pt x="805990" y="1816585"/>
                </a:lnTo>
                <a:lnTo>
                  <a:pt x="827019" y="1858378"/>
                </a:lnTo>
                <a:lnTo>
                  <a:pt x="826867" y="1858089"/>
                </a:lnTo>
                <a:lnTo>
                  <a:pt x="848891" y="1898341"/>
                </a:lnTo>
                <a:lnTo>
                  <a:pt x="848723" y="1898047"/>
                </a:lnTo>
                <a:lnTo>
                  <a:pt x="871685" y="1936655"/>
                </a:lnTo>
                <a:lnTo>
                  <a:pt x="871499" y="1936353"/>
                </a:lnTo>
                <a:lnTo>
                  <a:pt x="895341" y="1973214"/>
                </a:lnTo>
                <a:lnTo>
                  <a:pt x="895131" y="1972906"/>
                </a:lnTo>
                <a:lnTo>
                  <a:pt x="919793" y="2007918"/>
                </a:lnTo>
                <a:lnTo>
                  <a:pt x="919559" y="2007600"/>
                </a:lnTo>
                <a:lnTo>
                  <a:pt x="944982" y="2040660"/>
                </a:lnTo>
                <a:lnTo>
                  <a:pt x="944717" y="2040332"/>
                </a:lnTo>
                <a:lnTo>
                  <a:pt x="970843" y="2071339"/>
                </a:lnTo>
                <a:lnTo>
                  <a:pt x="970544" y="2071000"/>
                </a:lnTo>
                <a:lnTo>
                  <a:pt x="997316" y="2099850"/>
                </a:lnTo>
                <a:lnTo>
                  <a:pt x="996975" y="2099501"/>
                </a:lnTo>
                <a:lnTo>
                  <a:pt x="1024333" y="2126091"/>
                </a:lnTo>
                <a:lnTo>
                  <a:pt x="1023944" y="2125734"/>
                </a:lnTo>
                <a:lnTo>
                  <a:pt x="1051829" y="2149962"/>
                </a:lnTo>
                <a:lnTo>
                  <a:pt x="1051385" y="2149598"/>
                </a:lnTo>
                <a:lnTo>
                  <a:pt x="1079739" y="2171360"/>
                </a:lnTo>
                <a:lnTo>
                  <a:pt x="1079231" y="2170995"/>
                </a:lnTo>
                <a:lnTo>
                  <a:pt x="1107995" y="2190189"/>
                </a:lnTo>
                <a:lnTo>
                  <a:pt x="1107414" y="2189831"/>
                </a:lnTo>
                <a:lnTo>
                  <a:pt x="1136529" y="2206352"/>
                </a:lnTo>
                <a:lnTo>
                  <a:pt x="1135869" y="2206011"/>
                </a:lnTo>
                <a:lnTo>
                  <a:pt x="1165277" y="2219760"/>
                </a:lnTo>
                <a:lnTo>
                  <a:pt x="1164529" y="2219449"/>
                </a:lnTo>
                <a:lnTo>
                  <a:pt x="1194173" y="2230320"/>
                </a:lnTo>
                <a:lnTo>
                  <a:pt x="1192841" y="2229939"/>
                </a:lnTo>
                <a:lnTo>
                  <a:pt x="1220295" y="2235637"/>
                </a:lnTo>
                <a:lnTo>
                  <a:pt x="1216462" y="2254110"/>
                </a:lnTo>
                <a:lnTo>
                  <a:pt x="1188328" y="2248273"/>
                </a:lnTo>
                <a:lnTo>
                  <a:pt x="1157653" y="2237022"/>
                </a:lnTo>
                <a:lnTo>
                  <a:pt x="1127541" y="2222946"/>
                </a:lnTo>
                <a:lnTo>
                  <a:pt x="1097806" y="2206072"/>
                </a:lnTo>
                <a:lnTo>
                  <a:pt x="1068500" y="2186516"/>
                </a:lnTo>
                <a:lnTo>
                  <a:pt x="1039671" y="2164391"/>
                </a:lnTo>
                <a:lnTo>
                  <a:pt x="1011371" y="2139803"/>
                </a:lnTo>
                <a:lnTo>
                  <a:pt x="983651" y="2112862"/>
                </a:lnTo>
                <a:lnTo>
                  <a:pt x="956561" y="2083669"/>
                </a:lnTo>
                <a:lnTo>
                  <a:pt x="930154" y="2052328"/>
                </a:lnTo>
                <a:lnTo>
                  <a:pt x="904482" y="2018944"/>
                </a:lnTo>
                <a:lnTo>
                  <a:pt x="879599" y="1983617"/>
                </a:lnTo>
                <a:lnTo>
                  <a:pt x="855561" y="1946451"/>
                </a:lnTo>
                <a:lnTo>
                  <a:pt x="832422" y="1907545"/>
                </a:lnTo>
                <a:lnTo>
                  <a:pt x="810238" y="1867002"/>
                </a:lnTo>
                <a:lnTo>
                  <a:pt x="789065" y="1824923"/>
                </a:lnTo>
                <a:lnTo>
                  <a:pt x="768963" y="1781412"/>
                </a:lnTo>
                <a:lnTo>
                  <a:pt x="749985" y="1736566"/>
                </a:lnTo>
                <a:lnTo>
                  <a:pt x="732191" y="1690490"/>
                </a:lnTo>
                <a:lnTo>
                  <a:pt x="715636" y="1643283"/>
                </a:lnTo>
                <a:lnTo>
                  <a:pt x="700380" y="1595051"/>
                </a:lnTo>
                <a:lnTo>
                  <a:pt x="686480" y="1545891"/>
                </a:lnTo>
                <a:lnTo>
                  <a:pt x="673997" y="1495906"/>
                </a:lnTo>
                <a:lnTo>
                  <a:pt x="662986" y="1445197"/>
                </a:lnTo>
                <a:lnTo>
                  <a:pt x="653507" y="1393868"/>
                </a:lnTo>
                <a:lnTo>
                  <a:pt x="645619" y="1342018"/>
                </a:lnTo>
                <a:lnTo>
                  <a:pt x="639380" y="1289753"/>
                </a:lnTo>
                <a:lnTo>
                  <a:pt x="634851" y="1237169"/>
                </a:lnTo>
                <a:lnTo>
                  <a:pt x="632091" y="1184372"/>
                </a:lnTo>
                <a:lnTo>
                  <a:pt x="631159" y="1131629"/>
                </a:lnTo>
                <a:lnTo>
                  <a:pt x="630232" y="1079050"/>
                </a:lnTo>
                <a:lnTo>
                  <a:pt x="630243" y="1079377"/>
                </a:lnTo>
                <a:lnTo>
                  <a:pt x="627498" y="1026902"/>
                </a:lnTo>
                <a:lnTo>
                  <a:pt x="627520" y="1027216"/>
                </a:lnTo>
                <a:lnTo>
                  <a:pt x="623018" y="974948"/>
                </a:lnTo>
                <a:lnTo>
                  <a:pt x="623049" y="975256"/>
                </a:lnTo>
                <a:lnTo>
                  <a:pt x="616848" y="923292"/>
                </a:lnTo>
                <a:lnTo>
                  <a:pt x="616887" y="923595"/>
                </a:lnTo>
                <a:lnTo>
                  <a:pt x="609046" y="872043"/>
                </a:lnTo>
                <a:lnTo>
                  <a:pt x="609094" y="872338"/>
                </a:lnTo>
                <a:lnTo>
                  <a:pt x="599670" y="821299"/>
                </a:lnTo>
                <a:lnTo>
                  <a:pt x="599728" y="821589"/>
                </a:lnTo>
                <a:lnTo>
                  <a:pt x="588779" y="771167"/>
                </a:lnTo>
                <a:lnTo>
                  <a:pt x="588846" y="771451"/>
                </a:lnTo>
                <a:lnTo>
                  <a:pt x="576431" y="721750"/>
                </a:lnTo>
                <a:lnTo>
                  <a:pt x="576507" y="722029"/>
                </a:lnTo>
                <a:lnTo>
                  <a:pt x="562687" y="673148"/>
                </a:lnTo>
                <a:lnTo>
                  <a:pt x="562769" y="673427"/>
                </a:lnTo>
                <a:lnTo>
                  <a:pt x="547602" y="625471"/>
                </a:lnTo>
                <a:lnTo>
                  <a:pt x="547693" y="625747"/>
                </a:lnTo>
                <a:lnTo>
                  <a:pt x="531236" y="578819"/>
                </a:lnTo>
                <a:lnTo>
                  <a:pt x="531338" y="579095"/>
                </a:lnTo>
                <a:lnTo>
                  <a:pt x="513650" y="533296"/>
                </a:lnTo>
                <a:lnTo>
                  <a:pt x="513764" y="533575"/>
                </a:lnTo>
                <a:lnTo>
                  <a:pt x="494903" y="489008"/>
                </a:lnTo>
                <a:lnTo>
                  <a:pt x="495028" y="489290"/>
                </a:lnTo>
                <a:lnTo>
                  <a:pt x="475055" y="446057"/>
                </a:lnTo>
                <a:lnTo>
                  <a:pt x="475192" y="446342"/>
                </a:lnTo>
                <a:lnTo>
                  <a:pt x="454163" y="404548"/>
                </a:lnTo>
                <a:lnTo>
                  <a:pt x="454315" y="404837"/>
                </a:lnTo>
                <a:lnTo>
                  <a:pt x="432290" y="364585"/>
                </a:lnTo>
                <a:lnTo>
                  <a:pt x="432458" y="364879"/>
                </a:lnTo>
                <a:lnTo>
                  <a:pt x="409497" y="326271"/>
                </a:lnTo>
                <a:lnTo>
                  <a:pt x="409683" y="326573"/>
                </a:lnTo>
                <a:lnTo>
                  <a:pt x="385841" y="289712"/>
                </a:lnTo>
                <a:lnTo>
                  <a:pt x="386051" y="290020"/>
                </a:lnTo>
                <a:lnTo>
                  <a:pt x="361389" y="255008"/>
                </a:lnTo>
                <a:lnTo>
                  <a:pt x="361623" y="255326"/>
                </a:lnTo>
                <a:lnTo>
                  <a:pt x="336201" y="222266"/>
                </a:lnTo>
                <a:lnTo>
                  <a:pt x="336465" y="222594"/>
                </a:lnTo>
                <a:lnTo>
                  <a:pt x="310339" y="191587"/>
                </a:lnTo>
                <a:lnTo>
                  <a:pt x="310638" y="191924"/>
                </a:lnTo>
                <a:lnTo>
                  <a:pt x="283866" y="163076"/>
                </a:lnTo>
                <a:lnTo>
                  <a:pt x="284207" y="163425"/>
                </a:lnTo>
                <a:lnTo>
                  <a:pt x="256849" y="136835"/>
                </a:lnTo>
                <a:lnTo>
                  <a:pt x="257238" y="137192"/>
                </a:lnTo>
                <a:lnTo>
                  <a:pt x="229353" y="112964"/>
                </a:lnTo>
                <a:lnTo>
                  <a:pt x="229797" y="113327"/>
                </a:lnTo>
                <a:lnTo>
                  <a:pt x="201443" y="91567"/>
                </a:lnTo>
                <a:lnTo>
                  <a:pt x="201951" y="91930"/>
                </a:lnTo>
                <a:lnTo>
                  <a:pt x="173187" y="72737"/>
                </a:lnTo>
                <a:lnTo>
                  <a:pt x="173768" y="73094"/>
                </a:lnTo>
                <a:lnTo>
                  <a:pt x="144653" y="56575"/>
                </a:lnTo>
                <a:lnTo>
                  <a:pt x="145313" y="56915"/>
                </a:lnTo>
                <a:lnTo>
                  <a:pt x="115905" y="43166"/>
                </a:lnTo>
                <a:lnTo>
                  <a:pt x="116653" y="43477"/>
                </a:lnTo>
                <a:lnTo>
                  <a:pt x="87009" y="32606"/>
                </a:lnTo>
                <a:lnTo>
                  <a:pt x="87844" y="32869"/>
                </a:lnTo>
                <a:lnTo>
                  <a:pt x="58026" y="24975"/>
                </a:lnTo>
                <a:lnTo>
                  <a:pt x="58943" y="25170"/>
                </a:lnTo>
                <a:lnTo>
                  <a:pt x="29007" y="20359"/>
                </a:lnTo>
                <a:lnTo>
                  <a:pt x="29993" y="20464"/>
                </a:lnTo>
                <a:lnTo>
                  <a:pt x="0" y="18839"/>
                </a:lnTo>
                <a:lnTo>
                  <a:pt x="1022" y="0"/>
                </a:lnTo>
                <a:moveTo>
                  <a:pt x="1211100" y="2205769"/>
                </a:moveTo>
                <a:lnTo>
                  <a:pt x="1280672" y="2253508"/>
                </a:lnTo>
                <a:lnTo>
                  <a:pt x="1200739" y="2280522"/>
                </a:lnTo>
                <a:lnTo>
                  <a:pt x="1211100" y="220576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6FB7586-FEDE-40A7-934F-DC7C5B21C6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e350967254d4b"/>
          <a:stretch xmlns:a="http://schemas.openxmlformats.org/drawingml/2006/main"/>
        </p:blipFill>
        <p:spPr>
          <a:xfrm xmlns:a="http://schemas.openxmlformats.org/drawingml/2006/main">
            <a:off x="8927554" y="4031014"/>
            <a:ext cx="218773" cy="200154"/>
          </a:xfrm>
          <a:prstGeom xmlns:a="http://schemas.openxmlformats.org/drawingml/2006/main" prst="rect">
            <a:avLst/>
          </a:prstGeom>
        </p:spPr>
      </p:pic>
      <p:pic>
        <p:nvPic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670E3BF3-CB80-4B67-9838-462284E51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de703c3fc4f5e"/>
          <a:stretch xmlns:a="http://schemas.openxmlformats.org/drawingml/2006/main"/>
        </p:blipFill>
        <p:spPr>
          <a:xfrm xmlns:a="http://schemas.openxmlformats.org/drawingml/2006/main">
            <a:off x="8913590" y="4324264"/>
            <a:ext cx="237392" cy="204809"/>
          </a:xfrm>
          <a:prstGeom xmlns:a="http://schemas.openxmlformats.org/drawingml/2006/main" prst="rect">
            <a:avLst/>
          </a:prstGeom>
        </p:spPr>
      </p:pic>
      <p:sp>
        <p:nvSpPr>
          <p:cNvPr id="541" name="text-465 Page">
            <a:extLst xmlns:a="http://schemas.openxmlformats.org/drawingml/2006/main">
              <a:ext uri="{FF2B5EF4-FFF2-40B4-BE49-F238E27FC236}">
                <a16:creationId xmlns:a16="http://schemas.microsoft.com/office/drawing/2014/main" id="{F2F7A536-40B1-4577-8490-8AB9BF6F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3520" y="4539340"/>
            <a:ext cx="155275" cy="94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42" name="text-466 Visit">
            <a:extLst xmlns:a="http://schemas.openxmlformats.org/drawingml/2006/main">
              <a:ext uri="{FF2B5EF4-FFF2-40B4-BE49-F238E27FC236}">
                <a16:creationId xmlns:a16="http://schemas.microsoft.com/office/drawing/2014/main" id="{F88AE7F4-80FD-40FA-801F-A9600B3E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6404" y="4539306"/>
            <a:ext cx="159274" cy="9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43" name="text-467 Summery">
            <a:extLst xmlns:a="http://schemas.openxmlformats.org/drawingml/2006/main">
              <a:ext uri="{FF2B5EF4-FFF2-40B4-BE49-F238E27FC236}">
                <a16:creationId xmlns:a16="http://schemas.microsoft.com/office/drawing/2014/main" id="{2F47431E-F8BF-48C9-AE9A-63652A1E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976" y="4881963"/>
            <a:ext cx="303127" cy="9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44" name="text-468 &amp;">
            <a:extLst xmlns:a="http://schemas.openxmlformats.org/drawingml/2006/main">
              <a:ext uri="{FF2B5EF4-FFF2-40B4-BE49-F238E27FC236}">
                <a16:creationId xmlns:a16="http://schemas.microsoft.com/office/drawing/2014/main" id="{A752FBDF-1833-4B12-94FC-22F758B2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6147" y="4881743"/>
            <a:ext cx="56420" cy="9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45" name="text-469 Verifier">
            <a:extLst xmlns:a="http://schemas.openxmlformats.org/drawingml/2006/main">
              <a:ext uri="{FF2B5EF4-FFF2-40B4-BE49-F238E27FC236}">
                <a16:creationId xmlns:a16="http://schemas.microsoft.com/office/drawing/2014/main" id="{0AD8F7EB-8583-4A34-9E7E-0F61CE0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0686" y="4881741"/>
            <a:ext cx="267512" cy="9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46" name="path-470">
            <a:extLst xmlns:a="http://schemas.openxmlformats.org/drawingml/2006/main">
              <a:ext uri="{FF2B5EF4-FFF2-40B4-BE49-F238E27FC236}">
                <a16:creationId xmlns:a16="http://schemas.microsoft.com/office/drawing/2014/main" id="{56CAFD4C-0044-49D3-99F6-E48E5C0D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853" y="5110828"/>
            <a:ext cx="695990" cy="1030378"/>
          </a:xfrm>
          <a:custGeom xmlns:a="http://schemas.openxmlformats.org/drawingml/2006/main">
            <a:pathLst>
              <a:path w="1424201" h="2108459">
                <a:moveTo>
                  <a:pt x="0" y="186913"/>
                </a:moveTo>
                <a:cubicBezTo>
                  <a:pt x="0" y="83684"/>
                  <a:pt x="83681" y="0"/>
                  <a:pt x="186910" y="0"/>
                </a:cubicBezTo>
                <a:lnTo>
                  <a:pt x="1237289" y="0"/>
                </a:lnTo>
                <a:cubicBezTo>
                  <a:pt x="1340517" y="0"/>
                  <a:pt x="1424201" y="83684"/>
                  <a:pt x="1424201" y="186913"/>
                </a:cubicBezTo>
                <a:lnTo>
                  <a:pt x="1424201" y="1921548"/>
                </a:lnTo>
                <a:cubicBezTo>
                  <a:pt x="1424201" y="2024775"/>
                  <a:pt x="1340517" y="2108459"/>
                  <a:pt x="1237289" y="2108459"/>
                </a:cubicBezTo>
                <a:lnTo>
                  <a:pt x="186910" y="2108459"/>
                </a:lnTo>
                <a:cubicBezTo>
                  <a:pt x="83681" y="2108459"/>
                  <a:pt x="0" y="2024775"/>
                  <a:pt x="0" y="1921548"/>
                </a:cubicBezTo>
                <a:lnTo>
                  <a:pt x="0" y="18691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471">
            <a:extLst xmlns:a="http://schemas.openxmlformats.org/drawingml/2006/main">
              <a:ext uri="{FF2B5EF4-FFF2-40B4-BE49-F238E27FC236}">
                <a16:creationId xmlns:a16="http://schemas.microsoft.com/office/drawing/2014/main" id="{5A7FA1EF-2B5F-4BDF-B700-F02E4DF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7853" y="5110828"/>
            <a:ext cx="695990" cy="1030378"/>
          </a:xfrm>
          <a:custGeom xmlns:a="http://schemas.openxmlformats.org/drawingml/2006/main">
            <a:pathLst>
              <a:path w="1424202" h="2108459">
                <a:moveTo>
                  <a:pt x="0" y="186912"/>
                </a:moveTo>
                <a:cubicBezTo>
                  <a:pt x="0" y="83682"/>
                  <a:pt x="83682" y="0"/>
                  <a:pt x="186912" y="0"/>
                </a:cubicBezTo>
                <a:lnTo>
                  <a:pt x="1237291" y="0"/>
                </a:lnTo>
                <a:cubicBezTo>
                  <a:pt x="1340520" y="0"/>
                  <a:pt x="1424202" y="83682"/>
                  <a:pt x="1424202" y="186912"/>
                </a:cubicBezTo>
                <a:lnTo>
                  <a:pt x="1424202" y="1921546"/>
                </a:lnTo>
                <a:cubicBezTo>
                  <a:pt x="1424202" y="2024775"/>
                  <a:pt x="1340520" y="2108459"/>
                  <a:pt x="1237291" y="2108459"/>
                </a:cubicBezTo>
                <a:lnTo>
                  <a:pt x="186912" y="2108459"/>
                </a:lnTo>
                <a:cubicBezTo>
                  <a:pt x="83682" y="2108459"/>
                  <a:pt x="0" y="2024775"/>
                  <a:pt x="0" y="1921546"/>
                </a:cubicBezTo>
                <a:lnTo>
                  <a:pt x="0" y="186912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548" name="text-472 Text">
            <a:extLst xmlns:a="http://schemas.openxmlformats.org/drawingml/2006/main">
              <a:ext uri="{FF2B5EF4-FFF2-40B4-BE49-F238E27FC236}">
                <a16:creationId xmlns:a16="http://schemas.microsoft.com/office/drawing/2014/main" id="{BF758EC8-83CE-4158-ABBD-27B11184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5358" y="5331688"/>
            <a:ext cx="166985" cy="94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49" name="text-473 Search">
            <a:extLst xmlns:a="http://schemas.openxmlformats.org/drawingml/2006/main">
              <a:ext uri="{FF2B5EF4-FFF2-40B4-BE49-F238E27FC236}">
                <a16:creationId xmlns:a16="http://schemas.microsoft.com/office/drawing/2014/main" id="{A63855DF-7AF3-4926-908B-A4DFA80A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9768" y="5331866"/>
            <a:ext cx="236326" cy="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550" name="">
            <a:extLst xmlns:a="http://schemas.openxmlformats.org/drawingml/2006/main">
              <a:ext uri="{FF2B5EF4-FFF2-40B4-BE49-F238E27FC236}">
                <a16:creationId xmlns:a16="http://schemas.microsoft.com/office/drawing/2014/main" id="{D7614714-DA13-49E0-97B7-EE6757E7D9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1d9d6759b4149"/>
          <a:stretch xmlns:a="http://schemas.openxmlformats.org/drawingml/2006/main"/>
        </p:blipFill>
        <p:spPr>
          <a:xfrm xmlns:a="http://schemas.openxmlformats.org/drawingml/2006/main">
            <a:off x="8834459" y="5757927"/>
            <a:ext cx="218773" cy="209464"/>
          </a:xfrm>
          <a:prstGeom xmlns:a="http://schemas.openxmlformats.org/drawingml/2006/main" prst="rect">
            <a:avLst/>
          </a:prstGeom>
        </p:spPr>
      </p:pic>
      <p:pic>
        <p:nvPicPr>
          <p:cNvPr id="551" name="">
            <a:extLst xmlns:a="http://schemas.openxmlformats.org/drawingml/2006/main">
              <a:ext uri="{FF2B5EF4-FFF2-40B4-BE49-F238E27FC236}">
                <a16:creationId xmlns:a16="http://schemas.microsoft.com/office/drawing/2014/main" id="{83F1F5F3-74B3-4A1D-9E0C-1B58319E5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b42955b4c4cbb"/>
          <a:stretch xmlns:a="http://schemas.openxmlformats.org/drawingml/2006/main"/>
        </p:blipFill>
        <p:spPr>
          <a:xfrm xmlns:a="http://schemas.openxmlformats.org/drawingml/2006/main">
            <a:off x="8848423" y="5138845"/>
            <a:ext cx="200154" cy="200154"/>
          </a:xfrm>
          <a:prstGeom xmlns:a="http://schemas.openxmlformats.org/drawingml/2006/main" prst="rect">
            <a:avLst/>
          </a:prstGeom>
        </p:spPr>
      </p:pic>
      <p:pic>
        <p:nvPicPr>
          <p:cNvPr id="552" name="">
            <a:extLst xmlns:a="http://schemas.openxmlformats.org/drawingml/2006/main">
              <a:ext uri="{FF2B5EF4-FFF2-40B4-BE49-F238E27FC236}">
                <a16:creationId xmlns:a16="http://schemas.microsoft.com/office/drawing/2014/main" id="{83DB2371-00CC-4AB2-8CD4-73ADCA84A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566f2fdc640fa"/>
          <a:stretch xmlns:a="http://schemas.openxmlformats.org/drawingml/2006/main"/>
        </p:blipFill>
        <p:spPr>
          <a:xfrm xmlns:a="http://schemas.openxmlformats.org/drawingml/2006/main">
            <a:off x="8825150" y="5432095"/>
            <a:ext cx="237392" cy="200154"/>
          </a:xfrm>
          <a:prstGeom xmlns:a="http://schemas.openxmlformats.org/drawingml/2006/main" prst="rect">
            <a:avLst/>
          </a:prstGeom>
        </p:spPr>
      </p:pic>
      <p:sp>
        <p:nvSpPr>
          <p:cNvPr id="553" name="text-477 Page">
            <a:extLst xmlns:a="http://schemas.openxmlformats.org/drawingml/2006/main">
              <a:ext uri="{FF2B5EF4-FFF2-40B4-BE49-F238E27FC236}">
                <a16:creationId xmlns:a16="http://schemas.microsoft.com/office/drawing/2014/main" id="{F04EB920-3175-4717-8658-B78DC39D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7192" y="5644253"/>
            <a:ext cx="155275" cy="94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54" name="text-478 Visit">
            <a:extLst xmlns:a="http://schemas.openxmlformats.org/drawingml/2006/main">
              <a:ext uri="{FF2B5EF4-FFF2-40B4-BE49-F238E27FC236}">
                <a16:creationId xmlns:a16="http://schemas.microsoft.com/office/drawing/2014/main" id="{9483797D-B1B3-4433-8617-3981C434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0076" y="5644218"/>
            <a:ext cx="159274" cy="9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55" name="text-479 Summery">
            <a:extLst xmlns:a="http://schemas.openxmlformats.org/drawingml/2006/main">
              <a:ext uri="{FF2B5EF4-FFF2-40B4-BE49-F238E27FC236}">
                <a16:creationId xmlns:a16="http://schemas.microsoft.com/office/drawing/2014/main" id="{7BB68D17-B830-4A0D-8056-7BDE516B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647" y="5986877"/>
            <a:ext cx="303127" cy="9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56" name="text-480 &amp;">
            <a:extLst xmlns:a="http://schemas.openxmlformats.org/drawingml/2006/main">
              <a:ext uri="{FF2B5EF4-FFF2-40B4-BE49-F238E27FC236}">
                <a16:creationId xmlns:a16="http://schemas.microsoft.com/office/drawing/2014/main" id="{335AEE71-7F2C-4865-983A-E4C3894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9819" y="5986657"/>
            <a:ext cx="56420" cy="9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57" name="text-481 Verifier">
            <a:extLst xmlns:a="http://schemas.openxmlformats.org/drawingml/2006/main">
              <a:ext uri="{FF2B5EF4-FFF2-40B4-BE49-F238E27FC236}">
                <a16:creationId xmlns:a16="http://schemas.microsoft.com/office/drawing/2014/main" id="{B85C528E-B8AF-4C52-BFDE-AA05E0B3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4358" y="5986655"/>
            <a:ext cx="267512" cy="9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58" name="path-482">
            <a:extLst xmlns:a="http://schemas.openxmlformats.org/drawingml/2006/main">
              <a:ext uri="{FF2B5EF4-FFF2-40B4-BE49-F238E27FC236}">
                <a16:creationId xmlns:a16="http://schemas.microsoft.com/office/drawing/2014/main" id="{13B276EC-A0E9-49BB-B624-15BE0502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9364" y="6260615"/>
            <a:ext cx="336214" cy="133688"/>
          </a:xfrm>
          <a:custGeom xmlns:a="http://schemas.openxmlformats.org/drawingml/2006/main">
            <a:pathLst>
              <a:path w="687993" h="273566">
                <a:moveTo>
                  <a:pt x="385" y="0"/>
                </a:moveTo>
                <a:lnTo>
                  <a:pt x="32771" y="664"/>
                </a:lnTo>
                <a:lnTo>
                  <a:pt x="65086" y="2610"/>
                </a:lnTo>
                <a:lnTo>
                  <a:pt x="96884" y="5748"/>
                </a:lnTo>
                <a:lnTo>
                  <a:pt x="127924" y="9998"/>
                </a:lnTo>
                <a:lnTo>
                  <a:pt x="157961" y="15272"/>
                </a:lnTo>
                <a:lnTo>
                  <a:pt x="186750" y="21491"/>
                </a:lnTo>
                <a:lnTo>
                  <a:pt x="214051" y="28572"/>
                </a:lnTo>
                <a:lnTo>
                  <a:pt x="239626" y="36444"/>
                </a:lnTo>
                <a:lnTo>
                  <a:pt x="263240" y="45034"/>
                </a:lnTo>
                <a:lnTo>
                  <a:pt x="284664" y="54280"/>
                </a:lnTo>
                <a:lnTo>
                  <a:pt x="303681" y="64137"/>
                </a:lnTo>
                <a:lnTo>
                  <a:pt x="320081" y="74596"/>
                </a:lnTo>
                <a:lnTo>
                  <a:pt x="333658" y="85703"/>
                </a:lnTo>
                <a:lnTo>
                  <a:pt x="344162" y="97612"/>
                </a:lnTo>
                <a:lnTo>
                  <a:pt x="351133" y="110566"/>
                </a:lnTo>
                <a:lnTo>
                  <a:pt x="353371" y="122802"/>
                </a:lnTo>
                <a:lnTo>
                  <a:pt x="355345" y="133575"/>
                </a:lnTo>
                <a:lnTo>
                  <a:pt x="354374" y="130805"/>
                </a:lnTo>
                <a:lnTo>
                  <a:pt x="360125" y="141496"/>
                </a:lnTo>
                <a:lnTo>
                  <a:pt x="358894" y="139725"/>
                </a:lnTo>
                <a:lnTo>
                  <a:pt x="368171" y="150247"/>
                </a:lnTo>
                <a:lnTo>
                  <a:pt x="367068" y="149184"/>
                </a:lnTo>
                <a:lnTo>
                  <a:pt x="379619" y="159451"/>
                </a:lnTo>
                <a:lnTo>
                  <a:pt x="378718" y="158800"/>
                </a:lnTo>
                <a:lnTo>
                  <a:pt x="394293" y="168731"/>
                </a:lnTo>
                <a:lnTo>
                  <a:pt x="393563" y="168309"/>
                </a:lnTo>
                <a:lnTo>
                  <a:pt x="411908" y="177819"/>
                </a:lnTo>
                <a:lnTo>
                  <a:pt x="411305" y="177533"/>
                </a:lnTo>
                <a:lnTo>
                  <a:pt x="432168" y="186537"/>
                </a:lnTo>
                <a:lnTo>
                  <a:pt x="431657" y="186333"/>
                </a:lnTo>
                <a:lnTo>
                  <a:pt x="454786" y="194745"/>
                </a:lnTo>
                <a:lnTo>
                  <a:pt x="454337" y="194596"/>
                </a:lnTo>
                <a:lnTo>
                  <a:pt x="479484" y="202335"/>
                </a:lnTo>
                <a:lnTo>
                  <a:pt x="479078" y="202222"/>
                </a:lnTo>
                <a:lnTo>
                  <a:pt x="505987" y="209201"/>
                </a:lnTo>
                <a:lnTo>
                  <a:pt x="505609" y="209111"/>
                </a:lnTo>
                <a:lnTo>
                  <a:pt x="534030" y="215250"/>
                </a:lnTo>
                <a:lnTo>
                  <a:pt x="533668" y="215180"/>
                </a:lnTo>
                <a:lnTo>
                  <a:pt x="563349" y="220392"/>
                </a:lnTo>
                <a:lnTo>
                  <a:pt x="562996" y="220337"/>
                </a:lnTo>
                <a:lnTo>
                  <a:pt x="593685" y="224536"/>
                </a:lnTo>
                <a:lnTo>
                  <a:pt x="593154" y="224479"/>
                </a:lnTo>
                <a:lnTo>
                  <a:pt x="625930" y="227091"/>
                </a:lnTo>
                <a:lnTo>
                  <a:pt x="624430" y="245896"/>
                </a:lnTo>
                <a:lnTo>
                  <a:pt x="591391" y="243266"/>
                </a:lnTo>
                <a:lnTo>
                  <a:pt x="560262" y="239004"/>
                </a:lnTo>
                <a:lnTo>
                  <a:pt x="530226" y="233730"/>
                </a:lnTo>
                <a:lnTo>
                  <a:pt x="501435" y="227514"/>
                </a:lnTo>
                <a:lnTo>
                  <a:pt x="474134" y="220430"/>
                </a:lnTo>
                <a:lnTo>
                  <a:pt x="448560" y="212558"/>
                </a:lnTo>
                <a:lnTo>
                  <a:pt x="424946" y="203969"/>
                </a:lnTo>
                <a:lnTo>
                  <a:pt x="403523" y="194722"/>
                </a:lnTo>
                <a:lnTo>
                  <a:pt x="384506" y="184865"/>
                </a:lnTo>
                <a:lnTo>
                  <a:pt x="368105" y="174408"/>
                </a:lnTo>
                <a:lnTo>
                  <a:pt x="354528" y="163301"/>
                </a:lnTo>
                <a:lnTo>
                  <a:pt x="344024" y="151390"/>
                </a:lnTo>
                <a:lnTo>
                  <a:pt x="337055" y="138435"/>
                </a:lnTo>
                <a:lnTo>
                  <a:pt x="334814" y="126200"/>
                </a:lnTo>
                <a:lnTo>
                  <a:pt x="332840" y="115426"/>
                </a:lnTo>
                <a:lnTo>
                  <a:pt x="333812" y="118198"/>
                </a:lnTo>
                <a:lnTo>
                  <a:pt x="328061" y="107507"/>
                </a:lnTo>
                <a:lnTo>
                  <a:pt x="329294" y="109277"/>
                </a:lnTo>
                <a:lnTo>
                  <a:pt x="320015" y="98756"/>
                </a:lnTo>
                <a:lnTo>
                  <a:pt x="321118" y="99818"/>
                </a:lnTo>
                <a:lnTo>
                  <a:pt x="308565" y="89550"/>
                </a:lnTo>
                <a:lnTo>
                  <a:pt x="309468" y="90202"/>
                </a:lnTo>
                <a:lnTo>
                  <a:pt x="293892" y="80271"/>
                </a:lnTo>
                <a:lnTo>
                  <a:pt x="294623" y="80693"/>
                </a:lnTo>
                <a:lnTo>
                  <a:pt x="276278" y="71185"/>
                </a:lnTo>
                <a:lnTo>
                  <a:pt x="276881" y="71469"/>
                </a:lnTo>
                <a:lnTo>
                  <a:pt x="256016" y="62466"/>
                </a:lnTo>
                <a:lnTo>
                  <a:pt x="256531" y="62669"/>
                </a:lnTo>
                <a:lnTo>
                  <a:pt x="233399" y="54255"/>
                </a:lnTo>
                <a:lnTo>
                  <a:pt x="233849" y="54407"/>
                </a:lnTo>
                <a:lnTo>
                  <a:pt x="208702" y="46667"/>
                </a:lnTo>
                <a:lnTo>
                  <a:pt x="209109" y="46782"/>
                </a:lnTo>
                <a:lnTo>
                  <a:pt x="182200" y="39801"/>
                </a:lnTo>
                <a:lnTo>
                  <a:pt x="182578" y="39891"/>
                </a:lnTo>
                <a:lnTo>
                  <a:pt x="154158" y="33752"/>
                </a:lnTo>
                <a:lnTo>
                  <a:pt x="154517" y="33822"/>
                </a:lnTo>
                <a:lnTo>
                  <a:pt x="124838" y="28610"/>
                </a:lnTo>
                <a:lnTo>
                  <a:pt x="125190" y="28665"/>
                </a:lnTo>
                <a:lnTo>
                  <a:pt x="94503" y="24465"/>
                </a:lnTo>
                <a:lnTo>
                  <a:pt x="94855" y="24509"/>
                </a:lnTo>
                <a:lnTo>
                  <a:pt x="63412" y="21404"/>
                </a:lnTo>
                <a:lnTo>
                  <a:pt x="63771" y="21430"/>
                </a:lnTo>
                <a:lnTo>
                  <a:pt x="31824" y="19506"/>
                </a:lnTo>
                <a:lnTo>
                  <a:pt x="32199" y="19522"/>
                </a:lnTo>
                <a:lnTo>
                  <a:pt x="0" y="18864"/>
                </a:lnTo>
                <a:lnTo>
                  <a:pt x="385" y="0"/>
                </a:lnTo>
                <a:moveTo>
                  <a:pt x="614465" y="198190"/>
                </a:moveTo>
                <a:lnTo>
                  <a:pt x="687993" y="239571"/>
                </a:lnTo>
                <a:lnTo>
                  <a:pt x="610771" y="273566"/>
                </a:lnTo>
                <a:lnTo>
                  <a:pt x="614465" y="19819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9" name="path-483">
            <a:extLst xmlns:a="http://schemas.openxmlformats.org/drawingml/2006/main">
              <a:ext uri="{FF2B5EF4-FFF2-40B4-BE49-F238E27FC236}">
                <a16:creationId xmlns:a16="http://schemas.microsoft.com/office/drawing/2014/main" id="{E348F6E7-89EE-4B99-9D1B-B6C0D73A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864" y="5500661"/>
            <a:ext cx="138356" cy="23050"/>
          </a:xfrm>
          <a:custGeom xmlns:a="http://schemas.openxmlformats.org/drawingml/2006/main">
            <a:pathLst>
              <a:path w="283116" h="47167">
                <a:moveTo>
                  <a:pt x="0" y="0"/>
                </a:moveTo>
                <a:lnTo>
                  <a:pt x="220228" y="0"/>
                </a:lnTo>
                <a:lnTo>
                  <a:pt x="220228" y="18868"/>
                </a:lnTo>
                <a:lnTo>
                  <a:pt x="0" y="18865"/>
                </a:lnTo>
                <a:lnTo>
                  <a:pt x="0" y="0"/>
                </a:lnTo>
                <a:moveTo>
                  <a:pt x="207650" y="-28299"/>
                </a:moveTo>
                <a:lnTo>
                  <a:pt x="283116" y="9434"/>
                </a:lnTo>
                <a:lnTo>
                  <a:pt x="207650" y="47167"/>
                </a:lnTo>
                <a:lnTo>
                  <a:pt x="207650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ath-484">
            <a:extLst xmlns:a="http://schemas.openxmlformats.org/drawingml/2006/main">
              <a:ext uri="{FF2B5EF4-FFF2-40B4-BE49-F238E27FC236}">
                <a16:creationId xmlns:a16="http://schemas.microsoft.com/office/drawing/2014/main" id="{8D4FA9BB-B7A8-490E-BDE0-D59D41F3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06" y="4005242"/>
            <a:ext cx="695991" cy="1030376"/>
          </a:xfrm>
          <a:custGeom xmlns:a="http://schemas.openxmlformats.org/drawingml/2006/main">
            <a:pathLst>
              <a:path w="1424204" h="2108454">
                <a:moveTo>
                  <a:pt x="0" y="186907"/>
                </a:moveTo>
                <a:cubicBezTo>
                  <a:pt x="0" y="83681"/>
                  <a:pt x="83684" y="0"/>
                  <a:pt x="186913" y="0"/>
                </a:cubicBezTo>
                <a:lnTo>
                  <a:pt x="1237291" y="0"/>
                </a:lnTo>
                <a:cubicBezTo>
                  <a:pt x="1340520" y="0"/>
                  <a:pt x="1424204" y="83681"/>
                  <a:pt x="1424204" y="186907"/>
                </a:cubicBezTo>
                <a:lnTo>
                  <a:pt x="1424204" y="1921543"/>
                </a:lnTo>
                <a:cubicBezTo>
                  <a:pt x="1424204" y="2024770"/>
                  <a:pt x="1340520" y="2108454"/>
                  <a:pt x="1237291" y="2108454"/>
                </a:cubicBezTo>
                <a:lnTo>
                  <a:pt x="186913" y="2108454"/>
                </a:lnTo>
                <a:cubicBezTo>
                  <a:pt x="83684" y="2108454"/>
                  <a:pt x="0" y="2024770"/>
                  <a:pt x="0" y="1921543"/>
                </a:cubicBezTo>
                <a:lnTo>
                  <a:pt x="0" y="18690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485">
            <a:extLst xmlns:a="http://schemas.openxmlformats.org/drawingml/2006/main">
              <a:ext uri="{FF2B5EF4-FFF2-40B4-BE49-F238E27FC236}">
                <a16:creationId xmlns:a16="http://schemas.microsoft.com/office/drawing/2014/main" id="{A4E79641-DAA9-46E4-9B17-84F73C0E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6006" y="4005242"/>
            <a:ext cx="695990" cy="1030378"/>
          </a:xfrm>
          <a:custGeom xmlns:a="http://schemas.openxmlformats.org/drawingml/2006/main">
            <a:pathLst>
              <a:path w="1424202" h="2108459">
                <a:moveTo>
                  <a:pt x="0" y="186912"/>
                </a:moveTo>
                <a:cubicBezTo>
                  <a:pt x="0" y="83683"/>
                  <a:pt x="83682" y="0"/>
                  <a:pt x="186912" y="0"/>
                </a:cubicBezTo>
                <a:lnTo>
                  <a:pt x="1237291" y="0"/>
                </a:lnTo>
                <a:cubicBezTo>
                  <a:pt x="1340520" y="0"/>
                  <a:pt x="1424202" y="83683"/>
                  <a:pt x="1424202" y="186912"/>
                </a:cubicBezTo>
                <a:lnTo>
                  <a:pt x="1424202" y="1921546"/>
                </a:lnTo>
                <a:cubicBezTo>
                  <a:pt x="1424202" y="2024775"/>
                  <a:pt x="1340520" y="2108459"/>
                  <a:pt x="1237291" y="2108459"/>
                </a:cubicBezTo>
                <a:lnTo>
                  <a:pt x="186912" y="2108459"/>
                </a:lnTo>
                <a:cubicBezTo>
                  <a:pt x="83682" y="2108459"/>
                  <a:pt x="0" y="2024775"/>
                  <a:pt x="0" y="1921546"/>
                </a:cubicBezTo>
                <a:lnTo>
                  <a:pt x="0" y="186912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562" name="text-486 Text">
            <a:extLst xmlns:a="http://schemas.openxmlformats.org/drawingml/2006/main">
              <a:ext uri="{FF2B5EF4-FFF2-40B4-BE49-F238E27FC236}">
                <a16:creationId xmlns:a16="http://schemas.microsoft.com/office/drawing/2014/main" id="{6FD3CEAD-F41E-4DD7-B79C-81A5CE03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3513" y="4225299"/>
            <a:ext cx="166985" cy="94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63" name="text-487 Search">
            <a:extLst xmlns:a="http://schemas.openxmlformats.org/drawingml/2006/main">
              <a:ext uri="{FF2B5EF4-FFF2-40B4-BE49-F238E27FC236}">
                <a16:creationId xmlns:a16="http://schemas.microsoft.com/office/drawing/2014/main" id="{8EDB38CD-17D5-4AD1-9AA3-93A88F60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97923" y="4225478"/>
            <a:ext cx="236326" cy="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564" name="">
            <a:extLst xmlns:a="http://schemas.openxmlformats.org/drawingml/2006/main">
              <a:ext uri="{FF2B5EF4-FFF2-40B4-BE49-F238E27FC236}">
                <a16:creationId xmlns:a16="http://schemas.microsoft.com/office/drawing/2014/main" id="{CB609615-2EB1-478F-A8A9-B653528B9A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5b21393124b4f"/>
          <a:stretch xmlns:a="http://schemas.openxmlformats.org/drawingml/2006/main"/>
        </p:blipFill>
        <p:spPr>
          <a:xfrm xmlns:a="http://schemas.openxmlformats.org/drawingml/2006/main">
            <a:off x="9802647" y="4650096"/>
            <a:ext cx="218773" cy="214119"/>
          </a:xfrm>
          <a:prstGeom xmlns:a="http://schemas.openxmlformats.org/drawingml/2006/main" prst="rect">
            <a:avLst/>
          </a:prstGeom>
        </p:spPr>
      </p:pic>
      <p:pic>
        <p:nvPicPr>
          <p:cNvPr id="565" name="">
            <a:extLst xmlns:a="http://schemas.openxmlformats.org/drawingml/2006/main">
              <a:ext uri="{FF2B5EF4-FFF2-40B4-BE49-F238E27FC236}">
                <a16:creationId xmlns:a16="http://schemas.microsoft.com/office/drawing/2014/main" id="{EE66F0BA-56E5-4A2B-83FA-65F99959AE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f448671c6487a"/>
          <a:stretch xmlns:a="http://schemas.openxmlformats.org/drawingml/2006/main"/>
        </p:blipFill>
        <p:spPr>
          <a:xfrm xmlns:a="http://schemas.openxmlformats.org/drawingml/2006/main">
            <a:off x="9816612" y="4031014"/>
            <a:ext cx="200154" cy="200154"/>
          </a:xfrm>
          <a:prstGeom xmlns:a="http://schemas.openxmlformats.org/drawingml/2006/main" prst="rect">
            <a:avLst/>
          </a:prstGeom>
        </p:spPr>
      </p:pic>
      <p:pic>
        <p:nvPicPr>
          <p:cNvPr id="566" name="">
            <a:extLst xmlns:a="http://schemas.openxmlformats.org/drawingml/2006/main">
              <a:ext uri="{FF2B5EF4-FFF2-40B4-BE49-F238E27FC236}">
                <a16:creationId xmlns:a16="http://schemas.microsoft.com/office/drawing/2014/main" id="{2B4C609D-A4A6-48AD-8628-5866DE288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53d9cec644898"/>
          <a:stretch xmlns:a="http://schemas.openxmlformats.org/drawingml/2006/main"/>
        </p:blipFill>
        <p:spPr>
          <a:xfrm xmlns:a="http://schemas.openxmlformats.org/drawingml/2006/main">
            <a:off x="9793338" y="4324264"/>
            <a:ext cx="237392" cy="204809"/>
          </a:xfrm>
          <a:prstGeom xmlns:a="http://schemas.openxmlformats.org/drawingml/2006/main" prst="rect">
            <a:avLst/>
          </a:prstGeom>
        </p:spPr>
      </p:pic>
      <p:sp>
        <p:nvSpPr>
          <p:cNvPr id="567" name="text-491 Page">
            <a:extLst xmlns:a="http://schemas.openxmlformats.org/drawingml/2006/main">
              <a:ext uri="{FF2B5EF4-FFF2-40B4-BE49-F238E27FC236}">
                <a16:creationId xmlns:a16="http://schemas.microsoft.com/office/drawing/2014/main" id="{FC8B4DED-FBF9-4E6A-808F-52B2CD4E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5346" y="4539340"/>
            <a:ext cx="155275" cy="94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68" name="text-492 Visit">
            <a:extLst xmlns:a="http://schemas.openxmlformats.org/drawingml/2006/main">
              <a:ext uri="{FF2B5EF4-FFF2-40B4-BE49-F238E27FC236}">
                <a16:creationId xmlns:a16="http://schemas.microsoft.com/office/drawing/2014/main" id="{8FB16483-F4BA-48F8-BC3B-DC87D5B1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8230" y="4539306"/>
            <a:ext cx="159274" cy="9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69" name="text-493 Summery">
            <a:extLst xmlns:a="http://schemas.openxmlformats.org/drawingml/2006/main">
              <a:ext uri="{FF2B5EF4-FFF2-40B4-BE49-F238E27FC236}">
                <a16:creationId xmlns:a16="http://schemas.microsoft.com/office/drawing/2014/main" id="{A2002E58-8041-4E30-A3E9-77743C7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6801" y="4881963"/>
            <a:ext cx="303127" cy="9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70" name="text-494 &amp;">
            <a:extLst xmlns:a="http://schemas.openxmlformats.org/drawingml/2006/main">
              <a:ext uri="{FF2B5EF4-FFF2-40B4-BE49-F238E27FC236}">
                <a16:creationId xmlns:a16="http://schemas.microsoft.com/office/drawing/2014/main" id="{4B51A717-92D7-4EEA-90CB-56E4F787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7974" y="4881743"/>
            <a:ext cx="56420" cy="9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71" name="text-495 Verifier">
            <a:extLst xmlns:a="http://schemas.openxmlformats.org/drawingml/2006/main">
              <a:ext uri="{FF2B5EF4-FFF2-40B4-BE49-F238E27FC236}">
                <a16:creationId xmlns:a16="http://schemas.microsoft.com/office/drawing/2014/main" id="{A8781363-4571-4E80-897D-320EC39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92512" y="4881741"/>
            <a:ext cx="267512" cy="9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72" name="path-496">
            <a:extLst xmlns:a="http://schemas.openxmlformats.org/drawingml/2006/main">
              <a:ext uri="{FF2B5EF4-FFF2-40B4-BE49-F238E27FC236}">
                <a16:creationId xmlns:a16="http://schemas.microsoft.com/office/drawing/2014/main" id="{F7735B43-B95B-401C-BF4C-5ACD3E16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310" y="4528319"/>
            <a:ext cx="138357" cy="23049"/>
          </a:xfrm>
          <a:custGeom xmlns:a="http://schemas.openxmlformats.org/drawingml/2006/main">
            <a:pathLst>
              <a:path w="283119" h="47166">
                <a:moveTo>
                  <a:pt x="0" y="0"/>
                </a:moveTo>
                <a:lnTo>
                  <a:pt x="0" y="18865"/>
                </a:lnTo>
                <a:lnTo>
                  <a:pt x="220229" y="18865"/>
                </a:lnTo>
                <a:lnTo>
                  <a:pt x="220229" y="0"/>
                </a:lnTo>
                <a:close/>
                <a:moveTo>
                  <a:pt x="207652" y="-28301"/>
                </a:moveTo>
                <a:lnTo>
                  <a:pt x="283119" y="9433"/>
                </a:lnTo>
                <a:lnTo>
                  <a:pt x="207650" y="47166"/>
                </a:lnTo>
                <a:lnTo>
                  <a:pt x="207652" y="-28301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3" name="path-497">
            <a:extLst xmlns:a="http://schemas.openxmlformats.org/drawingml/2006/main">
              <a:ext uri="{FF2B5EF4-FFF2-40B4-BE49-F238E27FC236}">
                <a16:creationId xmlns:a16="http://schemas.microsoft.com/office/drawing/2014/main" id="{970B70FD-3A55-4879-93D3-34788DD2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848" y="5765035"/>
            <a:ext cx="1536152" cy="756101"/>
          </a:xfrm>
          <a:custGeom xmlns:a="http://schemas.openxmlformats.org/drawingml/2006/main">
            <a:pathLst>
              <a:path w="3143422" h="1547206">
                <a:moveTo>
                  <a:pt x="0" y="203054"/>
                </a:moveTo>
                <a:cubicBezTo>
                  <a:pt x="0" y="90912"/>
                  <a:pt x="90909" y="0"/>
                  <a:pt x="203054" y="0"/>
                </a:cubicBezTo>
                <a:lnTo>
                  <a:pt x="2940366" y="0"/>
                </a:lnTo>
                <a:cubicBezTo>
                  <a:pt x="3052508" y="0"/>
                  <a:pt x="3143422" y="90912"/>
                  <a:pt x="3143422" y="203054"/>
                </a:cubicBezTo>
                <a:lnTo>
                  <a:pt x="3143422" y="1344152"/>
                </a:lnTo>
                <a:cubicBezTo>
                  <a:pt x="3143422" y="1456296"/>
                  <a:pt x="3052508" y="1547206"/>
                  <a:pt x="2940366" y="1547206"/>
                </a:cubicBezTo>
                <a:lnTo>
                  <a:pt x="203054" y="1547206"/>
                </a:lnTo>
                <a:cubicBezTo>
                  <a:pt x="90909" y="1547206"/>
                  <a:pt x="0" y="1456296"/>
                  <a:pt x="0" y="1344152"/>
                </a:cubicBezTo>
                <a:lnTo>
                  <a:pt x="0" y="203054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4" name="path-498">
            <a:extLst xmlns:a="http://schemas.openxmlformats.org/drawingml/2006/main">
              <a:ext uri="{FF2B5EF4-FFF2-40B4-BE49-F238E27FC236}">
                <a16:creationId xmlns:a16="http://schemas.microsoft.com/office/drawing/2014/main" id="{2A736E94-123C-4403-8ACC-C0AAC37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848" y="5765035"/>
            <a:ext cx="1536151" cy="756100"/>
          </a:xfrm>
          <a:custGeom xmlns:a="http://schemas.openxmlformats.org/drawingml/2006/main">
            <a:pathLst>
              <a:path w="3143420" h="1547205">
                <a:moveTo>
                  <a:pt x="0" y="203054"/>
                </a:moveTo>
                <a:cubicBezTo>
                  <a:pt x="0" y="90910"/>
                  <a:pt x="90910" y="0"/>
                  <a:pt x="203054" y="0"/>
                </a:cubicBezTo>
                <a:lnTo>
                  <a:pt x="2940367" y="0"/>
                </a:lnTo>
                <a:cubicBezTo>
                  <a:pt x="3052510" y="0"/>
                  <a:pt x="3143420" y="90910"/>
                  <a:pt x="3143420" y="203054"/>
                </a:cubicBezTo>
                <a:lnTo>
                  <a:pt x="3143420" y="1344151"/>
                </a:lnTo>
                <a:cubicBezTo>
                  <a:pt x="3143420" y="1456295"/>
                  <a:pt x="3052510" y="1547205"/>
                  <a:pt x="2940367" y="1547205"/>
                </a:cubicBezTo>
                <a:lnTo>
                  <a:pt x="203054" y="1547205"/>
                </a:lnTo>
                <a:cubicBezTo>
                  <a:pt x="90910" y="1547205"/>
                  <a:pt x="0" y="1456295"/>
                  <a:pt x="0" y="1344151"/>
                </a:cubicBezTo>
                <a:lnTo>
                  <a:pt x="0" y="203054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575" name="text-499 Audi">
            <a:extLst xmlns:a="http://schemas.openxmlformats.org/drawingml/2006/main">
              <a:ext uri="{FF2B5EF4-FFF2-40B4-BE49-F238E27FC236}">
                <a16:creationId xmlns:a16="http://schemas.microsoft.com/office/drawing/2014/main" id="{6CE06483-4344-410C-8FA2-134EEA2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4105" y="6023510"/>
            <a:ext cx="226597" cy="138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Audi</a:t>
            </a:r>
          </a:p>
        </p:txBody>
      </p:sp>
      <p:sp>
        <p:nvSpPr>
          <p:cNvPr id="576" name="text-499 R8">
            <a:extLst xmlns:a="http://schemas.openxmlformats.org/drawingml/2006/main">
              <a:ext uri="{FF2B5EF4-FFF2-40B4-BE49-F238E27FC236}">
                <a16:creationId xmlns:a16="http://schemas.microsoft.com/office/drawing/2014/main" id="{2713C4A2-7E5B-4DCE-8A68-6F2D2035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2199" y="6023930"/>
            <a:ext cx="139218" cy="137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R8</a:t>
            </a:r>
          </a:p>
        </p:txBody>
      </p:sp>
      <p:sp>
        <p:nvSpPr>
          <p:cNvPr id="577" name="text-500 Marcos">
            <a:extLst xmlns:a="http://schemas.openxmlformats.org/drawingml/2006/main">
              <a:ext uri="{FF2B5EF4-FFF2-40B4-BE49-F238E27FC236}">
                <a16:creationId xmlns:a16="http://schemas.microsoft.com/office/drawing/2014/main" id="{84EA300C-2654-4250-8052-50B75A6E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2417" y="6023493"/>
            <a:ext cx="353107" cy="138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683AA8"/>
                </a:solidFill>
                <a:latin typeface="Comic Sans MS"/>
                <a:ea typeface="Comic Sans MS"/>
                <a:cs typeface="Comic Sans MS"/>
              </a:rPr>
              <a:t>Marcos</a:t>
            </a:r>
          </a:p>
        </p:txBody>
      </p:sp>
      <p:sp>
        <p:nvSpPr>
          <p:cNvPr id="578" name="path-501">
            <a:extLst xmlns:a="http://schemas.openxmlformats.org/drawingml/2006/main">
              <a:ext uri="{FF2B5EF4-FFF2-40B4-BE49-F238E27FC236}">
                <a16:creationId xmlns:a16="http://schemas.microsoft.com/office/drawing/2014/main" id="{98AA05FF-F185-4D13-8E11-591512C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1820" y="5901759"/>
            <a:ext cx="138357" cy="23050"/>
          </a:xfrm>
          <a:custGeom xmlns:a="http://schemas.openxmlformats.org/drawingml/2006/main">
            <a:pathLst>
              <a:path w="283119" h="47167">
                <a:moveTo>
                  <a:pt x="0" y="0"/>
                </a:moveTo>
                <a:lnTo>
                  <a:pt x="220229" y="1"/>
                </a:lnTo>
                <a:lnTo>
                  <a:pt x="220229" y="18868"/>
                </a:lnTo>
                <a:lnTo>
                  <a:pt x="0" y="18867"/>
                </a:lnTo>
                <a:lnTo>
                  <a:pt x="0" y="0"/>
                </a:lnTo>
                <a:moveTo>
                  <a:pt x="207652" y="-28299"/>
                </a:moveTo>
                <a:lnTo>
                  <a:pt x="283119" y="9434"/>
                </a:lnTo>
                <a:lnTo>
                  <a:pt x="207652" y="47167"/>
                </a:lnTo>
                <a:lnTo>
                  <a:pt x="207652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9" name="path-502">
            <a:extLst xmlns:a="http://schemas.openxmlformats.org/drawingml/2006/main">
              <a:ext uri="{FF2B5EF4-FFF2-40B4-BE49-F238E27FC236}">
                <a16:creationId xmlns:a16="http://schemas.microsoft.com/office/drawing/2014/main" id="{8553E32C-BEA9-4625-B8C8-75492EED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530" y="5076405"/>
            <a:ext cx="23049" cy="657038"/>
          </a:xfrm>
          <a:custGeom xmlns:a="http://schemas.openxmlformats.org/drawingml/2006/main">
            <a:pathLst>
              <a:path w="47166" h="1344495">
                <a:moveTo>
                  <a:pt x="47166" y="0"/>
                </a:moveTo>
                <a:lnTo>
                  <a:pt x="47166" y="1281606"/>
                </a:lnTo>
                <a:lnTo>
                  <a:pt x="28299" y="1281606"/>
                </a:lnTo>
                <a:lnTo>
                  <a:pt x="28299" y="0"/>
                </a:lnTo>
                <a:lnTo>
                  <a:pt x="47166" y="0"/>
                </a:lnTo>
                <a:moveTo>
                  <a:pt x="75466" y="1269029"/>
                </a:moveTo>
                <a:lnTo>
                  <a:pt x="37733" y="1344495"/>
                </a:lnTo>
                <a:lnTo>
                  <a:pt x="0" y="1269029"/>
                </a:lnTo>
                <a:lnTo>
                  <a:pt x="75466" y="126902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0" name="text-503 Stanford">
            <a:extLst xmlns:a="http://schemas.openxmlformats.org/drawingml/2006/main">
              <a:ext uri="{FF2B5EF4-FFF2-40B4-BE49-F238E27FC236}">
                <a16:creationId xmlns:a16="http://schemas.microsoft.com/office/drawing/2014/main" id="{E21AD726-53FF-4FF4-9E9A-A2835B7B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65529" y="6261166"/>
            <a:ext cx="441064" cy="137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FFC000"/>
                </a:solidFill>
                <a:latin typeface="Comic Sans MS"/>
                <a:ea typeface="Comic Sans MS"/>
                <a:cs typeface="Comic Sans MS"/>
              </a:rPr>
              <a:t>Stanford</a:t>
            </a:r>
          </a:p>
        </p:txBody>
      </p:sp>
      <p:sp>
        <p:nvSpPr>
          <p:cNvPr id="581" name="text-504 Mercado">
            <a:extLst xmlns:a="http://schemas.openxmlformats.org/drawingml/2006/main">
              <a:ext uri="{FF2B5EF4-FFF2-40B4-BE49-F238E27FC236}">
                <a16:creationId xmlns:a16="http://schemas.microsoft.com/office/drawing/2014/main" id="{BCB9010C-C503-46D4-A80F-B7A3B143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493" y="6261032"/>
            <a:ext cx="416815" cy="13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582" name="text-504 Libre">
            <a:extLst xmlns:a="http://schemas.openxmlformats.org/drawingml/2006/main">
              <a:ext uri="{FF2B5EF4-FFF2-40B4-BE49-F238E27FC236}">
                <a16:creationId xmlns:a16="http://schemas.microsoft.com/office/drawing/2014/main" id="{5021F878-AE1C-4E33-A606-3FCFA984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6533" y="6260803"/>
            <a:ext cx="260031" cy="1384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779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Libre</a:t>
            </a:r>
          </a:p>
        </p:txBody>
      </p:sp>
      <p:sp>
        <p:nvSpPr>
          <p:cNvPr id="583" name="path-505">
            <a:extLst xmlns:a="http://schemas.openxmlformats.org/drawingml/2006/main">
              <a:ext uri="{FF2B5EF4-FFF2-40B4-BE49-F238E27FC236}">
                <a16:creationId xmlns:a16="http://schemas.microsoft.com/office/drawing/2014/main" id="{2B1F630C-BC51-4FFE-A743-BB4FA61E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5706" y="5884791"/>
            <a:ext cx="2129587" cy="618250"/>
          </a:xfrm>
          <a:custGeom xmlns:a="http://schemas.openxmlformats.org/drawingml/2006/main">
            <a:pathLst>
              <a:path w="4357766" h="1265122">
                <a:moveTo>
                  <a:pt x="0" y="166032"/>
                </a:moveTo>
                <a:cubicBezTo>
                  <a:pt x="0" y="74336"/>
                  <a:pt x="74336" y="0"/>
                  <a:pt x="166026" y="0"/>
                </a:cubicBezTo>
                <a:lnTo>
                  <a:pt x="4191728" y="0"/>
                </a:lnTo>
                <a:cubicBezTo>
                  <a:pt x="4283433" y="0"/>
                  <a:pt x="4357766" y="74336"/>
                  <a:pt x="4357766" y="166032"/>
                </a:cubicBezTo>
                <a:lnTo>
                  <a:pt x="4357766" y="1099088"/>
                </a:lnTo>
                <a:cubicBezTo>
                  <a:pt x="4357766" y="1190786"/>
                  <a:pt x="4283433" y="1265122"/>
                  <a:pt x="4191728" y="1265122"/>
                </a:cubicBezTo>
                <a:lnTo>
                  <a:pt x="166026" y="1265122"/>
                </a:lnTo>
                <a:cubicBezTo>
                  <a:pt x="74336" y="1265122"/>
                  <a:pt x="0" y="1190786"/>
                  <a:pt x="0" y="1099088"/>
                </a:cubicBezTo>
                <a:lnTo>
                  <a:pt x="0" y="166032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4" name="path-506">
            <a:extLst xmlns:a="http://schemas.openxmlformats.org/drawingml/2006/main">
              <a:ext uri="{FF2B5EF4-FFF2-40B4-BE49-F238E27FC236}">
                <a16:creationId xmlns:a16="http://schemas.microsoft.com/office/drawing/2014/main" id="{7E0A0591-87DA-4AD2-8A83-84E4D489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5706" y="5884791"/>
            <a:ext cx="2129588" cy="618250"/>
          </a:xfrm>
          <a:custGeom xmlns:a="http://schemas.openxmlformats.org/drawingml/2006/main">
            <a:pathLst>
              <a:path w="4357767" h="1265123">
                <a:moveTo>
                  <a:pt x="0" y="166033"/>
                </a:moveTo>
                <a:cubicBezTo>
                  <a:pt x="0" y="74336"/>
                  <a:pt x="74336" y="0"/>
                  <a:pt x="166032" y="0"/>
                </a:cubicBezTo>
                <a:lnTo>
                  <a:pt x="4191735" y="0"/>
                </a:lnTo>
                <a:cubicBezTo>
                  <a:pt x="4283432" y="0"/>
                  <a:pt x="4357767" y="74336"/>
                  <a:pt x="4357767" y="166033"/>
                </a:cubicBezTo>
                <a:lnTo>
                  <a:pt x="4357767" y="1099090"/>
                </a:lnTo>
                <a:cubicBezTo>
                  <a:pt x="4357767" y="1190788"/>
                  <a:pt x="4283432" y="1265123"/>
                  <a:pt x="4191735" y="1265123"/>
                </a:cubicBezTo>
                <a:lnTo>
                  <a:pt x="166032" y="1265123"/>
                </a:lnTo>
                <a:cubicBezTo>
                  <a:pt x="74336" y="1265123"/>
                  <a:pt x="0" y="1190788"/>
                  <a:pt x="0" y="1099090"/>
                </a:cubicBezTo>
                <a:lnTo>
                  <a:pt x="0" y="166033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585" name="text-507 Text">
            <a:extLst xmlns:a="http://schemas.openxmlformats.org/drawingml/2006/main">
              <a:ext uri="{FF2B5EF4-FFF2-40B4-BE49-F238E27FC236}">
                <a16:creationId xmlns:a16="http://schemas.microsoft.com/office/drawing/2014/main" id="{F1C90183-7DE8-43AB-B51D-4904DCAE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29638" y="6283181"/>
            <a:ext cx="166985" cy="94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586" name="text-508 Search">
            <a:extLst xmlns:a="http://schemas.openxmlformats.org/drawingml/2006/main">
              <a:ext uri="{FF2B5EF4-FFF2-40B4-BE49-F238E27FC236}">
                <a16:creationId xmlns:a16="http://schemas.microsoft.com/office/drawing/2014/main" id="{85299C10-DA80-419D-97E3-EC0F0744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4048" y="6283360"/>
            <a:ext cx="236326" cy="9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pic>
        <p:nvPicPr>
          <p:cNvPr id="587" name="">
            <a:extLst xmlns:a="http://schemas.openxmlformats.org/drawingml/2006/main">
              <a:ext uri="{FF2B5EF4-FFF2-40B4-BE49-F238E27FC236}">
                <a16:creationId xmlns:a16="http://schemas.microsoft.com/office/drawing/2014/main" id="{18C02E2B-C24D-4457-9E91-3BDB25E35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5e76e7a3734451"/>
          <a:stretch xmlns:a="http://schemas.openxmlformats.org/drawingml/2006/main"/>
        </p:blipFill>
        <p:spPr>
          <a:xfrm xmlns:a="http://schemas.openxmlformats.org/drawingml/2006/main">
            <a:off x="12614117" y="6069795"/>
            <a:ext cx="223428" cy="214119"/>
          </a:xfrm>
          <a:prstGeom xmlns:a="http://schemas.openxmlformats.org/drawingml/2006/main" prst="rect">
            <a:avLst/>
          </a:prstGeom>
        </p:spPr>
      </p:pic>
      <p:pic>
        <p:nvPicPr>
          <p:cNvPr id="588" name="">
            <a:extLst xmlns:a="http://schemas.openxmlformats.org/drawingml/2006/main">
              <a:ext uri="{FF2B5EF4-FFF2-40B4-BE49-F238E27FC236}">
                <a16:creationId xmlns:a16="http://schemas.microsoft.com/office/drawing/2014/main" id="{FB57D21D-52B5-40A0-915D-C5A99A090D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e1b5586b64064"/>
          <a:stretch xmlns:a="http://schemas.openxmlformats.org/drawingml/2006/main"/>
        </p:blipFill>
        <p:spPr>
          <a:xfrm xmlns:a="http://schemas.openxmlformats.org/drawingml/2006/main">
            <a:off x="11818155" y="6093069"/>
            <a:ext cx="200154" cy="195500"/>
          </a:xfrm>
          <a:prstGeom xmlns:a="http://schemas.openxmlformats.org/drawingml/2006/main" prst="rect">
            <a:avLst/>
          </a:prstGeom>
        </p:spPr>
      </p:pic>
      <p:pic>
        <p:nvPicPr>
          <p:cNvPr id="589" name="">
            <a:extLst xmlns:a="http://schemas.openxmlformats.org/drawingml/2006/main">
              <a:ext uri="{FF2B5EF4-FFF2-40B4-BE49-F238E27FC236}">
                <a16:creationId xmlns:a16="http://schemas.microsoft.com/office/drawing/2014/main" id="{ACC8A9C4-CF8D-401A-99BC-901A14FF1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43457e5b84a22"/>
          <a:stretch xmlns:a="http://schemas.openxmlformats.org/drawingml/2006/main"/>
        </p:blipFill>
        <p:spPr>
          <a:xfrm xmlns:a="http://schemas.openxmlformats.org/drawingml/2006/main">
            <a:off x="12223118" y="6069795"/>
            <a:ext cx="237392" cy="204809"/>
          </a:xfrm>
          <a:prstGeom xmlns:a="http://schemas.openxmlformats.org/drawingml/2006/main" prst="rect">
            <a:avLst/>
          </a:prstGeom>
        </p:spPr>
      </p:pic>
      <p:sp>
        <p:nvSpPr>
          <p:cNvPr id="590" name="text-512 Page">
            <a:extLst xmlns:a="http://schemas.openxmlformats.org/drawingml/2006/main">
              <a:ext uri="{FF2B5EF4-FFF2-40B4-BE49-F238E27FC236}">
                <a16:creationId xmlns:a16="http://schemas.microsoft.com/office/drawing/2014/main" id="{9423E0E9-0260-49D1-AB32-57F463AE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6313" y="6290383"/>
            <a:ext cx="155275" cy="94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591" name="text-513 Visit">
            <a:extLst xmlns:a="http://schemas.openxmlformats.org/drawingml/2006/main">
              <a:ext uri="{FF2B5EF4-FFF2-40B4-BE49-F238E27FC236}">
                <a16:creationId xmlns:a16="http://schemas.microsoft.com/office/drawing/2014/main" id="{C5B95007-AA6E-4E35-BE21-5ECCB98A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9197" y="6290349"/>
            <a:ext cx="159274" cy="95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592" name="text-514 Summery">
            <a:extLst xmlns:a="http://schemas.openxmlformats.org/drawingml/2006/main">
              <a:ext uri="{FF2B5EF4-FFF2-40B4-BE49-F238E27FC236}">
                <a16:creationId xmlns:a16="http://schemas.microsoft.com/office/drawing/2014/main" id="{25DF5A90-C6F7-49D9-92C2-D8BA0927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2535" y="6284865"/>
            <a:ext cx="303127" cy="94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Summery</a:t>
            </a:r>
          </a:p>
        </p:txBody>
      </p:sp>
      <p:sp>
        <p:nvSpPr>
          <p:cNvPr id="593" name="text-515 &amp;">
            <a:extLst xmlns:a="http://schemas.openxmlformats.org/drawingml/2006/main">
              <a:ext uri="{FF2B5EF4-FFF2-40B4-BE49-F238E27FC236}">
                <a16:creationId xmlns:a16="http://schemas.microsoft.com/office/drawing/2014/main" id="{5204B61A-E75B-4F41-AACC-56F509AC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8293" y="6370204"/>
            <a:ext cx="56420" cy="9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594" name="text-516 Verifier">
            <a:extLst xmlns:a="http://schemas.openxmlformats.org/drawingml/2006/main">
              <a:ext uri="{FF2B5EF4-FFF2-40B4-BE49-F238E27FC236}">
                <a16:creationId xmlns:a16="http://schemas.microsoft.com/office/drawing/2014/main" id="{4837E047-AFFD-41B3-B0AD-3294D7F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42832" y="6370202"/>
            <a:ext cx="267512" cy="947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595" name="path-517">
            <a:extLst xmlns:a="http://schemas.openxmlformats.org/drawingml/2006/main">
              <a:ext uri="{FF2B5EF4-FFF2-40B4-BE49-F238E27FC236}">
                <a16:creationId xmlns:a16="http://schemas.microsoft.com/office/drawing/2014/main" id="{2B6D3329-ACA5-4613-B072-7BFC7145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594" y="6019640"/>
            <a:ext cx="190953" cy="78758"/>
          </a:xfrm>
          <a:custGeom xmlns:a="http://schemas.openxmlformats.org/drawingml/2006/main">
            <a:pathLst>
              <a:path w="390746" h="161163">
                <a:moveTo>
                  <a:pt x="0" y="40291"/>
                </a:moveTo>
                <a:lnTo>
                  <a:pt x="310164" y="40291"/>
                </a:lnTo>
                <a:lnTo>
                  <a:pt x="310164" y="0"/>
                </a:lnTo>
                <a:lnTo>
                  <a:pt x="390746" y="80582"/>
                </a:lnTo>
                <a:lnTo>
                  <a:pt x="310164" y="161163"/>
                </a:lnTo>
                <a:lnTo>
                  <a:pt x="310164" y="120873"/>
                </a:lnTo>
                <a:lnTo>
                  <a:pt x="0" y="120873"/>
                </a:lnTo>
                <a:lnTo>
                  <a:pt x="0" y="40291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042433"/>
            </a:solidFill>
            <a:prstDash val="solid"/>
          </a:ln>
        </p:spPr>
      </p:sp>
      <p:sp>
        <p:nvSpPr>
          <p:cNvPr id="596" name="path-518">
            <a:extLst xmlns:a="http://schemas.openxmlformats.org/drawingml/2006/main">
              <a:ext uri="{FF2B5EF4-FFF2-40B4-BE49-F238E27FC236}">
                <a16:creationId xmlns:a16="http://schemas.microsoft.com/office/drawing/2014/main" id="{FE52A3B9-BB59-4DB7-B250-E53AB14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920" y="6147817"/>
            <a:ext cx="190953" cy="77296"/>
          </a:xfrm>
          <a:custGeom xmlns:a="http://schemas.openxmlformats.org/drawingml/2006/main">
            <a:pathLst>
              <a:path w="390746" h="158171">
                <a:moveTo>
                  <a:pt x="390746" y="118628"/>
                </a:moveTo>
                <a:lnTo>
                  <a:pt x="79085" y="118628"/>
                </a:lnTo>
                <a:lnTo>
                  <a:pt x="79085" y="158171"/>
                </a:lnTo>
                <a:lnTo>
                  <a:pt x="0" y="79085"/>
                </a:lnTo>
                <a:lnTo>
                  <a:pt x="79085" y="0"/>
                </a:lnTo>
                <a:lnTo>
                  <a:pt x="79085" y="39543"/>
                </a:lnTo>
                <a:lnTo>
                  <a:pt x="390746" y="39543"/>
                </a:lnTo>
                <a:lnTo>
                  <a:pt x="390746" y="118628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042433"/>
            </a:solidFill>
            <a:prstDash val="solid"/>
          </a:ln>
        </p:spPr>
      </p:sp>
      <p:sp>
        <p:nvSpPr>
          <p:cNvPr id="597" name="text-519 Plan">
            <a:extLst xmlns:a="http://schemas.openxmlformats.org/drawingml/2006/main">
              <a:ext uri="{FF2B5EF4-FFF2-40B4-BE49-F238E27FC236}">
                <a16:creationId xmlns:a16="http://schemas.microsoft.com/office/drawing/2014/main" id="{1E07EBB0-926D-433D-B1FF-0DABA11E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1293" y="6289062"/>
            <a:ext cx="135950" cy="947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Plan</a:t>
            </a:r>
          </a:p>
        </p:txBody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D4DB3FFA-B813-44D6-94AE-8274C3EE05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e739054734ce0"/>
          <a:stretch xmlns:a="http://schemas.openxmlformats.org/drawingml/2006/main"/>
        </p:blipFill>
        <p:spPr>
          <a:xfrm xmlns:a="http://schemas.openxmlformats.org/drawingml/2006/main">
            <a:off x="11496977" y="6079105"/>
            <a:ext cx="200154" cy="200154"/>
          </a:xfrm>
          <a:prstGeom xmlns:a="http://schemas.openxmlformats.org/drawingml/2006/main" prst="rect">
            <a:avLst/>
          </a:prstGeom>
        </p:spPr>
      </p:pic>
      <p:sp>
        <p:nvSpPr>
          <p:cNvPr id="599" name="text-521 Expand">
            <a:extLst xmlns:a="http://schemas.openxmlformats.org/drawingml/2006/main">
              <a:ext uri="{FF2B5EF4-FFF2-40B4-BE49-F238E27FC236}">
                <a16:creationId xmlns:a16="http://schemas.microsoft.com/office/drawing/2014/main" id="{4C357085-E93D-4419-A9C3-46332C66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79666" y="6289099"/>
            <a:ext cx="240132" cy="94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Expand</a:t>
            </a:r>
          </a:p>
        </p:txBody>
      </p:sp>
      <p:sp>
        <p:nvSpPr>
          <p:cNvPr id="600" name="text-522 Related">
            <a:extLst xmlns:a="http://schemas.openxmlformats.org/drawingml/2006/main">
              <a:ext uri="{FF2B5EF4-FFF2-40B4-BE49-F238E27FC236}">
                <a16:creationId xmlns:a16="http://schemas.microsoft.com/office/drawing/2014/main" id="{8FE155FE-0A5B-4C05-9121-CF77CA42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7835" y="6289346"/>
            <a:ext cx="252455" cy="943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Related</a:t>
            </a:r>
          </a:p>
        </p:txBody>
      </p:sp>
      <p:sp>
        <p:nvSpPr>
          <p:cNvPr id="601" name="text-523 Entity">
            <a:extLst xmlns:a="http://schemas.openxmlformats.org/drawingml/2006/main">
              <a:ext uri="{FF2B5EF4-FFF2-40B4-BE49-F238E27FC236}">
                <a16:creationId xmlns:a16="http://schemas.microsoft.com/office/drawing/2014/main" id="{B99FDF47-06DD-44A8-AF57-14A2E66C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30493" y="6374818"/>
            <a:ext cx="207150" cy="94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602" name="text-524 &amp;">
            <a:extLst xmlns:a="http://schemas.openxmlformats.org/drawingml/2006/main">
              <a:ext uri="{FF2B5EF4-FFF2-40B4-BE49-F238E27FC236}">
                <a16:creationId xmlns:a16="http://schemas.microsoft.com/office/drawing/2014/main" id="{264D5675-16F3-4057-A782-CA8279CA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5624" y="6374630"/>
            <a:ext cx="56420" cy="94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603" name="text-525 Attribute">
            <a:extLst xmlns:a="http://schemas.openxmlformats.org/drawingml/2006/main">
              <a:ext uri="{FF2B5EF4-FFF2-40B4-BE49-F238E27FC236}">
                <a16:creationId xmlns:a16="http://schemas.microsoft.com/office/drawing/2014/main" id="{7E57D72C-1CEC-4212-B236-4F2B6EEE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10164" y="6374919"/>
            <a:ext cx="319716" cy="9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Attribute</a:t>
            </a:r>
          </a:p>
        </p:txBody>
      </p:sp>
      <p:pic>
        <p:nvPicPr>
          <p:cNvPr id="604" name="">
            <a:extLst xmlns:a="http://schemas.openxmlformats.org/drawingml/2006/main">
              <a:ext uri="{FF2B5EF4-FFF2-40B4-BE49-F238E27FC236}">
                <a16:creationId xmlns:a16="http://schemas.microsoft.com/office/drawing/2014/main" id="{6B49A50B-D468-4951-81CD-8E554F086A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bf173e0fb42db"/>
          <a:stretch xmlns:a="http://schemas.openxmlformats.org/drawingml/2006/main"/>
        </p:blipFill>
        <p:spPr>
          <a:xfrm xmlns:a="http://schemas.openxmlformats.org/drawingml/2006/main">
            <a:off x="13070283" y="6079105"/>
            <a:ext cx="200154" cy="200154"/>
          </a:xfrm>
          <a:prstGeom xmlns:a="http://schemas.openxmlformats.org/drawingml/2006/main" prst="rect">
            <a:avLst/>
          </a:prstGeom>
        </p:spPr>
      </p:pic>
      <p:sp>
        <p:nvSpPr>
          <p:cNvPr id="605" name="path-527">
            <a:extLst xmlns:a="http://schemas.openxmlformats.org/drawingml/2006/main">
              <a:ext uri="{FF2B5EF4-FFF2-40B4-BE49-F238E27FC236}">
                <a16:creationId xmlns:a16="http://schemas.microsoft.com/office/drawing/2014/main" id="{DEC4DE92-B42D-4751-8437-D9872F79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641" y="3997345"/>
            <a:ext cx="3160612" cy="1667421"/>
          </a:xfrm>
          <a:custGeom xmlns:a="http://schemas.openxmlformats.org/drawingml/2006/main">
            <a:pathLst>
              <a:path w="6467549" h="3412037">
                <a:moveTo>
                  <a:pt x="0" y="447797"/>
                </a:moveTo>
                <a:cubicBezTo>
                  <a:pt x="0" y="200488"/>
                  <a:pt x="200489" y="0"/>
                  <a:pt x="447794" y="0"/>
                </a:cubicBezTo>
                <a:lnTo>
                  <a:pt x="6019742" y="0"/>
                </a:lnTo>
                <a:cubicBezTo>
                  <a:pt x="6267059" y="0"/>
                  <a:pt x="6467549" y="200488"/>
                  <a:pt x="6467549" y="447797"/>
                </a:cubicBezTo>
                <a:lnTo>
                  <a:pt x="6467549" y="2964239"/>
                </a:lnTo>
                <a:cubicBezTo>
                  <a:pt x="6467549" y="3211553"/>
                  <a:pt x="6267059" y="3412037"/>
                  <a:pt x="6019742" y="3412037"/>
                </a:cubicBezTo>
                <a:lnTo>
                  <a:pt x="447794" y="3412037"/>
                </a:lnTo>
                <a:cubicBezTo>
                  <a:pt x="200489" y="3412037"/>
                  <a:pt x="0" y="3211553"/>
                  <a:pt x="0" y="2964239"/>
                </a:cubicBezTo>
                <a:lnTo>
                  <a:pt x="0" y="447797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" name="path-528">
            <a:extLst xmlns:a="http://schemas.openxmlformats.org/drawingml/2006/main">
              <a:ext uri="{FF2B5EF4-FFF2-40B4-BE49-F238E27FC236}">
                <a16:creationId xmlns:a16="http://schemas.microsoft.com/office/drawing/2014/main" id="{03611E74-5CF7-4AFB-8CB7-B2B860AD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0641" y="3997345"/>
            <a:ext cx="3160610" cy="1667422"/>
          </a:xfrm>
          <a:custGeom xmlns:a="http://schemas.openxmlformats.org/drawingml/2006/main">
            <a:pathLst>
              <a:path w="6467544" h="3412040">
                <a:moveTo>
                  <a:pt x="0" y="447800"/>
                </a:moveTo>
                <a:cubicBezTo>
                  <a:pt x="0" y="200486"/>
                  <a:pt x="200486" y="0"/>
                  <a:pt x="447798" y="0"/>
                </a:cubicBezTo>
                <a:lnTo>
                  <a:pt x="6019746" y="0"/>
                </a:lnTo>
                <a:cubicBezTo>
                  <a:pt x="6267058" y="0"/>
                  <a:pt x="6467544" y="200486"/>
                  <a:pt x="6467544" y="447800"/>
                </a:cubicBezTo>
                <a:lnTo>
                  <a:pt x="6467544" y="2964241"/>
                </a:lnTo>
                <a:cubicBezTo>
                  <a:pt x="6467544" y="3211553"/>
                  <a:pt x="6267058" y="3412040"/>
                  <a:pt x="6019746" y="3412040"/>
                </a:cubicBezTo>
                <a:lnTo>
                  <a:pt x="447798" y="3412040"/>
                </a:lnTo>
                <a:cubicBezTo>
                  <a:pt x="200486" y="3412040"/>
                  <a:pt x="0" y="3211553"/>
                  <a:pt x="0" y="2964241"/>
                </a:cubicBezTo>
                <a:lnTo>
                  <a:pt x="0" y="447800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07" name="path-529">
            <a:extLst xmlns:a="http://schemas.openxmlformats.org/drawingml/2006/main">
              <a:ext uri="{FF2B5EF4-FFF2-40B4-BE49-F238E27FC236}">
                <a16:creationId xmlns:a16="http://schemas.microsoft.com/office/drawing/2014/main" id="{D90631AF-FFFF-41E3-A133-FB0FEBAE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6845" y="5706724"/>
            <a:ext cx="839933" cy="269138"/>
          </a:xfrm>
          <a:custGeom xmlns:a="http://schemas.openxmlformats.org/drawingml/2006/main">
            <a:pathLst>
              <a:path w="1718751" h="550735">
                <a:moveTo>
                  <a:pt x="0" y="548929"/>
                </a:moveTo>
                <a:lnTo>
                  <a:pt x="1321" y="535191"/>
                </a:lnTo>
                <a:lnTo>
                  <a:pt x="5421" y="520773"/>
                </a:lnTo>
                <a:lnTo>
                  <a:pt x="12037" y="506689"/>
                </a:lnTo>
                <a:lnTo>
                  <a:pt x="20967" y="492954"/>
                </a:lnTo>
                <a:lnTo>
                  <a:pt x="32074" y="479554"/>
                </a:lnTo>
                <a:lnTo>
                  <a:pt x="45255" y="466458"/>
                </a:lnTo>
                <a:lnTo>
                  <a:pt x="60397" y="453653"/>
                </a:lnTo>
                <a:lnTo>
                  <a:pt x="77455" y="441123"/>
                </a:lnTo>
                <a:lnTo>
                  <a:pt x="96334" y="428869"/>
                </a:lnTo>
                <a:lnTo>
                  <a:pt x="116961" y="416898"/>
                </a:lnTo>
                <a:lnTo>
                  <a:pt x="139273" y="405218"/>
                </a:lnTo>
                <a:lnTo>
                  <a:pt x="163198" y="393850"/>
                </a:lnTo>
                <a:lnTo>
                  <a:pt x="188654" y="382808"/>
                </a:lnTo>
                <a:lnTo>
                  <a:pt x="215583" y="372112"/>
                </a:lnTo>
                <a:lnTo>
                  <a:pt x="243896" y="361785"/>
                </a:lnTo>
                <a:lnTo>
                  <a:pt x="273517" y="351846"/>
                </a:lnTo>
                <a:lnTo>
                  <a:pt x="304383" y="342322"/>
                </a:lnTo>
                <a:lnTo>
                  <a:pt x="336469" y="333219"/>
                </a:lnTo>
                <a:lnTo>
                  <a:pt x="403659" y="316459"/>
                </a:lnTo>
                <a:lnTo>
                  <a:pt x="474622" y="301720"/>
                </a:lnTo>
                <a:lnTo>
                  <a:pt x="548718" y="289211"/>
                </a:lnTo>
                <a:lnTo>
                  <a:pt x="625305" y="279133"/>
                </a:lnTo>
                <a:lnTo>
                  <a:pt x="703764" y="271683"/>
                </a:lnTo>
                <a:lnTo>
                  <a:pt x="783493" y="267065"/>
                </a:lnTo>
                <a:lnTo>
                  <a:pt x="863677" y="265484"/>
                </a:lnTo>
                <a:lnTo>
                  <a:pt x="943685" y="263907"/>
                </a:lnTo>
                <a:lnTo>
                  <a:pt x="943332" y="263921"/>
                </a:lnTo>
                <a:lnTo>
                  <a:pt x="1022711" y="259323"/>
                </a:lnTo>
                <a:lnTo>
                  <a:pt x="1022359" y="259349"/>
                </a:lnTo>
                <a:lnTo>
                  <a:pt x="1100479" y="251934"/>
                </a:lnTo>
                <a:lnTo>
                  <a:pt x="1100139" y="251972"/>
                </a:lnTo>
                <a:lnTo>
                  <a:pt x="1176398" y="241937"/>
                </a:lnTo>
                <a:lnTo>
                  <a:pt x="1176059" y="241987"/>
                </a:lnTo>
                <a:lnTo>
                  <a:pt x="1249803" y="229538"/>
                </a:lnTo>
                <a:lnTo>
                  <a:pt x="1249450" y="229604"/>
                </a:lnTo>
                <a:lnTo>
                  <a:pt x="1320062" y="214939"/>
                </a:lnTo>
                <a:lnTo>
                  <a:pt x="1319697" y="215020"/>
                </a:lnTo>
                <a:lnTo>
                  <a:pt x="1386559" y="198344"/>
                </a:lnTo>
                <a:lnTo>
                  <a:pt x="1386271" y="198420"/>
                </a:lnTo>
                <a:lnTo>
                  <a:pt x="1418094" y="189388"/>
                </a:lnTo>
                <a:lnTo>
                  <a:pt x="1417892" y="189449"/>
                </a:lnTo>
                <a:lnTo>
                  <a:pt x="1448542" y="179990"/>
                </a:lnTo>
                <a:lnTo>
                  <a:pt x="1448329" y="180060"/>
                </a:lnTo>
                <a:lnTo>
                  <a:pt x="1477724" y="170199"/>
                </a:lnTo>
                <a:lnTo>
                  <a:pt x="1477497" y="170280"/>
                </a:lnTo>
                <a:lnTo>
                  <a:pt x="1505571" y="160041"/>
                </a:lnTo>
                <a:lnTo>
                  <a:pt x="1505319" y="160136"/>
                </a:lnTo>
                <a:lnTo>
                  <a:pt x="1531984" y="149545"/>
                </a:lnTo>
                <a:lnTo>
                  <a:pt x="1531707" y="149655"/>
                </a:lnTo>
                <a:lnTo>
                  <a:pt x="1556888" y="138737"/>
                </a:lnTo>
                <a:lnTo>
                  <a:pt x="1556587" y="138871"/>
                </a:lnTo>
                <a:lnTo>
                  <a:pt x="1580207" y="127649"/>
                </a:lnTo>
                <a:lnTo>
                  <a:pt x="1579880" y="127812"/>
                </a:lnTo>
                <a:lnTo>
                  <a:pt x="1601841" y="116314"/>
                </a:lnTo>
                <a:lnTo>
                  <a:pt x="1601489" y="116513"/>
                </a:lnTo>
                <a:lnTo>
                  <a:pt x="1621738" y="104763"/>
                </a:lnTo>
                <a:lnTo>
                  <a:pt x="1621337" y="105010"/>
                </a:lnTo>
                <a:lnTo>
                  <a:pt x="1639788" y="93034"/>
                </a:lnTo>
                <a:lnTo>
                  <a:pt x="1639336" y="93345"/>
                </a:lnTo>
                <a:lnTo>
                  <a:pt x="1655900" y="81168"/>
                </a:lnTo>
                <a:lnTo>
                  <a:pt x="1655398" y="81563"/>
                </a:lnTo>
                <a:lnTo>
                  <a:pt x="1670013" y="69209"/>
                </a:lnTo>
                <a:lnTo>
                  <a:pt x="1668440" y="70913"/>
                </a:lnTo>
                <a:lnTo>
                  <a:pt x="1682829" y="50879"/>
                </a:lnTo>
                <a:lnTo>
                  <a:pt x="1698149" y="61883"/>
                </a:lnTo>
                <a:lnTo>
                  <a:pt x="1683093" y="82866"/>
                </a:lnTo>
                <a:lnTo>
                  <a:pt x="1667333" y="96180"/>
                </a:lnTo>
                <a:lnTo>
                  <a:pt x="1650290" y="108710"/>
                </a:lnTo>
                <a:lnTo>
                  <a:pt x="1631412" y="120964"/>
                </a:lnTo>
                <a:lnTo>
                  <a:pt x="1610784" y="132935"/>
                </a:lnTo>
                <a:lnTo>
                  <a:pt x="1588470" y="144612"/>
                </a:lnTo>
                <a:lnTo>
                  <a:pt x="1564535" y="155980"/>
                </a:lnTo>
                <a:lnTo>
                  <a:pt x="1539079" y="167023"/>
                </a:lnTo>
                <a:lnTo>
                  <a:pt x="1512162" y="177720"/>
                </a:lnTo>
                <a:lnTo>
                  <a:pt x="1483848" y="188047"/>
                </a:lnTo>
                <a:lnTo>
                  <a:pt x="1454216" y="197984"/>
                </a:lnTo>
                <a:lnTo>
                  <a:pt x="1423351" y="207509"/>
                </a:lnTo>
                <a:lnTo>
                  <a:pt x="1391277" y="216612"/>
                </a:lnTo>
                <a:lnTo>
                  <a:pt x="1324088" y="233371"/>
                </a:lnTo>
                <a:lnTo>
                  <a:pt x="1253110" y="248111"/>
                </a:lnTo>
                <a:lnTo>
                  <a:pt x="1179027" y="260619"/>
                </a:lnTo>
                <a:lnTo>
                  <a:pt x="1102441" y="270700"/>
                </a:lnTo>
                <a:lnTo>
                  <a:pt x="1023968" y="278147"/>
                </a:lnTo>
                <a:lnTo>
                  <a:pt x="944237" y="282766"/>
                </a:lnTo>
                <a:lnTo>
                  <a:pt x="864055" y="284347"/>
                </a:lnTo>
                <a:lnTo>
                  <a:pt x="784048" y="285924"/>
                </a:lnTo>
                <a:lnTo>
                  <a:pt x="784413" y="285911"/>
                </a:lnTo>
                <a:lnTo>
                  <a:pt x="705034" y="290507"/>
                </a:lnTo>
                <a:lnTo>
                  <a:pt x="705386" y="290481"/>
                </a:lnTo>
                <a:lnTo>
                  <a:pt x="627252" y="297899"/>
                </a:lnTo>
                <a:lnTo>
                  <a:pt x="627594" y="297858"/>
                </a:lnTo>
                <a:lnTo>
                  <a:pt x="551347" y="307894"/>
                </a:lnTo>
                <a:lnTo>
                  <a:pt x="551686" y="307842"/>
                </a:lnTo>
                <a:lnTo>
                  <a:pt x="477942" y="320293"/>
                </a:lnTo>
                <a:lnTo>
                  <a:pt x="478282" y="320228"/>
                </a:lnTo>
                <a:lnTo>
                  <a:pt x="407671" y="334894"/>
                </a:lnTo>
                <a:lnTo>
                  <a:pt x="408035" y="334810"/>
                </a:lnTo>
                <a:lnTo>
                  <a:pt x="341171" y="351489"/>
                </a:lnTo>
                <a:lnTo>
                  <a:pt x="341473" y="351410"/>
                </a:lnTo>
                <a:lnTo>
                  <a:pt x="309640" y="360442"/>
                </a:lnTo>
                <a:lnTo>
                  <a:pt x="309853" y="360381"/>
                </a:lnTo>
                <a:lnTo>
                  <a:pt x="279188" y="369839"/>
                </a:lnTo>
                <a:lnTo>
                  <a:pt x="279416" y="369770"/>
                </a:lnTo>
                <a:lnTo>
                  <a:pt x="250009" y="379632"/>
                </a:lnTo>
                <a:lnTo>
                  <a:pt x="250246" y="379551"/>
                </a:lnTo>
                <a:lnTo>
                  <a:pt x="222174" y="389792"/>
                </a:lnTo>
                <a:lnTo>
                  <a:pt x="222425" y="389696"/>
                </a:lnTo>
                <a:lnTo>
                  <a:pt x="195761" y="400288"/>
                </a:lnTo>
                <a:lnTo>
                  <a:pt x="196026" y="400175"/>
                </a:lnTo>
                <a:lnTo>
                  <a:pt x="170857" y="411094"/>
                </a:lnTo>
                <a:lnTo>
                  <a:pt x="171147" y="410962"/>
                </a:lnTo>
                <a:lnTo>
                  <a:pt x="147538" y="422182"/>
                </a:lnTo>
                <a:lnTo>
                  <a:pt x="147865" y="422019"/>
                </a:lnTo>
                <a:lnTo>
                  <a:pt x="125891" y="433519"/>
                </a:lnTo>
                <a:lnTo>
                  <a:pt x="126257" y="433319"/>
                </a:lnTo>
                <a:lnTo>
                  <a:pt x="106007" y="445070"/>
                </a:lnTo>
                <a:lnTo>
                  <a:pt x="106409" y="444823"/>
                </a:lnTo>
                <a:lnTo>
                  <a:pt x="87957" y="456799"/>
                </a:lnTo>
                <a:lnTo>
                  <a:pt x="88409" y="456488"/>
                </a:lnTo>
                <a:lnTo>
                  <a:pt x="71831" y="468665"/>
                </a:lnTo>
                <a:lnTo>
                  <a:pt x="72336" y="468269"/>
                </a:lnTo>
                <a:lnTo>
                  <a:pt x="57720" y="480623"/>
                </a:lnTo>
                <a:lnTo>
                  <a:pt x="58286" y="480109"/>
                </a:lnTo>
                <a:lnTo>
                  <a:pt x="45695" y="492614"/>
                </a:lnTo>
                <a:lnTo>
                  <a:pt x="46311" y="491942"/>
                </a:lnTo>
                <a:lnTo>
                  <a:pt x="35848" y="504574"/>
                </a:lnTo>
                <a:lnTo>
                  <a:pt x="36488" y="503697"/>
                </a:lnTo>
                <a:lnTo>
                  <a:pt x="28212" y="516429"/>
                </a:lnTo>
                <a:lnTo>
                  <a:pt x="28841" y="515293"/>
                </a:lnTo>
                <a:lnTo>
                  <a:pt x="22829" y="528100"/>
                </a:lnTo>
                <a:lnTo>
                  <a:pt x="23358" y="526679"/>
                </a:lnTo>
                <a:lnTo>
                  <a:pt x="19696" y="539535"/>
                </a:lnTo>
                <a:lnTo>
                  <a:pt x="20012" y="537852"/>
                </a:lnTo>
                <a:lnTo>
                  <a:pt x="18779" y="550735"/>
                </a:lnTo>
                <a:lnTo>
                  <a:pt x="0" y="548929"/>
                </a:lnTo>
                <a:moveTo>
                  <a:pt x="1651095" y="50940"/>
                </a:moveTo>
                <a:lnTo>
                  <a:pt x="1718349" y="0"/>
                </a:lnTo>
                <a:lnTo>
                  <a:pt x="1718751" y="84374"/>
                </a:lnTo>
                <a:lnTo>
                  <a:pt x="1651095" y="50940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8" name="text-530 multi">
            <a:extLst xmlns:a="http://schemas.openxmlformats.org/drawingml/2006/main">
              <a:ext uri="{FF2B5EF4-FFF2-40B4-BE49-F238E27FC236}">
                <a16:creationId xmlns:a16="http://schemas.microsoft.com/office/drawing/2014/main" id="{C703FFF9-FD25-4834-A00C-C0F8AB7F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50776" y="6232963"/>
            <a:ext cx="154362" cy="86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8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09" name="text-531 turn">
            <a:extLst xmlns:a="http://schemas.openxmlformats.org/drawingml/2006/main">
              <a:ext uri="{FF2B5EF4-FFF2-40B4-BE49-F238E27FC236}">
                <a16:creationId xmlns:a16="http://schemas.microsoft.com/office/drawing/2014/main" id="{D4A376E4-3DC4-41F9-8A65-5129F26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0765" y="6306814"/>
            <a:ext cx="133948" cy="864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48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</a:t>
            </a:r>
          </a:p>
        </p:txBody>
      </p:sp>
      <p:pic>
        <p:nvPicPr>
          <p:cNvPr id="610" name="">
            <a:extLst xmlns:a="http://schemas.openxmlformats.org/drawingml/2006/main">
              <a:ext uri="{FF2B5EF4-FFF2-40B4-BE49-F238E27FC236}">
                <a16:creationId xmlns:a16="http://schemas.microsoft.com/office/drawing/2014/main" id="{6051C2C9-1F63-4BFB-8590-B8B13A2819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458a1fdc44be"/>
          <a:stretch xmlns:a="http://schemas.openxmlformats.org/drawingml/2006/main"/>
        </p:blipFill>
        <p:spPr>
          <a:xfrm xmlns:a="http://schemas.openxmlformats.org/drawingml/2006/main">
            <a:off x="10530314" y="4037759"/>
            <a:ext cx="2963644" cy="1590248"/>
          </a:xfrm>
          <a:prstGeom xmlns:a="http://schemas.openxmlformats.org/drawingml/2006/main" prst="rect">
            <a:avLst/>
          </a:prstGeom>
        </p:spPr>
      </p:pic>
      <p:pic>
        <p:nvPicPr>
          <p:cNvPr id="611" name="">
            <a:extLst xmlns:a="http://schemas.openxmlformats.org/drawingml/2006/main">
              <a:ext uri="{FF2B5EF4-FFF2-40B4-BE49-F238E27FC236}">
                <a16:creationId xmlns:a16="http://schemas.microsoft.com/office/drawing/2014/main" id="{BE3BEDF2-FD1D-490C-8AE1-BF82B3DEB9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3d7458a7842b6"/>
          <a:stretch xmlns:a="http://schemas.openxmlformats.org/drawingml/2006/main"/>
        </p:blipFill>
        <p:spPr>
          <a:xfrm xmlns:a="http://schemas.openxmlformats.org/drawingml/2006/main">
            <a:off x="4775516" y="5809129"/>
            <a:ext cx="684248" cy="167571"/>
          </a:xfrm>
          <a:prstGeom xmlns:a="http://schemas.openxmlformats.org/drawingml/2006/main" prst="rect">
            <a:avLst/>
          </a:prstGeom>
        </p:spPr>
      </p:pic>
      <p:pic>
        <p:nvPicPr>
          <p:cNvPr id="612" name="">
            <a:extLst xmlns:a="http://schemas.openxmlformats.org/drawingml/2006/main">
              <a:ext uri="{FF2B5EF4-FFF2-40B4-BE49-F238E27FC236}">
                <a16:creationId xmlns:a16="http://schemas.microsoft.com/office/drawing/2014/main" id="{7B5F586E-2FC9-4079-B38F-B9588C4F84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a0a62c6d24fdd"/>
          <a:stretch xmlns:a="http://schemas.openxmlformats.org/drawingml/2006/main"/>
        </p:blipFill>
        <p:spPr>
          <a:xfrm xmlns:a="http://schemas.openxmlformats.org/drawingml/2006/main">
            <a:off x="4766207" y="6009284"/>
            <a:ext cx="470130" cy="288595"/>
          </a:xfrm>
          <a:prstGeom xmlns:a="http://schemas.openxmlformats.org/drawingml/2006/main" prst="rect">
            <a:avLst/>
          </a:prstGeom>
        </p:spPr>
      </p:pic>
      <p:sp>
        <p:nvSpPr>
          <p:cNvPr id="613" name="text-535 YouTube">
            <a:extLst xmlns:a="http://schemas.openxmlformats.org/drawingml/2006/main">
              <a:ext uri="{FF2B5EF4-FFF2-40B4-BE49-F238E27FC236}">
                <a16:creationId xmlns:a16="http://schemas.microsoft.com/office/drawing/2014/main" id="{14F440F3-A16D-4256-8A11-33653B66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6088" y="5833566"/>
            <a:ext cx="253545" cy="84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YouTube</a:t>
            </a:r>
          </a:p>
        </p:txBody>
      </p:sp>
      <p:sp>
        <p:nvSpPr>
          <p:cNvPr id="614" name="text-536 YouTube">
            <a:extLst xmlns:a="http://schemas.openxmlformats.org/drawingml/2006/main">
              <a:ext uri="{FF2B5EF4-FFF2-40B4-BE49-F238E27FC236}">
                <a16:creationId xmlns:a16="http://schemas.microsoft.com/office/drawing/2014/main" id="{DBE2F5A1-F950-44B6-81EE-C3BC0DE1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96088" y="5833566"/>
            <a:ext cx="253545" cy="846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YouTube</a:t>
            </a:r>
          </a:p>
        </p:txBody>
      </p:sp>
      <p:sp>
        <p:nvSpPr>
          <p:cNvPr id="615" name="text-537 UI">
            <a:extLst xmlns:a="http://schemas.openxmlformats.org/drawingml/2006/main">
              <a:ext uri="{FF2B5EF4-FFF2-40B4-BE49-F238E27FC236}">
                <a16:creationId xmlns:a16="http://schemas.microsoft.com/office/drawing/2014/main" id="{C27409F6-CF36-423B-ACFD-D7BF0CDB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5781" y="5832997"/>
            <a:ext cx="89136" cy="85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616" name="text-538 UI">
            <a:extLst xmlns:a="http://schemas.openxmlformats.org/drawingml/2006/main">
              <a:ext uri="{FF2B5EF4-FFF2-40B4-BE49-F238E27FC236}">
                <a16:creationId xmlns:a16="http://schemas.microsoft.com/office/drawing/2014/main" id="{CC08A265-8E4F-4219-9188-B0B78753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5781" y="5832997"/>
            <a:ext cx="89136" cy="85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81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UI</a:t>
            </a:r>
          </a:p>
        </p:txBody>
      </p:sp>
      <p:sp>
        <p:nvSpPr>
          <p:cNvPr id="617" name="text-539 Ferrari">
            <a:extLst xmlns:a="http://schemas.openxmlformats.org/drawingml/2006/main">
              <a:ext uri="{FF2B5EF4-FFF2-40B4-BE49-F238E27FC236}">
                <a16:creationId xmlns:a16="http://schemas.microsoft.com/office/drawing/2014/main" id="{A6BA8A5F-091F-4218-973F-3CFFE9A1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212" y="6096029"/>
            <a:ext cx="215730" cy="84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Ferrari</a:t>
            </a:r>
          </a:p>
        </p:txBody>
      </p:sp>
      <p:sp>
        <p:nvSpPr>
          <p:cNvPr id="618" name="text-540 Ferrari">
            <a:extLst xmlns:a="http://schemas.openxmlformats.org/drawingml/2006/main">
              <a:ext uri="{FF2B5EF4-FFF2-40B4-BE49-F238E27FC236}">
                <a16:creationId xmlns:a16="http://schemas.microsoft.com/office/drawing/2014/main" id="{6CE89192-2073-4130-9AD2-B5CCEF66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9212" y="6096029"/>
            <a:ext cx="215730" cy="848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Ferrari</a:t>
            </a:r>
          </a:p>
        </p:txBody>
      </p:sp>
      <p:sp>
        <p:nvSpPr>
          <p:cNvPr id="619" name="text-541 458">
            <a:extLst xmlns:a="http://schemas.openxmlformats.org/drawingml/2006/main">
              <a:ext uri="{FF2B5EF4-FFF2-40B4-BE49-F238E27FC236}">
                <a16:creationId xmlns:a16="http://schemas.microsoft.com/office/drawing/2014/main" id="{6508778F-E5C6-44F0-9621-323957E7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1258" y="6095726"/>
            <a:ext cx="122238" cy="8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458</a:t>
            </a:r>
          </a:p>
        </p:txBody>
      </p:sp>
      <p:sp>
        <p:nvSpPr>
          <p:cNvPr id="620" name="text-542 458">
            <a:extLst xmlns:a="http://schemas.openxmlformats.org/drawingml/2006/main">
              <a:ext uri="{FF2B5EF4-FFF2-40B4-BE49-F238E27FC236}">
                <a16:creationId xmlns:a16="http://schemas.microsoft.com/office/drawing/2014/main" id="{F717CE89-7775-4E2F-9276-B61347B6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1258" y="6095726"/>
            <a:ext cx="122238" cy="85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80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458</a:t>
            </a:r>
          </a:p>
        </p:txBody>
      </p:sp>
      <p:sp>
        <p:nvSpPr>
          <p:cNvPr id="621" name="text-543 Mercado">
            <a:extLst xmlns:a="http://schemas.openxmlformats.org/drawingml/2006/main">
              <a:ext uri="{FF2B5EF4-FFF2-40B4-BE49-F238E27FC236}">
                <a16:creationId xmlns:a16="http://schemas.microsoft.com/office/drawing/2014/main" id="{1A581B05-B9CA-4AE3-B90E-AA5272F0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293436"/>
            <a:ext cx="255398" cy="84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622" name="text-543 Livre">
            <a:extLst xmlns:a="http://schemas.openxmlformats.org/drawingml/2006/main">
              <a:ext uri="{FF2B5EF4-FFF2-40B4-BE49-F238E27FC236}">
                <a16:creationId xmlns:a16="http://schemas.microsoft.com/office/drawing/2014/main" id="{62269EA7-1FAB-44E1-8A90-A0918BF2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540" y="4293230"/>
            <a:ext cx="153031" cy="8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623" name="text-544 Mercado">
            <a:extLst xmlns:a="http://schemas.openxmlformats.org/drawingml/2006/main">
              <a:ext uri="{FF2B5EF4-FFF2-40B4-BE49-F238E27FC236}">
                <a16:creationId xmlns:a16="http://schemas.microsoft.com/office/drawing/2014/main" id="{DBF9727A-3F17-4814-812F-539A7BE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293436"/>
            <a:ext cx="255398" cy="84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7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624" name="text-544 Livre">
            <a:extLst xmlns:a="http://schemas.openxmlformats.org/drawingml/2006/main">
              <a:ext uri="{FF2B5EF4-FFF2-40B4-BE49-F238E27FC236}">
                <a16:creationId xmlns:a16="http://schemas.microsoft.com/office/drawing/2014/main" id="{06E2C065-9BBC-4CE0-B04C-46793C94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8540" y="4293230"/>
            <a:ext cx="153031" cy="85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8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625" name="text-545 cargo">
            <a:extLst xmlns:a="http://schemas.openxmlformats.org/drawingml/2006/main">
              <a:ext uri="{FF2B5EF4-FFF2-40B4-BE49-F238E27FC236}">
                <a16:creationId xmlns:a16="http://schemas.microsoft.com/office/drawing/2014/main" id="{10051DB5-2691-42F7-88A1-EEF3DD06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367309"/>
            <a:ext cx="165330" cy="8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626" name="text-545 plane">
            <a:extLst xmlns:a="http://schemas.openxmlformats.org/drawingml/2006/main">
              <a:ext uri="{FF2B5EF4-FFF2-40B4-BE49-F238E27FC236}">
                <a16:creationId xmlns:a16="http://schemas.microsoft.com/office/drawing/2014/main" id="{3579AC10-C006-4BF6-99BE-1A415D18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553" y="4367219"/>
            <a:ext cx="155264" cy="84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627" name="text-546 cargo">
            <a:extLst xmlns:a="http://schemas.openxmlformats.org/drawingml/2006/main">
              <a:ext uri="{FF2B5EF4-FFF2-40B4-BE49-F238E27FC236}">
                <a16:creationId xmlns:a16="http://schemas.microsoft.com/office/drawing/2014/main" id="{65581251-95C3-4C68-92B0-8C37AE0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7186" y="4367309"/>
            <a:ext cx="165330" cy="845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628" name="text-546 plane">
            <a:extLst xmlns:a="http://schemas.openxmlformats.org/drawingml/2006/main">
              <a:ext uri="{FF2B5EF4-FFF2-40B4-BE49-F238E27FC236}">
                <a16:creationId xmlns:a16="http://schemas.microsoft.com/office/drawing/2014/main" id="{801D995A-C688-4AE1-9817-05C756A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8553" y="4367219"/>
            <a:ext cx="155264" cy="84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defRPr>
            </a:pPr>
            <a:r>
              <a:rPr sz="476" b="0" i="0">
                <a:solidFill>
                  <a:srgbClr val="07142F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629" name="path-547">
            <a:extLst xmlns:a="http://schemas.openxmlformats.org/drawingml/2006/main">
              <a:ext uri="{FF2B5EF4-FFF2-40B4-BE49-F238E27FC236}">
                <a16:creationId xmlns:a16="http://schemas.microsoft.com/office/drawing/2014/main" id="{0C05DFF4-8816-486B-90D8-84A552AB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178" y="6715561"/>
            <a:ext cx="4477742" cy="3474790"/>
          </a:xfrm>
          <a:custGeom xmlns:a="http://schemas.openxmlformats.org/drawingml/2006/main">
            <a:pathLst>
              <a:path w="9162787" h="7110450">
                <a:moveTo>
                  <a:pt x="0" y="398537"/>
                </a:moveTo>
                <a:cubicBezTo>
                  <a:pt x="0" y="178431"/>
                  <a:pt x="178431" y="0"/>
                  <a:pt x="398537" y="0"/>
                </a:cubicBezTo>
                <a:lnTo>
                  <a:pt x="8764251" y="0"/>
                </a:lnTo>
                <a:cubicBezTo>
                  <a:pt x="8984356" y="0"/>
                  <a:pt x="9162787" y="178431"/>
                  <a:pt x="9162787" y="398537"/>
                </a:cubicBezTo>
                <a:lnTo>
                  <a:pt x="9162787" y="6711913"/>
                </a:lnTo>
                <a:cubicBezTo>
                  <a:pt x="9162787" y="6932019"/>
                  <a:pt x="8984356" y="7110450"/>
                  <a:pt x="8764251" y="7110450"/>
                </a:cubicBezTo>
                <a:lnTo>
                  <a:pt x="398537" y="7110450"/>
                </a:lnTo>
                <a:cubicBezTo>
                  <a:pt x="178431" y="7110450"/>
                  <a:pt x="0" y="6932019"/>
                  <a:pt x="0" y="6711913"/>
                </a:cubicBezTo>
                <a:lnTo>
                  <a:pt x="0" y="398537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215F9A"/>
            </a:solidFill>
            <a:prstDash val="solid"/>
          </a:ln>
        </p:spPr>
      </p:sp>
      <p:sp>
        <p:nvSpPr>
          <p:cNvPr id="630" name="path-548">
            <a:extLst xmlns:a="http://schemas.openxmlformats.org/drawingml/2006/main">
              <a:ext uri="{FF2B5EF4-FFF2-40B4-BE49-F238E27FC236}">
                <a16:creationId xmlns:a16="http://schemas.microsoft.com/office/drawing/2014/main" id="{57694CE6-D6D4-4F8F-B67D-86DE6622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260" y="6715561"/>
            <a:ext cx="4603056" cy="3474790"/>
          </a:xfrm>
          <a:custGeom xmlns:a="http://schemas.openxmlformats.org/drawingml/2006/main">
            <a:pathLst>
              <a:path w="9419216" h="7110450">
                <a:moveTo>
                  <a:pt x="0" y="398545"/>
                </a:moveTo>
                <a:cubicBezTo>
                  <a:pt x="0" y="178435"/>
                  <a:pt x="178435" y="0"/>
                  <a:pt x="398545" y="0"/>
                </a:cubicBezTo>
                <a:lnTo>
                  <a:pt x="9020670" y="0"/>
                </a:lnTo>
                <a:cubicBezTo>
                  <a:pt x="9240780" y="0"/>
                  <a:pt x="9419216" y="178435"/>
                  <a:pt x="9419216" y="398545"/>
                </a:cubicBezTo>
                <a:lnTo>
                  <a:pt x="9419216" y="6711904"/>
                </a:lnTo>
                <a:cubicBezTo>
                  <a:pt x="9419216" y="6932016"/>
                  <a:pt x="9240780" y="7110450"/>
                  <a:pt x="9020670" y="7110450"/>
                </a:cubicBezTo>
                <a:lnTo>
                  <a:pt x="398545" y="7110450"/>
                </a:lnTo>
                <a:cubicBezTo>
                  <a:pt x="178435" y="7110450"/>
                  <a:pt x="0" y="6932016"/>
                  <a:pt x="0" y="6711904"/>
                </a:cubicBezTo>
                <a:lnTo>
                  <a:pt x="0" y="398545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215F9A"/>
            </a:solidFill>
            <a:prstDash val="solid"/>
          </a:ln>
        </p:spPr>
      </p:sp>
      <p:sp>
        <p:nvSpPr>
          <p:cNvPr id="631" name="text-549 (d)">
            <a:extLst xmlns:a="http://schemas.openxmlformats.org/drawingml/2006/main">
              <a:ext uri="{FF2B5EF4-FFF2-40B4-BE49-F238E27FC236}">
                <a16:creationId xmlns:a16="http://schemas.microsoft.com/office/drawing/2014/main" id="{3DAD0F40-F1CA-4F25-83F8-512E21E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698" y="6735500"/>
            <a:ext cx="258486" cy="241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(d)</a:t>
            </a:r>
          </a:p>
        </p:txBody>
      </p:sp>
      <p:sp>
        <p:nvSpPr>
          <p:cNvPr id="632" name="text-549 VGEG">
            <a:extLst xmlns:a="http://schemas.openxmlformats.org/drawingml/2006/main">
              <a:ext uri="{FF2B5EF4-FFF2-40B4-BE49-F238E27FC236}">
                <a16:creationId xmlns:a16="http://schemas.microsoft.com/office/drawing/2014/main" id="{FC7B0C73-21F3-401C-B6AD-8A9C7C4A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7611" y="6735633"/>
            <a:ext cx="484518" cy="24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633" name="text-550 (d)">
            <a:extLst xmlns:a="http://schemas.openxmlformats.org/drawingml/2006/main">
              <a:ext uri="{FF2B5EF4-FFF2-40B4-BE49-F238E27FC236}">
                <a16:creationId xmlns:a16="http://schemas.microsoft.com/office/drawing/2014/main" id="{5A2B4760-F269-4415-B577-89A2AE2A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8698" y="6735500"/>
            <a:ext cx="258486" cy="241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(d)</a:t>
            </a:r>
          </a:p>
        </p:txBody>
      </p:sp>
      <p:sp>
        <p:nvSpPr>
          <p:cNvPr id="634" name="text-550 VGEG">
            <a:extLst xmlns:a="http://schemas.openxmlformats.org/drawingml/2006/main">
              <a:ext uri="{FF2B5EF4-FFF2-40B4-BE49-F238E27FC236}">
                <a16:creationId xmlns:a16="http://schemas.microsoft.com/office/drawing/2014/main" id="{6AE98BF1-F85E-4529-A9ED-932060DC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07611" y="6735633"/>
            <a:ext cx="484518" cy="2411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635" name="text-551 -">
            <a:extLst xmlns:a="http://schemas.openxmlformats.org/drawingml/2006/main">
              <a:ext uri="{FF2B5EF4-FFF2-40B4-BE49-F238E27FC236}">
                <a16:creationId xmlns:a16="http://schemas.microsoft.com/office/drawing/2014/main" id="{E8E29E71-FB7A-496C-BED1-80656043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0912" y="6735657"/>
            <a:ext cx="102685" cy="24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6" name="text-552 -">
            <a:extLst xmlns:a="http://schemas.openxmlformats.org/drawingml/2006/main">
              <a:ext uri="{FF2B5EF4-FFF2-40B4-BE49-F238E27FC236}">
                <a16:creationId xmlns:a16="http://schemas.microsoft.com/office/drawing/2014/main" id="{0B4CDEAA-B39F-4D28-8654-D2F15EC2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0912" y="6735657"/>
            <a:ext cx="102685" cy="241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7" name="text-553 Based">
            <a:extLst xmlns:a="http://schemas.openxmlformats.org/drawingml/2006/main">
              <a:ext uri="{FF2B5EF4-FFF2-40B4-BE49-F238E27FC236}">
                <a16:creationId xmlns:a16="http://schemas.microsoft.com/office/drawing/2014/main" id="{3D24629E-6A4D-4C06-AA74-AAB4D54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2366" y="6735597"/>
            <a:ext cx="507124" cy="241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Based</a:t>
            </a:r>
          </a:p>
        </p:txBody>
      </p:sp>
      <p:sp>
        <p:nvSpPr>
          <p:cNvPr id="638" name="text-553 Task">
            <a:extLst xmlns:a="http://schemas.openxmlformats.org/drawingml/2006/main">
              <a:ext uri="{FF2B5EF4-FFF2-40B4-BE49-F238E27FC236}">
                <a16:creationId xmlns:a16="http://schemas.microsoft.com/office/drawing/2014/main" id="{00FD6184-AF89-4E8E-90FD-BD51521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384" y="6735718"/>
            <a:ext cx="412813" cy="24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</a:t>
            </a:r>
          </a:p>
        </p:txBody>
      </p:sp>
      <p:sp>
        <p:nvSpPr>
          <p:cNvPr id="639" name="text-553 Construction">
            <a:extLst xmlns:a="http://schemas.openxmlformats.org/drawingml/2006/main">
              <a:ext uri="{FF2B5EF4-FFF2-40B4-BE49-F238E27FC236}">
                <a16:creationId xmlns:a16="http://schemas.microsoft.com/office/drawing/2014/main" id="{FB196754-A30D-43DF-88B7-296F78EC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830" y="6735439"/>
            <a:ext cx="1052473" cy="24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640" name="text-554 Based">
            <a:extLst xmlns:a="http://schemas.openxmlformats.org/drawingml/2006/main">
              <a:ext uri="{FF2B5EF4-FFF2-40B4-BE49-F238E27FC236}">
                <a16:creationId xmlns:a16="http://schemas.microsoft.com/office/drawing/2014/main" id="{5D88FC71-0042-4C28-AE79-C493EC1C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2366" y="6735597"/>
            <a:ext cx="507124" cy="241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Based</a:t>
            </a:r>
          </a:p>
        </p:txBody>
      </p:sp>
      <p:sp>
        <p:nvSpPr>
          <p:cNvPr id="641" name="text-554 Task">
            <a:extLst xmlns:a="http://schemas.openxmlformats.org/drawingml/2006/main">
              <a:ext uri="{FF2B5EF4-FFF2-40B4-BE49-F238E27FC236}">
                <a16:creationId xmlns:a16="http://schemas.microsoft.com/office/drawing/2014/main" id="{11D98D9C-CC28-4C7B-941A-3D859DF6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60384" y="6735718"/>
            <a:ext cx="412813" cy="241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Task</a:t>
            </a:r>
          </a:p>
        </p:txBody>
      </p:sp>
      <p:sp>
        <p:nvSpPr>
          <p:cNvPr id="642" name="text-554 Construction">
            <a:extLst xmlns:a="http://schemas.openxmlformats.org/drawingml/2006/main">
              <a:ext uri="{FF2B5EF4-FFF2-40B4-BE49-F238E27FC236}">
                <a16:creationId xmlns:a16="http://schemas.microsoft.com/office/drawing/2014/main" id="{0A5EECF0-A14C-49E1-BB07-E75D362A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830" y="6735439"/>
            <a:ext cx="1052473" cy="24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Construction</a:t>
            </a:r>
          </a:p>
        </p:txBody>
      </p:sp>
      <p:sp>
        <p:nvSpPr>
          <p:cNvPr id="643" name="text-555 (e)">
            <a:extLst xmlns:a="http://schemas.openxmlformats.org/drawingml/2006/main">
              <a:ext uri="{FF2B5EF4-FFF2-40B4-BE49-F238E27FC236}">
                <a16:creationId xmlns:a16="http://schemas.microsoft.com/office/drawing/2014/main" id="{25E34EFF-1E7A-4B74-A735-5DB59B0B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8679" y="6729637"/>
            <a:ext cx="251561" cy="24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(e)</a:t>
            </a:r>
          </a:p>
        </p:txBody>
      </p:sp>
      <p:sp>
        <p:nvSpPr>
          <p:cNvPr id="644" name="text-556 (e)">
            <a:extLst xmlns:a="http://schemas.openxmlformats.org/drawingml/2006/main">
              <a:ext uri="{FF2B5EF4-FFF2-40B4-BE49-F238E27FC236}">
                <a16:creationId xmlns:a16="http://schemas.microsoft.com/office/drawing/2014/main" id="{BA09A551-F5E6-4D03-84DE-AE5045C9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8679" y="6729637"/>
            <a:ext cx="251561" cy="2412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(e)</a:t>
            </a:r>
          </a:p>
        </p:txBody>
      </p:sp>
      <p:sp>
        <p:nvSpPr>
          <p:cNvPr id="645" name="text-557 Expert">
            <a:extLst xmlns:a="http://schemas.openxmlformats.org/drawingml/2006/main">
              <a:ext uri="{FF2B5EF4-FFF2-40B4-BE49-F238E27FC236}">
                <a16:creationId xmlns:a16="http://schemas.microsoft.com/office/drawing/2014/main" id="{99F009BE-6D51-472D-8519-C15F737D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0666" y="6729662"/>
            <a:ext cx="590772" cy="241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646" name="text-558 Expert">
            <a:extLst xmlns:a="http://schemas.openxmlformats.org/drawingml/2006/main">
              <a:ext uri="{FF2B5EF4-FFF2-40B4-BE49-F238E27FC236}">
                <a16:creationId xmlns:a16="http://schemas.microsoft.com/office/drawing/2014/main" id="{F2D7B0E5-0697-4D18-8B37-13831793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0666" y="6729662"/>
            <a:ext cx="590772" cy="2412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647" name="text-559 Trajectory">
            <a:extLst xmlns:a="http://schemas.openxmlformats.org/drawingml/2006/main">
              <a:ext uri="{FF2B5EF4-FFF2-40B4-BE49-F238E27FC236}">
                <a16:creationId xmlns:a16="http://schemas.microsoft.com/office/drawing/2014/main" id="{66F4FA1E-42AE-4CE3-9569-F5365BAD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2255" y="6729561"/>
            <a:ext cx="916157" cy="241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648" name="text-560 Trajectory">
            <a:extLst xmlns:a="http://schemas.openxmlformats.org/drawingml/2006/main">
              <a:ext uri="{FF2B5EF4-FFF2-40B4-BE49-F238E27FC236}">
                <a16:creationId xmlns:a16="http://schemas.microsoft.com/office/drawing/2014/main" id="{10E7B8AB-2B75-4AF5-9509-70E5241F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2255" y="6729561"/>
            <a:ext cx="916157" cy="2414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649" name="text-561 Synthesis">
            <a:extLst xmlns:a="http://schemas.openxmlformats.org/drawingml/2006/main">
              <a:ext uri="{FF2B5EF4-FFF2-40B4-BE49-F238E27FC236}">
                <a16:creationId xmlns:a16="http://schemas.microsoft.com/office/drawing/2014/main" id="{CC603718-5247-440A-8B2A-27DE2CC8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8844" y="6729645"/>
            <a:ext cx="821469" cy="24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Synthesis</a:t>
            </a:r>
          </a:p>
        </p:txBody>
      </p:sp>
      <p:sp>
        <p:nvSpPr>
          <p:cNvPr id="650" name="text-562 Synthesis">
            <a:extLst xmlns:a="http://schemas.openxmlformats.org/drawingml/2006/main">
              <a:ext uri="{FF2B5EF4-FFF2-40B4-BE49-F238E27FC236}">
                <a16:creationId xmlns:a16="http://schemas.microsoft.com/office/drawing/2014/main" id="{DEA4354D-30DE-4EF2-896D-B3E15394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08844" y="6729645"/>
            <a:ext cx="821469" cy="24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35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Synthesis</a:t>
            </a:r>
          </a:p>
        </p:txBody>
      </p:sp>
      <p:sp>
        <p:nvSpPr>
          <p:cNvPr id="651" name="path-563">
            <a:extLst xmlns:a="http://schemas.openxmlformats.org/drawingml/2006/main">
              <a:ext uri="{FF2B5EF4-FFF2-40B4-BE49-F238E27FC236}">
                <a16:creationId xmlns:a16="http://schemas.microsoft.com/office/drawing/2014/main" id="{37934087-08DB-4E48-975D-8710BD5F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635" y="7015151"/>
            <a:ext cx="2734876" cy="1438655"/>
          </a:xfrm>
          <a:custGeom xmlns:a="http://schemas.openxmlformats.org/drawingml/2006/main">
            <a:pathLst>
              <a:path w="5596367" h="2943915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7" y="0"/>
                </a:lnTo>
                <a:cubicBezTo>
                  <a:pt x="5423387" y="0"/>
                  <a:pt x="5596367" y="172979"/>
                  <a:pt x="5596367" y="386360"/>
                </a:cubicBezTo>
                <a:lnTo>
                  <a:pt x="5596367" y="2557555"/>
                </a:lnTo>
                <a:cubicBezTo>
                  <a:pt x="5596367" y="2770936"/>
                  <a:pt x="5423387" y="2943915"/>
                  <a:pt x="5210007" y="2943915"/>
                </a:cubicBezTo>
                <a:lnTo>
                  <a:pt x="386360" y="2943915"/>
                </a:lnTo>
                <a:cubicBezTo>
                  <a:pt x="172979" y="2943915"/>
                  <a:pt x="0" y="2770936"/>
                  <a:pt x="0" y="2557555"/>
                </a:cubicBezTo>
                <a:lnTo>
                  <a:pt x="0" y="386360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2" name="path-564">
            <a:extLst xmlns:a="http://schemas.openxmlformats.org/drawingml/2006/main">
              <a:ext uri="{FF2B5EF4-FFF2-40B4-BE49-F238E27FC236}">
                <a16:creationId xmlns:a16="http://schemas.microsoft.com/office/drawing/2014/main" id="{61B22D8E-0544-47A4-A72E-4BF6D3E2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635" y="7015151"/>
            <a:ext cx="2734876" cy="1438654"/>
          </a:xfrm>
          <a:custGeom xmlns:a="http://schemas.openxmlformats.org/drawingml/2006/main">
            <a:pathLst>
              <a:path w="5596366" h="2943913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6" y="0"/>
                </a:lnTo>
                <a:cubicBezTo>
                  <a:pt x="5423388" y="0"/>
                  <a:pt x="5596366" y="172979"/>
                  <a:pt x="5596366" y="386360"/>
                </a:cubicBezTo>
                <a:lnTo>
                  <a:pt x="5596366" y="2557553"/>
                </a:lnTo>
                <a:cubicBezTo>
                  <a:pt x="5596366" y="2770934"/>
                  <a:pt x="5423388" y="2943913"/>
                  <a:pt x="5210006" y="2943913"/>
                </a:cubicBezTo>
                <a:lnTo>
                  <a:pt x="386360" y="2943913"/>
                </a:lnTo>
                <a:cubicBezTo>
                  <a:pt x="172979" y="2943913"/>
                  <a:pt x="0" y="2770934"/>
                  <a:pt x="0" y="2557553"/>
                </a:cubicBezTo>
                <a:lnTo>
                  <a:pt x="0" y="386360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53" name="text-565 LLM">
            <a:extLst xmlns:a="http://schemas.openxmlformats.org/drawingml/2006/main">
              <a:ext uri="{FF2B5EF4-FFF2-40B4-BE49-F238E27FC236}">
                <a16:creationId xmlns:a16="http://schemas.microsoft.com/office/drawing/2014/main" id="{C84D17EE-4A76-45A3-9B2C-1E59BDCA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5323" y="7083469"/>
            <a:ext cx="265888" cy="172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LLM</a:t>
            </a:r>
          </a:p>
        </p:txBody>
      </p:sp>
      <p:sp>
        <p:nvSpPr>
          <p:cNvPr id="654" name="text-566 -">
            <a:extLst xmlns:a="http://schemas.openxmlformats.org/drawingml/2006/main">
              <a:ext uri="{FF2B5EF4-FFF2-40B4-BE49-F238E27FC236}">
                <a16:creationId xmlns:a16="http://schemas.microsoft.com/office/drawing/2014/main" id="{D2E4379C-F480-4A1A-B645-F65EC33F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8882" y="7083394"/>
            <a:ext cx="73352" cy="172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55" name="text-567 Guided">
            <a:extLst xmlns:a="http://schemas.openxmlformats.org/drawingml/2006/main">
              <a:ext uri="{FF2B5EF4-FFF2-40B4-BE49-F238E27FC236}">
                <a16:creationId xmlns:a16="http://schemas.microsoft.com/office/drawing/2014/main" id="{63A82642-5C64-4EBB-BA22-C9B1776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40360" y="7083234"/>
            <a:ext cx="416287" cy="172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Guided</a:t>
            </a:r>
          </a:p>
        </p:txBody>
      </p:sp>
      <p:sp>
        <p:nvSpPr>
          <p:cNvPr id="656" name="text-568 QA">
            <a:extLst xmlns:a="http://schemas.openxmlformats.org/drawingml/2006/main">
              <a:ext uri="{FF2B5EF4-FFF2-40B4-BE49-F238E27FC236}">
                <a16:creationId xmlns:a16="http://schemas.microsoft.com/office/drawing/2014/main" id="{5F11A149-B8A0-4BB2-A8BC-18C5D9D8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1390" y="7083501"/>
            <a:ext cx="219615" cy="172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57" name="text-569 Generation">
            <a:extLst xmlns:a="http://schemas.openxmlformats.org/drawingml/2006/main">
              <a:ext uri="{FF2B5EF4-FFF2-40B4-BE49-F238E27FC236}">
                <a16:creationId xmlns:a16="http://schemas.microsoft.com/office/drawing/2014/main" id="{2A349740-EE2C-449F-920A-361CFA7D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729" y="7083200"/>
            <a:ext cx="649032" cy="172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Generation</a:t>
            </a:r>
          </a:p>
        </p:txBody>
      </p:sp>
      <p:pic>
        <p:nvPicPr>
          <p:cNvPr id="658" name="">
            <a:extLst xmlns:a="http://schemas.openxmlformats.org/drawingml/2006/main">
              <a:ext uri="{FF2B5EF4-FFF2-40B4-BE49-F238E27FC236}">
                <a16:creationId xmlns:a16="http://schemas.microsoft.com/office/drawing/2014/main" id="{295CE64E-B567-414D-9AF9-E4683156B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666ed052741f6"/>
          <a:stretch xmlns:a="http://schemas.openxmlformats.org/drawingml/2006/main"/>
        </p:blipFill>
        <p:spPr>
          <a:xfrm xmlns:a="http://schemas.openxmlformats.org/drawingml/2006/main">
            <a:off x="4670885" y="7038282"/>
            <a:ext cx="218327" cy="218327"/>
          </a:xfrm>
          <a:prstGeom xmlns:a="http://schemas.openxmlformats.org/drawingml/2006/main" prst="rect">
            <a:avLst/>
          </a:prstGeom>
        </p:spPr>
      </p:pic>
      <p:sp>
        <p:nvSpPr>
          <p:cNvPr id="659" name="path-571">
            <a:extLst xmlns:a="http://schemas.openxmlformats.org/drawingml/2006/main">
              <a:ext uri="{FF2B5EF4-FFF2-40B4-BE49-F238E27FC236}">
                <a16:creationId xmlns:a16="http://schemas.microsoft.com/office/drawing/2014/main" id="{18846DFD-8DA8-46DE-938D-35D8EC77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971" y="7015151"/>
            <a:ext cx="1465293" cy="1448947"/>
          </a:xfrm>
          <a:custGeom xmlns:a="http://schemas.openxmlformats.org/drawingml/2006/main">
            <a:pathLst>
              <a:path w="2998425" h="2964975">
                <a:moveTo>
                  <a:pt x="0" y="389125"/>
                </a:moveTo>
                <a:cubicBezTo>
                  <a:pt x="0" y="174216"/>
                  <a:pt x="174215" y="0"/>
                  <a:pt x="389122" y="0"/>
                </a:cubicBezTo>
                <a:lnTo>
                  <a:pt x="2609300" y="0"/>
                </a:lnTo>
                <a:cubicBezTo>
                  <a:pt x="2824208" y="0"/>
                  <a:pt x="2998425" y="174216"/>
                  <a:pt x="2998425" y="389125"/>
                </a:cubicBezTo>
                <a:lnTo>
                  <a:pt x="2998425" y="2575850"/>
                </a:lnTo>
                <a:cubicBezTo>
                  <a:pt x="2998425" y="2790757"/>
                  <a:pt x="2824208" y="2964975"/>
                  <a:pt x="2609300" y="2964975"/>
                </a:cubicBezTo>
                <a:lnTo>
                  <a:pt x="389122" y="2964975"/>
                </a:lnTo>
                <a:cubicBezTo>
                  <a:pt x="174215" y="2964975"/>
                  <a:pt x="0" y="2790757"/>
                  <a:pt x="0" y="2575850"/>
                </a:cubicBezTo>
                <a:lnTo>
                  <a:pt x="0" y="38912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0" name="path-572">
            <a:extLst xmlns:a="http://schemas.openxmlformats.org/drawingml/2006/main">
              <a:ext uri="{FF2B5EF4-FFF2-40B4-BE49-F238E27FC236}">
                <a16:creationId xmlns:a16="http://schemas.microsoft.com/office/drawing/2014/main" id="{E03C69ED-41A9-4FB6-9818-CE1331DC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971" y="7015151"/>
            <a:ext cx="1465294" cy="1448946"/>
          </a:xfrm>
          <a:custGeom xmlns:a="http://schemas.openxmlformats.org/drawingml/2006/main">
            <a:pathLst>
              <a:path w="2998426" h="2964973">
                <a:moveTo>
                  <a:pt x="0" y="389123"/>
                </a:moveTo>
                <a:cubicBezTo>
                  <a:pt x="0" y="174216"/>
                  <a:pt x="174216" y="0"/>
                  <a:pt x="389123" y="0"/>
                </a:cubicBezTo>
                <a:lnTo>
                  <a:pt x="2609303" y="0"/>
                </a:lnTo>
                <a:cubicBezTo>
                  <a:pt x="2824210" y="0"/>
                  <a:pt x="2998426" y="174216"/>
                  <a:pt x="2998426" y="389123"/>
                </a:cubicBezTo>
                <a:lnTo>
                  <a:pt x="2998426" y="2575850"/>
                </a:lnTo>
                <a:cubicBezTo>
                  <a:pt x="2998426" y="2790757"/>
                  <a:pt x="2824210" y="2964973"/>
                  <a:pt x="2609303" y="2964973"/>
                </a:cubicBezTo>
                <a:lnTo>
                  <a:pt x="389123" y="2964973"/>
                </a:lnTo>
                <a:cubicBezTo>
                  <a:pt x="174216" y="2964973"/>
                  <a:pt x="0" y="2790757"/>
                  <a:pt x="0" y="2575850"/>
                </a:cubicBezTo>
                <a:lnTo>
                  <a:pt x="0" y="389123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61" name="text-573 QA">
            <a:extLst xmlns:a="http://schemas.openxmlformats.org/drawingml/2006/main">
              <a:ext uri="{FF2B5EF4-FFF2-40B4-BE49-F238E27FC236}">
                <a16:creationId xmlns:a16="http://schemas.microsoft.com/office/drawing/2014/main" id="{F96E9FA2-A195-4C9A-AB3C-53CC51F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0788" y="7059899"/>
            <a:ext cx="219615" cy="172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62" name="text-574 Verifier">
            <a:extLst xmlns:a="http://schemas.openxmlformats.org/drawingml/2006/main">
              <a:ext uri="{FF2B5EF4-FFF2-40B4-BE49-F238E27FC236}">
                <a16:creationId xmlns:a16="http://schemas.microsoft.com/office/drawing/2014/main" id="{32A277A5-BE87-4B44-9280-C957D4D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126" y="7059608"/>
            <a:ext cx="486936" cy="172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pic>
        <p:nvPicPr>
          <p:cNvPr id="663" name="">
            <a:extLst xmlns:a="http://schemas.openxmlformats.org/drawingml/2006/main">
              <a:ext uri="{FF2B5EF4-FFF2-40B4-BE49-F238E27FC236}">
                <a16:creationId xmlns:a16="http://schemas.microsoft.com/office/drawing/2014/main" id="{D7BD0B7D-020C-47EA-ACDB-26879EF4C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d923829ae4b66"/>
          <a:stretch xmlns:a="http://schemas.openxmlformats.org/drawingml/2006/main"/>
        </p:blipFill>
        <p:spPr>
          <a:xfrm xmlns:a="http://schemas.openxmlformats.org/drawingml/2006/main">
            <a:off x="7528315" y="7039757"/>
            <a:ext cx="219802" cy="219802"/>
          </a:xfrm>
          <a:prstGeom xmlns:a="http://schemas.openxmlformats.org/drawingml/2006/main" prst="rect">
            <a:avLst/>
          </a:prstGeom>
        </p:spPr>
      </p:pic>
      <p:sp>
        <p:nvSpPr>
          <p:cNvPr id="664" name="path-576">
            <a:extLst xmlns:a="http://schemas.openxmlformats.org/drawingml/2006/main">
              <a:ext uri="{FF2B5EF4-FFF2-40B4-BE49-F238E27FC236}">
                <a16:creationId xmlns:a16="http://schemas.microsoft.com/office/drawing/2014/main" id="{8CDE02BD-EC12-48C1-A940-F17B7CC1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423" y="8582650"/>
            <a:ext cx="2734876" cy="1438654"/>
          </a:xfrm>
          <a:custGeom xmlns:a="http://schemas.openxmlformats.org/drawingml/2006/main">
            <a:pathLst>
              <a:path w="5596366" h="2943913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6" y="0"/>
                </a:lnTo>
                <a:cubicBezTo>
                  <a:pt x="5423386" y="0"/>
                  <a:pt x="5596366" y="172979"/>
                  <a:pt x="5596366" y="386360"/>
                </a:cubicBezTo>
                <a:lnTo>
                  <a:pt x="5596366" y="2557553"/>
                </a:lnTo>
                <a:cubicBezTo>
                  <a:pt x="5596366" y="2770934"/>
                  <a:pt x="5423386" y="2943913"/>
                  <a:pt x="5210006" y="2943913"/>
                </a:cubicBezTo>
                <a:lnTo>
                  <a:pt x="386360" y="2943913"/>
                </a:lnTo>
                <a:cubicBezTo>
                  <a:pt x="172979" y="2943913"/>
                  <a:pt x="0" y="2770934"/>
                  <a:pt x="0" y="2557553"/>
                </a:cubicBezTo>
                <a:lnTo>
                  <a:pt x="0" y="386360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5" name="path-577">
            <a:extLst xmlns:a="http://schemas.openxmlformats.org/drawingml/2006/main">
              <a:ext uri="{FF2B5EF4-FFF2-40B4-BE49-F238E27FC236}">
                <a16:creationId xmlns:a16="http://schemas.microsoft.com/office/drawing/2014/main" id="{7E020253-93B2-4677-822D-399A718B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423" y="8582650"/>
            <a:ext cx="2734876" cy="1438654"/>
          </a:xfrm>
          <a:custGeom xmlns:a="http://schemas.openxmlformats.org/drawingml/2006/main">
            <a:pathLst>
              <a:path w="5596366" h="2943913">
                <a:moveTo>
                  <a:pt x="0" y="386360"/>
                </a:moveTo>
                <a:cubicBezTo>
                  <a:pt x="0" y="172979"/>
                  <a:pt x="172979" y="0"/>
                  <a:pt x="386360" y="0"/>
                </a:cubicBezTo>
                <a:lnTo>
                  <a:pt x="5210006" y="0"/>
                </a:lnTo>
                <a:cubicBezTo>
                  <a:pt x="5423388" y="0"/>
                  <a:pt x="5596366" y="172979"/>
                  <a:pt x="5596366" y="386360"/>
                </a:cubicBezTo>
                <a:lnTo>
                  <a:pt x="5596366" y="2557553"/>
                </a:lnTo>
                <a:cubicBezTo>
                  <a:pt x="5596366" y="2770934"/>
                  <a:pt x="5423388" y="2943913"/>
                  <a:pt x="5210006" y="2943913"/>
                </a:cubicBezTo>
                <a:lnTo>
                  <a:pt x="386360" y="2943913"/>
                </a:lnTo>
                <a:cubicBezTo>
                  <a:pt x="172979" y="2943913"/>
                  <a:pt x="0" y="2770934"/>
                  <a:pt x="0" y="2557553"/>
                </a:cubicBezTo>
                <a:lnTo>
                  <a:pt x="0" y="386360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66" name="path-578">
            <a:extLst xmlns:a="http://schemas.openxmlformats.org/drawingml/2006/main">
              <a:ext uri="{FF2B5EF4-FFF2-40B4-BE49-F238E27FC236}">
                <a16:creationId xmlns:a16="http://schemas.microsoft.com/office/drawing/2014/main" id="{80124B8C-C45F-43CE-BC6A-14420740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759" y="8582650"/>
            <a:ext cx="1465294" cy="1448946"/>
          </a:xfrm>
          <a:custGeom xmlns:a="http://schemas.openxmlformats.org/drawingml/2006/main">
            <a:pathLst>
              <a:path w="2998426" h="2964973">
                <a:moveTo>
                  <a:pt x="0" y="389123"/>
                </a:moveTo>
                <a:cubicBezTo>
                  <a:pt x="0" y="174218"/>
                  <a:pt x="174216" y="0"/>
                  <a:pt x="389122" y="0"/>
                </a:cubicBezTo>
                <a:lnTo>
                  <a:pt x="2609301" y="0"/>
                </a:lnTo>
                <a:cubicBezTo>
                  <a:pt x="2824210" y="0"/>
                  <a:pt x="2998426" y="174218"/>
                  <a:pt x="2998426" y="389123"/>
                </a:cubicBezTo>
                <a:lnTo>
                  <a:pt x="2998426" y="2575850"/>
                </a:lnTo>
                <a:cubicBezTo>
                  <a:pt x="2998426" y="2790757"/>
                  <a:pt x="2824210" y="2964973"/>
                  <a:pt x="2609301" y="2964973"/>
                </a:cubicBezTo>
                <a:lnTo>
                  <a:pt x="389122" y="2964973"/>
                </a:lnTo>
                <a:cubicBezTo>
                  <a:pt x="174216" y="2964973"/>
                  <a:pt x="0" y="2790757"/>
                  <a:pt x="0" y="2575850"/>
                </a:cubicBezTo>
                <a:lnTo>
                  <a:pt x="0" y="38912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7" name="path-579">
            <a:extLst xmlns:a="http://schemas.openxmlformats.org/drawingml/2006/main">
              <a:ext uri="{FF2B5EF4-FFF2-40B4-BE49-F238E27FC236}">
                <a16:creationId xmlns:a16="http://schemas.microsoft.com/office/drawing/2014/main" id="{11F27739-A889-4106-8DE1-203F2E26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759" y="8582650"/>
            <a:ext cx="1465294" cy="1448946"/>
          </a:xfrm>
          <a:custGeom xmlns:a="http://schemas.openxmlformats.org/drawingml/2006/main">
            <a:pathLst>
              <a:path w="2998426" h="2964973">
                <a:moveTo>
                  <a:pt x="0" y="389123"/>
                </a:moveTo>
                <a:cubicBezTo>
                  <a:pt x="0" y="174216"/>
                  <a:pt x="174216" y="0"/>
                  <a:pt x="389123" y="0"/>
                </a:cubicBezTo>
                <a:lnTo>
                  <a:pt x="2609301" y="0"/>
                </a:lnTo>
                <a:cubicBezTo>
                  <a:pt x="2824210" y="0"/>
                  <a:pt x="2998426" y="174216"/>
                  <a:pt x="2998426" y="389123"/>
                </a:cubicBezTo>
                <a:lnTo>
                  <a:pt x="2998426" y="2575850"/>
                </a:lnTo>
                <a:cubicBezTo>
                  <a:pt x="2998426" y="2790757"/>
                  <a:pt x="2824210" y="2964973"/>
                  <a:pt x="2609301" y="2964973"/>
                </a:cubicBezTo>
                <a:lnTo>
                  <a:pt x="389123" y="2964973"/>
                </a:lnTo>
                <a:cubicBezTo>
                  <a:pt x="174216" y="2964973"/>
                  <a:pt x="0" y="2790757"/>
                  <a:pt x="0" y="2575850"/>
                </a:cubicBezTo>
                <a:lnTo>
                  <a:pt x="0" y="389123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68" name="text-580 Visual">
            <a:extLst xmlns:a="http://schemas.openxmlformats.org/drawingml/2006/main">
              <a:ext uri="{FF2B5EF4-FFF2-40B4-BE49-F238E27FC236}">
                <a16:creationId xmlns:a16="http://schemas.microsoft.com/office/drawing/2014/main" id="{FAFB8BFF-DC48-4520-8E08-E871AA11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2476" y="8652917"/>
            <a:ext cx="357033" cy="172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669" name="text-581 Entity">
            <a:extLst xmlns:a="http://schemas.openxmlformats.org/drawingml/2006/main">
              <a:ext uri="{FF2B5EF4-FFF2-40B4-BE49-F238E27FC236}">
                <a16:creationId xmlns:a16="http://schemas.microsoft.com/office/drawing/2014/main" id="{9FA998AA-9F06-4FC3-9449-B9A2A1E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04345" y="8653046"/>
            <a:ext cx="377341" cy="1722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670" name="text-582 Fuzzing">
            <a:extLst xmlns:a="http://schemas.openxmlformats.org/drawingml/2006/main">
              <a:ext uri="{FF2B5EF4-FFF2-40B4-BE49-F238E27FC236}">
                <a16:creationId xmlns:a16="http://schemas.microsoft.com/office/drawing/2014/main" id="{C94830E6-FC7C-469E-A7CA-80869C0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96190" y="8652998"/>
            <a:ext cx="456905" cy="172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Fuzzing</a:t>
            </a:r>
          </a:p>
        </p:txBody>
      </p:sp>
      <p:sp>
        <p:nvSpPr>
          <p:cNvPr id="671" name="text-583 Rewrite">
            <a:extLst xmlns:a="http://schemas.openxmlformats.org/drawingml/2006/main">
              <a:ext uri="{FF2B5EF4-FFF2-40B4-BE49-F238E27FC236}">
                <a16:creationId xmlns:a16="http://schemas.microsoft.com/office/drawing/2014/main" id="{0758BD17-04CF-4121-8B79-D860701C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941" y="8652907"/>
            <a:ext cx="469841" cy="17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Rewrite</a:t>
            </a:r>
          </a:p>
        </p:txBody>
      </p:sp>
      <p:pic>
        <p:nvPicPr>
          <p:cNvPr id="672" name="">
            <a:extLst xmlns:a="http://schemas.openxmlformats.org/drawingml/2006/main">
              <a:ext uri="{FF2B5EF4-FFF2-40B4-BE49-F238E27FC236}">
                <a16:creationId xmlns:a16="http://schemas.microsoft.com/office/drawing/2014/main" id="{FDA46E0F-93AA-4328-9BD4-B3CA05B5DD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12c07672a4606"/>
          <a:stretch xmlns:a="http://schemas.openxmlformats.org/drawingml/2006/main"/>
        </p:blipFill>
        <p:spPr>
          <a:xfrm xmlns:a="http://schemas.openxmlformats.org/drawingml/2006/main">
            <a:off x="4660558" y="8603452"/>
            <a:ext cx="218327" cy="218327"/>
          </a:xfrm>
          <a:prstGeom xmlns:a="http://schemas.openxmlformats.org/drawingml/2006/main" prst="rect">
            <a:avLst/>
          </a:prstGeom>
        </p:spPr>
      </p:pic>
      <p:sp>
        <p:nvSpPr>
          <p:cNvPr id="673" name="text-585 Quality">
            <a:extLst xmlns:a="http://schemas.openxmlformats.org/drawingml/2006/main">
              <a:ext uri="{FF2B5EF4-FFF2-40B4-BE49-F238E27FC236}">
                <a16:creationId xmlns:a16="http://schemas.microsoft.com/office/drawing/2014/main" id="{0291975F-AE11-4200-95EA-D5F41310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1505" y="8655987"/>
            <a:ext cx="446566" cy="172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674" name="text-586 Filter">
            <a:extLst xmlns:a="http://schemas.openxmlformats.org/drawingml/2006/main">
              <a:ext uri="{FF2B5EF4-FFF2-40B4-BE49-F238E27FC236}">
                <a16:creationId xmlns:a16="http://schemas.microsoft.com/office/drawing/2014/main" id="{A0FBFF50-53F6-470A-A4A2-CE5E2F8A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2500" y="8655866"/>
            <a:ext cx="349405" cy="1723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Filter</a:t>
            </a:r>
          </a:p>
        </p:txBody>
      </p:sp>
      <p:pic>
        <p:nvPicPr>
          <p:cNvPr id="675" name="">
            <a:extLst xmlns:a="http://schemas.openxmlformats.org/drawingml/2006/main">
              <a:ext uri="{FF2B5EF4-FFF2-40B4-BE49-F238E27FC236}">
                <a16:creationId xmlns:a16="http://schemas.microsoft.com/office/drawing/2014/main" id="{2B00EB99-6939-4EED-898C-CA01CE2EF4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ff6680b4b4a7d"/>
          <a:stretch xmlns:a="http://schemas.openxmlformats.org/drawingml/2006/main"/>
        </p:blipFill>
        <p:spPr>
          <a:xfrm xmlns:a="http://schemas.openxmlformats.org/drawingml/2006/main">
            <a:off x="7515038" y="8600501"/>
            <a:ext cx="218327" cy="218327"/>
          </a:xfrm>
          <a:prstGeom xmlns:a="http://schemas.openxmlformats.org/drawingml/2006/main" prst="rect">
            <a:avLst/>
          </a:prstGeom>
        </p:spPr>
      </p:pic>
      <p:sp>
        <p:nvSpPr>
          <p:cNvPr id="676" name="path-588">
            <a:extLst xmlns:a="http://schemas.openxmlformats.org/drawingml/2006/main">
              <a:ext uri="{FF2B5EF4-FFF2-40B4-BE49-F238E27FC236}">
                <a16:creationId xmlns:a16="http://schemas.microsoft.com/office/drawing/2014/main" id="{857794C2-FCDD-4C2D-B63F-7D6AE6B4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973" y="7017743"/>
            <a:ext cx="2198275" cy="3004437"/>
          </a:xfrm>
          <a:custGeom xmlns:a="http://schemas.openxmlformats.org/drawingml/2006/main">
            <a:pathLst>
              <a:path w="4498323" h="6147969">
                <a:moveTo>
                  <a:pt x="0" y="590355"/>
                </a:moveTo>
                <a:cubicBezTo>
                  <a:pt x="0" y="264311"/>
                  <a:pt x="264311" y="0"/>
                  <a:pt x="590358" y="0"/>
                </a:cubicBezTo>
                <a:lnTo>
                  <a:pt x="3907961" y="0"/>
                </a:lnTo>
                <a:cubicBezTo>
                  <a:pt x="4234002" y="0"/>
                  <a:pt x="4498323" y="264311"/>
                  <a:pt x="4498323" y="590355"/>
                </a:cubicBezTo>
                <a:lnTo>
                  <a:pt x="4498323" y="5557611"/>
                </a:lnTo>
                <a:cubicBezTo>
                  <a:pt x="4498323" y="5883657"/>
                  <a:pt x="4234002" y="6147969"/>
                  <a:pt x="3907961" y="6147969"/>
                </a:cubicBezTo>
                <a:lnTo>
                  <a:pt x="590358" y="6147969"/>
                </a:lnTo>
                <a:cubicBezTo>
                  <a:pt x="264311" y="6147969"/>
                  <a:pt x="0" y="5883657"/>
                  <a:pt x="0" y="5557611"/>
                </a:cubicBezTo>
                <a:lnTo>
                  <a:pt x="0" y="59035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7" name="path-589">
            <a:extLst xmlns:a="http://schemas.openxmlformats.org/drawingml/2006/main">
              <a:ext uri="{FF2B5EF4-FFF2-40B4-BE49-F238E27FC236}">
                <a16:creationId xmlns:a16="http://schemas.microsoft.com/office/drawing/2014/main" id="{CF1A6DB6-DF34-4EE8-A224-602A7A32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973" y="7017743"/>
            <a:ext cx="2198273" cy="3004437"/>
          </a:xfrm>
          <a:custGeom xmlns:a="http://schemas.openxmlformats.org/drawingml/2006/main">
            <a:pathLst>
              <a:path w="4498318" h="6147969">
                <a:moveTo>
                  <a:pt x="0" y="590356"/>
                </a:moveTo>
                <a:cubicBezTo>
                  <a:pt x="0" y="264312"/>
                  <a:pt x="264312" y="0"/>
                  <a:pt x="590356" y="0"/>
                </a:cubicBezTo>
                <a:lnTo>
                  <a:pt x="3907962" y="0"/>
                </a:lnTo>
                <a:cubicBezTo>
                  <a:pt x="4234008" y="0"/>
                  <a:pt x="4498318" y="264312"/>
                  <a:pt x="4498318" y="590356"/>
                </a:cubicBezTo>
                <a:lnTo>
                  <a:pt x="4498318" y="5557613"/>
                </a:lnTo>
                <a:cubicBezTo>
                  <a:pt x="4498318" y="5883658"/>
                  <a:pt x="4234008" y="6147969"/>
                  <a:pt x="3907962" y="6147969"/>
                </a:cubicBezTo>
                <a:lnTo>
                  <a:pt x="590356" y="6147969"/>
                </a:lnTo>
                <a:cubicBezTo>
                  <a:pt x="264312" y="6147969"/>
                  <a:pt x="0" y="5883658"/>
                  <a:pt x="0" y="5557613"/>
                </a:cubicBezTo>
                <a:lnTo>
                  <a:pt x="0" y="590356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78" name="path-590">
            <a:extLst xmlns:a="http://schemas.openxmlformats.org/drawingml/2006/main">
              <a:ext uri="{FF2B5EF4-FFF2-40B4-BE49-F238E27FC236}">
                <a16:creationId xmlns:a16="http://schemas.microsoft.com/office/drawing/2014/main" id="{5774AB2C-5D78-4589-BC40-D5D6BFA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819" y="7027159"/>
            <a:ext cx="2112703" cy="2265806"/>
          </a:xfrm>
          <a:custGeom xmlns:a="http://schemas.openxmlformats.org/drawingml/2006/main">
            <a:pathLst>
              <a:path w="4323217" h="4636511">
                <a:moveTo>
                  <a:pt x="0" y="567381"/>
                </a:moveTo>
                <a:cubicBezTo>
                  <a:pt x="0" y="254025"/>
                  <a:pt x="254032" y="0"/>
                  <a:pt x="567384" y="0"/>
                </a:cubicBezTo>
                <a:lnTo>
                  <a:pt x="3755846" y="0"/>
                </a:lnTo>
                <a:cubicBezTo>
                  <a:pt x="4069196" y="0"/>
                  <a:pt x="4323217" y="254025"/>
                  <a:pt x="4323217" y="567381"/>
                </a:cubicBezTo>
                <a:lnTo>
                  <a:pt x="4323217" y="4069132"/>
                </a:lnTo>
                <a:cubicBezTo>
                  <a:pt x="4323217" y="4382487"/>
                  <a:pt x="4069196" y="4636511"/>
                  <a:pt x="3755846" y="4636511"/>
                </a:cubicBezTo>
                <a:lnTo>
                  <a:pt x="567384" y="4636511"/>
                </a:lnTo>
                <a:cubicBezTo>
                  <a:pt x="254032" y="4636511"/>
                  <a:pt x="0" y="4382487"/>
                  <a:pt x="0" y="4069132"/>
                </a:cubicBezTo>
                <a:lnTo>
                  <a:pt x="0" y="567381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9" name="path-591">
            <a:extLst xmlns:a="http://schemas.openxmlformats.org/drawingml/2006/main">
              <a:ext uri="{FF2B5EF4-FFF2-40B4-BE49-F238E27FC236}">
                <a16:creationId xmlns:a16="http://schemas.microsoft.com/office/drawing/2014/main" id="{105E57B0-D1B8-44BE-AEE9-79F74DAE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819" y="7027159"/>
            <a:ext cx="2112702" cy="2265806"/>
          </a:xfrm>
          <a:custGeom xmlns:a="http://schemas.openxmlformats.org/drawingml/2006/main">
            <a:pathLst>
              <a:path w="4323214" h="4636511">
                <a:moveTo>
                  <a:pt x="0" y="567380"/>
                </a:moveTo>
                <a:cubicBezTo>
                  <a:pt x="0" y="254024"/>
                  <a:pt x="254025" y="0"/>
                  <a:pt x="567380" y="0"/>
                </a:cubicBezTo>
                <a:lnTo>
                  <a:pt x="3755835" y="0"/>
                </a:lnTo>
                <a:cubicBezTo>
                  <a:pt x="4069191" y="0"/>
                  <a:pt x="4323214" y="254024"/>
                  <a:pt x="4323214" y="567380"/>
                </a:cubicBezTo>
                <a:lnTo>
                  <a:pt x="4323214" y="4069132"/>
                </a:lnTo>
                <a:cubicBezTo>
                  <a:pt x="4323214" y="4382487"/>
                  <a:pt x="4069191" y="4636511"/>
                  <a:pt x="3755835" y="4636511"/>
                </a:cubicBezTo>
                <a:lnTo>
                  <a:pt x="567380" y="4636511"/>
                </a:lnTo>
                <a:cubicBezTo>
                  <a:pt x="254025" y="4636511"/>
                  <a:pt x="0" y="4382487"/>
                  <a:pt x="0" y="4069132"/>
                </a:cubicBezTo>
                <a:lnTo>
                  <a:pt x="0" y="567380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680" name="text-592 Multi">
            <a:extLst xmlns:a="http://schemas.openxmlformats.org/drawingml/2006/main">
              <a:ext uri="{FF2B5EF4-FFF2-40B4-BE49-F238E27FC236}">
                <a16:creationId xmlns:a16="http://schemas.microsoft.com/office/drawing/2014/main" id="{3927395B-EEEE-4C27-9BD3-0D02F27A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043" y="7092407"/>
            <a:ext cx="320166" cy="172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81" name="text-593 -">
            <a:extLst xmlns:a="http://schemas.openxmlformats.org/drawingml/2006/main">
              <a:ext uri="{FF2B5EF4-FFF2-40B4-BE49-F238E27FC236}">
                <a16:creationId xmlns:a16="http://schemas.microsoft.com/office/drawing/2014/main" id="{0D6FE32E-7CD8-4413-A369-BF5DE18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154" y="7092245"/>
            <a:ext cx="73352" cy="1722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82" name="text-594 Turn">
            <a:extLst xmlns:a="http://schemas.openxmlformats.org/drawingml/2006/main">
              <a:ext uri="{FF2B5EF4-FFF2-40B4-BE49-F238E27FC236}">
                <a16:creationId xmlns:a16="http://schemas.microsoft.com/office/drawing/2014/main" id="{D0548A46-6CB9-49CF-8595-B66074E9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0631" y="7092199"/>
            <a:ext cx="293142" cy="172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</a:t>
            </a:r>
          </a:p>
        </p:txBody>
      </p:sp>
      <p:sp>
        <p:nvSpPr>
          <p:cNvPr id="683" name="text-595 Trajectory">
            <a:extLst xmlns:a="http://schemas.openxmlformats.org/drawingml/2006/main">
              <a:ext uri="{FF2B5EF4-FFF2-40B4-BE49-F238E27FC236}">
                <a16:creationId xmlns:a16="http://schemas.microsoft.com/office/drawing/2014/main" id="{69602D6D-243D-4D61-8CEB-AE1BEB3C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729" y="7092115"/>
            <a:ext cx="653947" cy="172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684" name="text-596 Synthesis">
            <a:extLst xmlns:a="http://schemas.openxmlformats.org/drawingml/2006/main">
              <a:ext uri="{FF2B5EF4-FFF2-40B4-BE49-F238E27FC236}">
                <a16:creationId xmlns:a16="http://schemas.microsoft.com/office/drawing/2014/main" id="{A5727B8B-4C23-4EA1-B055-5E11908C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27172" y="7092260"/>
            <a:ext cx="585965" cy="17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Synthesis</a:t>
            </a:r>
          </a:p>
        </p:txBody>
      </p:sp>
      <p:sp>
        <p:nvSpPr>
          <p:cNvPr id="685" name="text-597 Reject">
            <a:extLst xmlns:a="http://schemas.openxmlformats.org/drawingml/2006/main">
              <a:ext uri="{FF2B5EF4-FFF2-40B4-BE49-F238E27FC236}">
                <a16:creationId xmlns:a16="http://schemas.microsoft.com/office/drawing/2014/main" id="{6BDBDAFF-C6AF-460D-9503-900A135D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33599" y="7072675"/>
            <a:ext cx="405977" cy="172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Reject</a:t>
            </a:r>
          </a:p>
        </p:txBody>
      </p:sp>
      <p:sp>
        <p:nvSpPr>
          <p:cNvPr id="686" name="text-598 Sampling">
            <a:extLst xmlns:a="http://schemas.openxmlformats.org/drawingml/2006/main">
              <a:ext uri="{FF2B5EF4-FFF2-40B4-BE49-F238E27FC236}">
                <a16:creationId xmlns:a16="http://schemas.microsoft.com/office/drawing/2014/main" id="{62227450-1F16-49EC-8B7C-A29B6833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872" y="7072867"/>
            <a:ext cx="529977" cy="172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687" name="text-599 eBay">
            <a:extLst xmlns:a="http://schemas.openxmlformats.org/drawingml/2006/main">
              <a:ext uri="{FF2B5EF4-FFF2-40B4-BE49-F238E27FC236}">
                <a16:creationId xmlns:a16="http://schemas.microsoft.com/office/drawing/2014/main" id="{795883E6-1D85-4A24-9250-6677461E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5669" y="6016115"/>
            <a:ext cx="235720" cy="138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78AE"/>
                </a:solidFill>
                <a:latin typeface="Comic Sans MS"/>
                <a:ea typeface="Comic Sans MS"/>
                <a:cs typeface="Comic Sans MS"/>
              </a:rPr>
              <a:t>eBay</a:t>
            </a:r>
          </a:p>
        </p:txBody>
      </p:sp>
      <p:sp>
        <p:nvSpPr>
          <p:cNvPr id="688" name="text-600 Web">
            <a:extLst xmlns:a="http://schemas.openxmlformats.org/drawingml/2006/main">
              <a:ext uri="{FF2B5EF4-FFF2-40B4-BE49-F238E27FC236}">
                <a16:creationId xmlns:a16="http://schemas.microsoft.com/office/drawing/2014/main" id="{7B8D673D-734D-41B7-95F5-B1E913AD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66458" y="7578658"/>
            <a:ext cx="159018" cy="94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689" name="text-601 Entity">
            <a:extLst xmlns:a="http://schemas.openxmlformats.org/drawingml/2006/main">
              <a:ext uri="{FF2B5EF4-FFF2-40B4-BE49-F238E27FC236}">
                <a16:creationId xmlns:a16="http://schemas.microsoft.com/office/drawing/2014/main" id="{DFB40F07-729D-4895-A54F-953959B7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3185" y="7578567"/>
            <a:ext cx="207150" cy="94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690" name="text-602 Graph">
            <a:extLst xmlns:a="http://schemas.openxmlformats.org/drawingml/2006/main">
              <a:ext uri="{FF2B5EF4-FFF2-40B4-BE49-F238E27FC236}">
                <a16:creationId xmlns:a16="http://schemas.microsoft.com/office/drawing/2014/main" id="{04E70095-82B1-4812-AC08-D1CE17DB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68292" y="7578455"/>
            <a:ext cx="200255" cy="946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691" name="text-603 Dense">
            <a:extLst xmlns:a="http://schemas.openxmlformats.org/drawingml/2006/main">
              <a:ext uri="{FF2B5EF4-FFF2-40B4-BE49-F238E27FC236}">
                <a16:creationId xmlns:a16="http://schemas.microsoft.com/office/drawing/2014/main" id="{E6E0DB83-0195-4713-BC12-2EECAED1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1218" y="7860084"/>
            <a:ext cx="203607" cy="9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Dense</a:t>
            </a:r>
          </a:p>
        </p:txBody>
      </p:sp>
      <p:sp>
        <p:nvSpPr>
          <p:cNvPr id="692" name="text-604 Video">
            <a:extLst xmlns:a="http://schemas.openxmlformats.org/drawingml/2006/main">
              <a:ext uri="{FF2B5EF4-FFF2-40B4-BE49-F238E27FC236}">
                <a16:creationId xmlns:a16="http://schemas.microsoft.com/office/drawing/2014/main" id="{F2C87EDD-6FCF-43A7-A82D-C5E5B030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2508" y="7860091"/>
            <a:ext cx="187556" cy="94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693" name="text-605 Caption">
            <a:extLst xmlns:a="http://schemas.openxmlformats.org/drawingml/2006/main">
              <a:ext uri="{FF2B5EF4-FFF2-40B4-BE49-F238E27FC236}">
                <a16:creationId xmlns:a16="http://schemas.microsoft.com/office/drawing/2014/main" id="{C542D4FA-79C8-4285-A8F7-9A5F4AF2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7662" y="7860264"/>
            <a:ext cx="245034" cy="9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Caption</a:t>
            </a:r>
          </a:p>
        </p:txBody>
      </p:sp>
      <p:sp>
        <p:nvSpPr>
          <p:cNvPr id="694" name="text-606 QA">
            <a:extLst xmlns:a="http://schemas.openxmlformats.org/drawingml/2006/main">
              <a:ext uri="{FF2B5EF4-FFF2-40B4-BE49-F238E27FC236}">
                <a16:creationId xmlns:a16="http://schemas.microsoft.com/office/drawing/2014/main" id="{6BCF16D6-34B3-40B6-82E6-6266C232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2595" y="8125778"/>
            <a:ext cx="120779" cy="9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95" name="text-607 Template">
            <a:extLst xmlns:a="http://schemas.openxmlformats.org/drawingml/2006/main">
              <a:ext uri="{FF2B5EF4-FFF2-40B4-BE49-F238E27FC236}">
                <a16:creationId xmlns:a16="http://schemas.microsoft.com/office/drawing/2014/main" id="{5D3D24D1-1D95-4481-BF0C-CBDAF5A9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0905" y="8125862"/>
            <a:ext cx="305076" cy="94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Template</a:t>
            </a:r>
          </a:p>
        </p:txBody>
      </p:sp>
      <p:pic>
        <p:nvPicPr>
          <p:cNvPr id="696" name="">
            <a:extLst xmlns:a="http://schemas.openxmlformats.org/drawingml/2006/main">
              <a:ext uri="{FF2B5EF4-FFF2-40B4-BE49-F238E27FC236}">
                <a16:creationId xmlns:a16="http://schemas.microsoft.com/office/drawing/2014/main" id="{C883695B-13DF-40C3-A277-0B4289310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d0b2794a5482b"/>
          <a:stretch xmlns:a="http://schemas.openxmlformats.org/drawingml/2006/main"/>
        </p:blipFill>
        <p:spPr>
          <a:xfrm xmlns:a="http://schemas.openxmlformats.org/drawingml/2006/main">
            <a:off x="6083501" y="7517423"/>
            <a:ext cx="172226" cy="172226"/>
          </a:xfrm>
          <a:prstGeom xmlns:a="http://schemas.openxmlformats.org/drawingml/2006/main" prst="rect">
            <a:avLst/>
          </a:prstGeom>
        </p:spPr>
      </p:pic>
      <p:sp>
        <p:nvSpPr>
          <p:cNvPr id="697" name="text-609 VGEG">
            <a:extLst xmlns:a="http://schemas.openxmlformats.org/drawingml/2006/main">
              <a:ext uri="{FF2B5EF4-FFF2-40B4-BE49-F238E27FC236}">
                <a16:creationId xmlns:a16="http://schemas.microsoft.com/office/drawing/2014/main" id="{E8835FEE-AF19-425A-98A8-DD4003C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95429" y="7623702"/>
            <a:ext cx="311831" cy="155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698" name="text-610 QA">
            <a:extLst xmlns:a="http://schemas.openxmlformats.org/drawingml/2006/main">
              <a:ext uri="{FF2B5EF4-FFF2-40B4-BE49-F238E27FC236}">
                <a16:creationId xmlns:a16="http://schemas.microsoft.com/office/drawing/2014/main" id="{D5B73A7B-5ED0-48C3-8875-8AFE4642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1675" y="7921978"/>
            <a:ext cx="197639" cy="15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QA</a:t>
            </a:r>
          </a:p>
        </p:txBody>
      </p:sp>
      <p:sp>
        <p:nvSpPr>
          <p:cNvPr id="699" name="text-611 Pair">
            <a:extLst xmlns:a="http://schemas.openxmlformats.org/drawingml/2006/main">
              <a:ext uri="{FF2B5EF4-FFF2-40B4-BE49-F238E27FC236}">
                <a16:creationId xmlns:a16="http://schemas.microsoft.com/office/drawing/2014/main" id="{E947BDF4-2AC2-47A5-B8B9-EAAE4F77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2195" y="7921890"/>
            <a:ext cx="218281" cy="154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Pair</a:t>
            </a:r>
          </a:p>
        </p:txBody>
      </p:sp>
      <p:sp>
        <p:nvSpPr>
          <p:cNvPr id="700" name="path-612">
            <a:extLst xmlns:a="http://schemas.openxmlformats.org/drawingml/2006/main">
              <a:ext uri="{FF2B5EF4-FFF2-40B4-BE49-F238E27FC236}">
                <a16:creationId xmlns:a16="http://schemas.microsoft.com/office/drawing/2014/main" id="{87DF97F1-2256-41F9-B910-1B9756AF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069" y="7395178"/>
            <a:ext cx="1267736" cy="959772"/>
          </a:xfrm>
          <a:custGeom xmlns:a="http://schemas.openxmlformats.org/drawingml/2006/main">
            <a:pathLst>
              <a:path w="2594164" h="1963978">
                <a:moveTo>
                  <a:pt x="0" y="71410"/>
                </a:moveTo>
                <a:cubicBezTo>
                  <a:pt x="0" y="31972"/>
                  <a:pt x="31972" y="0"/>
                  <a:pt x="71410" y="0"/>
                </a:cubicBezTo>
                <a:lnTo>
                  <a:pt x="2522754" y="0"/>
                </a:lnTo>
                <a:cubicBezTo>
                  <a:pt x="2562192" y="0"/>
                  <a:pt x="2594164" y="31972"/>
                  <a:pt x="2594164" y="71410"/>
                </a:cubicBezTo>
                <a:lnTo>
                  <a:pt x="2594164" y="1892568"/>
                </a:lnTo>
                <a:cubicBezTo>
                  <a:pt x="2594164" y="1932006"/>
                  <a:pt x="2562192" y="1963978"/>
                  <a:pt x="2522754" y="1963978"/>
                </a:cubicBezTo>
                <a:lnTo>
                  <a:pt x="71410" y="1963978"/>
                </a:lnTo>
                <a:cubicBezTo>
                  <a:pt x="31972" y="1963978"/>
                  <a:pt x="0" y="1932006"/>
                  <a:pt x="0" y="1892568"/>
                </a:cubicBezTo>
                <a:lnTo>
                  <a:pt x="0" y="71410"/>
                </a:lnTo>
              </a:path>
            </a:pathLst>
          </a:custGeom>
          <a:noFill xmlns:a="http://schemas.openxmlformats.org/drawingml/2006/main"/>
          <a:ln xmlns:a="http://schemas.openxmlformats.org/drawingml/2006/main" w="8298">
            <a:solidFill>
              <a:srgbClr val="1A56B4"/>
            </a:solidFill>
            <a:prstDash val="dash"/>
          </a:ln>
        </p:spPr>
      </p:sp>
      <p:sp>
        <p:nvSpPr>
          <p:cNvPr id="701" name="path-613">
            <a:extLst xmlns:a="http://schemas.openxmlformats.org/drawingml/2006/main">
              <a:ext uri="{FF2B5EF4-FFF2-40B4-BE49-F238E27FC236}">
                <a16:creationId xmlns:a16="http://schemas.microsoft.com/office/drawing/2014/main" id="{142D57E9-52CB-4975-8D80-508B798A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774" y="7471273"/>
            <a:ext cx="935192" cy="689954"/>
          </a:xfrm>
          <a:custGeom xmlns:a="http://schemas.openxmlformats.org/drawingml/2006/main">
            <a:pathLst>
              <a:path w="1913680" h="1411850">
                <a:moveTo>
                  <a:pt x="0" y="51336"/>
                </a:moveTo>
                <a:cubicBezTo>
                  <a:pt x="0" y="22984"/>
                  <a:pt x="22983" y="0"/>
                  <a:pt x="51335" y="0"/>
                </a:cubicBezTo>
                <a:lnTo>
                  <a:pt x="1862346" y="0"/>
                </a:lnTo>
                <a:cubicBezTo>
                  <a:pt x="1890697" y="0"/>
                  <a:pt x="1913680" y="22984"/>
                  <a:pt x="1913680" y="51336"/>
                </a:cubicBezTo>
                <a:lnTo>
                  <a:pt x="1913680" y="1360514"/>
                </a:lnTo>
                <a:cubicBezTo>
                  <a:pt x="1913680" y="1388866"/>
                  <a:pt x="1890697" y="1411850"/>
                  <a:pt x="1862346" y="1411850"/>
                </a:cubicBezTo>
                <a:lnTo>
                  <a:pt x="51335" y="1411850"/>
                </a:lnTo>
                <a:cubicBezTo>
                  <a:pt x="22983" y="1411850"/>
                  <a:pt x="0" y="1388866"/>
                  <a:pt x="0" y="1360514"/>
                </a:cubicBezTo>
                <a:lnTo>
                  <a:pt x="0" y="51336"/>
                </a:lnTo>
              </a:path>
            </a:pathLst>
          </a:custGeom>
          <a:noFill xmlns:a="http://schemas.openxmlformats.org/drawingml/2006/main"/>
          <a:ln xmlns:a="http://schemas.openxmlformats.org/drawingml/2006/main" w="8298">
            <a:solidFill>
              <a:srgbClr val="1A56B4"/>
            </a:solidFill>
            <a:prstDash val="dash"/>
          </a:ln>
        </p:spPr>
      </p:sp>
      <p:sp>
        <p:nvSpPr>
          <p:cNvPr id="702" name="path-614">
            <a:extLst xmlns:a="http://schemas.openxmlformats.org/drawingml/2006/main">
              <a:ext uri="{FF2B5EF4-FFF2-40B4-BE49-F238E27FC236}">
                <a16:creationId xmlns:a16="http://schemas.microsoft.com/office/drawing/2014/main" id="{F9135C4C-C323-43C5-BFE9-C31B1585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740" y="7810285"/>
            <a:ext cx="239074" cy="23050"/>
          </a:xfrm>
          <a:custGeom xmlns:a="http://schemas.openxmlformats.org/drawingml/2006/main">
            <a:pathLst>
              <a:path w="489217" h="47167">
                <a:moveTo>
                  <a:pt x="0" y="0"/>
                </a:moveTo>
                <a:lnTo>
                  <a:pt x="0" y="18867"/>
                </a:lnTo>
                <a:lnTo>
                  <a:pt x="426328" y="18867"/>
                </a:lnTo>
                <a:lnTo>
                  <a:pt x="426328" y="0"/>
                </a:lnTo>
                <a:close/>
                <a:moveTo>
                  <a:pt x="413750" y="-28299"/>
                </a:moveTo>
                <a:lnTo>
                  <a:pt x="489217" y="9434"/>
                </a:lnTo>
                <a:lnTo>
                  <a:pt x="413750" y="47167"/>
                </a:lnTo>
                <a:lnTo>
                  <a:pt x="413750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3" name="text-615 Evidence">
            <a:extLst xmlns:a="http://schemas.openxmlformats.org/drawingml/2006/main">
              <a:ext uri="{FF2B5EF4-FFF2-40B4-BE49-F238E27FC236}">
                <a16:creationId xmlns:a16="http://schemas.microsoft.com/office/drawing/2014/main" id="{F82FCD57-0218-4C16-9B2A-886428CD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6137" y="7597775"/>
            <a:ext cx="421953" cy="137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704" name="text-616 -">
            <a:extLst xmlns:a="http://schemas.openxmlformats.org/drawingml/2006/main">
              <a:ext uri="{FF2B5EF4-FFF2-40B4-BE49-F238E27FC236}">
                <a16:creationId xmlns:a16="http://schemas.microsoft.com/office/drawing/2014/main" id="{F71EAD67-0AF5-495E-86D8-2736ED22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0276" y="7597857"/>
            <a:ext cx="58665" cy="137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05" name="text-617 Path">
            <a:extLst xmlns:a="http://schemas.openxmlformats.org/drawingml/2006/main">
              <a:ext uri="{FF2B5EF4-FFF2-40B4-BE49-F238E27FC236}">
                <a16:creationId xmlns:a16="http://schemas.microsoft.com/office/drawing/2014/main" id="{B2F7627F-D23E-4F3C-B845-FF99154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0997" y="7597564"/>
            <a:ext cx="222791" cy="138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Path</a:t>
            </a:r>
          </a:p>
        </p:txBody>
      </p:sp>
      <p:sp>
        <p:nvSpPr>
          <p:cNvPr id="706" name="text-618 Verifier">
            <a:extLst xmlns:a="http://schemas.openxmlformats.org/drawingml/2006/main">
              <a:ext uri="{FF2B5EF4-FFF2-40B4-BE49-F238E27FC236}">
                <a16:creationId xmlns:a16="http://schemas.microsoft.com/office/drawing/2014/main" id="{87D7DC02-F746-4182-9E97-B1682EE5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5337" y="7597663"/>
            <a:ext cx="389315" cy="1379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Verifier</a:t>
            </a:r>
          </a:p>
        </p:txBody>
      </p:sp>
      <p:sp>
        <p:nvSpPr>
          <p:cNvPr id="707" name="text-619 Walk">
            <a:extLst xmlns:a="http://schemas.openxmlformats.org/drawingml/2006/main">
              <a:ext uri="{FF2B5EF4-FFF2-40B4-BE49-F238E27FC236}">
                <a16:creationId xmlns:a16="http://schemas.microsoft.com/office/drawing/2014/main" id="{0F84CC18-C8EC-441B-9554-5357699A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3526" y="7714153"/>
            <a:ext cx="250664" cy="138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Walk</a:t>
            </a:r>
          </a:p>
        </p:txBody>
      </p:sp>
      <p:sp>
        <p:nvSpPr>
          <p:cNvPr id="708" name="text-620 Graph">
            <a:extLst xmlns:a="http://schemas.openxmlformats.org/drawingml/2006/main">
              <a:ext uri="{FF2B5EF4-FFF2-40B4-BE49-F238E27FC236}">
                <a16:creationId xmlns:a16="http://schemas.microsoft.com/office/drawing/2014/main" id="{701CB721-826C-4C93-AF07-B3728A7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5525" y="7714131"/>
            <a:ext cx="291982" cy="138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709" name="text-621 VGEG">
            <a:extLst xmlns:a="http://schemas.openxmlformats.org/drawingml/2006/main">
              <a:ext uri="{FF2B5EF4-FFF2-40B4-BE49-F238E27FC236}">
                <a16:creationId xmlns:a16="http://schemas.microsoft.com/office/drawing/2014/main" id="{F525D113-D6AC-4A10-9DF6-6A479D7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8135" y="8214409"/>
            <a:ext cx="276641" cy="1378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710" name="text-622 +">
            <a:extLst xmlns:a="http://schemas.openxmlformats.org/drawingml/2006/main">
              <a:ext uri="{FF2B5EF4-FFF2-40B4-BE49-F238E27FC236}">
                <a16:creationId xmlns:a16="http://schemas.microsoft.com/office/drawing/2014/main" id="{6D645554-841B-4161-9AD0-91A47CBD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3847" y="8214279"/>
            <a:ext cx="64993" cy="137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11" name="text-623 Q">
            <a:extLst xmlns:a="http://schemas.openxmlformats.org/drawingml/2006/main">
              <a:ext uri="{FF2B5EF4-FFF2-40B4-BE49-F238E27FC236}">
                <a16:creationId xmlns:a16="http://schemas.microsoft.com/office/drawing/2014/main" id="{F13BA44B-CF49-4B74-9091-A3A11176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20679" y="8214392"/>
            <a:ext cx="103917" cy="137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712" name="text-624 -">
            <a:extLst xmlns:a="http://schemas.openxmlformats.org/drawingml/2006/main">
              <a:ext uri="{FF2B5EF4-FFF2-40B4-BE49-F238E27FC236}">
                <a16:creationId xmlns:a16="http://schemas.microsoft.com/office/drawing/2014/main" id="{62373F32-DC52-4165-AAEC-EB3ACEE4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5928" y="8214486"/>
            <a:ext cx="58665" cy="137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13" name="text-625 &gt;">
            <a:extLst xmlns:a="http://schemas.openxmlformats.org/drawingml/2006/main">
              <a:ext uri="{FF2B5EF4-FFF2-40B4-BE49-F238E27FC236}">
                <a16:creationId xmlns:a16="http://schemas.microsoft.com/office/drawing/2014/main" id="{B7040CE1-E538-436E-AE69-43F10BA5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6649" y="8214309"/>
            <a:ext cx="55239" cy="137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714" name="text-625 A">
            <a:extLst xmlns:a="http://schemas.openxmlformats.org/drawingml/2006/main">
              <a:ext uri="{FF2B5EF4-FFF2-40B4-BE49-F238E27FC236}">
                <a16:creationId xmlns:a16="http://schemas.microsoft.com/office/drawing/2014/main" id="{E09CA38D-BB43-4245-B034-DF4C5261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3484" y="8214336"/>
            <a:ext cx="89665" cy="1379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715" name="text-626 Q">
            <a:extLst xmlns:a="http://schemas.openxmlformats.org/drawingml/2006/main">
              <a:ext uri="{FF2B5EF4-FFF2-40B4-BE49-F238E27FC236}">
                <a16:creationId xmlns:a16="http://schemas.microsoft.com/office/drawing/2014/main" id="{2A346DC3-DC8C-4D74-83FA-14D16127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1517" y="9687704"/>
            <a:ext cx="116887" cy="154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716" name="text-626 +">
            <a:extLst xmlns:a="http://schemas.openxmlformats.org/drawingml/2006/main">
              <a:ext uri="{FF2B5EF4-FFF2-40B4-BE49-F238E27FC236}">
                <a16:creationId xmlns:a16="http://schemas.microsoft.com/office/drawing/2014/main" id="{E7803961-45D2-4B3B-A2F5-7A88D3C8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1407" y="9687693"/>
            <a:ext cx="73077" cy="1549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+</a:t>
            </a:r>
          </a:p>
        </p:txBody>
      </p:sp>
      <p:sp>
        <p:nvSpPr>
          <p:cNvPr id="717" name="text-626 Visual">
            <a:extLst xmlns:a="http://schemas.openxmlformats.org/drawingml/2006/main">
              <a:ext uri="{FF2B5EF4-FFF2-40B4-BE49-F238E27FC236}">
                <a16:creationId xmlns:a16="http://schemas.microsoft.com/office/drawing/2014/main" id="{9DC28ACC-A421-45DA-9D5C-BBF3540C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7484" y="9687525"/>
            <a:ext cx="321541" cy="155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718" name="text-626 Reference">
            <a:extLst xmlns:a="http://schemas.openxmlformats.org/drawingml/2006/main">
              <a:ext uri="{FF2B5EF4-FFF2-40B4-BE49-F238E27FC236}">
                <a16:creationId xmlns:a16="http://schemas.microsoft.com/office/drawing/2014/main" id="{EF927171-67C1-4A21-89E3-20C18008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1834" y="9687772"/>
            <a:ext cx="555490" cy="15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Reference</a:t>
            </a:r>
          </a:p>
        </p:txBody>
      </p:sp>
      <p:sp>
        <p:nvSpPr>
          <p:cNvPr id="719" name="text-627 -">
            <a:extLst xmlns:a="http://schemas.openxmlformats.org/drawingml/2006/main">
              <a:ext uri="{FF2B5EF4-FFF2-40B4-BE49-F238E27FC236}">
                <a16:creationId xmlns:a16="http://schemas.microsoft.com/office/drawing/2014/main" id="{21E0460B-9083-4922-A786-E104C05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0198" y="9687758"/>
            <a:ext cx="65988" cy="15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720" name="text-628 &gt;">
            <a:extLst xmlns:a="http://schemas.openxmlformats.org/drawingml/2006/main">
              <a:ext uri="{FF2B5EF4-FFF2-40B4-BE49-F238E27FC236}">
                <a16:creationId xmlns:a16="http://schemas.microsoft.com/office/drawing/2014/main" id="{67AFB7DB-03A3-4722-A9F0-A1F57554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297" y="9687722"/>
            <a:ext cx="62105" cy="154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&gt;</a:t>
            </a:r>
          </a:p>
        </p:txBody>
      </p:sp>
      <p:sp>
        <p:nvSpPr>
          <p:cNvPr id="721" name="text-629 Q_f">
            <a:extLst xmlns:a="http://schemas.openxmlformats.org/drawingml/2006/main">
              <a:ext uri="{FF2B5EF4-FFF2-40B4-BE49-F238E27FC236}">
                <a16:creationId xmlns:a16="http://schemas.microsoft.com/office/drawing/2014/main" id="{04B51807-52F2-4F6B-86D7-5EC6CE89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1593" y="9687817"/>
            <a:ext cx="242092" cy="154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Q_f</a:t>
            </a:r>
          </a:p>
        </p:txBody>
      </p:sp>
      <p:pic>
        <p:nvPicPr>
          <p:cNvPr id="722" name="">
            <a:extLst xmlns:a="http://schemas.openxmlformats.org/drawingml/2006/main">
              <a:ext uri="{FF2B5EF4-FFF2-40B4-BE49-F238E27FC236}">
                <a16:creationId xmlns:a16="http://schemas.microsoft.com/office/drawing/2014/main" id="{8A7B84BB-97F0-486C-BEF7-38BDA8E4C8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30d64050b4d14"/>
          <a:stretch xmlns:a="http://schemas.openxmlformats.org/drawingml/2006/main"/>
        </p:blipFill>
        <p:spPr>
          <a:xfrm xmlns:a="http://schemas.openxmlformats.org/drawingml/2006/main">
            <a:off x="7529791" y="8897013"/>
            <a:ext cx="216852" cy="992798"/>
          </a:xfrm>
          <a:prstGeom xmlns:a="http://schemas.openxmlformats.org/drawingml/2006/main" prst="rect">
            <a:avLst/>
          </a:prstGeom>
        </p:spPr>
      </p:pic>
      <p:pic>
        <p:nvPicPr>
          <p:cNvPr id="723" name="">
            <a:extLst xmlns:a="http://schemas.openxmlformats.org/drawingml/2006/main">
              <a:ext uri="{FF2B5EF4-FFF2-40B4-BE49-F238E27FC236}">
                <a16:creationId xmlns:a16="http://schemas.microsoft.com/office/drawing/2014/main" id="{9D1B2644-D1EE-493B-84F3-7A54A3783D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291591dc14544"/>
          <a:stretch xmlns:a="http://schemas.openxmlformats.org/drawingml/2006/main"/>
        </p:blipFill>
        <p:spPr>
          <a:xfrm xmlns:a="http://schemas.openxmlformats.org/drawingml/2006/main">
            <a:off x="4787424" y="7470511"/>
            <a:ext cx="326015" cy="295036"/>
          </a:xfrm>
          <a:prstGeom xmlns:a="http://schemas.openxmlformats.org/drawingml/2006/main" prst="rect">
            <a:avLst/>
          </a:prstGeom>
        </p:spPr>
      </p:pic>
      <p:sp>
        <p:nvSpPr>
          <p:cNvPr id="724" name="path-632">
            <a:extLst xmlns:a="http://schemas.openxmlformats.org/drawingml/2006/main">
              <a:ext uri="{FF2B5EF4-FFF2-40B4-BE49-F238E27FC236}">
                <a16:creationId xmlns:a16="http://schemas.microsoft.com/office/drawing/2014/main" id="{4D558CC2-124E-4579-849D-E0FBAE7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795023"/>
            <a:ext cx="235200" cy="49678"/>
          </a:xfrm>
          <a:custGeom xmlns:a="http://schemas.openxmlformats.org/drawingml/2006/main">
            <a:pathLst>
              <a:path w="481289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20"/>
                  <a:pt x="481289" y="23719"/>
                </a:cubicBezTo>
                <a:lnTo>
                  <a:pt x="481289" y="77936"/>
                </a:lnTo>
                <a:cubicBezTo>
                  <a:pt x="481289" y="91035"/>
                  <a:pt x="470670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EE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5" name="path-633">
            <a:extLst xmlns:a="http://schemas.openxmlformats.org/drawingml/2006/main">
              <a:ext uri="{FF2B5EF4-FFF2-40B4-BE49-F238E27FC236}">
                <a16:creationId xmlns:a16="http://schemas.microsoft.com/office/drawing/2014/main" id="{80870FAA-D9D3-4325-987F-765D0244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795023"/>
            <a:ext cx="235200" cy="49678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1A56B4"/>
            </a:solidFill>
            <a:prstDash val="solid"/>
          </a:ln>
        </p:spPr>
      </p:sp>
      <p:sp>
        <p:nvSpPr>
          <p:cNvPr id="726" name="path-634">
            <a:extLst xmlns:a="http://schemas.openxmlformats.org/drawingml/2006/main">
              <a:ext uri="{FF2B5EF4-FFF2-40B4-BE49-F238E27FC236}">
                <a16:creationId xmlns:a16="http://schemas.microsoft.com/office/drawing/2014/main" id="{BBD7424D-F596-4C86-9A6F-D981CF7B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857904"/>
            <a:ext cx="235200" cy="49678"/>
          </a:xfrm>
          <a:custGeom xmlns:a="http://schemas.openxmlformats.org/drawingml/2006/main">
            <a:pathLst>
              <a:path w="481289" h="101655">
                <a:moveTo>
                  <a:pt x="0" y="23719"/>
                </a:moveTo>
                <a:cubicBezTo>
                  <a:pt x="0" y="10619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19"/>
                  <a:pt x="481289" y="23719"/>
                </a:cubicBezTo>
                <a:lnTo>
                  <a:pt x="481289" y="77937"/>
                </a:lnTo>
                <a:cubicBezTo>
                  <a:pt x="481289" y="91035"/>
                  <a:pt x="470670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7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EEF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7" name="path-635">
            <a:extLst xmlns:a="http://schemas.openxmlformats.org/drawingml/2006/main">
              <a:ext uri="{FF2B5EF4-FFF2-40B4-BE49-F238E27FC236}">
                <a16:creationId xmlns:a16="http://schemas.microsoft.com/office/drawing/2014/main" id="{39C14F69-14F6-4535-B642-94E9AAF0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857904"/>
            <a:ext cx="235200" cy="49678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2F843F"/>
            </a:solidFill>
            <a:prstDash val="solid"/>
          </a:ln>
        </p:spPr>
      </p:sp>
      <p:sp>
        <p:nvSpPr>
          <p:cNvPr id="728" name="path-636">
            <a:extLst xmlns:a="http://schemas.openxmlformats.org/drawingml/2006/main">
              <a:ext uri="{FF2B5EF4-FFF2-40B4-BE49-F238E27FC236}">
                <a16:creationId xmlns:a16="http://schemas.microsoft.com/office/drawing/2014/main" id="{01B76656-98B4-433A-B515-DCAAA64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922165"/>
            <a:ext cx="235200" cy="49677"/>
          </a:xfrm>
          <a:custGeom xmlns:a="http://schemas.openxmlformats.org/drawingml/2006/main">
            <a:pathLst>
              <a:path w="481289" h="101654">
                <a:moveTo>
                  <a:pt x="0" y="23719"/>
                </a:moveTo>
                <a:cubicBezTo>
                  <a:pt x="0" y="10619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19"/>
                  <a:pt x="481289" y="23719"/>
                </a:cubicBezTo>
                <a:lnTo>
                  <a:pt x="481289" y="77936"/>
                </a:lnTo>
                <a:cubicBezTo>
                  <a:pt x="481289" y="91035"/>
                  <a:pt x="470670" y="101654"/>
                  <a:pt x="457569" y="101654"/>
                </a:cubicBezTo>
                <a:lnTo>
                  <a:pt x="23719" y="101654"/>
                </a:lnTo>
                <a:cubicBezTo>
                  <a:pt x="10619" y="101654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FF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9" name="path-637">
            <a:extLst xmlns:a="http://schemas.openxmlformats.org/drawingml/2006/main">
              <a:ext uri="{FF2B5EF4-FFF2-40B4-BE49-F238E27FC236}">
                <a16:creationId xmlns:a16="http://schemas.microsoft.com/office/drawing/2014/main" id="{5671D978-05E1-432F-8E7A-A29722D2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922165"/>
            <a:ext cx="235200" cy="49678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EC432D"/>
            </a:solidFill>
            <a:prstDash val="solid"/>
          </a:ln>
        </p:spPr>
      </p:sp>
      <p:sp>
        <p:nvSpPr>
          <p:cNvPr id="730" name="path-638">
            <a:extLst xmlns:a="http://schemas.openxmlformats.org/drawingml/2006/main">
              <a:ext uri="{FF2B5EF4-FFF2-40B4-BE49-F238E27FC236}">
                <a16:creationId xmlns:a16="http://schemas.microsoft.com/office/drawing/2014/main" id="{EC2F581F-185B-44DF-87EA-193A5655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988265"/>
            <a:ext cx="235200" cy="49678"/>
          </a:xfrm>
          <a:custGeom xmlns:a="http://schemas.openxmlformats.org/drawingml/2006/main">
            <a:pathLst>
              <a:path w="481289" h="101657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70" y="0"/>
                  <a:pt x="481289" y="10620"/>
                  <a:pt x="481289" y="23719"/>
                </a:cubicBezTo>
                <a:lnTo>
                  <a:pt x="481289" y="77937"/>
                </a:lnTo>
                <a:cubicBezTo>
                  <a:pt x="481289" y="91037"/>
                  <a:pt x="470670" y="101657"/>
                  <a:pt x="457569" y="101657"/>
                </a:cubicBezTo>
                <a:lnTo>
                  <a:pt x="23719" y="101657"/>
                </a:lnTo>
                <a:cubicBezTo>
                  <a:pt x="10619" y="101657"/>
                  <a:pt x="0" y="91037"/>
                  <a:pt x="0" y="77937"/>
                </a:cubicBezTo>
                <a:lnTo>
                  <a:pt x="0" y="23719"/>
                </a:lnTo>
              </a:path>
            </a:pathLst>
          </a:custGeom>
          <a:solidFill xmlns:a="http://schemas.openxmlformats.org/drawingml/2006/main">
            <a:srgbClr val="7030A0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1" name="path-639">
            <a:extLst xmlns:a="http://schemas.openxmlformats.org/drawingml/2006/main">
              <a:ext uri="{FF2B5EF4-FFF2-40B4-BE49-F238E27FC236}">
                <a16:creationId xmlns:a16="http://schemas.microsoft.com/office/drawing/2014/main" id="{42067C7C-40CF-4AAE-962D-712FF13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9017" y="7988265"/>
            <a:ext cx="235200" cy="49678"/>
          </a:xfrm>
          <a:custGeom xmlns:a="http://schemas.openxmlformats.org/drawingml/2006/main">
            <a:pathLst>
              <a:path w="481288" h="101655">
                <a:moveTo>
                  <a:pt x="0" y="23719"/>
                </a:moveTo>
                <a:cubicBezTo>
                  <a:pt x="0" y="10620"/>
                  <a:pt x="10619" y="0"/>
                  <a:pt x="23719" y="0"/>
                </a:cubicBezTo>
                <a:lnTo>
                  <a:pt x="457569" y="0"/>
                </a:lnTo>
                <a:cubicBezTo>
                  <a:pt x="470669" y="0"/>
                  <a:pt x="481288" y="10620"/>
                  <a:pt x="481288" y="23719"/>
                </a:cubicBezTo>
                <a:lnTo>
                  <a:pt x="481288" y="77936"/>
                </a:lnTo>
                <a:cubicBezTo>
                  <a:pt x="481288" y="91035"/>
                  <a:pt x="470669" y="101655"/>
                  <a:pt x="457569" y="101655"/>
                </a:cubicBezTo>
                <a:lnTo>
                  <a:pt x="23719" y="101655"/>
                </a:lnTo>
                <a:cubicBezTo>
                  <a:pt x="10619" y="101655"/>
                  <a:pt x="0" y="91035"/>
                  <a:pt x="0" y="77936"/>
                </a:cubicBezTo>
                <a:lnTo>
                  <a:pt x="0" y="23719"/>
                </a:lnTo>
              </a:path>
            </a:pathLst>
          </a:custGeom>
          <a:noFill xmlns:a="http://schemas.openxmlformats.org/drawingml/2006/main"/>
          <a:ln xmlns:a="http://schemas.openxmlformats.org/drawingml/2006/main" w="6454">
            <a:solidFill>
              <a:srgbClr val="683AA8"/>
            </a:solidFill>
            <a:prstDash val="solid"/>
          </a:ln>
        </p:spPr>
      </p:sp>
      <p:pic>
        <p:nvPicPr>
          <p:cNvPr id="732" name="">
            <a:extLst xmlns:a="http://schemas.openxmlformats.org/drawingml/2006/main">
              <a:ext uri="{FF2B5EF4-FFF2-40B4-BE49-F238E27FC236}">
                <a16:creationId xmlns:a16="http://schemas.microsoft.com/office/drawing/2014/main" id="{4F793339-3239-4B83-A39E-4EFD36E29D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08133938b4bf5"/>
          <a:stretch xmlns:a="http://schemas.openxmlformats.org/drawingml/2006/main"/>
        </p:blipFill>
        <p:spPr>
          <a:xfrm xmlns:a="http://schemas.openxmlformats.org/drawingml/2006/main">
            <a:off x="4849992" y="8071338"/>
            <a:ext cx="242047" cy="242047"/>
          </a:xfrm>
          <a:prstGeom xmlns:a="http://schemas.openxmlformats.org/drawingml/2006/main" prst="rect">
            <a:avLst/>
          </a:prstGeom>
        </p:spPr>
      </p:pic>
      <p:sp>
        <p:nvSpPr>
          <p:cNvPr id="733" name="text-641 Candidate">
            <a:extLst xmlns:a="http://schemas.openxmlformats.org/drawingml/2006/main">
              <a:ext uri="{FF2B5EF4-FFF2-40B4-BE49-F238E27FC236}">
                <a16:creationId xmlns:a16="http://schemas.microsoft.com/office/drawing/2014/main" id="{7BB98EBB-34BD-4847-BB30-EA1E0537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20296" y="5788536"/>
            <a:ext cx="532491" cy="1552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Candidate</a:t>
            </a:r>
          </a:p>
        </p:txBody>
      </p:sp>
      <p:sp>
        <p:nvSpPr>
          <p:cNvPr id="734" name="text-642 Entity">
            <a:extLst xmlns:a="http://schemas.openxmlformats.org/drawingml/2006/main">
              <a:ext uri="{FF2B5EF4-FFF2-40B4-BE49-F238E27FC236}">
                <a16:creationId xmlns:a16="http://schemas.microsoft.com/office/drawing/2014/main" id="{11928223-88B0-4665-84B3-CB89EE8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5807" y="5788828"/>
            <a:ext cx="339491" cy="154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735" name="text-643 Pool">
            <a:extLst xmlns:a="http://schemas.openxmlformats.org/drawingml/2006/main">
              <a:ext uri="{FF2B5EF4-FFF2-40B4-BE49-F238E27FC236}">
                <a16:creationId xmlns:a16="http://schemas.microsoft.com/office/drawing/2014/main" id="{5E4F1757-2C15-496D-973B-8430D7E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8469" y="5788477"/>
            <a:ext cx="224691" cy="155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Pool</a:t>
            </a:r>
          </a:p>
        </p:txBody>
      </p:sp>
      <p:sp>
        <p:nvSpPr>
          <p:cNvPr id="736" name="text-644 Expand">
            <a:extLst xmlns:a="http://schemas.openxmlformats.org/drawingml/2006/main">
              <a:ext uri="{FF2B5EF4-FFF2-40B4-BE49-F238E27FC236}">
                <a16:creationId xmlns:a16="http://schemas.microsoft.com/office/drawing/2014/main" id="{0691C7BC-E39F-4EEA-AF9B-7F7AD5CC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9999" y="5884633"/>
            <a:ext cx="393010" cy="15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Expand</a:t>
            </a:r>
          </a:p>
        </p:txBody>
      </p:sp>
      <p:sp>
        <p:nvSpPr>
          <p:cNvPr id="737" name="text-645 Entity">
            <a:extLst xmlns:a="http://schemas.openxmlformats.org/drawingml/2006/main">
              <a:ext uri="{FF2B5EF4-FFF2-40B4-BE49-F238E27FC236}">
                <a16:creationId xmlns:a16="http://schemas.microsoft.com/office/drawing/2014/main" id="{101CBC20-CEF4-49E5-BF24-20EFFF7E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16448" y="5884714"/>
            <a:ext cx="339491" cy="154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738" name="text-646 Pipeline">
            <a:extLst xmlns:a="http://schemas.openxmlformats.org/drawingml/2006/main">
              <a:ext uri="{FF2B5EF4-FFF2-40B4-BE49-F238E27FC236}">
                <a16:creationId xmlns:a16="http://schemas.microsoft.com/office/drawing/2014/main" id="{EB17BC1C-E06F-4762-96B2-C7E7446E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9109" y="5884909"/>
            <a:ext cx="407050" cy="154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Pipeline</a:t>
            </a:r>
          </a:p>
        </p:txBody>
      </p:sp>
      <p:sp>
        <p:nvSpPr>
          <p:cNvPr id="739" name="text-647 Objects">
            <a:extLst xmlns:a="http://schemas.openxmlformats.org/drawingml/2006/main">
              <a:ext uri="{FF2B5EF4-FFF2-40B4-BE49-F238E27FC236}">
                <a16:creationId xmlns:a16="http://schemas.microsoft.com/office/drawing/2014/main" id="{AC835C99-EFDF-47C3-A5B7-E3339BB3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6746" y="4048047"/>
            <a:ext cx="441834" cy="154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Objects</a:t>
            </a:r>
          </a:p>
        </p:txBody>
      </p:sp>
      <p:sp>
        <p:nvSpPr>
          <p:cNvPr id="740" name="text-648 Web">
            <a:extLst xmlns:a="http://schemas.openxmlformats.org/drawingml/2006/main">
              <a:ext uri="{FF2B5EF4-FFF2-40B4-BE49-F238E27FC236}">
                <a16:creationId xmlns:a16="http://schemas.microsoft.com/office/drawing/2014/main" id="{FFFE0379-F47B-4558-AC26-C1216E31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99897" y="4021336"/>
            <a:ext cx="261548" cy="155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741" name="text-649 Entity">
            <a:extLst xmlns:a="http://schemas.openxmlformats.org/drawingml/2006/main">
              <a:ext uri="{FF2B5EF4-FFF2-40B4-BE49-F238E27FC236}">
                <a16:creationId xmlns:a16="http://schemas.microsoft.com/office/drawing/2014/main" id="{72AB313B-62D4-45D8-8C97-9F54A8AC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74189" y="4021558"/>
            <a:ext cx="339491" cy="154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sp>
        <p:nvSpPr>
          <p:cNvPr id="742" name="text-650 Graph">
            <a:extLst xmlns:a="http://schemas.openxmlformats.org/drawingml/2006/main">
              <a:ext uri="{FF2B5EF4-FFF2-40B4-BE49-F238E27FC236}">
                <a16:creationId xmlns:a16="http://schemas.microsoft.com/office/drawing/2014/main" id="{419C73EE-D831-4A11-8C97-E06B10D3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6850" y="4021389"/>
            <a:ext cx="328184" cy="1550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Graph</a:t>
            </a:r>
          </a:p>
        </p:txBody>
      </p:sp>
      <p:sp>
        <p:nvSpPr>
          <p:cNvPr id="743" name="path-651">
            <a:extLst xmlns:a="http://schemas.openxmlformats.org/drawingml/2006/main">
              <a:ext uri="{FF2B5EF4-FFF2-40B4-BE49-F238E27FC236}">
                <a16:creationId xmlns:a16="http://schemas.microsoft.com/office/drawing/2014/main" id="{C2367247-DC4D-4FEB-B5C8-374237EE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0281" y="7297820"/>
            <a:ext cx="2083474" cy="191"/>
          </a:xfrm>
          <a:custGeom xmlns:a="http://schemas.openxmlformats.org/drawingml/2006/main">
            <a:pathLst>
              <a:path w="4263405" h="191">
                <a:moveTo>
                  <a:pt x="0" y="0"/>
                </a:moveTo>
                <a:lnTo>
                  <a:pt x="4263405" y="1"/>
                </a:lnTo>
              </a:path>
            </a:pathLst>
          </a:custGeom>
          <a:noFill xmlns:a="http://schemas.openxmlformats.org/drawingml/2006/main"/>
          <a:ln xmlns:a="http://schemas.openxmlformats.org/drawingml/2006/main" w="6147">
            <a:solidFill>
              <a:srgbClr val="1F5FC0"/>
            </a:solidFill>
            <a:prstDash val="solid"/>
          </a:ln>
        </p:spPr>
      </p:sp>
      <p:sp>
        <p:nvSpPr>
          <p:cNvPr id="744" name="text-652 Expert">
            <a:extLst xmlns:a="http://schemas.openxmlformats.org/drawingml/2006/main">
              <a:ext uri="{FF2B5EF4-FFF2-40B4-BE49-F238E27FC236}">
                <a16:creationId xmlns:a16="http://schemas.microsoft.com/office/drawing/2014/main" id="{0C7A7B42-6E26-4F40-B2CD-43AF28D4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8040" y="7417594"/>
            <a:ext cx="338428" cy="138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745" name="text-653 Expert">
            <a:extLst xmlns:a="http://schemas.openxmlformats.org/drawingml/2006/main">
              <a:ext uri="{FF2B5EF4-FFF2-40B4-BE49-F238E27FC236}">
                <a16:creationId xmlns:a16="http://schemas.microsoft.com/office/drawing/2014/main" id="{5E8EEE03-5232-4863-A7A9-1E309283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8040" y="7417594"/>
            <a:ext cx="338428" cy="138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746" name="text-654 Model:">
            <a:extLst xmlns:a="http://schemas.openxmlformats.org/drawingml/2006/main">
              <a:ext uri="{FF2B5EF4-FFF2-40B4-BE49-F238E27FC236}">
                <a16:creationId xmlns:a16="http://schemas.microsoft.com/office/drawing/2014/main" id="{C1F92B63-4FE1-4793-9AAC-EF0107B3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7628" y="7418076"/>
            <a:ext cx="323731" cy="13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Model:</a:t>
            </a:r>
          </a:p>
        </p:txBody>
      </p:sp>
      <p:sp>
        <p:nvSpPr>
          <p:cNvPr id="747" name="text-655 Model:">
            <a:extLst xmlns:a="http://schemas.openxmlformats.org/drawingml/2006/main">
              <a:ext uri="{FF2B5EF4-FFF2-40B4-BE49-F238E27FC236}">
                <a16:creationId xmlns:a16="http://schemas.microsoft.com/office/drawing/2014/main" id="{C52AF99E-B186-4E36-B18C-28BA7C50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57628" y="7418076"/>
            <a:ext cx="323731" cy="137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Model:</a:t>
            </a:r>
          </a:p>
        </p:txBody>
      </p:sp>
      <p:sp>
        <p:nvSpPr>
          <p:cNvPr id="748" name="text-657 Seed">
            <a:extLst xmlns:a="http://schemas.openxmlformats.org/drawingml/2006/main">
              <a:ext uri="{FF2B5EF4-FFF2-40B4-BE49-F238E27FC236}">
                <a16:creationId xmlns:a16="http://schemas.microsoft.com/office/drawing/2014/main" id="{B53FC2EE-CE24-42F7-BECF-3F3A422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2615" y="7419227"/>
            <a:ext cx="251525" cy="137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Seed</a:t>
            </a:r>
          </a:p>
        </p:txBody>
      </p:sp>
      <p:sp>
        <p:nvSpPr>
          <p:cNvPr id="749" name="text-657 2.0">
            <a:extLst xmlns:a="http://schemas.openxmlformats.org/drawingml/2006/main">
              <a:ext uri="{FF2B5EF4-FFF2-40B4-BE49-F238E27FC236}">
                <a16:creationId xmlns:a16="http://schemas.microsoft.com/office/drawing/2014/main" id="{983A9ECA-64C2-4D1C-8C25-97FDC76A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5542" y="7419258"/>
            <a:ext cx="162286" cy="13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2.0</a:t>
            </a:r>
          </a:p>
        </p:txBody>
      </p:sp>
      <p:sp>
        <p:nvSpPr>
          <p:cNvPr id="750" name="text-657 Pro">
            <a:extLst xmlns:a="http://schemas.openxmlformats.org/drawingml/2006/main">
              <a:ext uri="{FF2B5EF4-FFF2-40B4-BE49-F238E27FC236}">
                <a16:creationId xmlns:a16="http://schemas.microsoft.com/office/drawing/2014/main" id="{CBF7A7C2-EA01-4F74-AB44-C242B92E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9240" y="7418851"/>
            <a:ext cx="168606" cy="138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</a:t>
            </a:r>
          </a:p>
        </p:txBody>
      </p:sp>
      <p:sp>
        <p:nvSpPr>
          <p:cNvPr id="751" name="text-658 Interact">
            <a:extLst xmlns:a="http://schemas.openxmlformats.org/drawingml/2006/main">
              <a:ext uri="{FF2B5EF4-FFF2-40B4-BE49-F238E27FC236}">
                <a16:creationId xmlns:a16="http://schemas.microsoft.com/office/drawing/2014/main" id="{9053992B-6590-499E-A092-B7A2F8B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0898" y="7659542"/>
            <a:ext cx="418295" cy="138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Interact</a:t>
            </a:r>
          </a:p>
        </p:txBody>
      </p:sp>
      <p:sp>
        <p:nvSpPr>
          <p:cNvPr id="752" name="text-658 with">
            <a:extLst xmlns:a="http://schemas.openxmlformats.org/drawingml/2006/main">
              <a:ext uri="{FF2B5EF4-FFF2-40B4-BE49-F238E27FC236}">
                <a16:creationId xmlns:a16="http://schemas.microsoft.com/office/drawing/2014/main" id="{223C807A-45B9-4A1C-9BD4-6F42CC4E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0402" y="7659603"/>
            <a:ext cx="215932" cy="13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753" name="text-658 real">
            <a:extLst xmlns:a="http://schemas.openxmlformats.org/drawingml/2006/main">
              <a:ext uri="{FF2B5EF4-FFF2-40B4-BE49-F238E27FC236}">
                <a16:creationId xmlns:a16="http://schemas.microsoft.com/office/drawing/2014/main" id="{4F625E5F-5036-473E-8F53-E1211CA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37836" y="7659353"/>
            <a:ext cx="196858" cy="138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real</a:t>
            </a:r>
          </a:p>
        </p:txBody>
      </p:sp>
      <p:sp>
        <p:nvSpPr>
          <p:cNvPr id="754" name="text-658 Environment">
            <a:extLst xmlns:a="http://schemas.openxmlformats.org/drawingml/2006/main">
              <a:ext uri="{FF2B5EF4-FFF2-40B4-BE49-F238E27FC236}">
                <a16:creationId xmlns:a16="http://schemas.microsoft.com/office/drawing/2014/main" id="{7AD70CD1-D504-4A54-A495-0F5E7346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6054" y="7659771"/>
            <a:ext cx="584201" cy="137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Environment</a:t>
            </a:r>
          </a:p>
        </p:txBody>
      </p:sp>
      <p:sp>
        <p:nvSpPr>
          <p:cNvPr id="755" name="path-659">
            <a:extLst xmlns:a="http://schemas.openxmlformats.org/drawingml/2006/main">
              <a:ext uri="{FF2B5EF4-FFF2-40B4-BE49-F238E27FC236}">
                <a16:creationId xmlns:a16="http://schemas.microsoft.com/office/drawing/2014/main" id="{6D32A9A3-F6B2-4FA2-A30C-C0541EF1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18" y="7692625"/>
            <a:ext cx="56760" cy="65548"/>
          </a:xfrm>
          <a:custGeom xmlns:a="http://schemas.openxmlformats.org/drawingml/2006/main">
            <a:pathLst>
              <a:path w="116148" h="134130">
                <a:moveTo>
                  <a:pt x="116148" y="0"/>
                </a:moveTo>
                <a:lnTo>
                  <a:pt x="109368" y="30167"/>
                </a:lnTo>
                <a:lnTo>
                  <a:pt x="99934" y="30167"/>
                </a:lnTo>
                <a:cubicBezTo>
                  <a:pt x="99672" y="24468"/>
                  <a:pt x="99181" y="20177"/>
                  <a:pt x="98460" y="17294"/>
                </a:cubicBezTo>
                <a:cubicBezTo>
                  <a:pt x="97740" y="14412"/>
                  <a:pt x="96872" y="12430"/>
                  <a:pt x="95856" y="11349"/>
                </a:cubicBezTo>
                <a:cubicBezTo>
                  <a:pt x="94841" y="10269"/>
                  <a:pt x="93629" y="9548"/>
                  <a:pt x="92221" y="9188"/>
                </a:cubicBezTo>
                <a:cubicBezTo>
                  <a:pt x="90812" y="8827"/>
                  <a:pt x="88798" y="8647"/>
                  <a:pt x="86177" y="8647"/>
                </a:cubicBezTo>
                <a:lnTo>
                  <a:pt x="54143" y="8647"/>
                </a:lnTo>
                <a:lnTo>
                  <a:pt x="42941" y="60137"/>
                </a:lnTo>
                <a:lnTo>
                  <a:pt x="61710" y="60137"/>
                </a:lnTo>
                <a:cubicBezTo>
                  <a:pt x="66361" y="60137"/>
                  <a:pt x="69915" y="59040"/>
                  <a:pt x="72371" y="56846"/>
                </a:cubicBezTo>
                <a:cubicBezTo>
                  <a:pt x="74828" y="54651"/>
                  <a:pt x="77301" y="51032"/>
                  <a:pt x="79790" y="45987"/>
                </a:cubicBezTo>
                <a:lnTo>
                  <a:pt x="88732" y="45987"/>
                </a:lnTo>
                <a:lnTo>
                  <a:pt x="79888" y="83721"/>
                </a:lnTo>
                <a:lnTo>
                  <a:pt x="71536" y="83721"/>
                </a:lnTo>
                <a:cubicBezTo>
                  <a:pt x="71536" y="78480"/>
                  <a:pt x="71208" y="74926"/>
                  <a:pt x="70553" y="73059"/>
                </a:cubicBezTo>
                <a:cubicBezTo>
                  <a:pt x="69898" y="71192"/>
                  <a:pt x="68932" y="70013"/>
                  <a:pt x="67655" y="69522"/>
                </a:cubicBezTo>
                <a:cubicBezTo>
                  <a:pt x="66377" y="69030"/>
                  <a:pt x="64068" y="68785"/>
                  <a:pt x="60727" y="68785"/>
                </a:cubicBezTo>
                <a:lnTo>
                  <a:pt x="41074" y="68785"/>
                </a:lnTo>
                <a:lnTo>
                  <a:pt x="28496" y="125483"/>
                </a:lnTo>
                <a:lnTo>
                  <a:pt x="57583" y="125483"/>
                </a:lnTo>
                <a:cubicBezTo>
                  <a:pt x="61448" y="125483"/>
                  <a:pt x="64510" y="125090"/>
                  <a:pt x="66770" y="124304"/>
                </a:cubicBezTo>
                <a:cubicBezTo>
                  <a:pt x="69030" y="123518"/>
                  <a:pt x="71159" y="122240"/>
                  <a:pt x="73157" y="120471"/>
                </a:cubicBezTo>
                <a:cubicBezTo>
                  <a:pt x="75155" y="118703"/>
                  <a:pt x="77153" y="116230"/>
                  <a:pt x="79151" y="113052"/>
                </a:cubicBezTo>
                <a:cubicBezTo>
                  <a:pt x="81149" y="109875"/>
                  <a:pt x="83524" y="105568"/>
                  <a:pt x="86276" y="100131"/>
                </a:cubicBezTo>
                <a:lnTo>
                  <a:pt x="95807" y="100131"/>
                </a:lnTo>
                <a:lnTo>
                  <a:pt x="87160" y="134130"/>
                </a:lnTo>
                <a:lnTo>
                  <a:pt x="0" y="134130"/>
                </a:lnTo>
                <a:lnTo>
                  <a:pt x="1081" y="129315"/>
                </a:lnTo>
                <a:cubicBezTo>
                  <a:pt x="3570" y="128922"/>
                  <a:pt x="5437" y="128283"/>
                  <a:pt x="6682" y="127399"/>
                </a:cubicBezTo>
                <a:cubicBezTo>
                  <a:pt x="7927" y="126515"/>
                  <a:pt x="8975" y="125286"/>
                  <a:pt x="9826" y="123714"/>
                </a:cubicBezTo>
                <a:cubicBezTo>
                  <a:pt x="10678" y="122142"/>
                  <a:pt x="11464" y="120226"/>
                  <a:pt x="12185" y="117966"/>
                </a:cubicBezTo>
                <a:cubicBezTo>
                  <a:pt x="12905" y="115706"/>
                  <a:pt x="13986" y="111333"/>
                  <a:pt x="15427" y="104847"/>
                </a:cubicBezTo>
                <a:lnTo>
                  <a:pt x="32132" y="29184"/>
                </a:lnTo>
                <a:cubicBezTo>
                  <a:pt x="33573" y="22633"/>
                  <a:pt x="34294" y="17360"/>
                  <a:pt x="34294" y="13364"/>
                </a:cubicBezTo>
                <a:cubicBezTo>
                  <a:pt x="34294" y="10285"/>
                  <a:pt x="33524" y="8140"/>
                  <a:pt x="31985" y="6928"/>
                </a:cubicBezTo>
                <a:cubicBezTo>
                  <a:pt x="30445" y="5716"/>
                  <a:pt x="28005" y="5011"/>
                  <a:pt x="24664" y="4815"/>
                </a:cubicBezTo>
                <a:lnTo>
                  <a:pt x="25745" y="0"/>
                </a:lnTo>
                <a:lnTo>
                  <a:pt x="11614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6" name="text-660 via">
            <a:extLst xmlns:a="http://schemas.openxmlformats.org/drawingml/2006/main">
              <a:ext uri="{FF2B5EF4-FFF2-40B4-BE49-F238E27FC236}">
                <a16:creationId xmlns:a16="http://schemas.microsoft.com/office/drawing/2014/main" id="{5F5998EA-BA5E-4662-90E0-DD5E2AED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4009" y="7776289"/>
            <a:ext cx="143355" cy="137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via</a:t>
            </a:r>
          </a:p>
        </p:txBody>
      </p:sp>
      <p:sp>
        <p:nvSpPr>
          <p:cNvPr id="757" name="text-660 tool">
            <a:extLst xmlns:a="http://schemas.openxmlformats.org/drawingml/2006/main">
              <a:ext uri="{FF2B5EF4-FFF2-40B4-BE49-F238E27FC236}">
                <a16:creationId xmlns:a16="http://schemas.microsoft.com/office/drawing/2014/main" id="{65D8090D-F804-4CC5-BA21-FF695A66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89160" y="7776670"/>
            <a:ext cx="193600" cy="137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758" name="text-660 set">
            <a:extLst xmlns:a="http://schemas.openxmlformats.org/drawingml/2006/main">
              <a:ext uri="{FF2B5EF4-FFF2-40B4-BE49-F238E27FC236}">
                <a16:creationId xmlns:a16="http://schemas.microsoft.com/office/drawing/2014/main" id="{20B79944-98F6-4EBE-B489-DC17D851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4210" y="7776440"/>
            <a:ext cx="165501" cy="137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set</a:t>
            </a:r>
          </a:p>
        </p:txBody>
      </p:sp>
      <p:sp>
        <p:nvSpPr>
          <p:cNvPr id="759" name="path-661">
            <a:extLst xmlns:a="http://schemas.openxmlformats.org/drawingml/2006/main">
              <a:ext uri="{FF2B5EF4-FFF2-40B4-BE49-F238E27FC236}">
                <a16:creationId xmlns:a16="http://schemas.microsoft.com/office/drawing/2014/main" id="{DE6E4BB0-1A10-497E-95C7-6480D2BC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428" y="7809164"/>
            <a:ext cx="53735" cy="65548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0" name="path-662">
            <a:extLst xmlns:a="http://schemas.openxmlformats.org/drawingml/2006/main">
              <a:ext uri="{FF2B5EF4-FFF2-40B4-BE49-F238E27FC236}">
                <a16:creationId xmlns:a16="http://schemas.microsoft.com/office/drawing/2014/main" id="{AA30C1FB-CE63-41B5-B0A5-1F94D9A0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87" y="7833462"/>
            <a:ext cx="61178" cy="26315"/>
          </a:xfrm>
          <a:custGeom xmlns:a="http://schemas.openxmlformats.org/drawingml/2006/main">
            <a:pathLst>
              <a:path w="125188" h="53849">
                <a:moveTo>
                  <a:pt x="0" y="13069"/>
                </a:moveTo>
                <a:lnTo>
                  <a:pt x="0" y="0"/>
                </a:lnTo>
                <a:lnTo>
                  <a:pt x="121061" y="0"/>
                </a:lnTo>
                <a:lnTo>
                  <a:pt x="121061" y="13069"/>
                </a:lnTo>
                <a:lnTo>
                  <a:pt x="0" y="13069"/>
                </a:lnTo>
                <a:moveTo>
                  <a:pt x="0" y="53849"/>
                </a:moveTo>
                <a:lnTo>
                  <a:pt x="0" y="40779"/>
                </a:lnTo>
                <a:lnTo>
                  <a:pt x="121061" y="40779"/>
                </a:lnTo>
                <a:lnTo>
                  <a:pt x="121061" y="53849"/>
                </a:lnTo>
                <a:lnTo>
                  <a:pt x="0" y="53849"/>
                </a:lnTo>
                <a:moveTo>
                  <a:pt x="125188" y="26924"/>
                </a:moveTo>
                <a:lnTo>
                  <a:pt x="125188" y="269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1" name="path-663">
            <a:extLst xmlns:a="http://schemas.openxmlformats.org/drawingml/2006/main">
              <a:ext uri="{FF2B5EF4-FFF2-40B4-BE49-F238E27FC236}">
                <a16:creationId xmlns:a16="http://schemas.microsoft.com/office/drawing/2014/main" id="{56CD0440-3ACE-4D1D-A8B8-D3F889DC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374" y="7809164"/>
            <a:ext cx="53735" cy="65548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2" name="path-664">
            <a:extLst xmlns:a="http://schemas.openxmlformats.org/drawingml/2006/main">
              <a:ext uri="{FF2B5EF4-FFF2-40B4-BE49-F238E27FC236}">
                <a16:creationId xmlns:a16="http://schemas.microsoft.com/office/drawing/2014/main" id="{929EB045-1DCB-4D8A-88A3-66B0D52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51" y="7858592"/>
            <a:ext cx="36267" cy="36772"/>
          </a:xfrm>
          <a:custGeom xmlns:a="http://schemas.openxmlformats.org/drawingml/2006/main">
            <a:pathLst>
              <a:path w="74214" h="75245">
                <a:moveTo>
                  <a:pt x="20414" y="27194"/>
                </a:moveTo>
                <a:cubicBezTo>
                  <a:pt x="21102" y="24345"/>
                  <a:pt x="21581" y="21987"/>
                  <a:pt x="21851" y="20120"/>
                </a:cubicBezTo>
                <a:cubicBezTo>
                  <a:pt x="22122" y="18252"/>
                  <a:pt x="22257" y="16680"/>
                  <a:pt x="22257" y="15403"/>
                </a:cubicBezTo>
                <a:cubicBezTo>
                  <a:pt x="22257" y="11816"/>
                  <a:pt x="20807" y="10023"/>
                  <a:pt x="17909" y="10023"/>
                </a:cubicBezTo>
                <a:cubicBezTo>
                  <a:pt x="16975" y="10023"/>
                  <a:pt x="16054" y="10207"/>
                  <a:pt x="15145" y="10576"/>
                </a:cubicBezTo>
                <a:cubicBezTo>
                  <a:pt x="14236" y="10944"/>
                  <a:pt x="13290" y="11497"/>
                  <a:pt x="12308" y="12234"/>
                </a:cubicBezTo>
                <a:cubicBezTo>
                  <a:pt x="11325" y="12971"/>
                  <a:pt x="10244" y="13904"/>
                  <a:pt x="9065" y="15034"/>
                </a:cubicBezTo>
                <a:cubicBezTo>
                  <a:pt x="7886" y="16164"/>
                  <a:pt x="6559" y="17491"/>
                  <a:pt x="5085" y="19014"/>
                </a:cubicBezTo>
                <a:lnTo>
                  <a:pt x="0" y="14224"/>
                </a:lnTo>
                <a:cubicBezTo>
                  <a:pt x="2457" y="11718"/>
                  <a:pt x="4704" y="9568"/>
                  <a:pt x="6743" y="7775"/>
                </a:cubicBezTo>
                <a:cubicBezTo>
                  <a:pt x="8782" y="5982"/>
                  <a:pt x="10735" y="4508"/>
                  <a:pt x="12602" y="3353"/>
                </a:cubicBezTo>
                <a:cubicBezTo>
                  <a:pt x="14469" y="2199"/>
                  <a:pt x="16312" y="1351"/>
                  <a:pt x="18130" y="811"/>
                </a:cubicBezTo>
                <a:cubicBezTo>
                  <a:pt x="19948" y="270"/>
                  <a:pt x="21839" y="0"/>
                  <a:pt x="23804" y="0"/>
                </a:cubicBezTo>
                <a:cubicBezTo>
                  <a:pt x="27440" y="0"/>
                  <a:pt x="30253" y="1191"/>
                  <a:pt x="32243" y="3574"/>
                </a:cubicBezTo>
                <a:cubicBezTo>
                  <a:pt x="34233" y="5957"/>
                  <a:pt x="35228" y="9089"/>
                  <a:pt x="35228" y="12971"/>
                </a:cubicBezTo>
                <a:cubicBezTo>
                  <a:pt x="35228" y="15182"/>
                  <a:pt x="34884" y="17147"/>
                  <a:pt x="34196" y="18867"/>
                </a:cubicBezTo>
                <a:lnTo>
                  <a:pt x="35228" y="19309"/>
                </a:lnTo>
                <a:cubicBezTo>
                  <a:pt x="40190" y="12676"/>
                  <a:pt x="45017" y="7800"/>
                  <a:pt x="49709" y="4680"/>
                </a:cubicBezTo>
                <a:cubicBezTo>
                  <a:pt x="54401" y="1560"/>
                  <a:pt x="59228" y="0"/>
                  <a:pt x="64191" y="0"/>
                </a:cubicBezTo>
                <a:cubicBezTo>
                  <a:pt x="66058" y="0"/>
                  <a:pt x="67814" y="98"/>
                  <a:pt x="69460" y="295"/>
                </a:cubicBezTo>
                <a:cubicBezTo>
                  <a:pt x="71106" y="491"/>
                  <a:pt x="72691" y="737"/>
                  <a:pt x="74214" y="1032"/>
                </a:cubicBezTo>
                <a:lnTo>
                  <a:pt x="70455" y="18867"/>
                </a:lnTo>
                <a:lnTo>
                  <a:pt x="61906" y="18867"/>
                </a:lnTo>
                <a:cubicBezTo>
                  <a:pt x="61661" y="15919"/>
                  <a:pt x="61034" y="13806"/>
                  <a:pt x="60027" y="12529"/>
                </a:cubicBezTo>
                <a:cubicBezTo>
                  <a:pt x="59020" y="11251"/>
                  <a:pt x="57558" y="10612"/>
                  <a:pt x="55642" y="10612"/>
                </a:cubicBezTo>
                <a:cubicBezTo>
                  <a:pt x="54512" y="10563"/>
                  <a:pt x="53210" y="10907"/>
                  <a:pt x="51736" y="11644"/>
                </a:cubicBezTo>
                <a:cubicBezTo>
                  <a:pt x="50262" y="12381"/>
                  <a:pt x="48702" y="13438"/>
                  <a:pt x="47056" y="14813"/>
                </a:cubicBezTo>
                <a:cubicBezTo>
                  <a:pt x="45410" y="16189"/>
                  <a:pt x="43777" y="17810"/>
                  <a:pt x="42155" y="19677"/>
                </a:cubicBezTo>
                <a:cubicBezTo>
                  <a:pt x="40534" y="21544"/>
                  <a:pt x="38998" y="23583"/>
                  <a:pt x="37549" y="25794"/>
                </a:cubicBezTo>
                <a:cubicBezTo>
                  <a:pt x="36100" y="28005"/>
                  <a:pt x="34835" y="30351"/>
                  <a:pt x="33754" y="32832"/>
                </a:cubicBezTo>
                <a:cubicBezTo>
                  <a:pt x="32673" y="35314"/>
                  <a:pt x="31862" y="37807"/>
                  <a:pt x="31322" y="40313"/>
                </a:cubicBezTo>
                <a:lnTo>
                  <a:pt x="23804" y="75245"/>
                </a:lnTo>
                <a:lnTo>
                  <a:pt x="9360" y="75245"/>
                </a:lnTo>
                <a:lnTo>
                  <a:pt x="20414" y="271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3" name="path-665">
            <a:extLst xmlns:a="http://schemas.openxmlformats.org/drawingml/2006/main">
              <a:ext uri="{FF2B5EF4-FFF2-40B4-BE49-F238E27FC236}">
                <a16:creationId xmlns:a16="http://schemas.microsoft.com/office/drawing/2014/main" id="{1C431EF8-3E11-4E84-BF68-D97E6460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520" y="7818144"/>
            <a:ext cx="51622" cy="57288"/>
          </a:xfrm>
          <a:custGeom xmlns:a="http://schemas.openxmlformats.org/drawingml/2006/main">
            <a:pathLst>
              <a:path w="105634" h="117229">
                <a:moveTo>
                  <a:pt x="89715" y="0"/>
                </a:moveTo>
                <a:lnTo>
                  <a:pt x="105634" y="0"/>
                </a:lnTo>
                <a:lnTo>
                  <a:pt x="105634" y="56895"/>
                </a:lnTo>
                <a:cubicBezTo>
                  <a:pt x="105634" y="76023"/>
                  <a:pt x="100884" y="90861"/>
                  <a:pt x="91385" y="101408"/>
                </a:cubicBezTo>
                <a:cubicBezTo>
                  <a:pt x="81886" y="111955"/>
                  <a:pt x="69014" y="117229"/>
                  <a:pt x="52768" y="117229"/>
                </a:cubicBezTo>
                <a:cubicBezTo>
                  <a:pt x="36521" y="117229"/>
                  <a:pt x="23665" y="111841"/>
                  <a:pt x="14199" y="101064"/>
                </a:cubicBezTo>
                <a:cubicBezTo>
                  <a:pt x="4733" y="90288"/>
                  <a:pt x="0" y="74189"/>
                  <a:pt x="0" y="52768"/>
                </a:cubicBezTo>
                <a:lnTo>
                  <a:pt x="0" y="0"/>
                </a:lnTo>
                <a:lnTo>
                  <a:pt x="15919" y="0"/>
                </a:lnTo>
                <a:lnTo>
                  <a:pt x="15919" y="53161"/>
                </a:lnTo>
                <a:cubicBezTo>
                  <a:pt x="15919" y="70324"/>
                  <a:pt x="19276" y="83016"/>
                  <a:pt x="25991" y="91238"/>
                </a:cubicBezTo>
                <a:cubicBezTo>
                  <a:pt x="32705" y="99459"/>
                  <a:pt x="41631" y="103570"/>
                  <a:pt x="52768" y="103570"/>
                </a:cubicBezTo>
                <a:cubicBezTo>
                  <a:pt x="63904" y="103570"/>
                  <a:pt x="72846" y="99459"/>
                  <a:pt x="79594" y="91238"/>
                </a:cubicBezTo>
                <a:cubicBezTo>
                  <a:pt x="86341" y="83016"/>
                  <a:pt x="89715" y="70324"/>
                  <a:pt x="89715" y="53161"/>
                </a:cubicBezTo>
                <a:lnTo>
                  <a:pt x="897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4" name="path-666">
            <a:extLst xmlns:a="http://schemas.openxmlformats.org/drawingml/2006/main">
              <a:ext uri="{FF2B5EF4-FFF2-40B4-BE49-F238E27FC236}">
                <a16:creationId xmlns:a16="http://schemas.microsoft.com/office/drawing/2014/main" id="{A390EFA8-0E0C-4317-8D03-F042F190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893" y="7809164"/>
            <a:ext cx="53735" cy="65548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5" name="path-667">
            <a:extLst xmlns:a="http://schemas.openxmlformats.org/drawingml/2006/main">
              <a:ext uri="{FF2B5EF4-FFF2-40B4-BE49-F238E27FC236}">
                <a16:creationId xmlns:a16="http://schemas.microsoft.com/office/drawing/2014/main" id="{1A7BB3A4-E44C-48CA-B559-F938306A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729" y="7848652"/>
            <a:ext cx="24094" cy="46712"/>
          </a:xfrm>
          <a:custGeom xmlns:a="http://schemas.openxmlformats.org/drawingml/2006/main">
            <a:pathLst>
              <a:path w="49304" h="95586">
                <a:moveTo>
                  <a:pt x="25647" y="75024"/>
                </a:moveTo>
                <a:cubicBezTo>
                  <a:pt x="25156" y="77432"/>
                  <a:pt x="24799" y="79385"/>
                  <a:pt x="24578" y="80883"/>
                </a:cubicBezTo>
                <a:cubicBezTo>
                  <a:pt x="24357" y="82382"/>
                  <a:pt x="24247" y="83794"/>
                  <a:pt x="24247" y="85121"/>
                </a:cubicBezTo>
                <a:cubicBezTo>
                  <a:pt x="24247" y="87185"/>
                  <a:pt x="24848" y="88646"/>
                  <a:pt x="26052" y="89506"/>
                </a:cubicBezTo>
                <a:cubicBezTo>
                  <a:pt x="27256" y="90366"/>
                  <a:pt x="29307" y="90894"/>
                  <a:pt x="32206" y="91091"/>
                </a:cubicBezTo>
                <a:lnTo>
                  <a:pt x="31027" y="95586"/>
                </a:lnTo>
                <a:lnTo>
                  <a:pt x="0" y="95586"/>
                </a:lnTo>
                <a:lnTo>
                  <a:pt x="811" y="91091"/>
                </a:lnTo>
                <a:cubicBezTo>
                  <a:pt x="2334" y="90845"/>
                  <a:pt x="3574" y="90538"/>
                  <a:pt x="4532" y="90169"/>
                </a:cubicBezTo>
                <a:cubicBezTo>
                  <a:pt x="5490" y="89801"/>
                  <a:pt x="6350" y="89088"/>
                  <a:pt x="7112" y="88032"/>
                </a:cubicBezTo>
                <a:cubicBezTo>
                  <a:pt x="7873" y="86976"/>
                  <a:pt x="8574" y="85391"/>
                  <a:pt x="9212" y="83279"/>
                </a:cubicBezTo>
                <a:cubicBezTo>
                  <a:pt x="9851" y="81166"/>
                  <a:pt x="10588" y="78218"/>
                  <a:pt x="11423" y="74435"/>
                </a:cubicBezTo>
                <a:lnTo>
                  <a:pt x="23510" y="20709"/>
                </a:lnTo>
                <a:cubicBezTo>
                  <a:pt x="24001" y="18547"/>
                  <a:pt x="24369" y="16631"/>
                  <a:pt x="24615" y="14961"/>
                </a:cubicBezTo>
                <a:cubicBezTo>
                  <a:pt x="24861" y="13290"/>
                  <a:pt x="24984" y="11865"/>
                  <a:pt x="24984" y="10686"/>
                </a:cubicBezTo>
                <a:cubicBezTo>
                  <a:pt x="24984" y="8524"/>
                  <a:pt x="24419" y="6989"/>
                  <a:pt x="23289" y="6080"/>
                </a:cubicBezTo>
                <a:cubicBezTo>
                  <a:pt x="22158" y="5171"/>
                  <a:pt x="20095" y="4692"/>
                  <a:pt x="17098" y="4643"/>
                </a:cubicBezTo>
                <a:lnTo>
                  <a:pt x="18203" y="0"/>
                </a:lnTo>
                <a:lnTo>
                  <a:pt x="49304" y="0"/>
                </a:lnTo>
                <a:lnTo>
                  <a:pt x="48493" y="4422"/>
                </a:lnTo>
                <a:cubicBezTo>
                  <a:pt x="47314" y="4717"/>
                  <a:pt x="46319" y="4975"/>
                  <a:pt x="45508" y="5196"/>
                </a:cubicBezTo>
                <a:cubicBezTo>
                  <a:pt x="44698" y="5417"/>
                  <a:pt x="43985" y="5724"/>
                  <a:pt x="43371" y="6117"/>
                </a:cubicBezTo>
                <a:cubicBezTo>
                  <a:pt x="42757" y="6510"/>
                  <a:pt x="42241" y="7050"/>
                  <a:pt x="41824" y="7738"/>
                </a:cubicBezTo>
                <a:cubicBezTo>
                  <a:pt x="41406" y="8426"/>
                  <a:pt x="40988" y="9347"/>
                  <a:pt x="40571" y="10502"/>
                </a:cubicBezTo>
                <a:cubicBezTo>
                  <a:pt x="40153" y="11657"/>
                  <a:pt x="39723" y="13094"/>
                  <a:pt x="39281" y="14813"/>
                </a:cubicBezTo>
                <a:cubicBezTo>
                  <a:pt x="38839" y="16533"/>
                  <a:pt x="38323" y="18646"/>
                  <a:pt x="37733" y="21151"/>
                </a:cubicBezTo>
                <a:lnTo>
                  <a:pt x="25647" y="750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6" name="path-668">
            <a:extLst xmlns:a="http://schemas.openxmlformats.org/drawingml/2006/main">
              <a:ext uri="{FF2B5EF4-FFF2-40B4-BE49-F238E27FC236}">
                <a16:creationId xmlns:a16="http://schemas.microsoft.com/office/drawing/2014/main" id="{E1F68090-3C72-4B66-BAA8-3F324186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1676" y="7818144"/>
            <a:ext cx="51622" cy="57288"/>
          </a:xfrm>
          <a:custGeom xmlns:a="http://schemas.openxmlformats.org/drawingml/2006/main">
            <a:pathLst>
              <a:path w="105634" h="117229">
                <a:moveTo>
                  <a:pt x="89715" y="0"/>
                </a:moveTo>
                <a:lnTo>
                  <a:pt x="105634" y="0"/>
                </a:lnTo>
                <a:lnTo>
                  <a:pt x="105634" y="56895"/>
                </a:lnTo>
                <a:cubicBezTo>
                  <a:pt x="105634" y="76023"/>
                  <a:pt x="100884" y="90861"/>
                  <a:pt x="91385" y="101408"/>
                </a:cubicBezTo>
                <a:cubicBezTo>
                  <a:pt x="81886" y="111955"/>
                  <a:pt x="69014" y="117229"/>
                  <a:pt x="52768" y="117229"/>
                </a:cubicBezTo>
                <a:cubicBezTo>
                  <a:pt x="36521" y="117229"/>
                  <a:pt x="23665" y="111841"/>
                  <a:pt x="14199" y="101064"/>
                </a:cubicBezTo>
                <a:cubicBezTo>
                  <a:pt x="4733" y="90288"/>
                  <a:pt x="0" y="74189"/>
                  <a:pt x="0" y="52768"/>
                </a:cubicBezTo>
                <a:lnTo>
                  <a:pt x="0" y="0"/>
                </a:lnTo>
                <a:lnTo>
                  <a:pt x="15919" y="0"/>
                </a:lnTo>
                <a:lnTo>
                  <a:pt x="15919" y="53161"/>
                </a:lnTo>
                <a:cubicBezTo>
                  <a:pt x="15919" y="70324"/>
                  <a:pt x="19276" y="83016"/>
                  <a:pt x="25991" y="91238"/>
                </a:cubicBezTo>
                <a:cubicBezTo>
                  <a:pt x="32705" y="99459"/>
                  <a:pt x="41631" y="103570"/>
                  <a:pt x="52768" y="103570"/>
                </a:cubicBezTo>
                <a:cubicBezTo>
                  <a:pt x="63904" y="103570"/>
                  <a:pt x="72846" y="99459"/>
                  <a:pt x="79594" y="91238"/>
                </a:cubicBezTo>
                <a:cubicBezTo>
                  <a:pt x="86341" y="83016"/>
                  <a:pt x="89715" y="70324"/>
                  <a:pt x="89715" y="53161"/>
                </a:cubicBezTo>
                <a:lnTo>
                  <a:pt x="897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7" name="path-669">
            <a:extLst xmlns:a="http://schemas.openxmlformats.org/drawingml/2006/main">
              <a:ext uri="{FF2B5EF4-FFF2-40B4-BE49-F238E27FC236}">
                <a16:creationId xmlns:a16="http://schemas.microsoft.com/office/drawing/2014/main" id="{4F8D9690-0637-49A3-B73A-998FF609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6049" y="7809164"/>
            <a:ext cx="53735" cy="65548"/>
          </a:xfrm>
          <a:custGeom xmlns:a="http://schemas.openxmlformats.org/drawingml/2006/main">
            <a:pathLst>
              <a:path w="109957" h="134130">
                <a:moveTo>
                  <a:pt x="51687" y="134130"/>
                </a:moveTo>
                <a:lnTo>
                  <a:pt x="10318" y="134130"/>
                </a:lnTo>
                <a:lnTo>
                  <a:pt x="11399" y="129315"/>
                </a:lnTo>
                <a:cubicBezTo>
                  <a:pt x="14019" y="128922"/>
                  <a:pt x="15951" y="128398"/>
                  <a:pt x="17196" y="127743"/>
                </a:cubicBezTo>
                <a:cubicBezTo>
                  <a:pt x="18441" y="127088"/>
                  <a:pt x="19538" y="126072"/>
                  <a:pt x="20488" y="124697"/>
                </a:cubicBezTo>
                <a:cubicBezTo>
                  <a:pt x="21438" y="123321"/>
                  <a:pt x="22388" y="121159"/>
                  <a:pt x="23338" y="118211"/>
                </a:cubicBezTo>
                <a:cubicBezTo>
                  <a:pt x="24288" y="115263"/>
                  <a:pt x="25418" y="110809"/>
                  <a:pt x="26728" y="104847"/>
                </a:cubicBezTo>
                <a:lnTo>
                  <a:pt x="47756" y="8647"/>
                </a:lnTo>
                <a:lnTo>
                  <a:pt x="35277" y="8647"/>
                </a:lnTo>
                <a:cubicBezTo>
                  <a:pt x="31215" y="8647"/>
                  <a:pt x="27972" y="9237"/>
                  <a:pt x="25549" y="10416"/>
                </a:cubicBezTo>
                <a:cubicBezTo>
                  <a:pt x="23125" y="11595"/>
                  <a:pt x="20701" y="13790"/>
                  <a:pt x="18277" y="17000"/>
                </a:cubicBezTo>
                <a:cubicBezTo>
                  <a:pt x="15853" y="20210"/>
                  <a:pt x="12905" y="25581"/>
                  <a:pt x="9433" y="33115"/>
                </a:cubicBezTo>
                <a:lnTo>
                  <a:pt x="0" y="33115"/>
                </a:lnTo>
                <a:lnTo>
                  <a:pt x="7370" y="0"/>
                </a:lnTo>
                <a:lnTo>
                  <a:pt x="109957" y="0"/>
                </a:lnTo>
                <a:lnTo>
                  <a:pt x="102293" y="34589"/>
                </a:lnTo>
                <a:lnTo>
                  <a:pt x="92859" y="34589"/>
                </a:lnTo>
                <a:cubicBezTo>
                  <a:pt x="92859" y="28234"/>
                  <a:pt x="92695" y="23469"/>
                  <a:pt x="92368" y="20291"/>
                </a:cubicBezTo>
                <a:cubicBezTo>
                  <a:pt x="92040" y="17114"/>
                  <a:pt x="91418" y="14690"/>
                  <a:pt x="90501" y="13020"/>
                </a:cubicBezTo>
                <a:cubicBezTo>
                  <a:pt x="89584" y="11349"/>
                  <a:pt x="88454" y="10203"/>
                  <a:pt x="87111" y="9581"/>
                </a:cubicBezTo>
                <a:cubicBezTo>
                  <a:pt x="85768" y="8958"/>
                  <a:pt x="83393" y="8647"/>
                  <a:pt x="79987" y="8647"/>
                </a:cubicBezTo>
                <a:lnTo>
                  <a:pt x="65444" y="8647"/>
                </a:lnTo>
                <a:lnTo>
                  <a:pt x="44120" y="105535"/>
                </a:lnTo>
                <a:cubicBezTo>
                  <a:pt x="43531" y="108090"/>
                  <a:pt x="43121" y="110121"/>
                  <a:pt x="42892" y="111628"/>
                </a:cubicBezTo>
                <a:cubicBezTo>
                  <a:pt x="42663" y="113134"/>
                  <a:pt x="42466" y="114723"/>
                  <a:pt x="42303" y="116393"/>
                </a:cubicBezTo>
                <a:cubicBezTo>
                  <a:pt x="42139" y="118064"/>
                  <a:pt x="42057" y="119554"/>
                  <a:pt x="42057" y="120864"/>
                </a:cubicBezTo>
                <a:cubicBezTo>
                  <a:pt x="42057" y="122895"/>
                  <a:pt x="42384" y="124484"/>
                  <a:pt x="43040" y="125630"/>
                </a:cubicBezTo>
                <a:cubicBezTo>
                  <a:pt x="43695" y="126777"/>
                  <a:pt x="44677" y="127612"/>
                  <a:pt x="45987" y="128136"/>
                </a:cubicBezTo>
                <a:cubicBezTo>
                  <a:pt x="47298" y="128660"/>
                  <a:pt x="49558" y="129053"/>
                  <a:pt x="52768" y="129315"/>
                </a:cubicBezTo>
                <a:lnTo>
                  <a:pt x="51687" y="134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8" name="path-670">
            <a:extLst xmlns:a="http://schemas.openxmlformats.org/drawingml/2006/main">
              <a:ext uri="{FF2B5EF4-FFF2-40B4-BE49-F238E27FC236}">
                <a16:creationId xmlns:a16="http://schemas.microsoft.com/office/drawing/2014/main" id="{443086BE-5C8A-4633-BEB7-AC2D8F0E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677" y="7848652"/>
            <a:ext cx="44119" cy="47396"/>
          </a:xfrm>
          <a:custGeom xmlns:a="http://schemas.openxmlformats.org/drawingml/2006/main">
            <a:pathLst>
              <a:path w="90280" h="96986">
                <a:moveTo>
                  <a:pt x="33238" y="0"/>
                </a:moveTo>
                <a:lnTo>
                  <a:pt x="32132" y="4643"/>
                </a:lnTo>
                <a:cubicBezTo>
                  <a:pt x="30511" y="4790"/>
                  <a:pt x="29160" y="5110"/>
                  <a:pt x="28079" y="5601"/>
                </a:cubicBezTo>
                <a:cubicBezTo>
                  <a:pt x="26998" y="6092"/>
                  <a:pt x="26150" y="6792"/>
                  <a:pt x="25536" y="7701"/>
                </a:cubicBezTo>
                <a:cubicBezTo>
                  <a:pt x="24922" y="8610"/>
                  <a:pt x="24492" y="9765"/>
                  <a:pt x="24247" y="11165"/>
                </a:cubicBezTo>
                <a:cubicBezTo>
                  <a:pt x="24001" y="12565"/>
                  <a:pt x="23878" y="14273"/>
                  <a:pt x="23878" y="16287"/>
                </a:cubicBezTo>
                <a:cubicBezTo>
                  <a:pt x="23878" y="16877"/>
                  <a:pt x="23903" y="17700"/>
                  <a:pt x="23952" y="18756"/>
                </a:cubicBezTo>
                <a:cubicBezTo>
                  <a:pt x="24001" y="19812"/>
                  <a:pt x="24075" y="21225"/>
                  <a:pt x="24173" y="22994"/>
                </a:cubicBezTo>
                <a:cubicBezTo>
                  <a:pt x="24468" y="27907"/>
                  <a:pt x="24775" y="32918"/>
                  <a:pt x="25094" y="38028"/>
                </a:cubicBezTo>
                <a:cubicBezTo>
                  <a:pt x="25413" y="43138"/>
                  <a:pt x="25721" y="48100"/>
                  <a:pt x="26015" y="52915"/>
                </a:cubicBezTo>
                <a:cubicBezTo>
                  <a:pt x="26310" y="57730"/>
                  <a:pt x="26568" y="62312"/>
                  <a:pt x="26789" y="66660"/>
                </a:cubicBezTo>
                <a:cubicBezTo>
                  <a:pt x="27010" y="71008"/>
                  <a:pt x="27121" y="74852"/>
                  <a:pt x="27121" y="78193"/>
                </a:cubicBezTo>
                <a:lnTo>
                  <a:pt x="27858" y="78193"/>
                </a:lnTo>
                <a:lnTo>
                  <a:pt x="57632" y="28374"/>
                </a:lnTo>
                <a:cubicBezTo>
                  <a:pt x="59106" y="25966"/>
                  <a:pt x="60309" y="23878"/>
                  <a:pt x="61243" y="22109"/>
                </a:cubicBezTo>
                <a:cubicBezTo>
                  <a:pt x="62176" y="20341"/>
                  <a:pt x="62913" y="18793"/>
                  <a:pt x="63454" y="17466"/>
                </a:cubicBezTo>
                <a:cubicBezTo>
                  <a:pt x="63994" y="16140"/>
                  <a:pt x="64375" y="14948"/>
                  <a:pt x="64596" y="13892"/>
                </a:cubicBezTo>
                <a:cubicBezTo>
                  <a:pt x="64817" y="12836"/>
                  <a:pt x="64928" y="11767"/>
                  <a:pt x="64928" y="10686"/>
                </a:cubicBezTo>
                <a:cubicBezTo>
                  <a:pt x="64928" y="7001"/>
                  <a:pt x="62324" y="4987"/>
                  <a:pt x="57116" y="4643"/>
                </a:cubicBezTo>
                <a:lnTo>
                  <a:pt x="58074" y="0"/>
                </a:lnTo>
                <a:lnTo>
                  <a:pt x="90280" y="0"/>
                </a:lnTo>
                <a:lnTo>
                  <a:pt x="89395" y="4643"/>
                </a:lnTo>
                <a:cubicBezTo>
                  <a:pt x="88315" y="4790"/>
                  <a:pt x="87320" y="4987"/>
                  <a:pt x="86411" y="5233"/>
                </a:cubicBezTo>
                <a:cubicBezTo>
                  <a:pt x="85502" y="5478"/>
                  <a:pt x="84507" y="6105"/>
                  <a:pt x="83426" y="7112"/>
                </a:cubicBezTo>
                <a:cubicBezTo>
                  <a:pt x="82345" y="8119"/>
                  <a:pt x="81080" y="9618"/>
                  <a:pt x="79631" y="11607"/>
                </a:cubicBezTo>
                <a:cubicBezTo>
                  <a:pt x="78181" y="13597"/>
                  <a:pt x="76351" y="16361"/>
                  <a:pt x="74140" y="19898"/>
                </a:cubicBezTo>
                <a:lnTo>
                  <a:pt x="26679" y="96986"/>
                </a:lnTo>
                <a:lnTo>
                  <a:pt x="15919" y="96986"/>
                </a:lnTo>
                <a:cubicBezTo>
                  <a:pt x="14838" y="83917"/>
                  <a:pt x="13769" y="70934"/>
                  <a:pt x="12713" y="58037"/>
                </a:cubicBezTo>
                <a:cubicBezTo>
                  <a:pt x="11657" y="45140"/>
                  <a:pt x="10612" y="32083"/>
                  <a:pt x="9581" y="18867"/>
                </a:cubicBezTo>
                <a:cubicBezTo>
                  <a:pt x="9384" y="16557"/>
                  <a:pt x="9102" y="14568"/>
                  <a:pt x="8733" y="12897"/>
                </a:cubicBezTo>
                <a:cubicBezTo>
                  <a:pt x="8365" y="11227"/>
                  <a:pt x="7800" y="9802"/>
                  <a:pt x="7038" y="8623"/>
                </a:cubicBezTo>
                <a:cubicBezTo>
                  <a:pt x="6277" y="7443"/>
                  <a:pt x="5343" y="6535"/>
                  <a:pt x="4238" y="5896"/>
                </a:cubicBezTo>
                <a:cubicBezTo>
                  <a:pt x="3132" y="5257"/>
                  <a:pt x="1720" y="4839"/>
                  <a:pt x="0" y="4643"/>
                </a:cubicBezTo>
                <a:lnTo>
                  <a:pt x="1032" y="0"/>
                </a:lnTo>
                <a:lnTo>
                  <a:pt x="3323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9" name="path-671">
            <a:extLst xmlns:a="http://schemas.openxmlformats.org/drawingml/2006/main">
              <a:ext uri="{FF2B5EF4-FFF2-40B4-BE49-F238E27FC236}">
                <a16:creationId xmlns:a16="http://schemas.microsoft.com/office/drawing/2014/main" id="{19846E6F-4FE8-43F4-9251-711F4F4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733" y="7992725"/>
            <a:ext cx="2023017" cy="834614"/>
          </a:xfrm>
          <a:custGeom xmlns:a="http://schemas.openxmlformats.org/drawingml/2006/main">
            <a:pathLst>
              <a:path w="4139692" h="1707867">
                <a:moveTo>
                  <a:pt x="0" y="224139"/>
                </a:moveTo>
                <a:cubicBezTo>
                  <a:pt x="0" y="100350"/>
                  <a:pt x="100350" y="0"/>
                  <a:pt x="224139" y="0"/>
                </a:cubicBezTo>
                <a:lnTo>
                  <a:pt x="3915553" y="0"/>
                </a:lnTo>
                <a:cubicBezTo>
                  <a:pt x="4039342" y="0"/>
                  <a:pt x="4139692" y="100350"/>
                  <a:pt x="4139692" y="224139"/>
                </a:cubicBezTo>
                <a:lnTo>
                  <a:pt x="4139692" y="1483728"/>
                </a:lnTo>
                <a:cubicBezTo>
                  <a:pt x="4139692" y="1607515"/>
                  <a:pt x="4039342" y="1707867"/>
                  <a:pt x="3915553" y="1707867"/>
                </a:cubicBezTo>
                <a:lnTo>
                  <a:pt x="224139" y="1707867"/>
                </a:lnTo>
                <a:cubicBezTo>
                  <a:pt x="100350" y="1707867"/>
                  <a:pt x="0" y="1607515"/>
                  <a:pt x="0" y="1483728"/>
                </a:cubicBezTo>
                <a:lnTo>
                  <a:pt x="0" y="224139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dash"/>
          </a:ln>
        </p:spPr>
      </p:sp>
      <p:sp>
        <p:nvSpPr>
          <p:cNvPr id="770" name="text-672 →">
            <a:extLst xmlns:a="http://schemas.openxmlformats.org/drawingml/2006/main">
              <a:ext uri="{FF2B5EF4-FFF2-40B4-BE49-F238E27FC236}">
                <a16:creationId xmlns:a16="http://schemas.microsoft.com/office/drawing/2014/main" id="{C35AFD6E-57BA-4FA5-B2B3-1B88F7C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18802" y="8830825"/>
            <a:ext cx="203099" cy="24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771" name="path-673">
            <a:extLst xmlns:a="http://schemas.openxmlformats.org/drawingml/2006/main">
              <a:ext uri="{FF2B5EF4-FFF2-40B4-BE49-F238E27FC236}">
                <a16:creationId xmlns:a16="http://schemas.microsoft.com/office/drawing/2014/main" id="{2DCD6171-83A4-4DEA-BCDE-8C3083D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273" y="9031329"/>
            <a:ext cx="2023017" cy="414545"/>
          </a:xfrm>
          <a:custGeom xmlns:a="http://schemas.openxmlformats.org/drawingml/2006/main">
            <a:pathLst>
              <a:path w="4139692" h="848283">
                <a:moveTo>
                  <a:pt x="0" y="111329"/>
                </a:moveTo>
                <a:cubicBezTo>
                  <a:pt x="0" y="49844"/>
                  <a:pt x="49844" y="0"/>
                  <a:pt x="111329" y="0"/>
                </a:cubicBezTo>
                <a:lnTo>
                  <a:pt x="4028363" y="0"/>
                </a:lnTo>
                <a:cubicBezTo>
                  <a:pt x="4089849" y="0"/>
                  <a:pt x="4139692" y="49844"/>
                  <a:pt x="4139692" y="111329"/>
                </a:cubicBezTo>
                <a:lnTo>
                  <a:pt x="4139692" y="736954"/>
                </a:lnTo>
                <a:cubicBezTo>
                  <a:pt x="4139692" y="798440"/>
                  <a:pt x="4089849" y="848283"/>
                  <a:pt x="4028363" y="848283"/>
                </a:cubicBezTo>
                <a:lnTo>
                  <a:pt x="111329" y="848283"/>
                </a:lnTo>
                <a:cubicBezTo>
                  <a:pt x="49844" y="848283"/>
                  <a:pt x="0" y="798440"/>
                  <a:pt x="0" y="736954"/>
                </a:cubicBezTo>
                <a:lnTo>
                  <a:pt x="0" y="111329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772" name="path-674">
            <a:extLst xmlns:a="http://schemas.openxmlformats.org/drawingml/2006/main">
              <a:ext uri="{FF2B5EF4-FFF2-40B4-BE49-F238E27FC236}">
                <a16:creationId xmlns:a16="http://schemas.microsoft.com/office/drawing/2014/main" id="{D0265F25-E0FA-41E5-9C65-8BD6394F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826" y="9649363"/>
            <a:ext cx="2023017" cy="251124"/>
          </a:xfrm>
          <a:custGeom xmlns:a="http://schemas.openxmlformats.org/drawingml/2006/main">
            <a:pathLst>
              <a:path w="4139692" h="513874">
                <a:moveTo>
                  <a:pt x="0" y="67442"/>
                </a:moveTo>
                <a:cubicBezTo>
                  <a:pt x="0" y="30194"/>
                  <a:pt x="30194" y="0"/>
                  <a:pt x="67442" y="0"/>
                </a:cubicBezTo>
                <a:lnTo>
                  <a:pt x="4072250" y="0"/>
                </a:lnTo>
                <a:cubicBezTo>
                  <a:pt x="4109498" y="0"/>
                  <a:pt x="4139692" y="30194"/>
                  <a:pt x="4139692" y="67442"/>
                </a:cubicBezTo>
                <a:lnTo>
                  <a:pt x="4139692" y="446432"/>
                </a:lnTo>
                <a:cubicBezTo>
                  <a:pt x="4139692" y="483680"/>
                  <a:pt x="4109498" y="513874"/>
                  <a:pt x="4072250" y="513874"/>
                </a:cubicBezTo>
                <a:lnTo>
                  <a:pt x="67442" y="513874"/>
                </a:lnTo>
                <a:cubicBezTo>
                  <a:pt x="30194" y="513874"/>
                  <a:pt x="0" y="483680"/>
                  <a:pt x="0" y="446432"/>
                </a:cubicBezTo>
                <a:lnTo>
                  <a:pt x="0" y="67442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773" name="text-675 →">
            <a:extLst xmlns:a="http://schemas.openxmlformats.org/drawingml/2006/main">
              <a:ext uri="{FF2B5EF4-FFF2-40B4-BE49-F238E27FC236}">
                <a16:creationId xmlns:a16="http://schemas.microsoft.com/office/drawing/2014/main" id="{3DB7360D-36A7-47A0-B2BE-8689B237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18802" y="9445977"/>
            <a:ext cx="203099" cy="24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pic>
        <p:nvPicPr>
          <p:cNvPr id="774" name="">
            <a:extLst xmlns:a="http://schemas.openxmlformats.org/drawingml/2006/main">
              <a:ext uri="{FF2B5EF4-FFF2-40B4-BE49-F238E27FC236}">
                <a16:creationId xmlns:a16="http://schemas.microsoft.com/office/drawing/2014/main" id="{E047BB1C-4510-4301-AD85-FA94F9BD40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592b622a14707"/>
          <a:stretch xmlns:a="http://schemas.openxmlformats.org/drawingml/2006/main"/>
        </p:blipFill>
        <p:spPr>
          <a:xfrm xmlns:a="http://schemas.openxmlformats.org/drawingml/2006/main">
            <a:off x="9490779" y="8043410"/>
            <a:ext cx="256011" cy="237392"/>
          </a:xfrm>
          <a:prstGeom xmlns:a="http://schemas.openxmlformats.org/drawingml/2006/main" prst="rect">
            <a:avLst/>
          </a:prstGeom>
        </p:spPr>
      </p:pic>
      <p:pic>
        <p:nvPicPr>
          <p:cNvPr id="775" name="">
            <a:extLst xmlns:a="http://schemas.openxmlformats.org/drawingml/2006/main">
              <a:ext uri="{FF2B5EF4-FFF2-40B4-BE49-F238E27FC236}">
                <a16:creationId xmlns:a16="http://schemas.microsoft.com/office/drawing/2014/main" id="{2582C5B7-F055-4BD3-B9D7-7F3A3F3B26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a580c23494a47"/>
          <a:stretch xmlns:a="http://schemas.openxmlformats.org/drawingml/2006/main"/>
        </p:blipFill>
        <p:spPr>
          <a:xfrm xmlns:a="http://schemas.openxmlformats.org/drawingml/2006/main">
            <a:off x="10030730" y="8062029"/>
            <a:ext cx="200154" cy="200154"/>
          </a:xfrm>
          <a:prstGeom xmlns:a="http://schemas.openxmlformats.org/drawingml/2006/main" prst="rect">
            <a:avLst/>
          </a:prstGeom>
        </p:spPr>
      </p:pic>
      <p:pic>
        <p:nvPicPr>
          <p:cNvPr id="776" name="">
            <a:extLst xmlns:a="http://schemas.openxmlformats.org/drawingml/2006/main">
              <a:ext uri="{FF2B5EF4-FFF2-40B4-BE49-F238E27FC236}">
                <a16:creationId xmlns:a16="http://schemas.microsoft.com/office/drawing/2014/main" id="{3BDFC9A1-1B12-4F0D-81B4-71E3A89A67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6fdbd6e3643c2"/>
          <a:stretch xmlns:a="http://schemas.openxmlformats.org/drawingml/2006/main"/>
        </p:blipFill>
        <p:spPr>
          <a:xfrm xmlns:a="http://schemas.openxmlformats.org/drawingml/2006/main">
            <a:off x="10519479" y="8062029"/>
            <a:ext cx="242047" cy="200154"/>
          </a:xfrm>
          <a:prstGeom xmlns:a="http://schemas.openxmlformats.org/drawingml/2006/main" prst="rect">
            <a:avLst/>
          </a:prstGeom>
        </p:spPr>
      </p:pic>
      <p:pic>
        <p:nvPicPr>
          <p:cNvPr id="777" name="">
            <a:extLst xmlns:a="http://schemas.openxmlformats.org/drawingml/2006/main">
              <a:ext uri="{FF2B5EF4-FFF2-40B4-BE49-F238E27FC236}">
                <a16:creationId xmlns:a16="http://schemas.microsoft.com/office/drawing/2014/main" id="{08305876-D76D-494B-A590-CA34F12028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8ef8f32734c9c"/>
          <a:stretch xmlns:a="http://schemas.openxmlformats.org/drawingml/2006/main"/>
        </p:blipFill>
        <p:spPr>
          <a:xfrm xmlns:a="http://schemas.openxmlformats.org/drawingml/2006/main">
            <a:off x="10957026" y="8052719"/>
            <a:ext cx="214119" cy="218773"/>
          </a:xfrm>
          <a:prstGeom xmlns:a="http://schemas.openxmlformats.org/drawingml/2006/main" prst="rect">
            <a:avLst/>
          </a:prstGeom>
        </p:spPr>
      </p:pic>
      <p:pic>
        <p:nvPicPr>
          <p:cNvPr id="778" name="">
            <a:extLst xmlns:a="http://schemas.openxmlformats.org/drawingml/2006/main">
              <a:ext uri="{FF2B5EF4-FFF2-40B4-BE49-F238E27FC236}">
                <a16:creationId xmlns:a16="http://schemas.microsoft.com/office/drawing/2014/main" id="{7B6D1E46-946F-4A7F-99BC-6D57E630EE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318068ca4eb4"/>
          <a:stretch xmlns:a="http://schemas.openxmlformats.org/drawingml/2006/main"/>
        </p:blipFill>
        <p:spPr>
          <a:xfrm xmlns:a="http://schemas.openxmlformats.org/drawingml/2006/main">
            <a:off x="9490779" y="8443719"/>
            <a:ext cx="214119" cy="218773"/>
          </a:xfrm>
          <a:prstGeom xmlns:a="http://schemas.openxmlformats.org/drawingml/2006/main" prst="rect">
            <a:avLst/>
          </a:prstGeom>
        </p:spPr>
      </p:pic>
      <p:pic>
        <p:nvPicPr>
          <p:cNvPr id="779" name="">
            <a:extLst xmlns:a="http://schemas.openxmlformats.org/drawingml/2006/main">
              <a:ext uri="{FF2B5EF4-FFF2-40B4-BE49-F238E27FC236}">
                <a16:creationId xmlns:a16="http://schemas.microsoft.com/office/drawing/2014/main" id="{3B89D7A8-85D9-4948-8FFF-30F8DCA465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e1deeab4840ce"/>
          <a:stretch xmlns:a="http://schemas.openxmlformats.org/drawingml/2006/main"/>
        </p:blipFill>
        <p:spPr>
          <a:xfrm xmlns:a="http://schemas.openxmlformats.org/drawingml/2006/main">
            <a:off x="10165718" y="8443719"/>
            <a:ext cx="218773" cy="218773"/>
          </a:xfrm>
          <a:prstGeom xmlns:a="http://schemas.openxmlformats.org/drawingml/2006/main" prst="rect">
            <a:avLst/>
          </a:prstGeom>
        </p:spPr>
      </p:pic>
      <p:pic>
        <p:nvPicPr>
          <p:cNvPr id="780" name="">
            <a:extLst xmlns:a="http://schemas.openxmlformats.org/drawingml/2006/main">
              <a:ext uri="{FF2B5EF4-FFF2-40B4-BE49-F238E27FC236}">
                <a16:creationId xmlns:a16="http://schemas.microsoft.com/office/drawing/2014/main" id="{9897A1D9-8419-44D8-8089-3249266106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4a7f2f4b1433d"/>
          <a:stretch xmlns:a="http://schemas.openxmlformats.org/drawingml/2006/main"/>
        </p:blipFill>
        <p:spPr>
          <a:xfrm xmlns:a="http://schemas.openxmlformats.org/drawingml/2006/main">
            <a:off x="9835231" y="8443719"/>
            <a:ext cx="218773" cy="218773"/>
          </a:xfrm>
          <a:prstGeom xmlns:a="http://schemas.openxmlformats.org/drawingml/2006/main" prst="rect">
            <a:avLst/>
          </a:prstGeom>
        </p:spPr>
      </p:pic>
      <p:sp>
        <p:nvSpPr>
          <p:cNvPr id="781" name="text-683 Image">
            <a:extLst xmlns:a="http://schemas.openxmlformats.org/drawingml/2006/main">
              <a:ext uri="{FF2B5EF4-FFF2-40B4-BE49-F238E27FC236}">
                <a16:creationId xmlns:a16="http://schemas.microsoft.com/office/drawing/2014/main" id="{14C4528D-848D-4B03-BA20-30F1DE5B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6882" y="8283006"/>
            <a:ext cx="201710" cy="9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782" name="text-683 Search">
            <a:extLst xmlns:a="http://schemas.openxmlformats.org/drawingml/2006/main">
              <a:ext uri="{FF2B5EF4-FFF2-40B4-BE49-F238E27FC236}">
                <a16:creationId xmlns:a16="http://schemas.microsoft.com/office/drawing/2014/main" id="{78148BAC-1949-4E44-9098-EB6006AC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4331" y="8283292"/>
            <a:ext cx="227452" cy="90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783" name="text-684 Text">
            <a:extLst xmlns:a="http://schemas.openxmlformats.org/drawingml/2006/main">
              <a:ext uri="{FF2B5EF4-FFF2-40B4-BE49-F238E27FC236}">
                <a16:creationId xmlns:a16="http://schemas.microsoft.com/office/drawing/2014/main" id="{FB9A436E-CB6B-4214-9471-79E52D1D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5331" y="8282952"/>
            <a:ext cx="161128" cy="91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784" name="text-684 Search">
            <a:extLst xmlns:a="http://schemas.openxmlformats.org/drawingml/2006/main">
              <a:ext uri="{FF2B5EF4-FFF2-40B4-BE49-F238E27FC236}">
                <a16:creationId xmlns:a16="http://schemas.microsoft.com/office/drawing/2014/main" id="{FC8B4F13-E3B4-40F7-BDCF-2F22A899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2774" y="8283292"/>
            <a:ext cx="227452" cy="90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785" name="text-685 Page">
            <a:extLst xmlns:a="http://schemas.openxmlformats.org/drawingml/2006/main">
              <a:ext uri="{FF2B5EF4-FFF2-40B4-BE49-F238E27FC236}">
                <a16:creationId xmlns:a16="http://schemas.microsoft.com/office/drawing/2014/main" id="{4B79052A-FF2F-4597-9189-179DB010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2974" y="8282589"/>
            <a:ext cx="150278" cy="919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786" name="text-685 Visit">
            <a:extLst xmlns:a="http://schemas.openxmlformats.org/drawingml/2006/main">
              <a:ext uri="{FF2B5EF4-FFF2-40B4-BE49-F238E27FC236}">
                <a16:creationId xmlns:a16="http://schemas.microsoft.com/office/drawing/2014/main" id="{65CEFD6B-D2D2-4DAE-991F-6A8153B9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48956" y="8282456"/>
            <a:ext cx="154382" cy="921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787" name="text-686 Python">
            <a:extLst xmlns:a="http://schemas.openxmlformats.org/drawingml/2006/main">
              <a:ext uri="{FF2B5EF4-FFF2-40B4-BE49-F238E27FC236}">
                <a16:creationId xmlns:a16="http://schemas.microsoft.com/office/drawing/2014/main" id="{A31BDC85-584E-459C-806C-DDEECDE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75186" y="8282827"/>
            <a:ext cx="217009" cy="91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Python</a:t>
            </a:r>
          </a:p>
        </p:txBody>
      </p:sp>
      <p:sp>
        <p:nvSpPr>
          <p:cNvPr id="788" name="text-687 Image">
            <a:extLst xmlns:a="http://schemas.openxmlformats.org/drawingml/2006/main">
              <a:ext uri="{FF2B5EF4-FFF2-40B4-BE49-F238E27FC236}">
                <a16:creationId xmlns:a16="http://schemas.microsoft.com/office/drawing/2014/main" id="{11C83C3D-5FE4-40BC-81D0-A2B29BF6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4426" y="8693108"/>
            <a:ext cx="201710" cy="91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789" name="text-687 Crop">
            <a:extLst xmlns:a="http://schemas.openxmlformats.org/drawingml/2006/main">
              <a:ext uri="{FF2B5EF4-FFF2-40B4-BE49-F238E27FC236}">
                <a16:creationId xmlns:a16="http://schemas.microsoft.com/office/drawing/2014/main" id="{11171BF5-3096-4FAC-8901-6329C194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875" y="8693067"/>
            <a:ext cx="151625" cy="91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Crop</a:t>
            </a:r>
          </a:p>
        </p:txBody>
      </p:sp>
      <p:sp>
        <p:nvSpPr>
          <p:cNvPr id="790" name="text-688 OCR">
            <a:extLst xmlns:a="http://schemas.openxmlformats.org/drawingml/2006/main">
              <a:ext uri="{FF2B5EF4-FFF2-40B4-BE49-F238E27FC236}">
                <a16:creationId xmlns:a16="http://schemas.microsoft.com/office/drawing/2014/main" id="{810ACEF8-370C-489C-B6A9-9B1B56ED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062" y="8692713"/>
            <a:ext cx="144958" cy="91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791" name="text-689 Sharpen">
            <a:extLst xmlns:a="http://schemas.openxmlformats.org/drawingml/2006/main">
              <a:ext uri="{FF2B5EF4-FFF2-40B4-BE49-F238E27FC236}">
                <a16:creationId xmlns:a16="http://schemas.microsoft.com/office/drawing/2014/main" id="{BFA8F839-A5E0-4395-BF61-68ED3C54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1485" y="8693356"/>
            <a:ext cx="263017" cy="9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Sharpen</a:t>
            </a:r>
          </a:p>
        </p:txBody>
      </p:sp>
      <p:pic>
        <p:nvPicPr>
          <p:cNvPr id="792" name="">
            <a:extLst xmlns:a="http://schemas.openxmlformats.org/drawingml/2006/main">
              <a:ext uri="{FF2B5EF4-FFF2-40B4-BE49-F238E27FC236}">
                <a16:creationId xmlns:a16="http://schemas.microsoft.com/office/drawing/2014/main" id="{3280E920-B855-4195-BF06-C045E3F414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8d60f5ed9439b"/>
          <a:stretch xmlns:a="http://schemas.openxmlformats.org/drawingml/2006/main"/>
        </p:blipFill>
        <p:spPr>
          <a:xfrm xmlns:a="http://schemas.openxmlformats.org/drawingml/2006/main">
            <a:off x="10538098" y="8439064"/>
            <a:ext cx="223428" cy="223428"/>
          </a:xfrm>
          <a:prstGeom xmlns:a="http://schemas.openxmlformats.org/drawingml/2006/main" prst="rect">
            <a:avLst/>
          </a:prstGeom>
        </p:spPr>
      </p:pic>
      <p:sp>
        <p:nvSpPr>
          <p:cNvPr id="793" name="text-691 Clip">
            <a:extLst xmlns:a="http://schemas.openxmlformats.org/drawingml/2006/main">
              <a:ext uri="{FF2B5EF4-FFF2-40B4-BE49-F238E27FC236}">
                <a16:creationId xmlns:a16="http://schemas.microsoft.com/office/drawing/2014/main" id="{D16DFE54-989C-419D-8200-0A55C521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6698" y="8692427"/>
            <a:ext cx="123302" cy="92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794" name="text-691 Crop">
            <a:extLst xmlns:a="http://schemas.openxmlformats.org/drawingml/2006/main">
              <a:ext uri="{FF2B5EF4-FFF2-40B4-BE49-F238E27FC236}">
                <a16:creationId xmlns:a16="http://schemas.microsoft.com/office/drawing/2014/main" id="{B86C9645-5812-49AD-B1FD-C2B6E03B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15804" y="8693086"/>
            <a:ext cx="151580" cy="91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Crop</a:t>
            </a:r>
          </a:p>
        </p:txBody>
      </p:sp>
      <p:pic>
        <p:nvPicPr>
          <p:cNvPr id="795" name="">
            <a:extLst xmlns:a="http://schemas.openxmlformats.org/drawingml/2006/main">
              <a:ext uri="{FF2B5EF4-FFF2-40B4-BE49-F238E27FC236}">
                <a16:creationId xmlns:a16="http://schemas.microsoft.com/office/drawing/2014/main" id="{45E2A500-19A1-483D-A680-A6B4C9BEA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a4f23bf9f4ba2"/>
          <a:stretch xmlns:a="http://schemas.openxmlformats.org/drawingml/2006/main"/>
        </p:blipFill>
        <p:spPr>
          <a:xfrm xmlns:a="http://schemas.openxmlformats.org/drawingml/2006/main">
            <a:off x="10970990" y="8443719"/>
            <a:ext cx="214119" cy="218773"/>
          </a:xfrm>
          <a:prstGeom xmlns:a="http://schemas.openxmlformats.org/drawingml/2006/main" prst="rect">
            <a:avLst/>
          </a:prstGeom>
        </p:spPr>
      </p:pic>
      <p:sp>
        <p:nvSpPr>
          <p:cNvPr id="796" name="text-693 Select">
            <a:extLst xmlns:a="http://schemas.openxmlformats.org/drawingml/2006/main">
              <a:ext uri="{FF2B5EF4-FFF2-40B4-BE49-F238E27FC236}">
                <a16:creationId xmlns:a16="http://schemas.microsoft.com/office/drawing/2014/main" id="{0AD03FB2-F841-459A-8AD7-5C19A5DA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6569" y="8693376"/>
            <a:ext cx="209576" cy="90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</a:t>
            </a:r>
          </a:p>
        </p:txBody>
      </p:sp>
      <p:sp>
        <p:nvSpPr>
          <p:cNvPr id="797" name="text-693 Frame">
            <a:extLst xmlns:a="http://schemas.openxmlformats.org/drawingml/2006/main">
              <a:ext uri="{FF2B5EF4-FFF2-40B4-BE49-F238E27FC236}">
                <a16:creationId xmlns:a16="http://schemas.microsoft.com/office/drawing/2014/main" id="{24D70755-7367-4284-9367-3948D21B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2504" y="8693360"/>
            <a:ext cx="201570" cy="9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pic>
        <p:nvPicPr>
          <p:cNvPr id="798" name="">
            <a:extLst xmlns:a="http://schemas.openxmlformats.org/drawingml/2006/main">
              <a:ext uri="{FF2B5EF4-FFF2-40B4-BE49-F238E27FC236}">
                <a16:creationId xmlns:a16="http://schemas.microsoft.com/office/drawing/2014/main" id="{7C851CD0-A4C4-45CF-AEA3-B45D383E8D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43beb46cc4ff1"/>
          <a:stretch xmlns:a="http://schemas.openxmlformats.org/drawingml/2006/main"/>
        </p:blipFill>
        <p:spPr>
          <a:xfrm xmlns:a="http://schemas.openxmlformats.org/drawingml/2006/main">
            <a:off x="9439577" y="9090729"/>
            <a:ext cx="218773" cy="218773"/>
          </a:xfrm>
          <a:prstGeom xmlns:a="http://schemas.openxmlformats.org/drawingml/2006/main" prst="rect">
            <a:avLst/>
          </a:prstGeom>
        </p:spPr>
      </p:pic>
      <p:pic>
        <p:nvPicPr>
          <p:cNvPr id="799" name="">
            <a:extLst xmlns:a="http://schemas.openxmlformats.org/drawingml/2006/main">
              <a:ext uri="{FF2B5EF4-FFF2-40B4-BE49-F238E27FC236}">
                <a16:creationId xmlns:a16="http://schemas.microsoft.com/office/drawing/2014/main" id="{27BA0331-3890-4B14-937D-A4D193029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81adfdd244390"/>
          <a:stretch xmlns:a="http://schemas.openxmlformats.org/drawingml/2006/main"/>
        </p:blipFill>
        <p:spPr>
          <a:xfrm xmlns:a="http://schemas.openxmlformats.org/drawingml/2006/main">
            <a:off x="9765409" y="9090729"/>
            <a:ext cx="223428" cy="218773"/>
          </a:xfrm>
          <a:prstGeom xmlns:a="http://schemas.openxmlformats.org/drawingml/2006/main" prst="rect">
            <a:avLst/>
          </a:prstGeom>
        </p:spPr>
      </p:pic>
      <p:pic>
        <p:nvPicPr>
          <p:cNvPr id="800" name="">
            <a:extLst xmlns:a="http://schemas.openxmlformats.org/drawingml/2006/main">
              <a:ext uri="{FF2B5EF4-FFF2-40B4-BE49-F238E27FC236}">
                <a16:creationId xmlns:a16="http://schemas.microsoft.com/office/drawing/2014/main" id="{2DB16A78-B030-4D43-9C13-7D39E9BB0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e73c9e93b40a7"/>
          <a:stretch xmlns:a="http://schemas.openxmlformats.org/drawingml/2006/main"/>
        </p:blipFill>
        <p:spPr>
          <a:xfrm xmlns:a="http://schemas.openxmlformats.org/drawingml/2006/main">
            <a:off x="10095897" y="9090729"/>
            <a:ext cx="223428" cy="218773"/>
          </a:xfrm>
          <a:prstGeom xmlns:a="http://schemas.openxmlformats.org/drawingml/2006/main" prst="rect">
            <a:avLst/>
          </a:prstGeom>
        </p:spPr>
      </p:pic>
      <p:pic>
        <p:nvPicPr>
          <p:cNvPr id="801" name="">
            <a:extLst xmlns:a="http://schemas.openxmlformats.org/drawingml/2006/main">
              <a:ext uri="{FF2B5EF4-FFF2-40B4-BE49-F238E27FC236}">
                <a16:creationId xmlns:a16="http://schemas.microsoft.com/office/drawing/2014/main" id="{7708A986-87EB-4103-8B6E-F49984E6C6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5e82d4bcf4cfe"/>
          <a:stretch xmlns:a="http://schemas.openxmlformats.org/drawingml/2006/main"/>
        </p:blipFill>
        <p:spPr>
          <a:xfrm xmlns:a="http://schemas.openxmlformats.org/drawingml/2006/main">
            <a:off x="10426384" y="9090729"/>
            <a:ext cx="223428" cy="218773"/>
          </a:xfrm>
          <a:prstGeom xmlns:a="http://schemas.openxmlformats.org/drawingml/2006/main" prst="rect">
            <a:avLst/>
          </a:prstGeom>
        </p:spPr>
      </p:pic>
      <p:pic>
        <p:nvPicPr>
          <p:cNvPr id="802" name="">
            <a:extLst xmlns:a="http://schemas.openxmlformats.org/drawingml/2006/main">
              <a:ext uri="{FF2B5EF4-FFF2-40B4-BE49-F238E27FC236}">
                <a16:creationId xmlns:a16="http://schemas.microsoft.com/office/drawing/2014/main" id="{18C254EF-B648-45E2-8DA1-390896B846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03f2382c3493e"/>
          <a:stretch xmlns:a="http://schemas.openxmlformats.org/drawingml/2006/main"/>
        </p:blipFill>
        <p:spPr>
          <a:xfrm xmlns:a="http://schemas.openxmlformats.org/drawingml/2006/main">
            <a:off x="10756871" y="9090729"/>
            <a:ext cx="218773" cy="218773"/>
          </a:xfrm>
          <a:prstGeom xmlns:a="http://schemas.openxmlformats.org/drawingml/2006/main" prst="rect">
            <a:avLst/>
          </a:prstGeom>
        </p:spPr>
      </p:pic>
      <p:sp>
        <p:nvSpPr>
          <p:cNvPr id="803" name="path-699">
            <a:extLst xmlns:a="http://schemas.openxmlformats.org/drawingml/2006/main">
              <a:ext uri="{FF2B5EF4-FFF2-40B4-BE49-F238E27FC236}">
                <a16:creationId xmlns:a16="http://schemas.microsoft.com/office/drawing/2014/main" id="{693AB586-1D4D-49BE-B8AA-857698A8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306" y="9066468"/>
            <a:ext cx="230774" cy="246770"/>
          </a:xfrm>
          <a:custGeom xmlns:a="http://schemas.openxmlformats.org/drawingml/2006/main">
            <a:pathLst>
              <a:path w="472231" h="504965">
                <a:moveTo>
                  <a:pt x="0" y="61976"/>
                </a:moveTo>
                <a:cubicBezTo>
                  <a:pt x="0" y="27747"/>
                  <a:pt x="27747" y="0"/>
                  <a:pt x="61976" y="0"/>
                </a:cubicBezTo>
                <a:lnTo>
                  <a:pt x="410257" y="0"/>
                </a:lnTo>
                <a:cubicBezTo>
                  <a:pt x="444484" y="0"/>
                  <a:pt x="472231" y="27747"/>
                  <a:pt x="472231" y="61976"/>
                </a:cubicBezTo>
                <a:lnTo>
                  <a:pt x="472231" y="442990"/>
                </a:lnTo>
                <a:cubicBezTo>
                  <a:pt x="472231" y="477218"/>
                  <a:pt x="444484" y="504965"/>
                  <a:pt x="410257" y="504965"/>
                </a:cubicBezTo>
                <a:lnTo>
                  <a:pt x="61976" y="504965"/>
                </a:lnTo>
                <a:cubicBezTo>
                  <a:pt x="27747" y="504965"/>
                  <a:pt x="0" y="477218"/>
                  <a:pt x="0" y="442990"/>
                </a:cubicBezTo>
                <a:lnTo>
                  <a:pt x="0" y="61976"/>
                </a:lnTo>
              </a:path>
            </a:pathLst>
          </a:custGeom>
          <a:noFill xmlns:a="http://schemas.openxmlformats.org/drawingml/2006/main"/>
          <a:ln xmlns:a="http://schemas.openxmlformats.org/drawingml/2006/main" w="9220">
            <a:solidFill>
              <a:srgbClr val="3B7D23"/>
            </a:solidFill>
            <a:prstDash val="solid"/>
          </a:ln>
        </p:spPr>
      </p:sp>
      <p:sp>
        <p:nvSpPr>
          <p:cNvPr id="804" name="text-700 Think">
            <a:extLst xmlns:a="http://schemas.openxmlformats.org/drawingml/2006/main">
              <a:ext uri="{FF2B5EF4-FFF2-40B4-BE49-F238E27FC236}">
                <a16:creationId xmlns:a16="http://schemas.microsoft.com/office/drawing/2014/main" id="{FAC69703-AAF7-4F92-9B9E-45BDBA99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5254" y="9328680"/>
            <a:ext cx="181955" cy="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805" name="text-701 Tool">
            <a:extLst xmlns:a="http://schemas.openxmlformats.org/drawingml/2006/main">
              <a:ext uri="{FF2B5EF4-FFF2-40B4-BE49-F238E27FC236}">
                <a16:creationId xmlns:a16="http://schemas.microsoft.com/office/drawing/2014/main" id="{80E6A524-6011-47B3-AA43-CDF83152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3841" y="9324933"/>
            <a:ext cx="141548" cy="90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06" name="text-702 Observation">
            <a:extLst xmlns:a="http://schemas.openxmlformats.org/drawingml/2006/main">
              <a:ext uri="{FF2B5EF4-FFF2-40B4-BE49-F238E27FC236}">
                <a16:creationId xmlns:a16="http://schemas.microsoft.com/office/drawing/2014/main" id="{688B269A-5420-4891-93B0-7B0E83A0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29889" y="9321804"/>
            <a:ext cx="382106" cy="90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807" name="text-703 Think">
            <a:extLst xmlns:a="http://schemas.openxmlformats.org/drawingml/2006/main">
              <a:ext uri="{FF2B5EF4-FFF2-40B4-BE49-F238E27FC236}">
                <a16:creationId xmlns:a16="http://schemas.microsoft.com/office/drawing/2014/main" id="{58220EEA-FB76-4D27-A7AF-7FAA6ED1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5964" y="9324253"/>
            <a:ext cx="181955" cy="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808" name="text-704 Tool">
            <a:extLst xmlns:a="http://schemas.openxmlformats.org/drawingml/2006/main">
              <a:ext uri="{FF2B5EF4-FFF2-40B4-BE49-F238E27FC236}">
                <a16:creationId xmlns:a16="http://schemas.microsoft.com/office/drawing/2014/main" id="{70E7D310-9117-4905-8C4B-8B2EE740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79528" y="9324933"/>
            <a:ext cx="141548" cy="90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09" name="text-705 Answer">
            <a:extLst xmlns:a="http://schemas.openxmlformats.org/drawingml/2006/main">
              <a:ext uri="{FF2B5EF4-FFF2-40B4-BE49-F238E27FC236}">
                <a16:creationId xmlns:a16="http://schemas.microsoft.com/office/drawing/2014/main" id="{4D9D8CBC-A52E-4044-8339-30B88C96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8892" y="9324874"/>
            <a:ext cx="235503" cy="90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810" name="path-706">
            <a:extLst xmlns:a="http://schemas.openxmlformats.org/drawingml/2006/main">
              <a:ext uri="{FF2B5EF4-FFF2-40B4-BE49-F238E27FC236}">
                <a16:creationId xmlns:a16="http://schemas.microsoft.com/office/drawing/2014/main" id="{BD95405E-1E9A-4382-A2C3-709F389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757" y="9209746"/>
            <a:ext cx="79923" cy="23050"/>
          </a:xfrm>
          <a:custGeom xmlns:a="http://schemas.openxmlformats.org/drawingml/2006/main">
            <a:pathLst>
              <a:path w="163547" h="47167">
                <a:moveTo>
                  <a:pt x="0" y="0"/>
                </a:moveTo>
                <a:lnTo>
                  <a:pt x="100657" y="1"/>
                </a:lnTo>
                <a:lnTo>
                  <a:pt x="100657" y="18867"/>
                </a:lnTo>
                <a:lnTo>
                  <a:pt x="0" y="18867"/>
                </a:lnTo>
                <a:lnTo>
                  <a:pt x="0" y="0"/>
                </a:lnTo>
                <a:moveTo>
                  <a:pt x="88079" y="-28299"/>
                </a:moveTo>
                <a:lnTo>
                  <a:pt x="163547" y="9434"/>
                </a:lnTo>
                <a:lnTo>
                  <a:pt x="88079" y="47167"/>
                </a:lnTo>
                <a:lnTo>
                  <a:pt x="88079" y="-282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1" name="path-707">
            <a:extLst xmlns:a="http://schemas.openxmlformats.org/drawingml/2006/main">
              <a:ext uri="{FF2B5EF4-FFF2-40B4-BE49-F238E27FC236}">
                <a16:creationId xmlns:a16="http://schemas.microsoft.com/office/drawing/2014/main" id="{A6A97E54-2C03-457A-96D4-5D0EFFF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2844" y="9207511"/>
            <a:ext cx="79923" cy="23050"/>
          </a:xfrm>
          <a:custGeom xmlns:a="http://schemas.openxmlformats.org/drawingml/2006/main">
            <a:pathLst>
              <a:path w="163545" h="47167">
                <a:moveTo>
                  <a:pt x="0" y="0"/>
                </a:moveTo>
                <a:lnTo>
                  <a:pt x="0" y="18867"/>
                </a:lnTo>
                <a:lnTo>
                  <a:pt x="100657" y="18867"/>
                </a:lnTo>
                <a:lnTo>
                  <a:pt x="100657" y="0"/>
                </a:lnTo>
                <a:close/>
                <a:moveTo>
                  <a:pt x="88077" y="-28301"/>
                </a:moveTo>
                <a:lnTo>
                  <a:pt x="163545" y="9434"/>
                </a:lnTo>
                <a:lnTo>
                  <a:pt x="88077" y="47167"/>
                </a:lnTo>
                <a:lnTo>
                  <a:pt x="88077" y="-283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2" name="path-708">
            <a:extLst xmlns:a="http://schemas.openxmlformats.org/drawingml/2006/main">
              <a:ext uri="{FF2B5EF4-FFF2-40B4-BE49-F238E27FC236}">
                <a16:creationId xmlns:a16="http://schemas.microsoft.com/office/drawing/2014/main" id="{FD06C062-7D21-481F-A1C1-FA9A500D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3643" y="9203041"/>
            <a:ext cx="79923" cy="23050"/>
          </a:xfrm>
          <a:custGeom xmlns:a="http://schemas.openxmlformats.org/drawingml/2006/main">
            <a:pathLst>
              <a:path w="163545" h="47167">
                <a:moveTo>
                  <a:pt x="0" y="0"/>
                </a:moveTo>
                <a:lnTo>
                  <a:pt x="100657" y="1"/>
                </a:lnTo>
                <a:lnTo>
                  <a:pt x="100657" y="18868"/>
                </a:lnTo>
                <a:lnTo>
                  <a:pt x="0" y="18867"/>
                </a:lnTo>
                <a:lnTo>
                  <a:pt x="0" y="0"/>
                </a:lnTo>
                <a:moveTo>
                  <a:pt x="88079" y="-28299"/>
                </a:moveTo>
                <a:lnTo>
                  <a:pt x="163545" y="9434"/>
                </a:lnTo>
                <a:lnTo>
                  <a:pt x="88079" y="47167"/>
                </a:lnTo>
                <a:lnTo>
                  <a:pt x="88079" y="-282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3" name="path-709">
            <a:extLst xmlns:a="http://schemas.openxmlformats.org/drawingml/2006/main">
              <a:ext uri="{FF2B5EF4-FFF2-40B4-BE49-F238E27FC236}">
                <a16:creationId xmlns:a16="http://schemas.microsoft.com/office/drawing/2014/main" id="{70132A01-4EDD-4E5A-92AE-47A0132F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4439" y="9198571"/>
            <a:ext cx="79925" cy="23049"/>
          </a:xfrm>
          <a:custGeom xmlns:a="http://schemas.openxmlformats.org/drawingml/2006/main">
            <a:pathLst>
              <a:path w="163550" h="47166">
                <a:moveTo>
                  <a:pt x="0" y="0"/>
                </a:moveTo>
                <a:lnTo>
                  <a:pt x="0" y="18867"/>
                </a:lnTo>
                <a:lnTo>
                  <a:pt x="100661" y="18867"/>
                </a:lnTo>
                <a:lnTo>
                  <a:pt x="100661" y="0"/>
                </a:lnTo>
                <a:close/>
                <a:moveTo>
                  <a:pt x="88083" y="-28301"/>
                </a:moveTo>
                <a:lnTo>
                  <a:pt x="163550" y="9433"/>
                </a:lnTo>
                <a:lnTo>
                  <a:pt x="88083" y="47166"/>
                </a:lnTo>
                <a:lnTo>
                  <a:pt x="88083" y="-283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4" name="path-710">
            <a:extLst xmlns:a="http://schemas.openxmlformats.org/drawingml/2006/main">
              <a:ext uri="{FF2B5EF4-FFF2-40B4-BE49-F238E27FC236}">
                <a16:creationId xmlns:a16="http://schemas.microsoft.com/office/drawing/2014/main" id="{5C042238-317E-4B0C-8901-296D58F8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243" y="9194101"/>
            <a:ext cx="79918" cy="23049"/>
          </a:xfrm>
          <a:custGeom xmlns:a="http://schemas.openxmlformats.org/drawingml/2006/main">
            <a:pathLst>
              <a:path w="163535" h="47166">
                <a:moveTo>
                  <a:pt x="0" y="0"/>
                </a:moveTo>
                <a:lnTo>
                  <a:pt x="0" y="18867"/>
                </a:lnTo>
                <a:lnTo>
                  <a:pt x="100646" y="18867"/>
                </a:lnTo>
                <a:lnTo>
                  <a:pt x="100646" y="0"/>
                </a:lnTo>
                <a:close/>
                <a:moveTo>
                  <a:pt x="88069" y="-28301"/>
                </a:moveTo>
                <a:lnTo>
                  <a:pt x="163535" y="9434"/>
                </a:lnTo>
                <a:lnTo>
                  <a:pt x="88069" y="47166"/>
                </a:lnTo>
                <a:lnTo>
                  <a:pt x="88069" y="-283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5" name="">
            <a:extLst xmlns:a="http://schemas.openxmlformats.org/drawingml/2006/main">
              <a:ext uri="{FF2B5EF4-FFF2-40B4-BE49-F238E27FC236}">
                <a16:creationId xmlns:a16="http://schemas.microsoft.com/office/drawing/2014/main" id="{5F4B3776-FE7F-4FC6-896B-7DC643329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0b81e64b8481d"/>
          <a:stretch xmlns:a="http://schemas.openxmlformats.org/drawingml/2006/main"/>
        </p:blipFill>
        <p:spPr>
          <a:xfrm xmlns:a="http://schemas.openxmlformats.org/drawingml/2006/main">
            <a:off x="11129251" y="9114003"/>
            <a:ext cx="153607" cy="153607"/>
          </a:xfrm>
          <a:prstGeom xmlns:a="http://schemas.openxmlformats.org/drawingml/2006/main" prst="rect">
            <a:avLst/>
          </a:prstGeom>
        </p:spPr>
      </p:pic>
      <p:sp>
        <p:nvSpPr>
          <p:cNvPr id="816" name="text-712 Raw">
            <a:extLst xmlns:a="http://schemas.openxmlformats.org/drawingml/2006/main">
              <a:ext uri="{FF2B5EF4-FFF2-40B4-BE49-F238E27FC236}">
                <a16:creationId xmlns:a16="http://schemas.microsoft.com/office/drawing/2014/main" id="{631AACEE-CDB8-4AC7-9FFC-2D838388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2188" y="9718433"/>
            <a:ext cx="171897" cy="120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Raw</a:t>
            </a:r>
          </a:p>
        </p:txBody>
      </p:sp>
      <p:sp>
        <p:nvSpPr>
          <p:cNvPr id="817" name="text-713 Expert">
            <a:extLst xmlns:a="http://schemas.openxmlformats.org/drawingml/2006/main">
              <a:ext uri="{FF2B5EF4-FFF2-40B4-BE49-F238E27FC236}">
                <a16:creationId xmlns:a16="http://schemas.microsoft.com/office/drawing/2014/main" id="{57C97A1B-27AB-4AEA-9108-64C20F36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4281" y="9718191"/>
            <a:ext cx="294980" cy="1204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818" name="text-714 Rollouts">
            <a:extLst xmlns:a="http://schemas.openxmlformats.org/drawingml/2006/main">
              <a:ext uri="{FF2B5EF4-FFF2-40B4-BE49-F238E27FC236}">
                <a16:creationId xmlns:a16="http://schemas.microsoft.com/office/drawing/2014/main" id="{D9D31A9C-77C5-4C7D-940A-953B412A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09305" y="9718058"/>
            <a:ext cx="334839" cy="12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Rollouts</a:t>
            </a:r>
          </a:p>
        </p:txBody>
      </p:sp>
      <p:pic>
        <p:nvPicPr>
          <p:cNvPr id="819" name="">
            <a:extLst xmlns:a="http://schemas.openxmlformats.org/drawingml/2006/main">
              <a:ext uri="{FF2B5EF4-FFF2-40B4-BE49-F238E27FC236}">
                <a16:creationId xmlns:a16="http://schemas.microsoft.com/office/drawing/2014/main" id="{6D11E1BC-4FC1-4190-BBAE-D90A842DEE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6aad260294ed6"/>
          <a:stretch xmlns:a="http://schemas.openxmlformats.org/drawingml/2006/main"/>
        </p:blipFill>
        <p:spPr>
          <a:xfrm xmlns:a="http://schemas.openxmlformats.org/drawingml/2006/main">
            <a:off x="9388374" y="9667918"/>
            <a:ext cx="195500" cy="195500"/>
          </a:xfrm>
          <a:prstGeom xmlns:a="http://schemas.openxmlformats.org/drawingml/2006/main" prst="rect">
            <a:avLst/>
          </a:prstGeom>
        </p:spPr>
      </p:pic>
      <p:pic>
        <p:nvPicPr>
          <p:cNvPr id="820" name="">
            <a:extLst xmlns:a="http://schemas.openxmlformats.org/drawingml/2006/main">
              <a:ext uri="{FF2B5EF4-FFF2-40B4-BE49-F238E27FC236}">
                <a16:creationId xmlns:a16="http://schemas.microsoft.com/office/drawing/2014/main" id="{9563E7AA-AA45-49D3-AEF9-8484356A49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7358afe8e4af7"/>
          <a:stretch xmlns:a="http://schemas.openxmlformats.org/drawingml/2006/main"/>
        </p:blipFill>
        <p:spPr>
          <a:xfrm xmlns:a="http://schemas.openxmlformats.org/drawingml/2006/main">
            <a:off x="9363444" y="7432156"/>
            <a:ext cx="466158" cy="370271"/>
          </a:xfrm>
          <a:prstGeom xmlns:a="http://schemas.openxmlformats.org/drawingml/2006/main" prst="rect">
            <a:avLst/>
          </a:prstGeom>
        </p:spPr>
      </p:pic>
      <p:sp>
        <p:nvSpPr>
          <p:cNvPr id="821" name="path-717">
            <a:extLst xmlns:a="http://schemas.openxmlformats.org/drawingml/2006/main">
              <a:ext uri="{FF2B5EF4-FFF2-40B4-BE49-F238E27FC236}">
                <a16:creationId xmlns:a16="http://schemas.microsoft.com/office/drawing/2014/main" id="{3E0B537A-D0CB-4F61-AF61-8A6B9A6A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819" y="9355297"/>
            <a:ext cx="2112703" cy="676300"/>
          </a:xfrm>
          <a:custGeom xmlns:a="http://schemas.openxmlformats.org/drawingml/2006/main">
            <a:pathLst>
              <a:path w="4323217" h="1383910">
                <a:moveTo>
                  <a:pt x="0" y="181623"/>
                </a:moveTo>
                <a:cubicBezTo>
                  <a:pt x="0" y="81315"/>
                  <a:pt x="81316" y="0"/>
                  <a:pt x="181624" y="0"/>
                </a:cubicBezTo>
                <a:lnTo>
                  <a:pt x="4141593" y="0"/>
                </a:lnTo>
                <a:cubicBezTo>
                  <a:pt x="4241901" y="0"/>
                  <a:pt x="4323217" y="81315"/>
                  <a:pt x="4323217" y="181623"/>
                </a:cubicBezTo>
                <a:lnTo>
                  <a:pt x="4323217" y="1202286"/>
                </a:lnTo>
                <a:cubicBezTo>
                  <a:pt x="4323217" y="1302593"/>
                  <a:pt x="4241901" y="1383910"/>
                  <a:pt x="4141593" y="1383910"/>
                </a:cubicBezTo>
                <a:lnTo>
                  <a:pt x="181624" y="1383910"/>
                </a:lnTo>
                <a:cubicBezTo>
                  <a:pt x="81316" y="1383910"/>
                  <a:pt x="0" y="1302593"/>
                  <a:pt x="0" y="1202286"/>
                </a:cubicBezTo>
                <a:lnTo>
                  <a:pt x="0" y="18162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2" name="path-718">
            <a:extLst xmlns:a="http://schemas.openxmlformats.org/drawingml/2006/main">
              <a:ext uri="{FF2B5EF4-FFF2-40B4-BE49-F238E27FC236}">
                <a16:creationId xmlns:a16="http://schemas.microsoft.com/office/drawing/2014/main" id="{90B726DC-99FB-47EF-A730-DFBB03F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819" y="9355297"/>
            <a:ext cx="2112702" cy="676300"/>
          </a:xfrm>
          <a:custGeom xmlns:a="http://schemas.openxmlformats.org/drawingml/2006/main">
            <a:pathLst>
              <a:path w="4323214" h="1383910">
                <a:moveTo>
                  <a:pt x="0" y="181624"/>
                </a:moveTo>
                <a:cubicBezTo>
                  <a:pt x="0" y="81316"/>
                  <a:pt x="81315" y="0"/>
                  <a:pt x="181623" y="0"/>
                </a:cubicBezTo>
                <a:lnTo>
                  <a:pt x="4141592" y="0"/>
                </a:lnTo>
                <a:cubicBezTo>
                  <a:pt x="4241898" y="0"/>
                  <a:pt x="4323214" y="81316"/>
                  <a:pt x="4323214" y="181624"/>
                </a:cubicBezTo>
                <a:lnTo>
                  <a:pt x="4323214" y="1202286"/>
                </a:lnTo>
                <a:cubicBezTo>
                  <a:pt x="4323214" y="1302593"/>
                  <a:pt x="4241898" y="1383910"/>
                  <a:pt x="4141592" y="1383910"/>
                </a:cubicBezTo>
                <a:lnTo>
                  <a:pt x="181623" y="1383910"/>
                </a:lnTo>
                <a:cubicBezTo>
                  <a:pt x="81315" y="1383910"/>
                  <a:pt x="0" y="1302593"/>
                  <a:pt x="0" y="1202286"/>
                </a:cubicBezTo>
                <a:lnTo>
                  <a:pt x="0" y="181624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823" name="text-719 High">
            <a:extLst xmlns:a="http://schemas.openxmlformats.org/drawingml/2006/main">
              <a:ext uri="{FF2B5EF4-FFF2-40B4-BE49-F238E27FC236}">
                <a16:creationId xmlns:a16="http://schemas.microsoft.com/office/drawing/2014/main" id="{478CED6B-9458-456B-8475-ACD47792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3722" y="9360306"/>
            <a:ext cx="258220" cy="154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High</a:t>
            </a:r>
          </a:p>
        </p:txBody>
      </p:sp>
      <p:sp>
        <p:nvSpPr>
          <p:cNvPr id="824" name="text-720 -">
            <a:extLst xmlns:a="http://schemas.openxmlformats.org/drawingml/2006/main">
              <a:ext uri="{FF2B5EF4-FFF2-40B4-BE49-F238E27FC236}">
                <a16:creationId xmlns:a16="http://schemas.microsoft.com/office/drawing/2014/main" id="{DBDD8A50-ADDD-4F45-BA3C-13738BC7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1903" y="9360267"/>
            <a:ext cx="65988" cy="15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25" name="text-721 Quality">
            <a:extLst xmlns:a="http://schemas.openxmlformats.org/drawingml/2006/main">
              <a:ext uri="{FF2B5EF4-FFF2-40B4-BE49-F238E27FC236}">
                <a16:creationId xmlns:a16="http://schemas.microsoft.com/office/drawing/2014/main" id="{84B1E108-FFCA-45DF-9501-3EF51CB9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68002" y="9360244"/>
            <a:ext cx="401781" cy="1548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Quality</a:t>
            </a:r>
          </a:p>
        </p:txBody>
      </p:sp>
      <p:sp>
        <p:nvSpPr>
          <p:cNvPr id="826" name="text-722 Expert">
            <a:extLst xmlns:a="http://schemas.openxmlformats.org/drawingml/2006/main">
              <a:ext uri="{FF2B5EF4-FFF2-40B4-BE49-F238E27FC236}">
                <a16:creationId xmlns:a16="http://schemas.microsoft.com/office/drawing/2014/main" id="{30B50F92-5718-4A09-B33E-8820E4D4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82898" y="9360164"/>
            <a:ext cx="379390" cy="1549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Expert</a:t>
            </a:r>
          </a:p>
        </p:txBody>
      </p:sp>
      <p:sp>
        <p:nvSpPr>
          <p:cNvPr id="827" name="text-723 Trajectory">
            <a:extLst xmlns:a="http://schemas.openxmlformats.org/drawingml/2006/main">
              <a:ext uri="{FF2B5EF4-FFF2-40B4-BE49-F238E27FC236}">
                <a16:creationId xmlns:a16="http://schemas.microsoft.com/office/drawing/2014/main" id="{2CD1F682-ECD9-4A1B-88AE-65D4958B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75511" y="9360069"/>
            <a:ext cx="588505" cy="155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Trajectory</a:t>
            </a:r>
          </a:p>
        </p:txBody>
      </p:sp>
      <p:sp>
        <p:nvSpPr>
          <p:cNvPr id="828" name="path-724">
            <a:extLst xmlns:a="http://schemas.openxmlformats.org/drawingml/2006/main">
              <a:ext uri="{FF2B5EF4-FFF2-40B4-BE49-F238E27FC236}">
                <a16:creationId xmlns:a16="http://schemas.microsoft.com/office/drawing/2014/main" id="{15827BCE-5F52-4F75-97E0-4682832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1447" y="7324057"/>
            <a:ext cx="1893846" cy="697342"/>
          </a:xfrm>
          <a:custGeom xmlns:a="http://schemas.openxmlformats.org/drawingml/2006/main">
            <a:pathLst>
              <a:path w="3875371" h="1426968">
                <a:moveTo>
                  <a:pt x="0" y="187275"/>
                </a:moveTo>
                <a:cubicBezTo>
                  <a:pt x="0" y="83845"/>
                  <a:pt x="83842" y="0"/>
                  <a:pt x="187269" y="0"/>
                </a:cubicBezTo>
                <a:lnTo>
                  <a:pt x="3688089" y="0"/>
                </a:lnTo>
                <a:cubicBezTo>
                  <a:pt x="3791516" y="0"/>
                  <a:pt x="3875371" y="83845"/>
                  <a:pt x="3875371" y="187275"/>
                </a:cubicBezTo>
                <a:lnTo>
                  <a:pt x="3875371" y="1239692"/>
                </a:lnTo>
                <a:cubicBezTo>
                  <a:pt x="3875371" y="1343122"/>
                  <a:pt x="3791516" y="1426968"/>
                  <a:pt x="3688089" y="1426968"/>
                </a:cubicBezTo>
                <a:lnTo>
                  <a:pt x="187269" y="1426968"/>
                </a:lnTo>
                <a:cubicBezTo>
                  <a:pt x="83842" y="1426968"/>
                  <a:pt x="0" y="1343122"/>
                  <a:pt x="0" y="1239692"/>
                </a:cubicBezTo>
                <a:lnTo>
                  <a:pt x="0" y="187275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9" name="path-725">
            <a:extLst xmlns:a="http://schemas.openxmlformats.org/drawingml/2006/main">
              <a:ext uri="{FF2B5EF4-FFF2-40B4-BE49-F238E27FC236}">
                <a16:creationId xmlns:a16="http://schemas.microsoft.com/office/drawing/2014/main" id="{B867CA4E-2F91-4BFA-9121-595902D0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1447" y="7324057"/>
            <a:ext cx="1893848" cy="697342"/>
          </a:xfrm>
          <a:custGeom xmlns:a="http://schemas.openxmlformats.org/drawingml/2006/main">
            <a:pathLst>
              <a:path w="3875374" h="1426968">
                <a:moveTo>
                  <a:pt x="0" y="187276"/>
                </a:moveTo>
                <a:cubicBezTo>
                  <a:pt x="0" y="83847"/>
                  <a:pt x="83847" y="0"/>
                  <a:pt x="187276" y="0"/>
                </a:cubicBezTo>
                <a:lnTo>
                  <a:pt x="3688099" y="0"/>
                </a:lnTo>
                <a:cubicBezTo>
                  <a:pt x="3791529" y="0"/>
                  <a:pt x="3875374" y="83847"/>
                  <a:pt x="3875374" y="187276"/>
                </a:cubicBezTo>
                <a:lnTo>
                  <a:pt x="3875374" y="1239693"/>
                </a:lnTo>
                <a:cubicBezTo>
                  <a:pt x="3875374" y="1343123"/>
                  <a:pt x="3791529" y="1426968"/>
                  <a:pt x="3688099" y="1426968"/>
                </a:cubicBezTo>
                <a:lnTo>
                  <a:pt x="187276" y="1426968"/>
                </a:lnTo>
                <a:cubicBezTo>
                  <a:pt x="83847" y="1426968"/>
                  <a:pt x="0" y="1343123"/>
                  <a:pt x="0" y="1239693"/>
                </a:cubicBezTo>
                <a:lnTo>
                  <a:pt x="0" y="187276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830" name="text-726 Answer">
            <a:extLst xmlns:a="http://schemas.openxmlformats.org/drawingml/2006/main">
              <a:ext uri="{FF2B5EF4-FFF2-40B4-BE49-F238E27FC236}">
                <a16:creationId xmlns:a16="http://schemas.microsoft.com/office/drawing/2014/main" id="{5BF1E003-BD1D-4723-AE2D-C791C1B9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05880" y="7330362"/>
            <a:ext cx="401893" cy="15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831" name="text-727 Correctness">
            <a:extLst xmlns:a="http://schemas.openxmlformats.org/drawingml/2006/main">
              <a:ext uri="{FF2B5EF4-FFF2-40B4-BE49-F238E27FC236}">
                <a16:creationId xmlns:a16="http://schemas.microsoft.com/office/drawing/2014/main" id="{354BEF4F-EF1D-4B27-A220-4AE54A4C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0775" y="7330293"/>
            <a:ext cx="647009" cy="155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Correctness</a:t>
            </a:r>
          </a:p>
        </p:txBody>
      </p:sp>
      <p:sp>
        <p:nvSpPr>
          <p:cNvPr id="832" name="text-728 Judge">
            <a:extLst xmlns:a="http://schemas.openxmlformats.org/drawingml/2006/main">
              <a:ext uri="{FF2B5EF4-FFF2-40B4-BE49-F238E27FC236}">
                <a16:creationId xmlns:a16="http://schemas.microsoft.com/office/drawing/2014/main" id="{8F29D96E-1AF1-4136-9792-86410B9F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0766" y="7330212"/>
            <a:ext cx="335667" cy="155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sp>
        <p:nvSpPr>
          <p:cNvPr id="833" name="text-729 Final">
            <a:extLst xmlns:a="http://schemas.openxmlformats.org/drawingml/2006/main">
              <a:ext uri="{FF2B5EF4-FFF2-40B4-BE49-F238E27FC236}">
                <a16:creationId xmlns:a16="http://schemas.microsoft.com/office/drawing/2014/main" id="{C5991C14-C5B7-46E0-9D48-E4E147EE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9855" y="7578379"/>
            <a:ext cx="262373" cy="1546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Final</a:t>
            </a:r>
          </a:p>
        </p:txBody>
      </p:sp>
      <p:sp>
        <p:nvSpPr>
          <p:cNvPr id="834" name="text-730 Answer">
            <a:extLst xmlns:a="http://schemas.openxmlformats.org/drawingml/2006/main">
              <a:ext uri="{FF2B5EF4-FFF2-40B4-BE49-F238E27FC236}">
                <a16:creationId xmlns:a16="http://schemas.microsoft.com/office/drawing/2014/main" id="{23ACF1EC-9FEC-494A-B387-D8402781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4914" y="7578191"/>
            <a:ext cx="401893" cy="15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835" name="text-731 must">
            <a:extLst xmlns:a="http://schemas.openxmlformats.org/drawingml/2006/main">
              <a:ext uri="{FF2B5EF4-FFF2-40B4-BE49-F238E27FC236}">
                <a16:creationId xmlns:a16="http://schemas.microsoft.com/office/drawing/2014/main" id="{D7F84A5B-0542-4C9F-B96F-4D70FF04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9810" y="7578113"/>
            <a:ext cx="269486" cy="155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must</a:t>
            </a:r>
          </a:p>
        </p:txBody>
      </p:sp>
      <p:sp>
        <p:nvSpPr>
          <p:cNvPr id="836" name="text-732 Match">
            <a:extLst xmlns:a="http://schemas.openxmlformats.org/drawingml/2006/main">
              <a:ext uri="{FF2B5EF4-FFF2-40B4-BE49-F238E27FC236}">
                <a16:creationId xmlns:a16="http://schemas.microsoft.com/office/drawing/2014/main" id="{0AE1A9DF-399F-423C-8673-0D7D42EB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51509" y="7713776"/>
            <a:ext cx="347347" cy="15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Match</a:t>
            </a:r>
          </a:p>
        </p:txBody>
      </p:sp>
      <p:sp>
        <p:nvSpPr>
          <p:cNvPr id="837" name="text-733 ground">
            <a:extLst xmlns:a="http://schemas.openxmlformats.org/drawingml/2006/main">
              <a:ext uri="{FF2B5EF4-FFF2-40B4-BE49-F238E27FC236}">
                <a16:creationId xmlns:a16="http://schemas.microsoft.com/office/drawing/2014/main" id="{EC5E1E55-C536-43DB-AB2F-B2758F3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1854" y="7714021"/>
            <a:ext cx="369891" cy="154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</a:t>
            </a:r>
          </a:p>
        </p:txBody>
      </p:sp>
      <p:sp>
        <p:nvSpPr>
          <p:cNvPr id="838" name="text-734 truth">
            <a:extLst xmlns:a="http://schemas.openxmlformats.org/drawingml/2006/main">
              <a:ext uri="{FF2B5EF4-FFF2-40B4-BE49-F238E27FC236}">
                <a16:creationId xmlns:a16="http://schemas.microsoft.com/office/drawing/2014/main" id="{F7F205DD-185B-41A8-8BA8-3C31859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5248" y="7713766"/>
            <a:ext cx="299021" cy="1551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truth</a:t>
            </a:r>
          </a:p>
        </p:txBody>
      </p:sp>
      <p:sp>
        <p:nvSpPr>
          <p:cNvPr id="839" name="text-735 A">
            <a:extLst xmlns:a="http://schemas.openxmlformats.org/drawingml/2006/main">
              <a:ext uri="{FF2B5EF4-FFF2-40B4-BE49-F238E27FC236}">
                <a16:creationId xmlns:a16="http://schemas.microsoft.com/office/drawing/2014/main" id="{76C30630-AA5E-49FD-A0DB-8548B7E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7188" y="7712390"/>
            <a:ext cx="100856" cy="155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840" name="text-736 A">
            <a:extLst xmlns:a="http://schemas.openxmlformats.org/drawingml/2006/main">
              <a:ext uri="{FF2B5EF4-FFF2-40B4-BE49-F238E27FC236}">
                <a16:creationId xmlns:a16="http://schemas.microsoft.com/office/drawing/2014/main" id="{F8117BF9-BDD7-428A-B710-BFBF6B7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07188" y="7712390"/>
            <a:ext cx="100856" cy="1550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841" name="path-737">
            <a:extLst xmlns:a="http://schemas.openxmlformats.org/drawingml/2006/main">
              <a:ext uri="{FF2B5EF4-FFF2-40B4-BE49-F238E27FC236}">
                <a16:creationId xmlns:a16="http://schemas.microsoft.com/office/drawing/2014/main" id="{88E4827A-8BCA-4BA4-9FB4-2A24AD26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511" y="8411768"/>
            <a:ext cx="1893854" cy="826756"/>
          </a:xfrm>
          <a:custGeom xmlns:a="http://schemas.openxmlformats.org/drawingml/2006/main">
            <a:pathLst>
              <a:path w="3875386" h="1691788">
                <a:moveTo>
                  <a:pt x="0" y="222030"/>
                </a:moveTo>
                <a:cubicBezTo>
                  <a:pt x="0" y="99407"/>
                  <a:pt x="99415" y="0"/>
                  <a:pt x="222036" y="0"/>
                </a:cubicBezTo>
                <a:lnTo>
                  <a:pt x="3653350" y="0"/>
                </a:lnTo>
                <a:cubicBezTo>
                  <a:pt x="3775970" y="0"/>
                  <a:pt x="3875386" y="99407"/>
                  <a:pt x="3875386" y="222030"/>
                </a:cubicBezTo>
                <a:lnTo>
                  <a:pt x="3875386" y="1469759"/>
                </a:lnTo>
                <a:cubicBezTo>
                  <a:pt x="3875386" y="1592382"/>
                  <a:pt x="3775970" y="1691788"/>
                  <a:pt x="3653350" y="1691788"/>
                </a:cubicBezTo>
                <a:lnTo>
                  <a:pt x="222036" y="1691788"/>
                </a:lnTo>
                <a:cubicBezTo>
                  <a:pt x="99415" y="1691788"/>
                  <a:pt x="0" y="1592382"/>
                  <a:pt x="0" y="1469759"/>
                </a:cubicBezTo>
                <a:lnTo>
                  <a:pt x="0" y="222030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2" name="path-738">
            <a:extLst xmlns:a="http://schemas.openxmlformats.org/drawingml/2006/main">
              <a:ext uri="{FF2B5EF4-FFF2-40B4-BE49-F238E27FC236}">
                <a16:creationId xmlns:a16="http://schemas.microsoft.com/office/drawing/2014/main" id="{7FB64122-5494-4821-8EEA-B4D07034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2511" y="8411768"/>
            <a:ext cx="1893849" cy="826755"/>
          </a:xfrm>
          <a:custGeom xmlns:a="http://schemas.openxmlformats.org/drawingml/2006/main">
            <a:pathLst>
              <a:path w="3875375" h="1691786">
                <a:moveTo>
                  <a:pt x="0" y="222029"/>
                </a:moveTo>
                <a:cubicBezTo>
                  <a:pt x="0" y="99405"/>
                  <a:pt x="99405" y="0"/>
                  <a:pt x="222029" y="0"/>
                </a:cubicBezTo>
                <a:lnTo>
                  <a:pt x="3653345" y="0"/>
                </a:lnTo>
                <a:cubicBezTo>
                  <a:pt x="3775969" y="0"/>
                  <a:pt x="3875375" y="99405"/>
                  <a:pt x="3875375" y="222029"/>
                </a:cubicBezTo>
                <a:lnTo>
                  <a:pt x="3875375" y="1469758"/>
                </a:lnTo>
                <a:cubicBezTo>
                  <a:pt x="3875375" y="1592380"/>
                  <a:pt x="3775969" y="1691786"/>
                  <a:pt x="3653345" y="1691786"/>
                </a:cubicBezTo>
                <a:lnTo>
                  <a:pt x="222029" y="1691786"/>
                </a:lnTo>
                <a:cubicBezTo>
                  <a:pt x="99405" y="1691786"/>
                  <a:pt x="0" y="1592380"/>
                  <a:pt x="0" y="1469758"/>
                </a:cubicBezTo>
                <a:lnTo>
                  <a:pt x="0" y="222029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843" name="text-739 →">
            <a:extLst xmlns:a="http://schemas.openxmlformats.org/drawingml/2006/main">
              <a:ext uri="{FF2B5EF4-FFF2-40B4-BE49-F238E27FC236}">
                <a16:creationId xmlns:a16="http://schemas.microsoft.com/office/drawing/2014/main" id="{26E8751A-F460-42EE-AFFF-EDBE81BB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513544" y="8110935"/>
            <a:ext cx="203099" cy="241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6" b="1" i="0">
                <a:solidFill>
                  <a:srgbClr val="1A56B4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844" name="text-740 Process">
            <a:extLst xmlns:a="http://schemas.openxmlformats.org/drawingml/2006/main">
              <a:ext uri="{FF2B5EF4-FFF2-40B4-BE49-F238E27FC236}">
                <a16:creationId xmlns:a16="http://schemas.microsoft.com/office/drawing/2014/main" id="{00514626-FF37-4DE7-A503-9780626F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8344" y="8427819"/>
            <a:ext cx="414094" cy="155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Process</a:t>
            </a:r>
          </a:p>
        </p:txBody>
      </p:sp>
      <p:sp>
        <p:nvSpPr>
          <p:cNvPr id="845" name="text-741 -">
            <a:extLst xmlns:a="http://schemas.openxmlformats.org/drawingml/2006/main">
              <a:ext uri="{FF2B5EF4-FFF2-40B4-BE49-F238E27FC236}">
                <a16:creationId xmlns:a16="http://schemas.microsoft.com/office/drawing/2014/main" id="{DF96DAF3-D8EB-4D13-B758-8CA1E2DF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2494" y="8427951"/>
            <a:ext cx="65988" cy="154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46" name="text-742 level">
            <a:extLst xmlns:a="http://schemas.openxmlformats.org/drawingml/2006/main">
              <a:ext uri="{FF2B5EF4-FFF2-40B4-BE49-F238E27FC236}">
                <a16:creationId xmlns:a16="http://schemas.microsoft.com/office/drawing/2014/main" id="{F41FECCC-9205-4C36-B674-2BB8856B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8594" y="8427952"/>
            <a:ext cx="255359" cy="154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level</a:t>
            </a:r>
          </a:p>
        </p:txBody>
      </p:sp>
      <p:sp>
        <p:nvSpPr>
          <p:cNvPr id="847" name="text-743 Judge">
            <a:extLst xmlns:a="http://schemas.openxmlformats.org/drawingml/2006/main">
              <a:ext uri="{FF2B5EF4-FFF2-40B4-BE49-F238E27FC236}">
                <a16:creationId xmlns:a16="http://schemas.microsoft.com/office/drawing/2014/main" id="{EB93411D-C2C3-47A3-A7CF-30F9A6EA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6739" y="8427748"/>
            <a:ext cx="335667" cy="155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8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pic>
        <p:nvPicPr>
          <p:cNvPr id="848" name="">
            <a:extLst xmlns:a="http://schemas.openxmlformats.org/drawingml/2006/main">
              <a:ext uri="{FF2B5EF4-FFF2-40B4-BE49-F238E27FC236}">
                <a16:creationId xmlns:a16="http://schemas.microsoft.com/office/drawing/2014/main" id="{51B697F9-E4DB-46DA-91EB-C37EBF00C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7360e26b546da"/>
          <a:stretch xmlns:a="http://schemas.openxmlformats.org/drawingml/2006/main"/>
        </p:blipFill>
        <p:spPr>
          <a:xfrm xmlns:a="http://schemas.openxmlformats.org/drawingml/2006/main">
            <a:off x="11790226" y="7531387"/>
            <a:ext cx="339797" cy="339797"/>
          </a:xfrm>
          <a:prstGeom xmlns:a="http://schemas.openxmlformats.org/drawingml/2006/main" prst="rect">
            <a:avLst/>
          </a:prstGeom>
        </p:spPr>
      </p:pic>
      <p:pic>
        <p:nvPicPr>
          <p:cNvPr id="849" name="">
            <a:extLst xmlns:a="http://schemas.openxmlformats.org/drawingml/2006/main">
              <a:ext uri="{FF2B5EF4-FFF2-40B4-BE49-F238E27FC236}">
                <a16:creationId xmlns:a16="http://schemas.microsoft.com/office/drawing/2014/main" id="{1098A82C-7CCA-4313-8A85-CF62BE6939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8fa415aca4fe9"/>
          <a:stretch xmlns:a="http://schemas.openxmlformats.org/drawingml/2006/main"/>
        </p:blipFill>
        <p:spPr>
          <a:xfrm xmlns:a="http://schemas.openxmlformats.org/drawingml/2006/main">
            <a:off x="11715750" y="8611290"/>
            <a:ext cx="377035" cy="372380"/>
          </a:xfrm>
          <a:prstGeom xmlns:a="http://schemas.openxmlformats.org/drawingml/2006/main" prst="rect">
            <a:avLst/>
          </a:prstGeom>
        </p:spPr>
      </p:pic>
      <p:pic>
        <p:nvPicPr>
          <p:cNvPr id="850" name="">
            <a:extLst xmlns:a="http://schemas.openxmlformats.org/drawingml/2006/main">
              <a:ext uri="{FF2B5EF4-FFF2-40B4-BE49-F238E27FC236}">
                <a16:creationId xmlns:a16="http://schemas.microsoft.com/office/drawing/2014/main" id="{D59C3E13-A266-4869-ABFD-9338BAA5B8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29d78da004e3a"/>
          <a:stretch xmlns:a="http://schemas.openxmlformats.org/drawingml/2006/main"/>
        </p:blipFill>
        <p:spPr>
          <a:xfrm xmlns:a="http://schemas.openxmlformats.org/drawingml/2006/main">
            <a:off x="12739795" y="8094612"/>
            <a:ext cx="246702" cy="246702"/>
          </a:xfrm>
          <a:prstGeom xmlns:a="http://schemas.openxmlformats.org/drawingml/2006/main" prst="rect">
            <a:avLst/>
          </a:prstGeom>
        </p:spPr>
      </p:pic>
      <p:pic>
        <p:nvPicPr>
          <p:cNvPr id="851" name="">
            <a:extLst xmlns:a="http://schemas.openxmlformats.org/drawingml/2006/main">
              <a:ext uri="{FF2B5EF4-FFF2-40B4-BE49-F238E27FC236}">
                <a16:creationId xmlns:a16="http://schemas.microsoft.com/office/drawing/2014/main" id="{68743E8E-B66B-4BDB-842C-A0BB134ED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f47ff3af54ba0"/>
          <a:stretch xmlns:a="http://schemas.openxmlformats.org/drawingml/2006/main"/>
        </p:blipFill>
        <p:spPr>
          <a:xfrm xmlns:a="http://schemas.openxmlformats.org/drawingml/2006/main">
            <a:off x="12120713" y="8606635"/>
            <a:ext cx="153607" cy="158262"/>
          </a:xfrm>
          <a:prstGeom xmlns:a="http://schemas.openxmlformats.org/drawingml/2006/main" prst="rect">
            <a:avLst/>
          </a:prstGeom>
        </p:spPr>
      </p:pic>
      <p:sp>
        <p:nvSpPr>
          <p:cNvPr id="852" name="text-748 At">
            <a:extLst xmlns:a="http://schemas.openxmlformats.org/drawingml/2006/main">
              <a:ext uri="{FF2B5EF4-FFF2-40B4-BE49-F238E27FC236}">
                <a16:creationId xmlns:a16="http://schemas.microsoft.com/office/drawing/2014/main" id="{8CFDE4D9-3CCD-495E-9CBF-28AB434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70385" y="8613891"/>
            <a:ext cx="136334" cy="138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At</a:t>
            </a:r>
          </a:p>
        </p:txBody>
      </p:sp>
      <p:sp>
        <p:nvSpPr>
          <p:cNvPr id="853" name="text-748 least">
            <a:extLst xmlns:a="http://schemas.openxmlformats.org/drawingml/2006/main">
              <a:ext uri="{FF2B5EF4-FFF2-40B4-BE49-F238E27FC236}">
                <a16:creationId xmlns:a16="http://schemas.microsoft.com/office/drawing/2014/main" id="{F140C6B1-F63D-4F51-A1BA-93FB384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7825" y="8614176"/>
            <a:ext cx="243008" cy="1378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least</a:t>
            </a:r>
          </a:p>
        </p:txBody>
      </p:sp>
      <p:sp>
        <p:nvSpPr>
          <p:cNvPr id="854" name="text-748 one">
            <a:extLst xmlns:a="http://schemas.openxmlformats.org/drawingml/2006/main">
              <a:ext uri="{FF2B5EF4-FFF2-40B4-BE49-F238E27FC236}">
                <a16:creationId xmlns:a16="http://schemas.microsoft.com/office/drawing/2014/main" id="{70170438-1CDA-4968-AC62-E434181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1988" y="8614301"/>
            <a:ext cx="174524" cy="13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one</a:t>
            </a:r>
          </a:p>
        </p:txBody>
      </p:sp>
      <p:sp>
        <p:nvSpPr>
          <p:cNvPr id="855" name="text-748 tool">
            <a:extLst xmlns:a="http://schemas.openxmlformats.org/drawingml/2006/main">
              <a:ext uri="{FF2B5EF4-FFF2-40B4-BE49-F238E27FC236}">
                <a16:creationId xmlns:a16="http://schemas.microsoft.com/office/drawing/2014/main" id="{3002CA01-FC43-406C-842F-F7740AF6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7823" y="8614574"/>
            <a:ext cx="193600" cy="137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56" name="text-748 call">
            <a:extLst xmlns:a="http://schemas.openxmlformats.org/drawingml/2006/main">
              <a:ext uri="{FF2B5EF4-FFF2-40B4-BE49-F238E27FC236}">
                <a16:creationId xmlns:a16="http://schemas.microsoft.com/office/drawing/2014/main" id="{85136D26-6998-4AFC-A4DE-9C513296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62873" y="8613820"/>
            <a:ext cx="172985" cy="138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call</a:t>
            </a:r>
          </a:p>
        </p:txBody>
      </p:sp>
      <p:pic>
        <p:nvPicPr>
          <p:cNvPr id="857" name="">
            <a:extLst xmlns:a="http://schemas.openxmlformats.org/drawingml/2006/main">
              <a:ext uri="{FF2B5EF4-FFF2-40B4-BE49-F238E27FC236}">
                <a16:creationId xmlns:a16="http://schemas.microsoft.com/office/drawing/2014/main" id="{C2BC5238-4C0E-413B-9561-F0B7107F4B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f6eaa13d44b3b"/>
          <a:stretch xmlns:a="http://schemas.openxmlformats.org/drawingml/2006/main"/>
        </p:blipFill>
        <p:spPr>
          <a:xfrm xmlns:a="http://schemas.openxmlformats.org/drawingml/2006/main">
            <a:off x="12120713" y="8811444"/>
            <a:ext cx="153607" cy="158262"/>
          </a:xfrm>
          <a:prstGeom xmlns:a="http://schemas.openxmlformats.org/drawingml/2006/main" prst="rect">
            <a:avLst/>
          </a:prstGeom>
        </p:spPr>
      </p:pic>
      <p:sp>
        <p:nvSpPr>
          <p:cNvPr id="858" name="text-750 Logical">
            <a:extLst xmlns:a="http://schemas.openxmlformats.org/drawingml/2006/main">
              <a:ext uri="{FF2B5EF4-FFF2-40B4-BE49-F238E27FC236}">
                <a16:creationId xmlns:a16="http://schemas.microsoft.com/office/drawing/2014/main" id="{1F09EBA5-7B3A-4B19-A642-979E8751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7526" y="8774675"/>
            <a:ext cx="332097" cy="138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Logical</a:t>
            </a:r>
          </a:p>
        </p:txBody>
      </p:sp>
      <p:sp>
        <p:nvSpPr>
          <p:cNvPr id="859" name="text-750 consistency">
            <a:extLst xmlns:a="http://schemas.openxmlformats.org/drawingml/2006/main">
              <a:ext uri="{FF2B5EF4-FFF2-40B4-BE49-F238E27FC236}">
                <a16:creationId xmlns:a16="http://schemas.microsoft.com/office/drawing/2014/main" id="{81CD6D8E-296A-4329-83A4-262A318D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1008" y="8775016"/>
            <a:ext cx="547745" cy="13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consistency</a:t>
            </a:r>
          </a:p>
        </p:txBody>
      </p:sp>
      <p:sp>
        <p:nvSpPr>
          <p:cNvPr id="860" name="text-751 with">
            <a:extLst xmlns:a="http://schemas.openxmlformats.org/drawingml/2006/main">
              <a:ext uri="{FF2B5EF4-FFF2-40B4-BE49-F238E27FC236}">
                <a16:creationId xmlns:a16="http://schemas.microsoft.com/office/drawing/2014/main" id="{BC78509A-69A5-4B01-980D-6930E05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7526" y="8891385"/>
            <a:ext cx="215922" cy="13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with</a:t>
            </a:r>
          </a:p>
        </p:txBody>
      </p:sp>
      <p:sp>
        <p:nvSpPr>
          <p:cNvPr id="861" name="text-751 tool">
            <a:extLst xmlns:a="http://schemas.openxmlformats.org/drawingml/2006/main">
              <a:ext uri="{FF2B5EF4-FFF2-40B4-BE49-F238E27FC236}">
                <a16:creationId xmlns:a16="http://schemas.microsoft.com/office/drawing/2014/main" id="{B75A42C1-7AF1-4AE2-8DA8-08538F1D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4950" y="8891892"/>
            <a:ext cx="193633" cy="137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62" name="text-751 observations">
            <a:extLst xmlns:a="http://schemas.openxmlformats.org/drawingml/2006/main">
              <a:ext uri="{FF2B5EF4-FFF2-40B4-BE49-F238E27FC236}">
                <a16:creationId xmlns:a16="http://schemas.microsoft.com/office/drawing/2014/main" id="{7CAEEF1F-C462-41B8-85E0-976AF400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00050" y="8891546"/>
            <a:ext cx="599556" cy="1377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observations</a:t>
            </a:r>
          </a:p>
        </p:txBody>
      </p:sp>
      <p:pic>
        <p:nvPicPr>
          <p:cNvPr id="863" name="">
            <a:extLst xmlns:a="http://schemas.openxmlformats.org/drawingml/2006/main">
              <a:ext uri="{FF2B5EF4-FFF2-40B4-BE49-F238E27FC236}">
                <a16:creationId xmlns:a16="http://schemas.microsoft.com/office/drawing/2014/main" id="{E75EADE4-FEE6-4E0F-9313-D4C95B909F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0b25d5def4e90"/>
          <a:stretch xmlns:a="http://schemas.openxmlformats.org/drawingml/2006/main"/>
        </p:blipFill>
        <p:spPr>
          <a:xfrm xmlns:a="http://schemas.openxmlformats.org/drawingml/2006/main">
            <a:off x="12120713" y="9002289"/>
            <a:ext cx="153607" cy="153607"/>
          </a:xfrm>
          <a:prstGeom xmlns:a="http://schemas.openxmlformats.org/drawingml/2006/main" prst="rect">
            <a:avLst/>
          </a:prstGeom>
        </p:spPr>
      </p:pic>
      <p:sp>
        <p:nvSpPr>
          <p:cNvPr id="864" name="text-753 No">
            <a:extLst xmlns:a="http://schemas.openxmlformats.org/drawingml/2006/main">
              <a:ext uri="{FF2B5EF4-FFF2-40B4-BE49-F238E27FC236}">
                <a16:creationId xmlns:a16="http://schemas.microsoft.com/office/drawing/2014/main" id="{DF3ABFAF-EA86-4CB6-9BE1-40E7C9D2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5799" y="9028669"/>
            <a:ext cx="147815" cy="137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865" name="text-753 ineffective">
            <a:extLst xmlns:a="http://schemas.openxmlformats.org/drawingml/2006/main">
              <a:ext uri="{FF2B5EF4-FFF2-40B4-BE49-F238E27FC236}">
                <a16:creationId xmlns:a16="http://schemas.microsoft.com/office/drawing/2014/main" id="{819662A9-E392-4523-9F17-3E671980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4794" y="9028737"/>
            <a:ext cx="530276" cy="137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ineffective</a:t>
            </a:r>
          </a:p>
        </p:txBody>
      </p:sp>
      <p:sp>
        <p:nvSpPr>
          <p:cNvPr id="866" name="text-753 repetition">
            <a:extLst xmlns:a="http://schemas.openxmlformats.org/drawingml/2006/main">
              <a:ext uri="{FF2B5EF4-FFF2-40B4-BE49-F238E27FC236}">
                <a16:creationId xmlns:a16="http://schemas.microsoft.com/office/drawing/2014/main" id="{58DD484C-F3D4-4F24-BBD2-57F6E6F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6462" y="9028841"/>
            <a:ext cx="475545" cy="137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77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repetition</a:t>
            </a:r>
          </a:p>
        </p:txBody>
      </p:sp>
      <p:pic>
        <p:nvPicPr>
          <p:cNvPr id="867" name="">
            <a:extLst xmlns:a="http://schemas.openxmlformats.org/drawingml/2006/main">
              <a:ext uri="{FF2B5EF4-FFF2-40B4-BE49-F238E27FC236}">
                <a16:creationId xmlns:a16="http://schemas.microsoft.com/office/drawing/2014/main" id="{C7015B7D-67DE-4AEF-97C4-F55BC7A8F8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44c738ddc4d2d"/>
          <a:stretch xmlns:a="http://schemas.openxmlformats.org/drawingml/2006/main"/>
        </p:blipFill>
        <p:spPr>
          <a:xfrm xmlns:a="http://schemas.openxmlformats.org/drawingml/2006/main">
            <a:off x="11711095" y="9588787"/>
            <a:ext cx="325833" cy="325833"/>
          </a:xfrm>
          <a:prstGeom xmlns:a="http://schemas.openxmlformats.org/drawingml/2006/main" prst="rect">
            <a:avLst/>
          </a:prstGeom>
        </p:spPr>
      </p:pic>
      <p:sp>
        <p:nvSpPr>
          <p:cNvPr id="868" name="text-755 36k">
            <a:extLst xmlns:a="http://schemas.openxmlformats.org/drawingml/2006/main">
              <a:ext uri="{FF2B5EF4-FFF2-40B4-BE49-F238E27FC236}">
                <a16:creationId xmlns:a16="http://schemas.microsoft.com/office/drawing/2014/main" id="{0F4F3258-9F83-4414-9C03-297963B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546152"/>
            <a:ext cx="166395" cy="12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36k</a:t>
            </a:r>
          </a:p>
        </p:txBody>
      </p:sp>
      <p:sp>
        <p:nvSpPr>
          <p:cNvPr id="869" name="text-756 36k">
            <a:extLst xmlns:a="http://schemas.openxmlformats.org/drawingml/2006/main">
              <a:ext uri="{FF2B5EF4-FFF2-40B4-BE49-F238E27FC236}">
                <a16:creationId xmlns:a16="http://schemas.microsoft.com/office/drawing/2014/main" id="{EEF54381-F674-4AEC-B05F-9ABB815C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546152"/>
            <a:ext cx="166395" cy="12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36k</a:t>
            </a:r>
          </a:p>
        </p:txBody>
      </p:sp>
      <p:sp>
        <p:nvSpPr>
          <p:cNvPr id="870" name="text-757 image">
            <a:extLst xmlns:a="http://schemas.openxmlformats.org/drawingml/2006/main">
              <a:ext uri="{FF2B5EF4-FFF2-40B4-BE49-F238E27FC236}">
                <a16:creationId xmlns:a16="http://schemas.microsoft.com/office/drawing/2014/main" id="{1B562B2F-2A13-4185-AAC3-2310757A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1183" y="9547387"/>
            <a:ext cx="242359" cy="12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871" name="text-758 Trajectories;">
            <a:extLst xmlns:a="http://schemas.openxmlformats.org/drawingml/2006/main">
              <a:ext uri="{FF2B5EF4-FFF2-40B4-BE49-F238E27FC236}">
                <a16:creationId xmlns:a16="http://schemas.microsoft.com/office/drawing/2014/main" id="{369F2D7D-5CF6-4666-8C4A-28F0B0A4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3193" y="9547053"/>
            <a:ext cx="551430" cy="1205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Trajectories;</a:t>
            </a:r>
          </a:p>
        </p:txBody>
      </p:sp>
      <p:sp>
        <p:nvSpPr>
          <p:cNvPr id="872" name="text-759 37k">
            <a:extLst xmlns:a="http://schemas.openxmlformats.org/drawingml/2006/main">
              <a:ext uri="{FF2B5EF4-FFF2-40B4-BE49-F238E27FC236}">
                <a16:creationId xmlns:a16="http://schemas.microsoft.com/office/drawing/2014/main" id="{E842BAE7-4340-401B-B410-B165DD9D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650890"/>
            <a:ext cx="166395" cy="12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37k</a:t>
            </a:r>
          </a:p>
        </p:txBody>
      </p:sp>
      <p:sp>
        <p:nvSpPr>
          <p:cNvPr id="873" name="text-760 37k">
            <a:extLst xmlns:a="http://schemas.openxmlformats.org/drawingml/2006/main">
              <a:ext uri="{FF2B5EF4-FFF2-40B4-BE49-F238E27FC236}">
                <a16:creationId xmlns:a16="http://schemas.microsoft.com/office/drawing/2014/main" id="{BC3BE944-AAFF-4DE5-8E50-BE01E438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650890"/>
            <a:ext cx="166395" cy="12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37k</a:t>
            </a:r>
          </a:p>
        </p:txBody>
      </p:sp>
      <p:sp>
        <p:nvSpPr>
          <p:cNvPr id="874" name="text-761 multi">
            <a:extLst xmlns:a="http://schemas.openxmlformats.org/drawingml/2006/main">
              <a:ext uri="{FF2B5EF4-FFF2-40B4-BE49-F238E27FC236}">
                <a16:creationId xmlns:a16="http://schemas.microsoft.com/office/drawing/2014/main" id="{A8D76BE4-9227-497C-8551-DDD560E9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1183" y="9651692"/>
            <a:ext cx="215538" cy="120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875" name="text-762 -">
            <a:extLst xmlns:a="http://schemas.openxmlformats.org/drawingml/2006/main">
              <a:ext uri="{FF2B5EF4-FFF2-40B4-BE49-F238E27FC236}">
                <a16:creationId xmlns:a16="http://schemas.microsoft.com/office/drawing/2014/main" id="{42F19432-1698-47DF-890B-3545D7F6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60947" y="9651750"/>
            <a:ext cx="51342" cy="120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876" name="text-763 image">
            <a:extLst xmlns:a="http://schemas.openxmlformats.org/drawingml/2006/main">
              <a:ext uri="{FF2B5EF4-FFF2-40B4-BE49-F238E27FC236}">
                <a16:creationId xmlns:a16="http://schemas.microsoft.com/office/drawing/2014/main" id="{960FD690-F179-4E56-872F-8984556E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7059" y="9652124"/>
            <a:ext cx="242359" cy="1200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877" name="text-764 Trajectories">
            <a:extLst xmlns:a="http://schemas.openxmlformats.org/drawingml/2006/main">
              <a:ext uri="{FF2B5EF4-FFF2-40B4-BE49-F238E27FC236}">
                <a16:creationId xmlns:a16="http://schemas.microsoft.com/office/drawing/2014/main" id="{79DDB23F-9152-4D12-A12F-7F5C1181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49069" y="9651858"/>
            <a:ext cx="525292" cy="120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Trajectories</a:t>
            </a:r>
          </a:p>
        </p:txBody>
      </p:sp>
      <p:sp>
        <p:nvSpPr>
          <p:cNvPr id="878" name="text-765 ;">
            <a:extLst xmlns:a="http://schemas.openxmlformats.org/drawingml/2006/main">
              <a:ext uri="{FF2B5EF4-FFF2-40B4-BE49-F238E27FC236}">
                <a16:creationId xmlns:a16="http://schemas.microsoft.com/office/drawing/2014/main" id="{7D289C39-6840-4506-BB55-28D6C804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59237" y="9651824"/>
            <a:ext cx="41203" cy="1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;</a:t>
            </a:r>
          </a:p>
        </p:txBody>
      </p:sp>
      <p:sp>
        <p:nvSpPr>
          <p:cNvPr id="879" name="text-766 35k">
            <a:extLst xmlns:a="http://schemas.openxmlformats.org/drawingml/2006/main">
              <a:ext uri="{FF2B5EF4-FFF2-40B4-BE49-F238E27FC236}">
                <a16:creationId xmlns:a16="http://schemas.microsoft.com/office/drawing/2014/main" id="{1E066CA1-7E35-4459-BF35-AEDA9323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755628"/>
            <a:ext cx="166395" cy="12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35k</a:t>
            </a:r>
          </a:p>
        </p:txBody>
      </p:sp>
      <p:sp>
        <p:nvSpPr>
          <p:cNvPr id="880" name="text-767 35k">
            <a:extLst xmlns:a="http://schemas.openxmlformats.org/drawingml/2006/main">
              <a:ext uri="{FF2B5EF4-FFF2-40B4-BE49-F238E27FC236}">
                <a16:creationId xmlns:a16="http://schemas.microsoft.com/office/drawing/2014/main" id="{1357FCBE-B6F2-40DF-B958-7F9BA6EC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755628"/>
            <a:ext cx="166395" cy="120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35k</a:t>
            </a:r>
          </a:p>
        </p:txBody>
      </p:sp>
      <p:sp>
        <p:nvSpPr>
          <p:cNvPr id="881" name="text-768 video">
            <a:extLst xmlns:a="http://schemas.openxmlformats.org/drawingml/2006/main">
              <a:ext uri="{FF2B5EF4-FFF2-40B4-BE49-F238E27FC236}">
                <a16:creationId xmlns:a16="http://schemas.microsoft.com/office/drawing/2014/main" id="{A9F947FD-92A6-4BE2-8B0D-28F4145B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1183" y="9756841"/>
            <a:ext cx="223622" cy="120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882" name="text-769 Trajectories">
            <a:extLst xmlns:a="http://schemas.openxmlformats.org/drawingml/2006/main">
              <a:ext uri="{FF2B5EF4-FFF2-40B4-BE49-F238E27FC236}">
                <a16:creationId xmlns:a16="http://schemas.microsoft.com/office/drawing/2014/main" id="{A880C848-025A-4B10-8160-AE949D36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4753" y="9756596"/>
            <a:ext cx="525292" cy="120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Trajectories</a:t>
            </a:r>
          </a:p>
        </p:txBody>
      </p:sp>
      <p:sp>
        <p:nvSpPr>
          <p:cNvPr id="883" name="text-770 ;">
            <a:extLst xmlns:a="http://schemas.openxmlformats.org/drawingml/2006/main">
              <a:ext uri="{FF2B5EF4-FFF2-40B4-BE49-F238E27FC236}">
                <a16:creationId xmlns:a16="http://schemas.microsoft.com/office/drawing/2014/main" id="{AB16A350-FE2B-4DFD-B5DC-253D511F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4921" y="9756562"/>
            <a:ext cx="41203" cy="1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;</a:t>
            </a:r>
          </a:p>
        </p:txBody>
      </p:sp>
      <p:sp>
        <p:nvSpPr>
          <p:cNvPr id="884" name="text-771 Avg">
            <a:extLst xmlns:a="http://schemas.openxmlformats.org/drawingml/2006/main">
              <a:ext uri="{FF2B5EF4-FFF2-40B4-BE49-F238E27FC236}">
                <a16:creationId xmlns:a16="http://schemas.microsoft.com/office/drawing/2014/main" id="{D88E53DB-853E-4CCA-AFE6-7C6C5775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84468" y="9859954"/>
            <a:ext cx="165622" cy="12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Avg</a:t>
            </a:r>
          </a:p>
        </p:txBody>
      </p:sp>
      <p:sp>
        <p:nvSpPr>
          <p:cNvPr id="885" name="text-772 10.1">
            <a:extLst xmlns:a="http://schemas.openxmlformats.org/drawingml/2006/main">
              <a:ext uri="{FF2B5EF4-FFF2-40B4-BE49-F238E27FC236}">
                <a16:creationId xmlns:a16="http://schemas.microsoft.com/office/drawing/2014/main" id="{590B631A-6812-4BED-9D6D-246EC124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646" y="9858829"/>
            <a:ext cx="166420" cy="12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10.1</a:t>
            </a:r>
          </a:p>
        </p:txBody>
      </p:sp>
      <p:sp>
        <p:nvSpPr>
          <p:cNvPr id="886" name="text-773 10.1">
            <a:extLst xmlns:a="http://schemas.openxmlformats.org/drawingml/2006/main">
              <a:ext uri="{FF2B5EF4-FFF2-40B4-BE49-F238E27FC236}">
                <a16:creationId xmlns:a16="http://schemas.microsoft.com/office/drawing/2014/main" id="{D27DE934-8BC0-4646-88DD-879A3F8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9646" y="9858829"/>
            <a:ext cx="166420" cy="120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10.1</a:t>
            </a:r>
          </a:p>
        </p:txBody>
      </p:sp>
      <p:sp>
        <p:nvSpPr>
          <p:cNvPr id="887" name="text-774 tool">
            <a:extLst xmlns:a="http://schemas.openxmlformats.org/drawingml/2006/main">
              <a:ext uri="{FF2B5EF4-FFF2-40B4-BE49-F238E27FC236}">
                <a16:creationId xmlns:a16="http://schemas.microsoft.com/office/drawing/2014/main" id="{7A340803-699A-4CD2-BCB9-983BD070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35592" y="9859574"/>
            <a:ext cx="170559" cy="120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88" name="text-774 turns">
            <a:extLst xmlns:a="http://schemas.openxmlformats.org/drawingml/2006/main">
              <a:ext uri="{FF2B5EF4-FFF2-40B4-BE49-F238E27FC236}">
                <a16:creationId xmlns:a16="http://schemas.microsoft.com/office/drawing/2014/main" id="{6117387D-7EA6-426D-9994-F346CC98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16216" y="9859570"/>
            <a:ext cx="229599" cy="12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turns</a:t>
            </a:r>
          </a:p>
        </p:txBody>
      </p:sp>
      <p:pic>
        <p:nvPicPr>
          <p:cNvPr id="889" name="">
            <a:extLst xmlns:a="http://schemas.openxmlformats.org/drawingml/2006/main">
              <a:ext uri="{FF2B5EF4-FFF2-40B4-BE49-F238E27FC236}">
                <a16:creationId xmlns:a16="http://schemas.microsoft.com/office/drawing/2014/main" id="{B5E9D1E6-7395-4193-A176-4D23320AF4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40f5b1d1444ff8"/>
          <a:stretch xmlns:a="http://schemas.openxmlformats.org/drawingml/2006/main"/>
        </p:blipFill>
        <p:spPr>
          <a:xfrm xmlns:a="http://schemas.openxmlformats.org/drawingml/2006/main">
            <a:off x="8013651" y="7256610"/>
            <a:ext cx="326015" cy="295036"/>
          </a:xfrm>
          <a:prstGeom xmlns:a="http://schemas.openxmlformats.org/drawingml/2006/main" prst="rect">
            <a:avLst/>
          </a:prstGeom>
        </p:spPr>
      </p:pic>
      <p:pic>
        <p:nvPicPr>
          <p:cNvPr id="890" name="">
            <a:extLst xmlns:a="http://schemas.openxmlformats.org/drawingml/2006/main">
              <a:ext uri="{FF2B5EF4-FFF2-40B4-BE49-F238E27FC236}">
                <a16:creationId xmlns:a16="http://schemas.microsoft.com/office/drawing/2014/main" id="{9637CB20-FA8B-4D88-AFC7-8DA0C02746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458c6bc414905"/>
          <a:stretch xmlns:a="http://schemas.openxmlformats.org/drawingml/2006/main"/>
        </p:blipFill>
        <p:spPr>
          <a:xfrm xmlns:a="http://schemas.openxmlformats.org/drawingml/2006/main">
            <a:off x="7493891" y="7619828"/>
            <a:ext cx="153607" cy="153607"/>
          </a:xfrm>
          <a:prstGeom xmlns:a="http://schemas.openxmlformats.org/drawingml/2006/main" prst="rect">
            <a:avLst/>
          </a:prstGeom>
        </p:spPr>
      </p:pic>
      <p:pic>
        <p:nvPicPr>
          <p:cNvPr id="891" name="">
            <a:extLst xmlns:a="http://schemas.openxmlformats.org/drawingml/2006/main">
              <a:ext uri="{FF2B5EF4-FFF2-40B4-BE49-F238E27FC236}">
                <a16:creationId xmlns:a16="http://schemas.microsoft.com/office/drawing/2014/main" id="{7D2F80D2-FE72-4B55-B5FC-6D3F561263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1e10a20f04ba7"/>
          <a:stretch xmlns:a="http://schemas.openxmlformats.org/drawingml/2006/main"/>
        </p:blipFill>
        <p:spPr>
          <a:xfrm xmlns:a="http://schemas.openxmlformats.org/drawingml/2006/main">
            <a:off x="7498545" y="8159779"/>
            <a:ext cx="158262" cy="158262"/>
          </a:xfrm>
          <a:prstGeom xmlns:a="http://schemas.openxmlformats.org/drawingml/2006/main" prst="rect">
            <a:avLst/>
          </a:prstGeom>
        </p:spPr>
      </p:pic>
      <p:pic>
        <p:nvPicPr>
          <p:cNvPr id="892" name="">
            <a:extLst xmlns:a="http://schemas.openxmlformats.org/drawingml/2006/main">
              <a:ext uri="{FF2B5EF4-FFF2-40B4-BE49-F238E27FC236}">
                <a16:creationId xmlns:a16="http://schemas.microsoft.com/office/drawing/2014/main" id="{876031DA-8CAF-4278-AEEB-B42446CC96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13273c8624b08"/>
          <a:stretch xmlns:a="http://schemas.openxmlformats.org/drawingml/2006/main"/>
        </p:blipFill>
        <p:spPr>
          <a:xfrm xmlns:a="http://schemas.openxmlformats.org/drawingml/2006/main">
            <a:off x="8117627" y="7954970"/>
            <a:ext cx="172226" cy="167571"/>
          </a:xfrm>
          <a:prstGeom xmlns:a="http://schemas.openxmlformats.org/drawingml/2006/main" prst="rect">
            <a:avLst/>
          </a:prstGeom>
        </p:spPr>
      </p:pic>
      <p:sp>
        <p:nvSpPr>
          <p:cNvPr id="893" name="path-779">
            <a:extLst xmlns:a="http://schemas.openxmlformats.org/drawingml/2006/main">
              <a:ext uri="{FF2B5EF4-FFF2-40B4-BE49-F238E27FC236}">
                <a16:creationId xmlns:a16="http://schemas.microsoft.com/office/drawing/2014/main" id="{CD33D1AC-D115-463A-B58D-2E6B4058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06" y="8905081"/>
            <a:ext cx="1144667" cy="599133"/>
          </a:xfrm>
          <a:custGeom xmlns:a="http://schemas.openxmlformats.org/drawingml/2006/main">
            <a:pathLst>
              <a:path w="2342329" h="1226004">
                <a:moveTo>
                  <a:pt x="0" y="160903"/>
                </a:moveTo>
                <a:cubicBezTo>
                  <a:pt x="0" y="72039"/>
                  <a:pt x="72038" y="0"/>
                  <a:pt x="160902" y="0"/>
                </a:cubicBezTo>
                <a:lnTo>
                  <a:pt x="2181426" y="0"/>
                </a:lnTo>
                <a:cubicBezTo>
                  <a:pt x="2270290" y="0"/>
                  <a:pt x="2342329" y="72039"/>
                  <a:pt x="2342329" y="160903"/>
                </a:cubicBezTo>
                <a:lnTo>
                  <a:pt x="2342329" y="1065102"/>
                </a:lnTo>
                <a:cubicBezTo>
                  <a:pt x="2342329" y="1153964"/>
                  <a:pt x="2270290" y="1226004"/>
                  <a:pt x="2181426" y="1226004"/>
                </a:cubicBezTo>
                <a:lnTo>
                  <a:pt x="160902" y="1226004"/>
                </a:lnTo>
                <a:cubicBezTo>
                  <a:pt x="72038" y="1226004"/>
                  <a:pt x="0" y="1153964"/>
                  <a:pt x="0" y="1065102"/>
                </a:cubicBezTo>
                <a:lnTo>
                  <a:pt x="0" y="160903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4" name="path-780">
            <a:extLst xmlns:a="http://schemas.openxmlformats.org/drawingml/2006/main">
              <a:ext uri="{FF2B5EF4-FFF2-40B4-BE49-F238E27FC236}">
                <a16:creationId xmlns:a16="http://schemas.microsoft.com/office/drawing/2014/main" id="{3B72E567-8999-43CC-A9C1-C2302B12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006" y="8905081"/>
            <a:ext cx="1144667" cy="599133"/>
          </a:xfrm>
          <a:custGeom xmlns:a="http://schemas.openxmlformats.org/drawingml/2006/main">
            <a:pathLst>
              <a:path w="2342328" h="1226004">
                <a:moveTo>
                  <a:pt x="0" y="160902"/>
                </a:moveTo>
                <a:cubicBezTo>
                  <a:pt x="0" y="72038"/>
                  <a:pt x="72038" y="0"/>
                  <a:pt x="160902" y="0"/>
                </a:cubicBezTo>
                <a:lnTo>
                  <a:pt x="2181426" y="0"/>
                </a:lnTo>
                <a:cubicBezTo>
                  <a:pt x="2270290" y="0"/>
                  <a:pt x="2342328" y="72038"/>
                  <a:pt x="2342328" y="160902"/>
                </a:cubicBezTo>
                <a:lnTo>
                  <a:pt x="2342328" y="1065101"/>
                </a:lnTo>
                <a:cubicBezTo>
                  <a:pt x="2342328" y="1153964"/>
                  <a:pt x="2270290" y="1226004"/>
                  <a:pt x="2181426" y="1226004"/>
                </a:cubicBezTo>
                <a:lnTo>
                  <a:pt x="160902" y="1226004"/>
                </a:lnTo>
                <a:cubicBezTo>
                  <a:pt x="72038" y="1226004"/>
                  <a:pt x="0" y="1153964"/>
                  <a:pt x="0" y="1065101"/>
                </a:cubicBezTo>
                <a:lnTo>
                  <a:pt x="0" y="160902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895" name="path-781">
            <a:extLst xmlns:a="http://schemas.openxmlformats.org/drawingml/2006/main">
              <a:ext uri="{FF2B5EF4-FFF2-40B4-BE49-F238E27FC236}">
                <a16:creationId xmlns:a16="http://schemas.microsoft.com/office/drawing/2014/main" id="{EB7E2B61-771C-4682-A9DF-0140177C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740" y="8906232"/>
            <a:ext cx="1242254" cy="599133"/>
          </a:xfrm>
          <a:custGeom xmlns:a="http://schemas.openxmlformats.org/drawingml/2006/main">
            <a:pathLst>
              <a:path w="2542021" h="1226004">
                <a:moveTo>
                  <a:pt x="0" y="160902"/>
                </a:moveTo>
                <a:cubicBezTo>
                  <a:pt x="0" y="72039"/>
                  <a:pt x="72038" y="0"/>
                  <a:pt x="160900" y="0"/>
                </a:cubicBezTo>
                <a:lnTo>
                  <a:pt x="2381121" y="0"/>
                </a:lnTo>
                <a:cubicBezTo>
                  <a:pt x="2469984" y="0"/>
                  <a:pt x="2542021" y="72039"/>
                  <a:pt x="2542021" y="160902"/>
                </a:cubicBezTo>
                <a:lnTo>
                  <a:pt x="2542021" y="1065105"/>
                </a:lnTo>
                <a:cubicBezTo>
                  <a:pt x="2542021" y="1153966"/>
                  <a:pt x="2469984" y="1226004"/>
                  <a:pt x="2381121" y="1226004"/>
                </a:cubicBezTo>
                <a:lnTo>
                  <a:pt x="160900" y="1226004"/>
                </a:lnTo>
                <a:cubicBezTo>
                  <a:pt x="72038" y="1226004"/>
                  <a:pt x="0" y="1153966"/>
                  <a:pt x="0" y="1065105"/>
                </a:cubicBezTo>
                <a:lnTo>
                  <a:pt x="0" y="160902"/>
                </a:lnTo>
              </a:path>
            </a:pathLst>
          </a:custGeom>
          <a:solidFill xmlns:a="http://schemas.openxmlformats.org/drawingml/2006/main">
            <a:srgbClr val="E8F3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6" name="path-782">
            <a:extLst xmlns:a="http://schemas.openxmlformats.org/drawingml/2006/main">
              <a:ext uri="{FF2B5EF4-FFF2-40B4-BE49-F238E27FC236}">
                <a16:creationId xmlns:a16="http://schemas.microsoft.com/office/drawing/2014/main" id="{1E2662E3-A9A8-4E07-B543-D14A5B17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9740" y="8906232"/>
            <a:ext cx="1242254" cy="599133"/>
          </a:xfrm>
          <a:custGeom xmlns:a="http://schemas.openxmlformats.org/drawingml/2006/main">
            <a:pathLst>
              <a:path w="2542020" h="1226004">
                <a:moveTo>
                  <a:pt x="0" y="160900"/>
                </a:moveTo>
                <a:cubicBezTo>
                  <a:pt x="0" y="72038"/>
                  <a:pt x="72038" y="0"/>
                  <a:pt x="160900" y="0"/>
                </a:cubicBezTo>
                <a:lnTo>
                  <a:pt x="2381120" y="0"/>
                </a:lnTo>
                <a:cubicBezTo>
                  <a:pt x="2469983" y="0"/>
                  <a:pt x="2542020" y="72038"/>
                  <a:pt x="2542020" y="160900"/>
                </a:cubicBezTo>
                <a:lnTo>
                  <a:pt x="2542020" y="1065102"/>
                </a:lnTo>
                <a:cubicBezTo>
                  <a:pt x="2542020" y="1153964"/>
                  <a:pt x="2469983" y="1226004"/>
                  <a:pt x="2381120" y="1226004"/>
                </a:cubicBezTo>
                <a:lnTo>
                  <a:pt x="160900" y="1226004"/>
                </a:lnTo>
                <a:cubicBezTo>
                  <a:pt x="72038" y="1226004"/>
                  <a:pt x="0" y="1153964"/>
                  <a:pt x="0" y="1065102"/>
                </a:cubicBezTo>
                <a:lnTo>
                  <a:pt x="0" y="160900"/>
                </a:lnTo>
              </a:path>
            </a:pathLst>
          </a:custGeom>
          <a:noFill xmlns:a="http://schemas.openxmlformats.org/drawingml/2006/main"/>
          <a:ln xmlns:a="http://schemas.openxmlformats.org/drawingml/2006/main" w="6915">
            <a:solidFill>
              <a:srgbClr val="1F5FBF"/>
            </a:solidFill>
            <a:prstDash val="solid"/>
          </a:ln>
        </p:spPr>
      </p:sp>
      <p:sp>
        <p:nvSpPr>
          <p:cNvPr id="897" name="text-783 What">
            <a:extLst xmlns:a="http://schemas.openxmlformats.org/drawingml/2006/main">
              <a:ext uri="{FF2B5EF4-FFF2-40B4-BE49-F238E27FC236}">
                <a16:creationId xmlns:a16="http://schemas.microsoft.com/office/drawing/2014/main" id="{E3183E83-9205-4A50-96AC-2128093F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9364" y="8937148"/>
            <a:ext cx="187648" cy="9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898" name="text-783 well">
            <a:extLst xmlns:a="http://schemas.openxmlformats.org/drawingml/2006/main">
              <a:ext uri="{FF2B5EF4-FFF2-40B4-BE49-F238E27FC236}">
                <a16:creationId xmlns:a16="http://schemas.microsoft.com/office/drawing/2014/main" id="{B34D106E-146B-4F53-9A3D-4B1DA97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4460" y="8937281"/>
            <a:ext cx="132096" cy="943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well</a:t>
            </a:r>
          </a:p>
        </p:txBody>
      </p:sp>
      <p:sp>
        <p:nvSpPr>
          <p:cNvPr id="899" name="text-784 -">
            <a:extLst xmlns:a="http://schemas.openxmlformats.org/drawingml/2006/main">
              <a:ext uri="{FF2B5EF4-FFF2-40B4-BE49-F238E27FC236}">
                <a16:creationId xmlns:a16="http://schemas.microsoft.com/office/drawing/2014/main" id="{25A778AD-C56F-41F9-9C57-795DE8A4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14378" y="8936939"/>
            <a:ext cx="40358" cy="9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00" name="text-785 known">
            <a:extLst xmlns:a="http://schemas.openxmlformats.org/drawingml/2006/main">
              <a:ext uri="{FF2B5EF4-FFF2-40B4-BE49-F238E27FC236}">
                <a16:creationId xmlns:a16="http://schemas.microsoft.com/office/drawing/2014/main" id="{F137D32B-B8C6-4776-80CD-B4B89C8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2806" y="8937078"/>
            <a:ext cx="201179" cy="94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known</a:t>
            </a:r>
          </a:p>
        </p:txBody>
      </p:sp>
      <p:sp>
        <p:nvSpPr>
          <p:cNvPr id="901" name="text-785 venture">
            <a:extLst xmlns:a="http://schemas.openxmlformats.org/drawingml/2006/main">
              <a:ext uri="{FF2B5EF4-FFF2-40B4-BE49-F238E27FC236}">
                <a16:creationId xmlns:a16="http://schemas.microsoft.com/office/drawing/2014/main" id="{35E82060-1281-46A4-BB82-01F24F75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1729" y="8937195"/>
            <a:ext cx="253518" cy="94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venture</a:t>
            </a:r>
          </a:p>
        </p:txBody>
      </p:sp>
      <p:sp>
        <p:nvSpPr>
          <p:cNvPr id="902" name="text-785 did">
            <a:extLst xmlns:a="http://schemas.openxmlformats.org/drawingml/2006/main">
              <a:ext uri="{FF2B5EF4-FFF2-40B4-BE49-F238E27FC236}">
                <a16:creationId xmlns:a16="http://schemas.microsoft.com/office/drawing/2014/main" id="{C3F8C313-570D-43B2-AF72-534E9D7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2916" y="8936691"/>
            <a:ext cx="111119" cy="95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did</a:t>
            </a:r>
          </a:p>
        </p:txBody>
      </p:sp>
      <p:sp>
        <p:nvSpPr>
          <p:cNvPr id="903" name="text-786 the">
            <a:extLst xmlns:a="http://schemas.openxmlformats.org/drawingml/2006/main">
              <a:ext uri="{FF2B5EF4-FFF2-40B4-BE49-F238E27FC236}">
                <a16:creationId xmlns:a16="http://schemas.microsoft.com/office/drawing/2014/main" id="{6C05C011-70EF-4E10-B545-8BE67735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9364" y="9022755"/>
            <a:ext cx="119902" cy="94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04" name="text-786 founder">
            <a:extLst xmlns:a="http://schemas.openxmlformats.org/drawingml/2006/main">
              <a:ext uri="{FF2B5EF4-FFF2-40B4-BE49-F238E27FC236}">
                <a16:creationId xmlns:a16="http://schemas.microsoft.com/office/drawing/2014/main" id="{6CE7D0C1-9DF1-49C5-9478-E3231C9C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6990" y="9022523"/>
            <a:ext cx="262216" cy="94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founder</a:t>
            </a:r>
          </a:p>
        </p:txBody>
      </p:sp>
      <p:sp>
        <p:nvSpPr>
          <p:cNvPr id="905" name="text-786 of">
            <a:extLst xmlns:a="http://schemas.openxmlformats.org/drawingml/2006/main">
              <a:ext uri="{FF2B5EF4-FFF2-40B4-BE49-F238E27FC236}">
                <a16:creationId xmlns:a16="http://schemas.microsoft.com/office/drawing/2014/main" id="{7B5D66F2-3C8D-4206-A7AC-9C33A21D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96778" y="9022835"/>
            <a:ext cx="81859" cy="94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06" name="text-787 Mercado">
            <a:extLst xmlns:a="http://schemas.openxmlformats.org/drawingml/2006/main">
              <a:ext uri="{FF2B5EF4-FFF2-40B4-BE49-F238E27FC236}">
                <a16:creationId xmlns:a16="http://schemas.microsoft.com/office/drawing/2014/main" id="{F47B3047-2630-4E76-BE65-91FD2BE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483" y="9021595"/>
            <a:ext cx="285958" cy="94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907" name="text-787 Livre">
            <a:extLst xmlns:a="http://schemas.openxmlformats.org/drawingml/2006/main">
              <a:ext uri="{FF2B5EF4-FFF2-40B4-BE49-F238E27FC236}">
                <a16:creationId xmlns:a16="http://schemas.microsoft.com/office/drawing/2014/main" id="{24094E9C-A44E-4643-ADC7-9285D95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0002" y="9021330"/>
            <a:ext cx="171414" cy="95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908" name="text-788 Mercado">
            <a:extLst xmlns:a="http://schemas.openxmlformats.org/drawingml/2006/main">
              <a:ext uri="{FF2B5EF4-FFF2-40B4-BE49-F238E27FC236}">
                <a16:creationId xmlns:a16="http://schemas.microsoft.com/office/drawing/2014/main" id="{6964F1FD-8A82-4194-A9D7-354B11E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483" y="9021595"/>
            <a:ext cx="285958" cy="94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Mercado</a:t>
            </a:r>
          </a:p>
        </p:txBody>
      </p:sp>
      <p:sp>
        <p:nvSpPr>
          <p:cNvPr id="909" name="text-788 Livre">
            <a:extLst xmlns:a="http://schemas.openxmlformats.org/drawingml/2006/main">
              <a:ext uri="{FF2B5EF4-FFF2-40B4-BE49-F238E27FC236}">
                <a16:creationId xmlns:a16="http://schemas.microsoft.com/office/drawing/2014/main" id="{1C0BA68D-45C3-4920-84DD-459A2F3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0002" y="9021330"/>
            <a:ext cx="171414" cy="95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Livre</a:t>
            </a:r>
          </a:p>
        </p:txBody>
      </p:sp>
      <p:sp>
        <p:nvSpPr>
          <p:cNvPr id="910" name="text-789 build">
            <a:extLst xmlns:a="http://schemas.openxmlformats.org/drawingml/2006/main">
              <a:ext uri="{FF2B5EF4-FFF2-40B4-BE49-F238E27FC236}">
                <a16:creationId xmlns:a16="http://schemas.microsoft.com/office/drawing/2014/main" id="{2AAB2570-2543-4F68-BDDC-6103B58A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9364" y="9102641"/>
            <a:ext cx="164861" cy="9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11" name="text-790 build">
            <a:extLst xmlns:a="http://schemas.openxmlformats.org/drawingml/2006/main">
              <a:ext uri="{FF2B5EF4-FFF2-40B4-BE49-F238E27FC236}">
                <a16:creationId xmlns:a16="http://schemas.microsoft.com/office/drawing/2014/main" id="{AFE58ACE-ADC4-4C08-AC67-4A1BE830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9364" y="9102641"/>
            <a:ext cx="164861" cy="9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12" name="text-791 ?">
            <a:extLst xmlns:a="http://schemas.openxmlformats.org/drawingml/2006/main">
              <a:ext uri="{FF2B5EF4-FFF2-40B4-BE49-F238E27FC236}">
                <a16:creationId xmlns:a16="http://schemas.microsoft.com/office/drawing/2014/main" id="{6BEB236D-BEC4-4A85-9353-6C9ABDDD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2261" y="9103801"/>
            <a:ext cx="47591" cy="94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?</a:t>
            </a:r>
          </a:p>
        </p:txBody>
      </p:sp>
      <p:pic>
        <p:nvPicPr>
          <p:cNvPr id="913" name="">
            <a:extLst xmlns:a="http://schemas.openxmlformats.org/drawingml/2006/main">
              <a:ext uri="{FF2B5EF4-FFF2-40B4-BE49-F238E27FC236}">
                <a16:creationId xmlns:a16="http://schemas.microsoft.com/office/drawing/2014/main" id="{74C76C5A-3E5D-473B-AEB4-6D8B4737E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8fa35bd9841a6"/>
          <a:stretch xmlns:a="http://schemas.openxmlformats.org/drawingml/2006/main"/>
        </p:blipFill>
        <p:spPr>
          <a:xfrm xmlns:a="http://schemas.openxmlformats.org/drawingml/2006/main">
            <a:off x="4989635" y="9151241"/>
            <a:ext cx="595808" cy="330487"/>
          </a:xfrm>
          <a:prstGeom xmlns:a="http://schemas.openxmlformats.org/drawingml/2006/main" prst="rect">
            <a:avLst/>
          </a:prstGeom>
        </p:spPr>
      </p:pic>
      <p:sp>
        <p:nvSpPr>
          <p:cNvPr id="914" name="text-793 What">
            <a:extLst xmlns:a="http://schemas.openxmlformats.org/drawingml/2006/main">
              <a:ext uri="{FF2B5EF4-FFF2-40B4-BE49-F238E27FC236}">
                <a16:creationId xmlns:a16="http://schemas.microsoft.com/office/drawing/2014/main" id="{60ABCEAF-7BB5-4308-B0F6-9E03A0A7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8431" y="9077291"/>
            <a:ext cx="187647" cy="9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What</a:t>
            </a:r>
          </a:p>
        </p:txBody>
      </p:sp>
      <p:sp>
        <p:nvSpPr>
          <p:cNvPr id="915" name="text-794 well">
            <a:extLst xmlns:a="http://schemas.openxmlformats.org/drawingml/2006/main">
              <a:ext uri="{FF2B5EF4-FFF2-40B4-BE49-F238E27FC236}">
                <a16:creationId xmlns:a16="http://schemas.microsoft.com/office/drawing/2014/main" id="{C64E8B90-A59B-4CE8-92E1-C89E8491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18379" y="9077420"/>
            <a:ext cx="132103" cy="9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well</a:t>
            </a:r>
          </a:p>
        </p:txBody>
      </p:sp>
      <p:sp>
        <p:nvSpPr>
          <p:cNvPr id="916" name="text-795 -">
            <a:extLst xmlns:a="http://schemas.openxmlformats.org/drawingml/2006/main">
              <a:ext uri="{FF2B5EF4-FFF2-40B4-BE49-F238E27FC236}">
                <a16:creationId xmlns:a16="http://schemas.microsoft.com/office/drawing/2014/main" id="{56F89357-B103-493E-A149-2B16A8BD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238" y="9077082"/>
            <a:ext cx="40358" cy="9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17" name="text-796 known">
            <a:extLst xmlns:a="http://schemas.openxmlformats.org/drawingml/2006/main">
              <a:ext uri="{FF2B5EF4-FFF2-40B4-BE49-F238E27FC236}">
                <a16:creationId xmlns:a16="http://schemas.microsoft.com/office/drawing/2014/main" id="{08510957-9097-49F9-B103-07249F4C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6666" y="9077221"/>
            <a:ext cx="201179" cy="94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known</a:t>
            </a:r>
          </a:p>
        </p:txBody>
      </p:sp>
      <p:sp>
        <p:nvSpPr>
          <p:cNvPr id="918" name="text-797 venture">
            <a:extLst xmlns:a="http://schemas.openxmlformats.org/drawingml/2006/main">
              <a:ext uri="{FF2B5EF4-FFF2-40B4-BE49-F238E27FC236}">
                <a16:creationId xmlns:a16="http://schemas.microsoft.com/office/drawing/2014/main" id="{80FD16AF-DC73-47C2-B954-A36E8748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0445" y="9077326"/>
            <a:ext cx="253561" cy="94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venture</a:t>
            </a:r>
          </a:p>
        </p:txBody>
      </p:sp>
      <p:sp>
        <p:nvSpPr>
          <p:cNvPr id="919" name="text-798 did">
            <a:extLst xmlns:a="http://schemas.openxmlformats.org/drawingml/2006/main">
              <a:ext uri="{FF2B5EF4-FFF2-40B4-BE49-F238E27FC236}">
                <a16:creationId xmlns:a16="http://schemas.microsoft.com/office/drawing/2014/main" id="{1B28F8F0-4C7A-48E6-AD99-167D9BF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6470" y="9076843"/>
            <a:ext cx="111104" cy="95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did</a:t>
            </a:r>
          </a:p>
        </p:txBody>
      </p:sp>
      <p:sp>
        <p:nvSpPr>
          <p:cNvPr id="920" name="text-799 the">
            <a:extLst xmlns:a="http://schemas.openxmlformats.org/drawingml/2006/main">
              <a:ext uri="{FF2B5EF4-FFF2-40B4-BE49-F238E27FC236}">
                <a16:creationId xmlns:a16="http://schemas.microsoft.com/office/drawing/2014/main" id="{3101A5CA-8918-4963-8E3F-ABDF0DDE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0385" y="9077337"/>
            <a:ext cx="119902" cy="94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21" name="text-800 founder">
            <a:extLst xmlns:a="http://schemas.openxmlformats.org/drawingml/2006/main">
              <a:ext uri="{FF2B5EF4-FFF2-40B4-BE49-F238E27FC236}">
                <a16:creationId xmlns:a16="http://schemas.microsoft.com/office/drawing/2014/main" id="{1CDE2443-8D30-459F-A724-7E0A2C1C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8431" y="9156416"/>
            <a:ext cx="286410" cy="103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founder</a:t>
            </a:r>
          </a:p>
        </p:txBody>
      </p:sp>
      <p:sp>
        <p:nvSpPr>
          <p:cNvPr id="922" name="text-801 of">
            <a:extLst xmlns:a="http://schemas.openxmlformats.org/drawingml/2006/main">
              <a:ext uri="{FF2B5EF4-FFF2-40B4-BE49-F238E27FC236}">
                <a16:creationId xmlns:a16="http://schemas.microsoft.com/office/drawing/2014/main" id="{EA203760-348C-4742-AE9F-264F7F92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2921" y="9159244"/>
            <a:ext cx="86392" cy="99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6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923" name="text-802 the">
            <a:extLst xmlns:a="http://schemas.openxmlformats.org/drawingml/2006/main">
              <a:ext uri="{FF2B5EF4-FFF2-40B4-BE49-F238E27FC236}">
                <a16:creationId xmlns:a16="http://schemas.microsoft.com/office/drawing/2014/main" id="{ED71CB53-5E03-4A8E-95A4-E5B70950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8262" y="9156570"/>
            <a:ext cx="129322" cy="10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24" name="text-803 the">
            <a:extLst xmlns:a="http://schemas.openxmlformats.org/drawingml/2006/main">
              <a:ext uri="{FF2B5EF4-FFF2-40B4-BE49-F238E27FC236}">
                <a16:creationId xmlns:a16="http://schemas.microsoft.com/office/drawing/2014/main" id="{1415F619-1224-4D1E-85AC-822E8298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8262" y="9156570"/>
            <a:ext cx="129322" cy="101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73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25" name="text-804 yellow">
            <a:extLst xmlns:a="http://schemas.openxmlformats.org/drawingml/2006/main">
              <a:ext uri="{FF2B5EF4-FFF2-40B4-BE49-F238E27FC236}">
                <a16:creationId xmlns:a16="http://schemas.microsoft.com/office/drawing/2014/main" id="{F02A4BCD-9FBF-4A5D-87B9-A61A51E7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892" y="9155006"/>
            <a:ext cx="223465" cy="10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926" name="text-805 yellow">
            <a:extLst xmlns:a="http://schemas.openxmlformats.org/drawingml/2006/main">
              <a:ext uri="{FF2B5EF4-FFF2-40B4-BE49-F238E27FC236}">
                <a16:creationId xmlns:a16="http://schemas.microsoft.com/office/drawing/2014/main" id="{EB4D8A6C-6621-402A-8345-21D13B7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892" y="9155006"/>
            <a:ext cx="223465" cy="10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86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yellow</a:t>
            </a:r>
          </a:p>
        </p:txBody>
      </p:sp>
      <p:sp>
        <p:nvSpPr>
          <p:cNvPr id="927" name="text-806 cargo">
            <a:extLst xmlns:a="http://schemas.openxmlformats.org/drawingml/2006/main">
              <a:ext uri="{FF2B5EF4-FFF2-40B4-BE49-F238E27FC236}">
                <a16:creationId xmlns:a16="http://schemas.microsoft.com/office/drawing/2014/main" id="{30658E1D-4BB4-4D72-9B8E-EDC4EB4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7349" y="9155772"/>
            <a:ext cx="201772" cy="103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928" name="text-807 cargo">
            <a:extLst xmlns:a="http://schemas.openxmlformats.org/drawingml/2006/main">
              <a:ext uri="{FF2B5EF4-FFF2-40B4-BE49-F238E27FC236}">
                <a16:creationId xmlns:a16="http://schemas.microsoft.com/office/drawing/2014/main" id="{DC2F97ED-B28C-44C1-9F2A-EA0CDC82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7349" y="9155772"/>
            <a:ext cx="201772" cy="103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80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cargo</a:t>
            </a:r>
          </a:p>
        </p:txBody>
      </p:sp>
      <p:sp>
        <p:nvSpPr>
          <p:cNvPr id="929" name="text-808 -">
            <a:extLst xmlns:a="http://schemas.openxmlformats.org/drawingml/2006/main">
              <a:ext uri="{FF2B5EF4-FFF2-40B4-BE49-F238E27FC236}">
                <a16:creationId xmlns:a16="http://schemas.microsoft.com/office/drawing/2014/main" id="{ABB30395-D155-47DB-A953-8C294089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9523" y="9161619"/>
            <a:ext cx="40358" cy="9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30" name="text-809 -">
            <a:extLst xmlns:a="http://schemas.openxmlformats.org/drawingml/2006/main">
              <a:ext uri="{FF2B5EF4-FFF2-40B4-BE49-F238E27FC236}">
                <a16:creationId xmlns:a16="http://schemas.microsoft.com/office/drawing/2014/main" id="{A5D9E69E-78D7-4749-B5C9-3F3ECF8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9523" y="9161619"/>
            <a:ext cx="40358" cy="94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34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31" name="text-810 plane">
            <a:extLst xmlns:a="http://schemas.openxmlformats.org/drawingml/2006/main">
              <a:ext uri="{FF2B5EF4-FFF2-40B4-BE49-F238E27FC236}">
                <a16:creationId xmlns:a16="http://schemas.microsoft.com/office/drawing/2014/main" id="{F471EE6C-8358-44A3-95BD-7AB6B57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8431" y="9241469"/>
            <a:ext cx="173707" cy="9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932" name="text-811 plane">
            <a:extLst xmlns:a="http://schemas.openxmlformats.org/drawingml/2006/main">
              <a:ext uri="{FF2B5EF4-FFF2-40B4-BE49-F238E27FC236}">
                <a16:creationId xmlns:a16="http://schemas.microsoft.com/office/drawing/2014/main" id="{262DB6EE-D061-4409-BAB2-40E056EA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8431" y="9241469"/>
            <a:ext cx="173707" cy="94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plane</a:t>
            </a:r>
          </a:p>
        </p:txBody>
      </p:sp>
      <p:sp>
        <p:nvSpPr>
          <p:cNvPr id="933" name="text-812 brand">
            <a:extLst xmlns:a="http://schemas.openxmlformats.org/drawingml/2006/main">
              <a:ext uri="{FF2B5EF4-FFF2-40B4-BE49-F238E27FC236}">
                <a16:creationId xmlns:a16="http://schemas.microsoft.com/office/drawing/2014/main" id="{7B00E3ED-52D6-493D-8CF4-5BEC5C2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9755" y="9241553"/>
            <a:ext cx="194026" cy="94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brand</a:t>
            </a:r>
          </a:p>
        </p:txBody>
      </p:sp>
      <p:sp>
        <p:nvSpPr>
          <p:cNvPr id="934" name="text-813 brand">
            <a:extLst xmlns:a="http://schemas.openxmlformats.org/drawingml/2006/main">
              <a:ext uri="{FF2B5EF4-FFF2-40B4-BE49-F238E27FC236}">
                <a16:creationId xmlns:a16="http://schemas.microsoft.com/office/drawing/2014/main" id="{0A1D42F8-4AC5-4B0D-AE2D-48BC462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9755" y="9241553"/>
            <a:ext cx="194026" cy="94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531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brand</a:t>
            </a:r>
          </a:p>
        </p:txBody>
      </p:sp>
      <p:sp>
        <p:nvSpPr>
          <p:cNvPr id="935" name="text-814 build">
            <a:extLst xmlns:a="http://schemas.openxmlformats.org/drawingml/2006/main">
              <a:ext uri="{FF2B5EF4-FFF2-40B4-BE49-F238E27FC236}">
                <a16:creationId xmlns:a16="http://schemas.microsoft.com/office/drawing/2014/main" id="{82828DFD-DFB2-42EF-A72F-01A0BE3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1825" y="9241309"/>
            <a:ext cx="164861" cy="9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36" name="text-815 build">
            <a:extLst xmlns:a="http://schemas.openxmlformats.org/drawingml/2006/main">
              <a:ext uri="{FF2B5EF4-FFF2-40B4-BE49-F238E27FC236}">
                <a16:creationId xmlns:a16="http://schemas.microsoft.com/office/drawing/2014/main" id="{D06A7542-6B0E-45DE-8C8B-A4DCDFEA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1825" y="9241309"/>
            <a:ext cx="164861" cy="9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build</a:t>
            </a:r>
          </a:p>
        </p:txBody>
      </p:sp>
      <p:sp>
        <p:nvSpPr>
          <p:cNvPr id="937" name="text-816 ?">
            <a:extLst xmlns:a="http://schemas.openxmlformats.org/drawingml/2006/main">
              <a:ext uri="{FF2B5EF4-FFF2-40B4-BE49-F238E27FC236}">
                <a16:creationId xmlns:a16="http://schemas.microsoft.com/office/drawing/2014/main" id="{BE0393DC-757D-4456-8D65-3234175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722" y="9242469"/>
            <a:ext cx="47591" cy="94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3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?</a:t>
            </a:r>
          </a:p>
        </p:txBody>
      </p:sp>
      <p:sp>
        <p:nvSpPr>
          <p:cNvPr id="938" name="path-817">
            <a:extLst xmlns:a="http://schemas.openxmlformats.org/drawingml/2006/main">
              <a:ext uri="{FF2B5EF4-FFF2-40B4-BE49-F238E27FC236}">
                <a16:creationId xmlns:a16="http://schemas.microsoft.com/office/drawing/2014/main" id="{8588AD2F-DA17-4983-981A-2EA9887C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817" y="9222290"/>
            <a:ext cx="148469" cy="23050"/>
          </a:xfrm>
          <a:custGeom xmlns:a="http://schemas.openxmlformats.org/drawingml/2006/main">
            <a:pathLst>
              <a:path w="303811" h="47167">
                <a:moveTo>
                  <a:pt x="0" y="0"/>
                </a:moveTo>
                <a:lnTo>
                  <a:pt x="240922" y="1"/>
                </a:lnTo>
                <a:lnTo>
                  <a:pt x="240922" y="18868"/>
                </a:lnTo>
                <a:lnTo>
                  <a:pt x="0" y="18867"/>
                </a:lnTo>
                <a:lnTo>
                  <a:pt x="0" y="0"/>
                </a:lnTo>
                <a:moveTo>
                  <a:pt x="228344" y="-28299"/>
                </a:moveTo>
                <a:lnTo>
                  <a:pt x="303811" y="9434"/>
                </a:lnTo>
                <a:lnTo>
                  <a:pt x="228344" y="47167"/>
                </a:lnTo>
                <a:lnTo>
                  <a:pt x="228344" y="-28299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9" name="text-818 Masking">
            <a:extLst xmlns:a="http://schemas.openxmlformats.org/drawingml/2006/main">
              <a:ext uri="{FF2B5EF4-FFF2-40B4-BE49-F238E27FC236}">
                <a16:creationId xmlns:a16="http://schemas.microsoft.com/office/drawing/2014/main" id="{A2065169-8F43-414F-BC15-2356C48C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8718" y="8953310"/>
            <a:ext cx="290577" cy="103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Masking</a:t>
            </a:r>
          </a:p>
        </p:txBody>
      </p:sp>
      <p:sp>
        <p:nvSpPr>
          <p:cNvPr id="940" name="text-819 Masking">
            <a:extLst xmlns:a="http://schemas.openxmlformats.org/drawingml/2006/main">
              <a:ext uri="{FF2B5EF4-FFF2-40B4-BE49-F238E27FC236}">
                <a16:creationId xmlns:a16="http://schemas.microsoft.com/office/drawing/2014/main" id="{EF324040-2F96-42B4-A78B-E49569F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8718" y="8953310"/>
            <a:ext cx="290577" cy="1034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Masking</a:t>
            </a:r>
          </a:p>
        </p:txBody>
      </p:sp>
      <p:sp>
        <p:nvSpPr>
          <p:cNvPr id="941" name="text-820 (feed">
            <a:extLst xmlns:a="http://schemas.openxmlformats.org/drawingml/2006/main">
              <a:ext uri="{FF2B5EF4-FFF2-40B4-BE49-F238E27FC236}">
                <a16:creationId xmlns:a16="http://schemas.microsoft.com/office/drawing/2014/main" id="{BA60CC3D-EAD3-4D97-903A-3619B2C9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364" y="8954157"/>
            <a:ext cx="202746" cy="103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(feed</a:t>
            </a:r>
          </a:p>
        </p:txBody>
      </p:sp>
      <p:sp>
        <p:nvSpPr>
          <p:cNvPr id="942" name="text-820 the">
            <a:extLst xmlns:a="http://schemas.openxmlformats.org/drawingml/2006/main">
              <a:ext uri="{FF2B5EF4-FFF2-40B4-BE49-F238E27FC236}">
                <a16:creationId xmlns:a16="http://schemas.microsoft.com/office/drawing/2014/main" id="{E48AF09B-8B22-45A9-B274-0148A81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9802" y="8954814"/>
            <a:ext cx="130435" cy="102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7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943" name="text-820 images/video)">
            <a:extLst xmlns:a="http://schemas.openxmlformats.org/drawingml/2006/main">
              <a:ext uri="{FF2B5EF4-FFF2-40B4-BE49-F238E27FC236}">
                <a16:creationId xmlns:a16="http://schemas.microsoft.com/office/drawing/2014/main" id="{30BDACF6-1E1E-4E70-B51E-BA7A0E5D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9679" y="8954315"/>
            <a:ext cx="489242" cy="103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images/video)</a:t>
            </a:r>
          </a:p>
        </p:txBody>
      </p:sp>
      <p:sp>
        <p:nvSpPr>
          <p:cNvPr id="944" name="text-821 Uniqueness">
            <a:extLst xmlns:a="http://schemas.openxmlformats.org/drawingml/2006/main">
              <a:ext uri="{FF2B5EF4-FFF2-40B4-BE49-F238E27FC236}">
                <a16:creationId xmlns:a16="http://schemas.microsoft.com/office/drawing/2014/main" id="{8051F714-60FD-445F-B63B-93DFDC3A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142" y="9193681"/>
            <a:ext cx="395628" cy="103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Uniqueness</a:t>
            </a:r>
          </a:p>
        </p:txBody>
      </p:sp>
      <p:sp>
        <p:nvSpPr>
          <p:cNvPr id="945" name="text-822 Uniqueness">
            <a:extLst xmlns:a="http://schemas.openxmlformats.org/drawingml/2006/main">
              <a:ext uri="{FF2B5EF4-FFF2-40B4-BE49-F238E27FC236}">
                <a16:creationId xmlns:a16="http://schemas.microsoft.com/office/drawing/2014/main" id="{435E85C3-F065-409F-9B25-6605C2F6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142" y="9193681"/>
            <a:ext cx="395628" cy="103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Uniqueness</a:t>
            </a:r>
          </a:p>
        </p:txBody>
      </p:sp>
      <p:sp>
        <p:nvSpPr>
          <p:cNvPr id="946" name="text-824 (answer">
            <a:extLst xmlns:a="http://schemas.openxmlformats.org/drawingml/2006/main">
              <a:ext uri="{FF2B5EF4-FFF2-40B4-BE49-F238E27FC236}">
                <a16:creationId xmlns:a16="http://schemas.microsoft.com/office/drawing/2014/main" id="{953ED1FF-F750-422E-B6B9-8FAF8878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050" y="9194803"/>
            <a:ext cx="279293" cy="103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(answer</a:t>
            </a:r>
          </a:p>
        </p:txBody>
      </p:sp>
      <p:sp>
        <p:nvSpPr>
          <p:cNvPr id="947" name="text-824 is">
            <a:extLst xmlns:a="http://schemas.openxmlformats.org/drawingml/2006/main">
              <a:ext uri="{FF2B5EF4-FFF2-40B4-BE49-F238E27FC236}">
                <a16:creationId xmlns:a16="http://schemas.microsoft.com/office/drawing/2014/main" id="{2F8686FC-3AA9-48D6-966D-2D3B9C06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3286" y="9194746"/>
            <a:ext cx="69999" cy="1036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48" name="text-824 unique)">
            <a:extLst xmlns:a="http://schemas.openxmlformats.org/drawingml/2006/main">
              <a:ext uri="{FF2B5EF4-FFF2-40B4-BE49-F238E27FC236}">
                <a16:creationId xmlns:a16="http://schemas.microsoft.com/office/drawing/2014/main" id="{90D501FB-591E-4C2F-B6EE-6999CBC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2488" y="9194793"/>
            <a:ext cx="255451" cy="103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unique)</a:t>
            </a:r>
          </a:p>
        </p:txBody>
      </p:sp>
      <p:sp>
        <p:nvSpPr>
          <p:cNvPr id="949" name="text-825 Visual">
            <a:extLst xmlns:a="http://schemas.openxmlformats.org/drawingml/2006/main">
              <a:ext uri="{FF2B5EF4-FFF2-40B4-BE49-F238E27FC236}">
                <a16:creationId xmlns:a16="http://schemas.microsoft.com/office/drawing/2014/main" id="{F469A3E8-33DC-45D3-966E-BC0E3F36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142" y="9398878"/>
            <a:ext cx="214133" cy="10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50" name="text-825 Relevance">
            <a:extLst xmlns:a="http://schemas.openxmlformats.org/drawingml/2006/main">
              <a:ext uri="{FF2B5EF4-FFF2-40B4-BE49-F238E27FC236}">
                <a16:creationId xmlns:a16="http://schemas.microsoft.com/office/drawing/2014/main" id="{209BE734-2DD4-40C3-BB6D-6DC073B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3013" y="9398904"/>
            <a:ext cx="351049" cy="10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Relevance</a:t>
            </a:r>
          </a:p>
        </p:txBody>
      </p:sp>
      <p:sp>
        <p:nvSpPr>
          <p:cNvPr id="951" name="text-826 Visual">
            <a:extLst xmlns:a="http://schemas.openxmlformats.org/drawingml/2006/main">
              <a:ext uri="{FF2B5EF4-FFF2-40B4-BE49-F238E27FC236}">
                <a16:creationId xmlns:a16="http://schemas.microsoft.com/office/drawing/2014/main" id="{DA6B970A-543B-4907-9CBF-FB89E1C4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142" y="9398878"/>
            <a:ext cx="214133" cy="10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952" name="text-826 Relevance">
            <a:extLst xmlns:a="http://schemas.openxmlformats.org/drawingml/2006/main">
              <a:ext uri="{FF2B5EF4-FFF2-40B4-BE49-F238E27FC236}">
                <a16:creationId xmlns:a16="http://schemas.microsoft.com/office/drawing/2014/main" id="{AB7155E1-ECD4-4138-BBD1-9C2D8791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3013" y="9398904"/>
            <a:ext cx="351049" cy="103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Relevance</a:t>
            </a:r>
          </a:p>
        </p:txBody>
      </p:sp>
      <p:sp>
        <p:nvSpPr>
          <p:cNvPr id="953" name="text-827 (images/video">
            <a:extLst xmlns:a="http://schemas.openxmlformats.org/drawingml/2006/main">
              <a:ext uri="{FF2B5EF4-FFF2-40B4-BE49-F238E27FC236}">
                <a16:creationId xmlns:a16="http://schemas.microsoft.com/office/drawing/2014/main" id="{0AF0E445-E01E-4B0F-9D01-27C716BC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0142" y="9492715"/>
            <a:ext cx="489521" cy="103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(images/video</a:t>
            </a:r>
          </a:p>
        </p:txBody>
      </p:sp>
      <p:sp>
        <p:nvSpPr>
          <p:cNvPr id="954" name="text-827 is">
            <a:extLst xmlns:a="http://schemas.openxmlformats.org/drawingml/2006/main">
              <a:ext uri="{FF2B5EF4-FFF2-40B4-BE49-F238E27FC236}">
                <a16:creationId xmlns:a16="http://schemas.microsoft.com/office/drawing/2014/main" id="{46A09C8C-AAB6-4E23-8EB5-2AC92888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8267" y="9492733"/>
            <a:ext cx="70000" cy="103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is</a:t>
            </a:r>
          </a:p>
        </p:txBody>
      </p:sp>
      <p:sp>
        <p:nvSpPr>
          <p:cNvPr id="955" name="text-827 useful)">
            <a:extLst xmlns:a="http://schemas.openxmlformats.org/drawingml/2006/main">
              <a:ext uri="{FF2B5EF4-FFF2-40B4-BE49-F238E27FC236}">
                <a16:creationId xmlns:a16="http://schemas.microsoft.com/office/drawing/2014/main" id="{BFA48F97-DDF6-44CF-9B8D-360CA670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7470" y="9492725"/>
            <a:ext cx="251626" cy="103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useful)</a:t>
            </a:r>
          </a:p>
        </p:txBody>
      </p:sp>
      <p:sp>
        <p:nvSpPr>
          <p:cNvPr id="956" name="text-828 Non">
            <a:extLst xmlns:a="http://schemas.openxmlformats.org/drawingml/2006/main">
              <a:ext uri="{FF2B5EF4-FFF2-40B4-BE49-F238E27FC236}">
                <a16:creationId xmlns:a16="http://schemas.microsoft.com/office/drawing/2014/main" id="{67AF5747-3884-49DF-BFAC-F83753C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3992" y="9708253"/>
            <a:ext cx="150311" cy="1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Non</a:t>
            </a:r>
          </a:p>
        </p:txBody>
      </p:sp>
      <p:sp>
        <p:nvSpPr>
          <p:cNvPr id="957" name="text-829 Non">
            <a:extLst xmlns:a="http://schemas.openxmlformats.org/drawingml/2006/main">
              <a:ext uri="{FF2B5EF4-FFF2-40B4-BE49-F238E27FC236}">
                <a16:creationId xmlns:a16="http://schemas.microsoft.com/office/drawing/2014/main" id="{156E2353-EA31-44D1-969E-A1ABD60D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3992" y="9708253"/>
            <a:ext cx="150311" cy="1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Non</a:t>
            </a:r>
          </a:p>
        </p:txBody>
      </p:sp>
      <p:sp>
        <p:nvSpPr>
          <p:cNvPr id="958" name="text-830 -">
            <a:extLst xmlns:a="http://schemas.openxmlformats.org/drawingml/2006/main">
              <a:ext uri="{FF2B5EF4-FFF2-40B4-BE49-F238E27FC236}">
                <a16:creationId xmlns:a16="http://schemas.microsoft.com/office/drawing/2014/main" id="{A0199A4A-1116-4657-AED6-924A894F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0753" y="9708634"/>
            <a:ext cx="44019" cy="103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59" name="text-831 -">
            <a:extLst xmlns:a="http://schemas.openxmlformats.org/drawingml/2006/main">
              <a:ext uri="{FF2B5EF4-FFF2-40B4-BE49-F238E27FC236}">
                <a16:creationId xmlns:a16="http://schemas.microsoft.com/office/drawing/2014/main" id="{2AE2DAC6-51A0-4AFB-AFD7-5EB8CC78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0753" y="9708634"/>
            <a:ext cx="44019" cy="1034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60" name="text-832 triviality">
            <a:extLst xmlns:a="http://schemas.openxmlformats.org/drawingml/2006/main">
              <a:ext uri="{FF2B5EF4-FFF2-40B4-BE49-F238E27FC236}">
                <a16:creationId xmlns:a16="http://schemas.microsoft.com/office/drawing/2014/main" id="{A4DCDD5C-CD5A-4C2C-B42F-CA9B3045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487" y="9708723"/>
            <a:ext cx="312215" cy="103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triviality</a:t>
            </a:r>
          </a:p>
        </p:txBody>
      </p:sp>
      <p:sp>
        <p:nvSpPr>
          <p:cNvPr id="961" name="text-833 triviality">
            <a:extLst xmlns:a="http://schemas.openxmlformats.org/drawingml/2006/main">
              <a:ext uri="{FF2B5EF4-FFF2-40B4-BE49-F238E27FC236}">
                <a16:creationId xmlns:a16="http://schemas.microsoft.com/office/drawing/2014/main" id="{ED23B2DC-49D7-4DF1-898B-24B380EE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1487" y="9708723"/>
            <a:ext cx="312215" cy="103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triviality</a:t>
            </a:r>
          </a:p>
        </p:txBody>
      </p:sp>
      <p:sp>
        <p:nvSpPr>
          <p:cNvPr id="962" name="text-834 (multi">
            <a:extLst xmlns:a="http://schemas.openxmlformats.org/drawingml/2006/main">
              <a:ext uri="{FF2B5EF4-FFF2-40B4-BE49-F238E27FC236}">
                <a16:creationId xmlns:a16="http://schemas.microsoft.com/office/drawing/2014/main" id="{89088067-D4B5-4F7A-B0F3-DC8A1EAD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3992" y="9801259"/>
            <a:ext cx="211422" cy="103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(multi</a:t>
            </a:r>
          </a:p>
        </p:txBody>
      </p:sp>
      <p:sp>
        <p:nvSpPr>
          <p:cNvPr id="963" name="text-835 -">
            <a:extLst xmlns:a="http://schemas.openxmlformats.org/drawingml/2006/main">
              <a:ext uri="{FF2B5EF4-FFF2-40B4-BE49-F238E27FC236}">
                <a16:creationId xmlns:a16="http://schemas.microsoft.com/office/drawing/2014/main" id="{D7A6CFF5-BBA4-4FC3-ACC9-46E8C82B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2220" y="9801179"/>
            <a:ext cx="44020" cy="103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964" name="text-836 hop">
            <a:extLst xmlns:a="http://schemas.openxmlformats.org/drawingml/2006/main">
              <a:ext uri="{FF2B5EF4-FFF2-40B4-BE49-F238E27FC236}">
                <a16:creationId xmlns:a16="http://schemas.microsoft.com/office/drawing/2014/main" id="{32D728B3-6585-42BB-95D4-1776DFA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2953" y="9801648"/>
            <a:ext cx="133328" cy="102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hop</a:t>
            </a:r>
          </a:p>
        </p:txBody>
      </p:sp>
      <p:sp>
        <p:nvSpPr>
          <p:cNvPr id="965" name="text-836 reasoning)">
            <a:extLst xmlns:a="http://schemas.openxmlformats.org/drawingml/2006/main">
              <a:ext uri="{FF2B5EF4-FFF2-40B4-BE49-F238E27FC236}">
                <a16:creationId xmlns:a16="http://schemas.microsoft.com/office/drawing/2014/main" id="{9F269F69-9A5B-4C79-8DE1-F6FBE94D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5057" y="9801305"/>
            <a:ext cx="365203" cy="103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5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reasoning)</a:t>
            </a:r>
          </a:p>
        </p:txBody>
      </p:sp>
      <p:sp>
        <p:nvSpPr>
          <p:cNvPr id="966" name="path-837">
            <a:extLst xmlns:a="http://schemas.openxmlformats.org/drawingml/2006/main">
              <a:ext uri="{FF2B5EF4-FFF2-40B4-BE49-F238E27FC236}">
                <a16:creationId xmlns:a16="http://schemas.microsoft.com/office/drawing/2014/main" id="{13DF38A5-03BC-4A19-AD75-D11ACC4B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9855" y="4048713"/>
            <a:ext cx="62937" cy="97835"/>
          </a:xfrm>
          <a:custGeom xmlns:a="http://schemas.openxmlformats.org/drawingml/2006/main">
            <a:pathLst>
              <a:path w="128787" h="200200">
                <a:moveTo>
                  <a:pt x="113753" y="83573"/>
                </a:moveTo>
                <a:lnTo>
                  <a:pt x="101482" y="141942"/>
                </a:lnTo>
                <a:cubicBezTo>
                  <a:pt x="99271" y="152628"/>
                  <a:pt x="96231" y="161693"/>
                  <a:pt x="92362" y="169137"/>
                </a:cubicBezTo>
                <a:cubicBezTo>
                  <a:pt x="88493" y="176580"/>
                  <a:pt x="83684" y="182660"/>
                  <a:pt x="77935" y="187377"/>
                </a:cubicBezTo>
                <a:cubicBezTo>
                  <a:pt x="72187" y="192093"/>
                  <a:pt x="66365" y="195410"/>
                  <a:pt x="60469" y="197326"/>
                </a:cubicBezTo>
                <a:cubicBezTo>
                  <a:pt x="54573" y="199242"/>
                  <a:pt x="48419" y="200200"/>
                  <a:pt x="42008" y="200200"/>
                </a:cubicBezTo>
                <a:cubicBezTo>
                  <a:pt x="33090" y="200200"/>
                  <a:pt x="24984" y="197694"/>
                  <a:pt x="17687" y="192683"/>
                </a:cubicBezTo>
                <a:cubicBezTo>
                  <a:pt x="10391" y="187672"/>
                  <a:pt x="4496" y="180449"/>
                  <a:pt x="0" y="171016"/>
                </a:cubicBezTo>
                <a:lnTo>
                  <a:pt x="16803" y="161840"/>
                </a:lnTo>
                <a:cubicBezTo>
                  <a:pt x="21078" y="171347"/>
                  <a:pt x="25757" y="178367"/>
                  <a:pt x="30843" y="182900"/>
                </a:cubicBezTo>
                <a:cubicBezTo>
                  <a:pt x="35928" y="187432"/>
                  <a:pt x="41750" y="189698"/>
                  <a:pt x="48309" y="189698"/>
                </a:cubicBezTo>
                <a:cubicBezTo>
                  <a:pt x="56416" y="189698"/>
                  <a:pt x="62791" y="186990"/>
                  <a:pt x="67434" y="181573"/>
                </a:cubicBezTo>
                <a:cubicBezTo>
                  <a:pt x="72076" y="176156"/>
                  <a:pt x="75946" y="167294"/>
                  <a:pt x="79041" y="154987"/>
                </a:cubicBezTo>
                <a:lnTo>
                  <a:pt x="85784" y="128013"/>
                </a:lnTo>
                <a:lnTo>
                  <a:pt x="84568" y="127350"/>
                </a:lnTo>
                <a:cubicBezTo>
                  <a:pt x="79631" y="131551"/>
                  <a:pt x="74214" y="134867"/>
                  <a:pt x="68318" y="137299"/>
                </a:cubicBezTo>
                <a:cubicBezTo>
                  <a:pt x="62422" y="139731"/>
                  <a:pt x="56895" y="140947"/>
                  <a:pt x="51736" y="140947"/>
                </a:cubicBezTo>
                <a:cubicBezTo>
                  <a:pt x="38397" y="140947"/>
                  <a:pt x="28337" y="136949"/>
                  <a:pt x="21557" y="128953"/>
                </a:cubicBezTo>
                <a:cubicBezTo>
                  <a:pt x="14776" y="120957"/>
                  <a:pt x="11386" y="109294"/>
                  <a:pt x="11386" y="93965"/>
                </a:cubicBezTo>
                <a:cubicBezTo>
                  <a:pt x="11386" y="85268"/>
                  <a:pt x="12676" y="75927"/>
                  <a:pt x="15255" y="65941"/>
                </a:cubicBezTo>
                <a:cubicBezTo>
                  <a:pt x="17835" y="55955"/>
                  <a:pt x="21686" y="46890"/>
                  <a:pt x="26808" y="38747"/>
                </a:cubicBezTo>
                <a:cubicBezTo>
                  <a:pt x="31930" y="30603"/>
                  <a:pt x="37954" y="23639"/>
                  <a:pt x="44882" y="17853"/>
                </a:cubicBezTo>
                <a:cubicBezTo>
                  <a:pt x="51810" y="12068"/>
                  <a:pt x="59419" y="7646"/>
                  <a:pt x="67710" y="4588"/>
                </a:cubicBezTo>
                <a:cubicBezTo>
                  <a:pt x="76001" y="1529"/>
                  <a:pt x="84531" y="0"/>
                  <a:pt x="93301" y="0"/>
                </a:cubicBezTo>
                <a:cubicBezTo>
                  <a:pt x="102514" y="0"/>
                  <a:pt x="110123" y="1935"/>
                  <a:pt x="116129" y="5804"/>
                </a:cubicBezTo>
                <a:cubicBezTo>
                  <a:pt x="122136" y="9673"/>
                  <a:pt x="126355" y="15145"/>
                  <a:pt x="128787" y="22220"/>
                </a:cubicBezTo>
                <a:lnTo>
                  <a:pt x="108667" y="31285"/>
                </a:lnTo>
                <a:cubicBezTo>
                  <a:pt x="105646" y="24652"/>
                  <a:pt x="102035" y="19862"/>
                  <a:pt x="97834" y="16914"/>
                </a:cubicBezTo>
                <a:cubicBezTo>
                  <a:pt x="93633" y="13966"/>
                  <a:pt x="88732" y="12492"/>
                  <a:pt x="83131" y="12492"/>
                </a:cubicBezTo>
                <a:cubicBezTo>
                  <a:pt x="75393" y="12492"/>
                  <a:pt x="68373" y="14684"/>
                  <a:pt x="62072" y="19069"/>
                </a:cubicBezTo>
                <a:cubicBezTo>
                  <a:pt x="55771" y="23454"/>
                  <a:pt x="50336" y="29829"/>
                  <a:pt x="45766" y="38194"/>
                </a:cubicBezTo>
                <a:cubicBezTo>
                  <a:pt x="41197" y="46559"/>
                  <a:pt x="37678" y="56268"/>
                  <a:pt x="35209" y="67323"/>
                </a:cubicBezTo>
                <a:cubicBezTo>
                  <a:pt x="32740" y="78378"/>
                  <a:pt x="31506" y="87958"/>
                  <a:pt x="31506" y="96065"/>
                </a:cubicBezTo>
                <a:cubicBezTo>
                  <a:pt x="31506" y="106678"/>
                  <a:pt x="33698" y="114655"/>
                  <a:pt x="38083" y="119998"/>
                </a:cubicBezTo>
                <a:cubicBezTo>
                  <a:pt x="42468" y="125342"/>
                  <a:pt x="49009" y="128013"/>
                  <a:pt x="57705" y="128013"/>
                </a:cubicBezTo>
                <a:cubicBezTo>
                  <a:pt x="62864" y="128013"/>
                  <a:pt x="67820" y="126852"/>
                  <a:pt x="72574" y="124531"/>
                </a:cubicBezTo>
                <a:cubicBezTo>
                  <a:pt x="77327" y="122209"/>
                  <a:pt x="81233" y="118856"/>
                  <a:pt x="84292" y="114471"/>
                </a:cubicBezTo>
                <a:cubicBezTo>
                  <a:pt x="87350" y="110086"/>
                  <a:pt x="89469" y="104798"/>
                  <a:pt x="90648" y="98608"/>
                </a:cubicBezTo>
                <a:lnTo>
                  <a:pt x="93412" y="83684"/>
                </a:lnTo>
                <a:lnTo>
                  <a:pt x="113753" y="83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7" name="path-838">
            <a:extLst xmlns:a="http://schemas.openxmlformats.org/drawingml/2006/main">
              <a:ext uri="{FF2B5EF4-FFF2-40B4-BE49-F238E27FC236}">
                <a16:creationId xmlns:a16="http://schemas.microsoft.com/office/drawing/2014/main" id="{04F89092-FAFC-487C-8487-5ACB6675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1982" y="4094842"/>
            <a:ext cx="53375" cy="50604"/>
          </a:xfrm>
          <a:custGeom xmlns:a="http://schemas.openxmlformats.org/drawingml/2006/main">
            <a:pathLst>
              <a:path w="109220" h="103552">
                <a:moveTo>
                  <a:pt x="57804" y="0"/>
                </a:moveTo>
                <a:lnTo>
                  <a:pt x="56925" y="5030"/>
                </a:lnTo>
                <a:cubicBezTo>
                  <a:pt x="51762" y="5402"/>
                  <a:pt x="49181" y="7585"/>
                  <a:pt x="49181" y="11577"/>
                </a:cubicBezTo>
                <a:cubicBezTo>
                  <a:pt x="49181" y="13173"/>
                  <a:pt x="49500" y="15130"/>
                  <a:pt x="50139" y="17445"/>
                </a:cubicBezTo>
                <a:cubicBezTo>
                  <a:pt x="50778" y="19760"/>
                  <a:pt x="51589" y="22222"/>
                  <a:pt x="52574" y="24830"/>
                </a:cubicBezTo>
                <a:cubicBezTo>
                  <a:pt x="53559" y="27438"/>
                  <a:pt x="54623" y="30139"/>
                  <a:pt x="55768" y="32934"/>
                </a:cubicBezTo>
                <a:cubicBezTo>
                  <a:pt x="56912" y="35728"/>
                  <a:pt x="57990" y="38376"/>
                  <a:pt x="59001" y="40878"/>
                </a:cubicBezTo>
                <a:cubicBezTo>
                  <a:pt x="61769" y="37791"/>
                  <a:pt x="64523" y="34664"/>
                  <a:pt x="67265" y="31497"/>
                </a:cubicBezTo>
                <a:cubicBezTo>
                  <a:pt x="70006" y="28330"/>
                  <a:pt x="72494" y="25322"/>
                  <a:pt x="74730" y="22475"/>
                </a:cubicBezTo>
                <a:cubicBezTo>
                  <a:pt x="76965" y="19627"/>
                  <a:pt x="78775" y="17086"/>
                  <a:pt x="80159" y="14850"/>
                </a:cubicBezTo>
                <a:cubicBezTo>
                  <a:pt x="81543" y="12615"/>
                  <a:pt x="82234" y="10885"/>
                  <a:pt x="82234" y="9661"/>
                </a:cubicBezTo>
                <a:cubicBezTo>
                  <a:pt x="82234" y="8277"/>
                  <a:pt x="81822" y="7212"/>
                  <a:pt x="80997" y="6467"/>
                </a:cubicBezTo>
                <a:cubicBezTo>
                  <a:pt x="80172" y="5722"/>
                  <a:pt x="78615" y="5243"/>
                  <a:pt x="76326" y="5030"/>
                </a:cubicBezTo>
                <a:lnTo>
                  <a:pt x="77364" y="0"/>
                </a:lnTo>
                <a:lnTo>
                  <a:pt x="109220" y="0"/>
                </a:lnTo>
                <a:lnTo>
                  <a:pt x="107943" y="5030"/>
                </a:lnTo>
                <a:cubicBezTo>
                  <a:pt x="106399" y="5402"/>
                  <a:pt x="104909" y="6094"/>
                  <a:pt x="103472" y="7106"/>
                </a:cubicBezTo>
                <a:cubicBezTo>
                  <a:pt x="102035" y="8117"/>
                  <a:pt x="100385" y="9527"/>
                  <a:pt x="98522" y="11337"/>
                </a:cubicBezTo>
                <a:cubicBezTo>
                  <a:pt x="97564" y="12348"/>
                  <a:pt x="96299" y="13692"/>
                  <a:pt x="94729" y="15369"/>
                </a:cubicBezTo>
                <a:cubicBezTo>
                  <a:pt x="93159" y="17046"/>
                  <a:pt x="91416" y="18935"/>
                  <a:pt x="89500" y="21038"/>
                </a:cubicBezTo>
                <a:cubicBezTo>
                  <a:pt x="87584" y="23140"/>
                  <a:pt x="85521" y="25402"/>
                  <a:pt x="83312" y="27824"/>
                </a:cubicBezTo>
                <a:cubicBezTo>
                  <a:pt x="81103" y="30246"/>
                  <a:pt x="78841" y="32734"/>
                  <a:pt x="76526" y="35289"/>
                </a:cubicBezTo>
                <a:cubicBezTo>
                  <a:pt x="74211" y="37844"/>
                  <a:pt x="71935" y="40372"/>
                  <a:pt x="69700" y="42874"/>
                </a:cubicBezTo>
                <a:cubicBezTo>
                  <a:pt x="67464" y="45375"/>
                  <a:pt x="65335" y="47717"/>
                  <a:pt x="63313" y="49900"/>
                </a:cubicBezTo>
                <a:lnTo>
                  <a:pt x="75847" y="79919"/>
                </a:lnTo>
                <a:cubicBezTo>
                  <a:pt x="77338" y="83485"/>
                  <a:pt x="78562" y="86360"/>
                  <a:pt x="79520" y="88542"/>
                </a:cubicBezTo>
                <a:cubicBezTo>
                  <a:pt x="80478" y="90724"/>
                  <a:pt x="81423" y="92481"/>
                  <a:pt x="82354" y="93811"/>
                </a:cubicBezTo>
                <a:cubicBezTo>
                  <a:pt x="83286" y="95142"/>
                  <a:pt x="84337" y="96153"/>
                  <a:pt x="85508" y="96845"/>
                </a:cubicBezTo>
                <a:cubicBezTo>
                  <a:pt x="86679" y="97537"/>
                  <a:pt x="88222" y="98149"/>
                  <a:pt x="90139" y="98681"/>
                </a:cubicBezTo>
                <a:lnTo>
                  <a:pt x="89180" y="103552"/>
                </a:lnTo>
                <a:lnTo>
                  <a:pt x="54770" y="103552"/>
                </a:lnTo>
                <a:lnTo>
                  <a:pt x="55728" y="98681"/>
                </a:lnTo>
                <a:cubicBezTo>
                  <a:pt x="58123" y="98309"/>
                  <a:pt x="59959" y="97643"/>
                  <a:pt x="61237" y="96685"/>
                </a:cubicBezTo>
                <a:cubicBezTo>
                  <a:pt x="62514" y="95727"/>
                  <a:pt x="63153" y="94317"/>
                  <a:pt x="63153" y="92454"/>
                </a:cubicBezTo>
                <a:cubicBezTo>
                  <a:pt x="63153" y="90325"/>
                  <a:pt x="62780" y="87943"/>
                  <a:pt x="62035" y="85308"/>
                </a:cubicBezTo>
                <a:cubicBezTo>
                  <a:pt x="61290" y="82674"/>
                  <a:pt x="60385" y="79946"/>
                  <a:pt x="59321" y="77125"/>
                </a:cubicBezTo>
                <a:cubicBezTo>
                  <a:pt x="58256" y="74304"/>
                  <a:pt x="57112" y="71483"/>
                  <a:pt x="55888" y="68662"/>
                </a:cubicBezTo>
                <a:cubicBezTo>
                  <a:pt x="54663" y="65841"/>
                  <a:pt x="53519" y="63153"/>
                  <a:pt x="52454" y="60598"/>
                </a:cubicBezTo>
                <a:lnTo>
                  <a:pt x="34171" y="81596"/>
                </a:lnTo>
                <a:cubicBezTo>
                  <a:pt x="32681" y="83246"/>
                  <a:pt x="31457" y="84683"/>
                  <a:pt x="30499" y="85907"/>
                </a:cubicBezTo>
                <a:cubicBezTo>
                  <a:pt x="29541" y="87131"/>
                  <a:pt x="28782" y="88222"/>
                  <a:pt x="28223" y="89180"/>
                </a:cubicBezTo>
                <a:cubicBezTo>
                  <a:pt x="27664" y="90139"/>
                  <a:pt x="27278" y="90977"/>
                  <a:pt x="27066" y="91695"/>
                </a:cubicBezTo>
                <a:cubicBezTo>
                  <a:pt x="26853" y="92414"/>
                  <a:pt x="26746" y="93119"/>
                  <a:pt x="26746" y="93811"/>
                </a:cubicBezTo>
                <a:cubicBezTo>
                  <a:pt x="26746" y="95248"/>
                  <a:pt x="27225" y="96339"/>
                  <a:pt x="28183" y="97085"/>
                </a:cubicBezTo>
                <a:cubicBezTo>
                  <a:pt x="29141" y="97830"/>
                  <a:pt x="30685" y="98362"/>
                  <a:pt x="32814" y="98681"/>
                </a:cubicBezTo>
                <a:lnTo>
                  <a:pt x="31696" y="103552"/>
                </a:lnTo>
                <a:lnTo>
                  <a:pt x="0" y="103552"/>
                </a:lnTo>
                <a:lnTo>
                  <a:pt x="1038" y="98681"/>
                </a:lnTo>
                <a:cubicBezTo>
                  <a:pt x="1836" y="98415"/>
                  <a:pt x="2621" y="98136"/>
                  <a:pt x="3393" y="97843"/>
                </a:cubicBezTo>
                <a:cubicBezTo>
                  <a:pt x="4165" y="97550"/>
                  <a:pt x="4937" y="97178"/>
                  <a:pt x="5709" y="96725"/>
                </a:cubicBezTo>
                <a:cubicBezTo>
                  <a:pt x="6480" y="96273"/>
                  <a:pt x="7265" y="95714"/>
                  <a:pt x="8064" y="95049"/>
                </a:cubicBezTo>
                <a:cubicBezTo>
                  <a:pt x="8862" y="94383"/>
                  <a:pt x="9714" y="93572"/>
                  <a:pt x="10619" y="92614"/>
                </a:cubicBezTo>
                <a:lnTo>
                  <a:pt x="47904" y="51496"/>
                </a:lnTo>
                <a:lnTo>
                  <a:pt x="35528" y="21078"/>
                </a:lnTo>
                <a:cubicBezTo>
                  <a:pt x="34145" y="17671"/>
                  <a:pt x="32960" y="14970"/>
                  <a:pt x="31976" y="12974"/>
                </a:cubicBezTo>
                <a:cubicBezTo>
                  <a:pt x="30991" y="10978"/>
                  <a:pt x="30020" y="9434"/>
                  <a:pt x="29062" y="8343"/>
                </a:cubicBezTo>
                <a:cubicBezTo>
                  <a:pt x="28103" y="7252"/>
                  <a:pt x="27105" y="6507"/>
                  <a:pt x="26068" y="6108"/>
                </a:cubicBezTo>
                <a:cubicBezTo>
                  <a:pt x="25030" y="5709"/>
                  <a:pt x="23792" y="5349"/>
                  <a:pt x="22355" y="5030"/>
                </a:cubicBezTo>
                <a:lnTo>
                  <a:pt x="23393" y="0"/>
                </a:lnTo>
                <a:lnTo>
                  <a:pt x="5780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8" name="path-839">
            <a:extLst xmlns:a="http://schemas.openxmlformats.org/drawingml/2006/main">
              <a:ext uri="{FF2B5EF4-FFF2-40B4-BE49-F238E27FC236}">
                <a16:creationId xmlns:a16="http://schemas.microsoft.com/office/drawing/2014/main" id="{4B222883-462F-48D7-B766-74AFA5BE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338" y="7660558"/>
            <a:ext cx="49215" cy="74011"/>
          </a:xfrm>
          <a:custGeom xmlns:a="http://schemas.openxmlformats.org/drawingml/2006/main">
            <a:pathLst>
              <a:path w="100708" h="151449">
                <a:moveTo>
                  <a:pt x="90317" y="38691"/>
                </a:moveTo>
                <a:cubicBezTo>
                  <a:pt x="87295" y="26973"/>
                  <a:pt x="84071" y="19290"/>
                  <a:pt x="80644" y="15642"/>
                </a:cubicBezTo>
                <a:cubicBezTo>
                  <a:pt x="77217" y="11994"/>
                  <a:pt x="72519" y="10170"/>
                  <a:pt x="66549" y="10170"/>
                </a:cubicBezTo>
                <a:lnTo>
                  <a:pt x="33717" y="10170"/>
                </a:lnTo>
                <a:lnTo>
                  <a:pt x="33717" y="123370"/>
                </a:lnTo>
                <a:cubicBezTo>
                  <a:pt x="33717" y="130519"/>
                  <a:pt x="34454" y="135715"/>
                  <a:pt x="35928" y="138957"/>
                </a:cubicBezTo>
                <a:cubicBezTo>
                  <a:pt x="37402" y="142200"/>
                  <a:pt x="41639" y="144558"/>
                  <a:pt x="48641" y="146032"/>
                </a:cubicBezTo>
                <a:lnTo>
                  <a:pt x="48641" y="151449"/>
                </a:lnTo>
                <a:lnTo>
                  <a:pt x="0" y="151449"/>
                </a:lnTo>
                <a:lnTo>
                  <a:pt x="0" y="146032"/>
                </a:lnTo>
                <a:cubicBezTo>
                  <a:pt x="5748" y="144485"/>
                  <a:pt x="9378" y="142513"/>
                  <a:pt x="10889" y="140118"/>
                </a:cubicBezTo>
                <a:cubicBezTo>
                  <a:pt x="12400" y="137723"/>
                  <a:pt x="13155" y="132288"/>
                  <a:pt x="13155" y="123812"/>
                </a:cubicBezTo>
                <a:lnTo>
                  <a:pt x="13155" y="27858"/>
                </a:lnTo>
                <a:cubicBezTo>
                  <a:pt x="13155" y="18056"/>
                  <a:pt x="12197" y="12160"/>
                  <a:pt x="10281" y="10170"/>
                </a:cubicBezTo>
                <a:cubicBezTo>
                  <a:pt x="8365" y="8180"/>
                  <a:pt x="4938" y="6596"/>
                  <a:pt x="0" y="5417"/>
                </a:cubicBezTo>
                <a:lnTo>
                  <a:pt x="0" y="0"/>
                </a:lnTo>
                <a:lnTo>
                  <a:pt x="100708" y="0"/>
                </a:lnTo>
                <a:lnTo>
                  <a:pt x="100708" y="38691"/>
                </a:lnTo>
                <a:lnTo>
                  <a:pt x="90317" y="3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9" name="path-840">
            <a:extLst xmlns:a="http://schemas.openxmlformats.org/drawingml/2006/main">
              <a:ext uri="{FF2B5EF4-FFF2-40B4-BE49-F238E27FC236}">
                <a16:creationId xmlns:a16="http://schemas.microsoft.com/office/drawing/2014/main" id="{6B72BA1D-EF25-4041-ABAB-7024B30E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330" y="7701527"/>
            <a:ext cx="19274" cy="55872"/>
          </a:xfrm>
          <a:custGeom xmlns:a="http://schemas.openxmlformats.org/drawingml/2006/main">
            <a:pathLst>
              <a:path w="39441" h="114330">
                <a:moveTo>
                  <a:pt x="36407" y="0"/>
                </a:moveTo>
                <a:lnTo>
                  <a:pt x="32495" y="17165"/>
                </a:lnTo>
                <a:lnTo>
                  <a:pt x="16686" y="17165"/>
                </a:lnTo>
                <a:lnTo>
                  <a:pt x="20439" y="0"/>
                </a:lnTo>
                <a:lnTo>
                  <a:pt x="36407" y="0"/>
                </a:lnTo>
                <a:moveTo>
                  <a:pt x="17165" y="85348"/>
                </a:moveTo>
                <a:cubicBezTo>
                  <a:pt x="16420" y="88489"/>
                  <a:pt x="15901" y="90990"/>
                  <a:pt x="15609" y="92853"/>
                </a:cubicBezTo>
                <a:cubicBezTo>
                  <a:pt x="15316" y="94716"/>
                  <a:pt x="15169" y="96393"/>
                  <a:pt x="15169" y="97883"/>
                </a:cubicBezTo>
                <a:cubicBezTo>
                  <a:pt x="15169" y="99906"/>
                  <a:pt x="15582" y="101369"/>
                  <a:pt x="16407" y="102274"/>
                </a:cubicBezTo>
                <a:cubicBezTo>
                  <a:pt x="17232" y="103179"/>
                  <a:pt x="18469" y="103631"/>
                  <a:pt x="20120" y="103631"/>
                </a:cubicBezTo>
                <a:cubicBezTo>
                  <a:pt x="21078" y="103631"/>
                  <a:pt x="22036" y="103445"/>
                  <a:pt x="22994" y="103073"/>
                </a:cubicBezTo>
                <a:cubicBezTo>
                  <a:pt x="23952" y="102700"/>
                  <a:pt x="24976" y="102114"/>
                  <a:pt x="26068" y="101316"/>
                </a:cubicBezTo>
                <a:cubicBezTo>
                  <a:pt x="27159" y="100518"/>
                  <a:pt x="28356" y="99493"/>
                  <a:pt x="29660" y="98242"/>
                </a:cubicBezTo>
                <a:cubicBezTo>
                  <a:pt x="30964" y="96991"/>
                  <a:pt x="32415" y="95488"/>
                  <a:pt x="34012" y="93731"/>
                </a:cubicBezTo>
                <a:lnTo>
                  <a:pt x="39441" y="99001"/>
                </a:lnTo>
                <a:cubicBezTo>
                  <a:pt x="36673" y="101822"/>
                  <a:pt x="34158" y="104204"/>
                  <a:pt x="31896" y="106146"/>
                </a:cubicBezTo>
                <a:cubicBezTo>
                  <a:pt x="29634" y="108089"/>
                  <a:pt x="27491" y="109673"/>
                  <a:pt x="25469" y="110897"/>
                </a:cubicBezTo>
                <a:cubicBezTo>
                  <a:pt x="23446" y="112121"/>
                  <a:pt x="21463" y="112999"/>
                  <a:pt x="19521" y="113531"/>
                </a:cubicBezTo>
                <a:cubicBezTo>
                  <a:pt x="17578" y="114064"/>
                  <a:pt x="15515" y="114330"/>
                  <a:pt x="13333" y="114330"/>
                </a:cubicBezTo>
                <a:cubicBezTo>
                  <a:pt x="11311" y="114330"/>
                  <a:pt x="9488" y="113957"/>
                  <a:pt x="7864" y="113212"/>
                </a:cubicBezTo>
                <a:cubicBezTo>
                  <a:pt x="6241" y="112467"/>
                  <a:pt x="4844" y="111442"/>
                  <a:pt x="3673" y="110138"/>
                </a:cubicBezTo>
                <a:cubicBezTo>
                  <a:pt x="2502" y="108834"/>
                  <a:pt x="1597" y="107277"/>
                  <a:pt x="958" y="105468"/>
                </a:cubicBezTo>
                <a:cubicBezTo>
                  <a:pt x="319" y="103658"/>
                  <a:pt x="0" y="101662"/>
                  <a:pt x="0" y="99480"/>
                </a:cubicBezTo>
                <a:cubicBezTo>
                  <a:pt x="0" y="97723"/>
                  <a:pt x="213" y="95541"/>
                  <a:pt x="639" y="92933"/>
                </a:cubicBezTo>
                <a:cubicBezTo>
                  <a:pt x="1065" y="90325"/>
                  <a:pt x="1610" y="87491"/>
                  <a:pt x="2275" y="84430"/>
                </a:cubicBezTo>
                <a:cubicBezTo>
                  <a:pt x="2941" y="81370"/>
                  <a:pt x="3673" y="78163"/>
                  <a:pt x="4471" y="74809"/>
                </a:cubicBezTo>
                <a:cubicBezTo>
                  <a:pt x="5269" y="71456"/>
                  <a:pt x="6054" y="68130"/>
                  <a:pt x="6826" y="64830"/>
                </a:cubicBezTo>
                <a:cubicBezTo>
                  <a:pt x="7598" y="61529"/>
                  <a:pt x="8290" y="58349"/>
                  <a:pt x="8902" y="55289"/>
                </a:cubicBezTo>
                <a:cubicBezTo>
                  <a:pt x="9514" y="52228"/>
                  <a:pt x="9953" y="49447"/>
                  <a:pt x="10219" y="46946"/>
                </a:cubicBezTo>
                <a:cubicBezTo>
                  <a:pt x="10326" y="46520"/>
                  <a:pt x="10379" y="46107"/>
                  <a:pt x="10379" y="45708"/>
                </a:cubicBezTo>
                <a:cubicBezTo>
                  <a:pt x="10379" y="45309"/>
                  <a:pt x="10379" y="44950"/>
                  <a:pt x="10379" y="44630"/>
                </a:cubicBezTo>
                <a:cubicBezTo>
                  <a:pt x="10273" y="42554"/>
                  <a:pt x="9541" y="41037"/>
                  <a:pt x="8184" y="40079"/>
                </a:cubicBezTo>
                <a:cubicBezTo>
                  <a:pt x="6826" y="39121"/>
                  <a:pt x="4418" y="38589"/>
                  <a:pt x="958" y="38483"/>
                </a:cubicBezTo>
                <a:lnTo>
                  <a:pt x="1916" y="33053"/>
                </a:lnTo>
                <a:lnTo>
                  <a:pt x="25070" y="32175"/>
                </a:lnTo>
                <a:lnTo>
                  <a:pt x="28982" y="32175"/>
                </a:lnTo>
                <a:lnTo>
                  <a:pt x="17165" y="85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0" name="path-841">
            <a:extLst xmlns:a="http://schemas.openxmlformats.org/drawingml/2006/main">
              <a:ext uri="{FF2B5EF4-FFF2-40B4-BE49-F238E27FC236}">
                <a16:creationId xmlns:a16="http://schemas.microsoft.com/office/drawing/2014/main" id="{4D918D8D-F1EB-4551-BE28-A681CEB0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212" y="8243254"/>
            <a:ext cx="49215" cy="74011"/>
          </a:xfrm>
          <a:custGeom xmlns:a="http://schemas.openxmlformats.org/drawingml/2006/main">
            <a:pathLst>
              <a:path w="100708" h="151449">
                <a:moveTo>
                  <a:pt x="90317" y="38691"/>
                </a:moveTo>
                <a:cubicBezTo>
                  <a:pt x="87295" y="26973"/>
                  <a:pt x="84071" y="19290"/>
                  <a:pt x="80644" y="15642"/>
                </a:cubicBezTo>
                <a:cubicBezTo>
                  <a:pt x="77217" y="11994"/>
                  <a:pt x="72519" y="10170"/>
                  <a:pt x="66549" y="10170"/>
                </a:cubicBezTo>
                <a:lnTo>
                  <a:pt x="33717" y="10170"/>
                </a:lnTo>
                <a:lnTo>
                  <a:pt x="33717" y="123370"/>
                </a:lnTo>
                <a:cubicBezTo>
                  <a:pt x="33717" y="130519"/>
                  <a:pt x="34454" y="135715"/>
                  <a:pt x="35928" y="138957"/>
                </a:cubicBezTo>
                <a:cubicBezTo>
                  <a:pt x="37402" y="142200"/>
                  <a:pt x="41639" y="144558"/>
                  <a:pt x="48641" y="146032"/>
                </a:cubicBezTo>
                <a:lnTo>
                  <a:pt x="48641" y="151449"/>
                </a:lnTo>
                <a:lnTo>
                  <a:pt x="0" y="151449"/>
                </a:lnTo>
                <a:lnTo>
                  <a:pt x="0" y="146032"/>
                </a:lnTo>
                <a:cubicBezTo>
                  <a:pt x="5748" y="144485"/>
                  <a:pt x="9378" y="142513"/>
                  <a:pt x="10889" y="140118"/>
                </a:cubicBezTo>
                <a:cubicBezTo>
                  <a:pt x="12400" y="137723"/>
                  <a:pt x="13155" y="132288"/>
                  <a:pt x="13155" y="123812"/>
                </a:cubicBezTo>
                <a:lnTo>
                  <a:pt x="13155" y="27858"/>
                </a:lnTo>
                <a:cubicBezTo>
                  <a:pt x="13155" y="18056"/>
                  <a:pt x="12197" y="12160"/>
                  <a:pt x="10281" y="10170"/>
                </a:cubicBezTo>
                <a:cubicBezTo>
                  <a:pt x="8365" y="8180"/>
                  <a:pt x="4938" y="6596"/>
                  <a:pt x="0" y="5417"/>
                </a:cubicBezTo>
                <a:lnTo>
                  <a:pt x="0" y="0"/>
                </a:lnTo>
                <a:lnTo>
                  <a:pt x="100708" y="0"/>
                </a:lnTo>
                <a:lnTo>
                  <a:pt x="100708" y="38691"/>
                </a:lnTo>
                <a:lnTo>
                  <a:pt x="90317" y="38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1" name="path-842">
            <a:extLst xmlns:a="http://schemas.openxmlformats.org/drawingml/2006/main">
              <a:ext uri="{FF2B5EF4-FFF2-40B4-BE49-F238E27FC236}">
                <a16:creationId xmlns:a16="http://schemas.microsoft.com/office/drawing/2014/main" id="{741605AC-076B-4DF5-BE9E-65EA4891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204" y="8285699"/>
            <a:ext cx="19274" cy="55872"/>
          </a:xfrm>
          <a:custGeom xmlns:a="http://schemas.openxmlformats.org/drawingml/2006/main">
            <a:pathLst>
              <a:path w="39441" h="114330">
                <a:moveTo>
                  <a:pt x="36407" y="0"/>
                </a:moveTo>
                <a:lnTo>
                  <a:pt x="32495" y="17165"/>
                </a:lnTo>
                <a:lnTo>
                  <a:pt x="16686" y="17165"/>
                </a:lnTo>
                <a:lnTo>
                  <a:pt x="20439" y="0"/>
                </a:lnTo>
                <a:lnTo>
                  <a:pt x="36407" y="0"/>
                </a:lnTo>
                <a:moveTo>
                  <a:pt x="17165" y="85348"/>
                </a:moveTo>
                <a:cubicBezTo>
                  <a:pt x="16420" y="88489"/>
                  <a:pt x="15901" y="90990"/>
                  <a:pt x="15609" y="92853"/>
                </a:cubicBezTo>
                <a:cubicBezTo>
                  <a:pt x="15316" y="94716"/>
                  <a:pt x="15169" y="96393"/>
                  <a:pt x="15169" y="97883"/>
                </a:cubicBezTo>
                <a:cubicBezTo>
                  <a:pt x="15169" y="99906"/>
                  <a:pt x="15582" y="101369"/>
                  <a:pt x="16407" y="102274"/>
                </a:cubicBezTo>
                <a:cubicBezTo>
                  <a:pt x="17232" y="103179"/>
                  <a:pt x="18469" y="103631"/>
                  <a:pt x="20120" y="103631"/>
                </a:cubicBezTo>
                <a:cubicBezTo>
                  <a:pt x="21078" y="103631"/>
                  <a:pt x="22036" y="103445"/>
                  <a:pt x="22994" y="103073"/>
                </a:cubicBezTo>
                <a:cubicBezTo>
                  <a:pt x="23952" y="102700"/>
                  <a:pt x="24976" y="102114"/>
                  <a:pt x="26068" y="101316"/>
                </a:cubicBezTo>
                <a:cubicBezTo>
                  <a:pt x="27159" y="100518"/>
                  <a:pt x="28356" y="99493"/>
                  <a:pt x="29660" y="98242"/>
                </a:cubicBezTo>
                <a:cubicBezTo>
                  <a:pt x="30964" y="96991"/>
                  <a:pt x="32415" y="95488"/>
                  <a:pt x="34012" y="93731"/>
                </a:cubicBezTo>
                <a:lnTo>
                  <a:pt x="39441" y="99001"/>
                </a:lnTo>
                <a:cubicBezTo>
                  <a:pt x="36673" y="101822"/>
                  <a:pt x="34158" y="104204"/>
                  <a:pt x="31896" y="106146"/>
                </a:cubicBezTo>
                <a:cubicBezTo>
                  <a:pt x="29634" y="108089"/>
                  <a:pt x="27491" y="109673"/>
                  <a:pt x="25469" y="110897"/>
                </a:cubicBezTo>
                <a:cubicBezTo>
                  <a:pt x="23446" y="112121"/>
                  <a:pt x="21463" y="112999"/>
                  <a:pt x="19521" y="113531"/>
                </a:cubicBezTo>
                <a:cubicBezTo>
                  <a:pt x="17578" y="114064"/>
                  <a:pt x="15515" y="114330"/>
                  <a:pt x="13333" y="114330"/>
                </a:cubicBezTo>
                <a:cubicBezTo>
                  <a:pt x="11311" y="114330"/>
                  <a:pt x="9488" y="113957"/>
                  <a:pt x="7864" y="113212"/>
                </a:cubicBezTo>
                <a:cubicBezTo>
                  <a:pt x="6241" y="112467"/>
                  <a:pt x="4844" y="111442"/>
                  <a:pt x="3673" y="110138"/>
                </a:cubicBezTo>
                <a:cubicBezTo>
                  <a:pt x="2502" y="108834"/>
                  <a:pt x="1597" y="107277"/>
                  <a:pt x="958" y="105468"/>
                </a:cubicBezTo>
                <a:cubicBezTo>
                  <a:pt x="319" y="103658"/>
                  <a:pt x="0" y="101662"/>
                  <a:pt x="0" y="99480"/>
                </a:cubicBezTo>
                <a:cubicBezTo>
                  <a:pt x="0" y="97723"/>
                  <a:pt x="213" y="95541"/>
                  <a:pt x="639" y="92933"/>
                </a:cubicBezTo>
                <a:cubicBezTo>
                  <a:pt x="1065" y="90325"/>
                  <a:pt x="1610" y="87491"/>
                  <a:pt x="2275" y="84430"/>
                </a:cubicBezTo>
                <a:cubicBezTo>
                  <a:pt x="2941" y="81370"/>
                  <a:pt x="3673" y="78163"/>
                  <a:pt x="4471" y="74809"/>
                </a:cubicBezTo>
                <a:cubicBezTo>
                  <a:pt x="5269" y="71456"/>
                  <a:pt x="6054" y="68130"/>
                  <a:pt x="6826" y="64830"/>
                </a:cubicBezTo>
                <a:cubicBezTo>
                  <a:pt x="7598" y="61529"/>
                  <a:pt x="8290" y="58349"/>
                  <a:pt x="8902" y="55289"/>
                </a:cubicBezTo>
                <a:cubicBezTo>
                  <a:pt x="9514" y="52228"/>
                  <a:pt x="9953" y="49447"/>
                  <a:pt x="10219" y="46946"/>
                </a:cubicBezTo>
                <a:cubicBezTo>
                  <a:pt x="10326" y="46520"/>
                  <a:pt x="10379" y="46107"/>
                  <a:pt x="10379" y="45708"/>
                </a:cubicBezTo>
                <a:cubicBezTo>
                  <a:pt x="10379" y="45309"/>
                  <a:pt x="10379" y="44950"/>
                  <a:pt x="10379" y="44630"/>
                </a:cubicBezTo>
                <a:cubicBezTo>
                  <a:pt x="10273" y="42554"/>
                  <a:pt x="9541" y="41037"/>
                  <a:pt x="8184" y="40079"/>
                </a:cubicBezTo>
                <a:cubicBezTo>
                  <a:pt x="6826" y="39121"/>
                  <a:pt x="4418" y="38589"/>
                  <a:pt x="958" y="38483"/>
                </a:cubicBezTo>
                <a:lnTo>
                  <a:pt x="1916" y="33053"/>
                </a:lnTo>
                <a:lnTo>
                  <a:pt x="25070" y="32175"/>
                </a:lnTo>
                <a:lnTo>
                  <a:pt x="28982" y="32175"/>
                </a:lnTo>
                <a:lnTo>
                  <a:pt x="17165" y="85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1390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1" name="path-1">
            <a:extLst xmlns:a="http://schemas.openxmlformats.org/drawingml/2006/main">
              <a:ext uri="{FF2B5EF4-FFF2-40B4-BE49-F238E27FC236}">
                <a16:creationId xmlns:a16="http://schemas.microsoft.com/office/drawing/2014/main" id="{091DF674-FBA8-492C-A342-34D28087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936"/>
            <a:ext cx="18288000" cy="7467750"/>
          </a:xfrm>
          <a:custGeom xmlns:a="http://schemas.openxmlformats.org/drawingml/2006/main">
            <a:pathLst>
              <a:path w="27860625" h="11376650">
                <a:moveTo>
                  <a:pt x="27860625" y="11376650"/>
                </a:moveTo>
                <a:lnTo>
                  <a:pt x="27860625" y="0"/>
                </a:lnTo>
                <a:lnTo>
                  <a:pt x="0" y="0"/>
                </a:lnTo>
                <a:lnTo>
                  <a:pt x="0" y="11376650"/>
                </a:lnTo>
                <a:lnTo>
                  <a:pt x="27860625" y="113766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428DBAEF-8961-4291-B26D-F0E6861C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9936"/>
            <a:ext cx="18288000" cy="7469423"/>
          </a:xfrm>
          <a:custGeom xmlns:a="http://schemas.openxmlformats.org/drawingml/2006/main">
            <a:pathLst>
              <a:path w="27860625" h="11379199">
                <a:moveTo>
                  <a:pt x="0" y="0"/>
                </a:moveTo>
                <a:lnTo>
                  <a:pt x="0" y="11379199"/>
                </a:lnTo>
                <a:lnTo>
                  <a:pt x="27860625" y="11379199"/>
                </a:lnTo>
                <a:lnTo>
                  <a:pt x="278606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D2762-ADEE-4E51-A6A4-2C6E832DF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b6832e3824a40"/>
          <a:stretch xmlns:a="http://schemas.openxmlformats.org/drawingml/2006/main"/>
        </p:blipFill>
        <p:spPr>
          <a:xfrm xmlns:a="http://schemas.openxmlformats.org/drawingml/2006/main">
            <a:off x="7233920" y="1331155"/>
            <a:ext cx="3776394" cy="7546535"/>
          </a:xfrm>
          <a:prstGeom xmlns:a="http://schemas.openxmlformats.org/drawingml/2006/main" prst="rect">
            <a:avLst/>
          </a:prstGeom>
        </p:spPr>
      </p:pic>
      <p:sp>
        <p:nvSpPr>
          <p:cNvPr id="4" name="path-4">
            <a:extLst xmlns:a="http://schemas.openxmlformats.org/drawingml/2006/main">
              <a:ext uri="{FF2B5EF4-FFF2-40B4-BE49-F238E27FC236}">
                <a16:creationId xmlns:a16="http://schemas.microsoft.com/office/drawing/2014/main" id="{FD63610A-B80F-40F6-8FC1-83F9CF4F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1422362"/>
            <a:ext cx="7226855" cy="21228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0" y="0"/>
                  <a:pt x="136092" y="0"/>
                </a:cubicBezTo>
                <a:lnTo>
                  <a:pt x="10873569" y="0"/>
                </a:lnTo>
                <a:cubicBezTo>
                  <a:pt x="10948732" y="0"/>
                  <a:pt x="11009662" y="60930"/>
                  <a:pt x="11009662" y="136092"/>
                </a:cubicBezTo>
                <a:lnTo>
                  <a:pt x="11009662" y="3097997"/>
                </a:lnTo>
                <a:cubicBezTo>
                  <a:pt x="11009662" y="3173158"/>
                  <a:pt x="10948732" y="3234089"/>
                  <a:pt x="10873569" y="3234089"/>
                </a:cubicBezTo>
                <a:lnTo>
                  <a:pt x="136092" y="3234089"/>
                </a:lnTo>
                <a:cubicBezTo>
                  <a:pt x="60930" y="3234089"/>
                  <a:pt x="0" y="3173158"/>
                  <a:pt x="0" y="3097997"/>
                </a:cubicBezTo>
                <a:lnTo>
                  <a:pt x="0" y="136092"/>
                </a:lnTo>
              </a:path>
            </a:pathLst>
          </a:custGeom>
          <a:solidFill xmlns:a="http://schemas.openxmlformats.org/drawingml/2006/main">
            <a:srgbClr val="EB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th-5">
            <a:extLst xmlns:a="http://schemas.openxmlformats.org/drawingml/2006/main">
              <a:ext uri="{FF2B5EF4-FFF2-40B4-BE49-F238E27FC236}">
                <a16:creationId xmlns:a16="http://schemas.microsoft.com/office/drawing/2014/main" id="{17CFFE55-D728-4EBF-991D-7DE1F32C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1422362"/>
            <a:ext cx="7226855" cy="21228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0" y="0"/>
                  <a:pt x="136092" y="0"/>
                </a:cubicBezTo>
                <a:lnTo>
                  <a:pt x="10873569" y="0"/>
                </a:lnTo>
                <a:cubicBezTo>
                  <a:pt x="10948732" y="0"/>
                  <a:pt x="11009662" y="60930"/>
                  <a:pt x="11009662" y="136092"/>
                </a:cubicBezTo>
                <a:lnTo>
                  <a:pt x="11009662" y="3097996"/>
                </a:lnTo>
                <a:cubicBezTo>
                  <a:pt x="11009662" y="3173158"/>
                  <a:pt x="10948732" y="3234089"/>
                  <a:pt x="10873569" y="3234089"/>
                </a:cubicBezTo>
                <a:lnTo>
                  <a:pt x="136092" y="3234089"/>
                </a:lnTo>
                <a:cubicBezTo>
                  <a:pt x="60930" y="3234089"/>
                  <a:pt x="0" y="3173158"/>
                  <a:pt x="0" y="3097996"/>
                </a:cubicBezTo>
                <a:lnTo>
                  <a:pt x="0" y="13609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6DCEC"/>
            </a:solidFill>
            <a:prstDash val="solid"/>
          </a:ln>
        </p:spPr>
      </p:sp>
      <p:sp>
        <p:nvSpPr>
          <p:cNvPr id="6" name="path-6">
            <a:extLst xmlns:a="http://schemas.openxmlformats.org/drawingml/2006/main">
              <a:ext uri="{FF2B5EF4-FFF2-40B4-BE49-F238E27FC236}">
                <a16:creationId xmlns:a16="http://schemas.microsoft.com/office/drawing/2014/main" id="{6837C355-9EAE-424D-A295-A5BA9063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65" y="1498712"/>
            <a:ext cx="533479" cy="533479"/>
          </a:xfrm>
          <a:custGeom xmlns:a="http://schemas.openxmlformats.org/drawingml/2006/main">
            <a:pathLst>
              <a:path w="812722" h="812722">
                <a:moveTo>
                  <a:pt x="0" y="406361"/>
                </a:moveTo>
                <a:cubicBezTo>
                  <a:pt x="0" y="181935"/>
                  <a:pt x="181934" y="0"/>
                  <a:pt x="406361" y="0"/>
                </a:cubicBezTo>
                <a:cubicBezTo>
                  <a:pt x="630787" y="0"/>
                  <a:pt x="812722" y="181935"/>
                  <a:pt x="812722" y="406361"/>
                </a:cubicBezTo>
                <a:cubicBezTo>
                  <a:pt x="812722" y="630787"/>
                  <a:pt x="630787" y="812722"/>
                  <a:pt x="406361" y="812722"/>
                </a:cubicBezTo>
                <a:cubicBezTo>
                  <a:pt x="181934" y="812722"/>
                  <a:pt x="0" y="630787"/>
                  <a:pt x="0" y="406361"/>
                </a:cubicBezTo>
              </a:path>
            </a:pathLst>
          </a:custGeom>
          <a:solidFill xmlns:a="http://schemas.openxmlformats.org/drawingml/2006/main">
            <a:srgbClr val="5779D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D09C3089-1049-4E20-835F-7ED13AA6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6" y="1497642"/>
            <a:ext cx="5972192" cy="966090"/>
          </a:xfrm>
          <a:custGeom xmlns:a="http://schemas.openxmlformats.org/drawingml/2006/main">
            <a:pathLst>
              <a:path w="9098262" h="1471778">
                <a:moveTo>
                  <a:pt x="0" y="38218"/>
                </a:moveTo>
                <a:cubicBezTo>
                  <a:pt x="0" y="17111"/>
                  <a:pt x="17111" y="0"/>
                  <a:pt x="38218" y="0"/>
                </a:cubicBezTo>
                <a:lnTo>
                  <a:pt x="9060045" y="0"/>
                </a:lnTo>
                <a:cubicBezTo>
                  <a:pt x="9081150" y="0"/>
                  <a:pt x="9098262" y="17111"/>
                  <a:pt x="9098262" y="38218"/>
                </a:cubicBezTo>
                <a:lnTo>
                  <a:pt x="9098262" y="1433560"/>
                </a:lnTo>
                <a:cubicBezTo>
                  <a:pt x="9098262" y="1454667"/>
                  <a:pt x="9081150" y="1471778"/>
                  <a:pt x="9060045" y="1471778"/>
                </a:cubicBezTo>
                <a:lnTo>
                  <a:pt x="38218" y="1471778"/>
                </a:lnTo>
                <a:cubicBezTo>
                  <a:pt x="17111" y="1471778"/>
                  <a:pt x="0" y="1454667"/>
                  <a:pt x="0" y="1433560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C3DBF2F1-F779-4E66-A1CA-AC87EB2E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1" y="1516462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B814C496-81AB-4379-8804-B7E3DC40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1" y="2407272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677FB14D-DE8F-4B5D-875C-5D1789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06" y="1516462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-11">
            <a:extLst xmlns:a="http://schemas.openxmlformats.org/drawingml/2006/main">
              <a:ext uri="{FF2B5EF4-FFF2-40B4-BE49-F238E27FC236}">
                <a16:creationId xmlns:a16="http://schemas.microsoft.com/office/drawing/2014/main" id="{EE9FD131-1A5B-444E-9DF0-26344029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06" y="2407272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12">
            <a:extLst xmlns:a="http://schemas.openxmlformats.org/drawingml/2006/main">
              <a:ext uri="{FF2B5EF4-FFF2-40B4-BE49-F238E27FC236}">
                <a16:creationId xmlns:a16="http://schemas.microsoft.com/office/drawing/2014/main" id="{EEC8A23B-54A7-421D-A8D9-442731C0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272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-13">
            <a:extLst xmlns:a="http://schemas.openxmlformats.org/drawingml/2006/main">
              <a:ext uri="{FF2B5EF4-FFF2-40B4-BE49-F238E27FC236}">
                <a16:creationId xmlns:a16="http://schemas.microsoft.com/office/drawing/2014/main" id="{6D154E9F-1F16-49EA-B3E3-4D50CDE4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272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-14">
            <a:extLst xmlns:a="http://schemas.openxmlformats.org/drawingml/2006/main">
              <a:ext uri="{FF2B5EF4-FFF2-40B4-BE49-F238E27FC236}">
                <a16:creationId xmlns:a16="http://schemas.microsoft.com/office/drawing/2014/main" id="{5E4E3C65-7AFD-4B94-A564-C78C731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937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E0326AE7-44E7-4538-8218-CE3401E8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937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484BDBF1-0467-4BCA-B7D4-586DD21A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603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-17">
            <a:extLst xmlns:a="http://schemas.openxmlformats.org/drawingml/2006/main">
              <a:ext uri="{FF2B5EF4-FFF2-40B4-BE49-F238E27FC236}">
                <a16:creationId xmlns:a16="http://schemas.microsoft.com/office/drawing/2014/main" id="{D963A553-53F4-4CD0-BD10-122EDC5C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603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B18D5C44-065B-4CD9-803A-7348F51A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69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-19">
            <a:extLst xmlns:a="http://schemas.openxmlformats.org/drawingml/2006/main">
              <a:ext uri="{FF2B5EF4-FFF2-40B4-BE49-F238E27FC236}">
                <a16:creationId xmlns:a16="http://schemas.microsoft.com/office/drawing/2014/main" id="{67FEF3F1-4ED6-4006-B31E-AD3249D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69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CAB1A6D5-4823-4E74-B13F-C9BFEF2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34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1">
            <a:extLst xmlns:a="http://schemas.openxmlformats.org/drawingml/2006/main">
              <a:ext uri="{FF2B5EF4-FFF2-40B4-BE49-F238E27FC236}">
                <a16:creationId xmlns:a16="http://schemas.microsoft.com/office/drawing/2014/main" id="{A053A398-A3EB-4B87-A8ED-484BEA1C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34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62C050F7-CCCE-414F-A66E-9C22E4FD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00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FDCEE607-6B88-44C8-94F1-0812600B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00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07D22450-673F-417D-93D2-2C8E0CDD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265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ECF8CE9E-6801-40E2-AE39-2B3CFDB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265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F4129B41-A41A-41C4-8F1E-5A09A7C7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31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51AEA42D-9C50-43FA-8D3D-44A731A4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31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7CD47888-731E-406E-A097-AE50A73F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97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8FED5FA1-59C3-4DA8-BA99-BA977E10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97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-30">
            <a:extLst xmlns:a="http://schemas.openxmlformats.org/drawingml/2006/main">
              <a:ext uri="{FF2B5EF4-FFF2-40B4-BE49-F238E27FC236}">
                <a16:creationId xmlns:a16="http://schemas.microsoft.com/office/drawing/2014/main" id="{F132E267-A95C-4FBB-9598-B56DECC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262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442DB662-C585-4978-8F95-B1A72C27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262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32">
            <a:extLst xmlns:a="http://schemas.openxmlformats.org/drawingml/2006/main">
              <a:ext uri="{FF2B5EF4-FFF2-40B4-BE49-F238E27FC236}">
                <a16:creationId xmlns:a16="http://schemas.microsoft.com/office/drawing/2014/main" id="{60FAA963-40A4-43E8-958D-DE824806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28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77FCF2DD-7ADF-4125-A391-8F02FF0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28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5A830F55-257E-40CA-A0E6-B9BC08E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593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66395481-2271-4963-B850-DE7EAC49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593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th-36">
            <a:extLst xmlns:a="http://schemas.openxmlformats.org/drawingml/2006/main">
              <a:ext uri="{FF2B5EF4-FFF2-40B4-BE49-F238E27FC236}">
                <a16:creationId xmlns:a16="http://schemas.microsoft.com/office/drawing/2014/main" id="{092EE29D-7FE3-44F0-AFFC-1CFF50C5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59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th-37">
            <a:extLst xmlns:a="http://schemas.openxmlformats.org/drawingml/2006/main">
              <a:ext uri="{FF2B5EF4-FFF2-40B4-BE49-F238E27FC236}">
                <a16:creationId xmlns:a16="http://schemas.microsoft.com/office/drawing/2014/main" id="{47F851E7-351D-461F-93A0-95BDEEA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59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FA24D3B5-ADC5-4455-9AA6-7B8345A5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25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DB4782A4-F12D-41C1-BA1F-C575B5E8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25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90D8CD8E-01F8-4059-B021-186DE736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590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9A9E2F5A-E45E-43F3-A5D2-BB54588D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590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th-42">
            <a:extLst xmlns:a="http://schemas.openxmlformats.org/drawingml/2006/main">
              <a:ext uri="{FF2B5EF4-FFF2-40B4-BE49-F238E27FC236}">
                <a16:creationId xmlns:a16="http://schemas.microsoft.com/office/drawing/2014/main" id="{EFC8D0FB-6B9B-45AF-9927-55749EBC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55" y="151646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ath-43">
            <a:extLst xmlns:a="http://schemas.openxmlformats.org/drawingml/2006/main">
              <a:ext uri="{FF2B5EF4-FFF2-40B4-BE49-F238E27FC236}">
                <a16:creationId xmlns:a16="http://schemas.microsoft.com/office/drawing/2014/main" id="{C8F730B9-766B-4BD8-9EE6-C07715BD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55" y="2407272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B2B57628-BAB0-409F-A0E6-C6AF4F68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21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-45">
            <a:extLst xmlns:a="http://schemas.openxmlformats.org/drawingml/2006/main">
              <a:ext uri="{FF2B5EF4-FFF2-40B4-BE49-F238E27FC236}">
                <a16:creationId xmlns:a16="http://schemas.microsoft.com/office/drawing/2014/main" id="{E605173C-F73E-48A2-9990-82148E7A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21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18365A-9F8C-4E0B-B085-40098CB981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fe7c76cbb4a07"/>
          <a:stretch xmlns:a="http://schemas.openxmlformats.org/drawingml/2006/main"/>
        </p:blipFill>
        <p:spPr>
          <a:xfrm xmlns:a="http://schemas.openxmlformats.org/drawingml/2006/main">
            <a:off x="1281723" y="1562491"/>
            <a:ext cx="1475545" cy="831557"/>
          </a:xfrm>
          <a:prstGeom xmlns:a="http://schemas.openxmlformats.org/drawingml/2006/main" prst="rect">
            <a:avLst/>
          </a:prstGeom>
        </p:spPr>
      </p:pic>
      <p:pic>
        <p:nvPic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843A76-FB04-4C1D-8238-F39553FE1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d17ae05654883"/>
          <a:stretch xmlns:a="http://schemas.openxmlformats.org/drawingml/2006/main"/>
        </p:blipFill>
        <p:spPr>
          <a:xfrm xmlns:a="http://schemas.openxmlformats.org/drawingml/2006/main">
            <a:off x="2769772" y="1456202"/>
            <a:ext cx="1469292" cy="1050388"/>
          </a:xfrm>
          <a:prstGeom xmlns:a="http://schemas.openxmlformats.org/drawingml/2006/main" prst="rect">
            <a:avLst/>
          </a:prstGeom>
        </p:spPr>
      </p:pic>
      <p:pic>
        <p:nvPic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B89F85-6A6C-4E3C-A405-3EE965426D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99fb2a5af400c"/>
          <a:stretch xmlns:a="http://schemas.openxmlformats.org/drawingml/2006/main"/>
        </p:blipFill>
        <p:spPr>
          <a:xfrm xmlns:a="http://schemas.openxmlformats.org/drawingml/2006/main">
            <a:off x="4251569" y="1562491"/>
            <a:ext cx="1475545" cy="831557"/>
          </a:xfrm>
          <a:prstGeom xmlns:a="http://schemas.openxmlformats.org/drawingml/2006/main" prst="rect">
            <a:avLst/>
          </a:prstGeom>
        </p:spPr>
      </p:pic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5F527C-DE08-42BE-B58B-5B91F6F596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fb0e447a64782"/>
          <a:stretch xmlns:a="http://schemas.openxmlformats.org/drawingml/2006/main"/>
        </p:blipFill>
        <p:spPr>
          <a:xfrm xmlns:a="http://schemas.openxmlformats.org/drawingml/2006/main">
            <a:off x="5739618" y="1562491"/>
            <a:ext cx="1475545" cy="831557"/>
          </a:xfrm>
          <a:prstGeom xmlns:a="http://schemas.openxmlformats.org/drawingml/2006/main" prst="rect">
            <a:avLst/>
          </a:prstGeom>
        </p:spPr>
      </p:pic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C9F98023-4AF1-49CD-B164-57F8AF7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3" y="3028331"/>
            <a:ext cx="7038655" cy="401492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1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6"/>
                  <a:pt x="10620261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6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997E26F4-EA3C-4624-8A35-416FC3B8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3" y="3028331"/>
            <a:ext cx="7038655" cy="401492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2" y="0"/>
                  <a:pt x="10722951" y="102690"/>
                  <a:pt x="10722951" y="229365"/>
                </a:cubicBezTo>
                <a:lnTo>
                  <a:pt x="10722951" y="382283"/>
                </a:lnTo>
                <a:cubicBezTo>
                  <a:pt x="10722951" y="508958"/>
                  <a:pt x="10620262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8DCEC"/>
            </a:solidFill>
            <a:prstDash val="solid"/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83505557-9373-41A7-979B-72C45166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9" y="3128703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1" y="0"/>
                  <a:pt x="152912" y="0"/>
                </a:cubicBezTo>
                <a:cubicBezTo>
                  <a:pt x="237363" y="0"/>
                  <a:pt x="305824" y="68461"/>
                  <a:pt x="305824" y="152912"/>
                </a:cubicBezTo>
                <a:cubicBezTo>
                  <a:pt x="305824" y="237363"/>
                  <a:pt x="237363" y="305824"/>
                  <a:pt x="152912" y="305824"/>
                </a:cubicBezTo>
                <a:cubicBezTo>
                  <a:pt x="68461" y="305824"/>
                  <a:pt x="0" y="237363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53 Q">
            <a:extLst xmlns:a="http://schemas.openxmlformats.org/drawingml/2006/main">
              <a:ext uri="{FF2B5EF4-FFF2-40B4-BE49-F238E27FC236}">
                <a16:creationId xmlns:a16="http://schemas.microsoft.com/office/drawing/2014/main" id="{AB666B85-F135-46D8-9840-02E99774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231" y="3143757"/>
            <a:ext cx="132561" cy="17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54" name="text-54 What is the native country of the dog breed">
            <a:extLst xmlns:a="http://schemas.openxmlformats.org/drawingml/2006/main">
              <a:ext uri="{FF2B5EF4-FFF2-40B4-BE49-F238E27FC236}">
                <a16:creationId xmlns:a16="http://schemas.microsoft.com/office/drawing/2014/main" id="{7801B1EB-FCA7-452B-9640-E6E4F9B9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75" y="3139180"/>
            <a:ext cx="2764106" cy="184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What is the native country of the dog breed</a:t>
            </a:r>
          </a:p>
        </p:txBody>
      </p:sp>
      <p:sp>
        <p:nvSpPr>
          <p:cNvPr id="55" name="text-55 hugged by the boy in a plaid shirt?">
            <a:extLst xmlns:a="http://schemas.openxmlformats.org/drawingml/2006/main">
              <a:ext uri="{FF2B5EF4-FFF2-40B4-BE49-F238E27FC236}">
                <a16:creationId xmlns:a16="http://schemas.microsoft.com/office/drawing/2014/main" id="{59906701-2DF5-4436-B84C-9E404BFA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21807" y="3139044"/>
            <a:ext cx="2145690" cy="185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hugged by the boy in a plaid shirt?</a:t>
            </a:r>
          </a:p>
        </p:txBody>
      </p:sp>
      <p:sp>
        <p:nvSpPr>
          <p:cNvPr id="56" name="path-56">
            <a:extLst xmlns:a="http://schemas.openxmlformats.org/drawingml/2006/main">
              <a:ext uri="{FF2B5EF4-FFF2-40B4-BE49-F238E27FC236}">
                <a16:creationId xmlns:a16="http://schemas.microsoft.com/office/drawing/2014/main" id="{5F633AC2-AB6E-4A00-B724-6887E4A5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556" y="3131840"/>
            <a:ext cx="200746" cy="200746"/>
          </a:xfrm>
          <a:custGeom xmlns:a="http://schemas.openxmlformats.org/drawingml/2006/main">
            <a:pathLst>
              <a:path w="305824" h="305823">
                <a:moveTo>
                  <a:pt x="0" y="152912"/>
                </a:moveTo>
                <a:cubicBezTo>
                  <a:pt x="0" y="68460"/>
                  <a:pt x="68461" y="0"/>
                  <a:pt x="152912" y="0"/>
                </a:cubicBezTo>
                <a:cubicBezTo>
                  <a:pt x="237363" y="0"/>
                  <a:pt x="305824" y="68460"/>
                  <a:pt x="305824" y="152912"/>
                </a:cubicBezTo>
                <a:cubicBezTo>
                  <a:pt x="305824" y="237362"/>
                  <a:pt x="237363" y="305823"/>
                  <a:pt x="152912" y="305823"/>
                </a:cubicBezTo>
                <a:cubicBezTo>
                  <a:pt x="68461" y="305823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-57 A">
            <a:extLst xmlns:a="http://schemas.openxmlformats.org/drawingml/2006/main">
              <a:ext uri="{FF2B5EF4-FFF2-40B4-BE49-F238E27FC236}">
                <a16:creationId xmlns:a16="http://schemas.microsoft.com/office/drawing/2014/main" id="{E05E33D7-C312-47F4-BFAF-6D2184AB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5924" y="3147764"/>
            <a:ext cx="114367" cy="175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58" name="text-58 Scotland">
            <a:extLst xmlns:a="http://schemas.openxmlformats.org/drawingml/2006/main">
              <a:ext uri="{FF2B5EF4-FFF2-40B4-BE49-F238E27FC236}">
                <a16:creationId xmlns:a16="http://schemas.microsoft.com/office/drawing/2014/main" id="{48BEE9F9-F8BB-4FAC-9022-F5BB73FF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48308" y="3142395"/>
            <a:ext cx="593743" cy="194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Scotland</a:t>
            </a:r>
          </a:p>
        </p:txBody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A6025759-3BCE-4867-A72C-FC472D8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16" y="2639385"/>
            <a:ext cx="1944727" cy="301119"/>
          </a:xfrm>
          <a:custGeom xmlns:a="http://schemas.openxmlformats.org/drawingml/2006/main">
            <a:pathLst>
              <a:path w="2962670" h="458737">
                <a:moveTo>
                  <a:pt x="0" y="76459"/>
                </a:moveTo>
                <a:cubicBezTo>
                  <a:pt x="0" y="34232"/>
                  <a:pt x="34230" y="0"/>
                  <a:pt x="76456" y="0"/>
                </a:cubicBezTo>
                <a:lnTo>
                  <a:pt x="2886210" y="0"/>
                </a:lnTo>
                <a:cubicBezTo>
                  <a:pt x="2928437" y="0"/>
                  <a:pt x="2962670" y="34232"/>
                  <a:pt x="2962670" y="76459"/>
                </a:cubicBezTo>
                <a:lnTo>
                  <a:pt x="2962670" y="382277"/>
                </a:lnTo>
                <a:cubicBezTo>
                  <a:pt x="2962670" y="424504"/>
                  <a:pt x="2928437" y="458737"/>
                  <a:pt x="2886210" y="458737"/>
                </a:cubicBezTo>
                <a:lnTo>
                  <a:pt x="76456" y="458737"/>
                </a:lnTo>
                <a:cubicBezTo>
                  <a:pt x="34230" y="458737"/>
                  <a:pt x="0" y="424504"/>
                  <a:pt x="0" y="382277"/>
                </a:cubicBezTo>
                <a:lnTo>
                  <a:pt x="0" y="7645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7789E186-4B3B-4AD2-B03F-692EE283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16" y="2639385"/>
            <a:ext cx="1944727" cy="301119"/>
          </a:xfrm>
          <a:custGeom xmlns:a="http://schemas.openxmlformats.org/drawingml/2006/main">
            <a:pathLst>
              <a:path w="2962670" h="458736">
                <a:moveTo>
                  <a:pt x="0" y="76458"/>
                </a:moveTo>
                <a:cubicBezTo>
                  <a:pt x="0" y="34232"/>
                  <a:pt x="34231" y="0"/>
                  <a:pt x="76458" y="0"/>
                </a:cubicBezTo>
                <a:lnTo>
                  <a:pt x="2886211" y="0"/>
                </a:lnTo>
                <a:cubicBezTo>
                  <a:pt x="2928438" y="0"/>
                  <a:pt x="2962670" y="34232"/>
                  <a:pt x="2962670" y="76458"/>
                </a:cubicBezTo>
                <a:lnTo>
                  <a:pt x="2962670" y="382278"/>
                </a:lnTo>
                <a:cubicBezTo>
                  <a:pt x="2962670" y="424504"/>
                  <a:pt x="2928438" y="458736"/>
                  <a:pt x="2886211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8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61" name="text-61 Golden Retriever">
            <a:extLst xmlns:a="http://schemas.openxmlformats.org/drawingml/2006/main">
              <a:ext uri="{FF2B5EF4-FFF2-40B4-BE49-F238E27FC236}">
                <a16:creationId xmlns:a16="http://schemas.microsoft.com/office/drawing/2014/main" id="{F1A1B8B2-F2A6-48CD-B74A-69C84AE2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3466" y="2714123"/>
            <a:ext cx="966481" cy="16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Golden Retriever</a:t>
            </a:r>
          </a:p>
        </p:txBody>
      </p:sp>
      <p:sp>
        <p:nvSpPr>
          <p:cNvPr id="62" name="path-62">
            <a:extLst xmlns:a="http://schemas.openxmlformats.org/drawingml/2006/main">
              <a:ext uri="{FF2B5EF4-FFF2-40B4-BE49-F238E27FC236}">
                <a16:creationId xmlns:a16="http://schemas.microsoft.com/office/drawing/2014/main" id="{84E079A3-BF17-4D8B-B96B-AA1C5463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765" y="2651931"/>
            <a:ext cx="1693794" cy="276026"/>
          </a:xfrm>
          <a:custGeom xmlns:a="http://schemas.openxmlformats.org/drawingml/2006/main">
            <a:pathLst>
              <a:path w="2580389" h="420508">
                <a:moveTo>
                  <a:pt x="0" y="76457"/>
                </a:moveTo>
                <a:cubicBezTo>
                  <a:pt x="0" y="34231"/>
                  <a:pt x="34232" y="0"/>
                  <a:pt x="76457" y="0"/>
                </a:cubicBezTo>
                <a:lnTo>
                  <a:pt x="2503931" y="0"/>
                </a:lnTo>
                <a:cubicBezTo>
                  <a:pt x="2546157" y="0"/>
                  <a:pt x="2580389" y="34231"/>
                  <a:pt x="2580389" y="76457"/>
                </a:cubicBezTo>
                <a:lnTo>
                  <a:pt x="2580389" y="344050"/>
                </a:lnTo>
                <a:cubicBezTo>
                  <a:pt x="2580389" y="386276"/>
                  <a:pt x="2546157" y="420508"/>
                  <a:pt x="2503931" y="420508"/>
                </a:cubicBezTo>
                <a:lnTo>
                  <a:pt x="76457" y="420508"/>
                </a:lnTo>
                <a:cubicBezTo>
                  <a:pt x="34232" y="420508"/>
                  <a:pt x="0" y="386276"/>
                  <a:pt x="0" y="344050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ath-63">
            <a:extLst xmlns:a="http://schemas.openxmlformats.org/drawingml/2006/main">
              <a:ext uri="{FF2B5EF4-FFF2-40B4-BE49-F238E27FC236}">
                <a16:creationId xmlns:a16="http://schemas.microsoft.com/office/drawing/2014/main" id="{92FC7A85-F606-4E6E-8FEA-36F5EF9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765" y="2651931"/>
            <a:ext cx="1693794" cy="276026"/>
          </a:xfrm>
          <a:custGeom xmlns:a="http://schemas.openxmlformats.org/drawingml/2006/main">
            <a:pathLst>
              <a:path w="2580389" h="420508">
                <a:moveTo>
                  <a:pt x="0" y="76458"/>
                </a:moveTo>
                <a:cubicBezTo>
                  <a:pt x="0" y="34232"/>
                  <a:pt x="34231" y="0"/>
                  <a:pt x="76458" y="0"/>
                </a:cubicBezTo>
                <a:lnTo>
                  <a:pt x="2503931" y="0"/>
                </a:lnTo>
                <a:cubicBezTo>
                  <a:pt x="2546157" y="0"/>
                  <a:pt x="2580389" y="34232"/>
                  <a:pt x="2580389" y="76458"/>
                </a:cubicBezTo>
                <a:lnTo>
                  <a:pt x="2580389" y="344050"/>
                </a:lnTo>
                <a:cubicBezTo>
                  <a:pt x="2580389" y="386276"/>
                  <a:pt x="2546157" y="420508"/>
                  <a:pt x="2503931" y="420508"/>
                </a:cubicBezTo>
                <a:lnTo>
                  <a:pt x="76458" y="420508"/>
                </a:lnTo>
                <a:cubicBezTo>
                  <a:pt x="34231" y="420508"/>
                  <a:pt x="0" y="386276"/>
                  <a:pt x="0" y="344050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64" name="text-64 Scotland">
            <a:extLst xmlns:a="http://schemas.openxmlformats.org/drawingml/2006/main">
              <a:ext uri="{FF2B5EF4-FFF2-40B4-BE49-F238E27FC236}">
                <a16:creationId xmlns:a16="http://schemas.microsoft.com/office/drawing/2014/main" id="{633B5103-1928-43CD-8FB9-E91F019B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1318" y="2700753"/>
            <a:ext cx="593743" cy="194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9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Scotland</a:t>
            </a:r>
          </a:p>
        </p:txBody>
      </p:sp>
      <p:sp>
        <p:nvSpPr>
          <p:cNvPr id="65" name="text-65 native country">
            <a:extLst xmlns:a="http://schemas.openxmlformats.org/drawingml/2006/main">
              <a:ext uri="{FF2B5EF4-FFF2-40B4-BE49-F238E27FC236}">
                <a16:creationId xmlns:a16="http://schemas.microsoft.com/office/drawing/2014/main" id="{15E31C86-A725-4F72-AAB5-8BF14DB5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4140" y="2600113"/>
            <a:ext cx="731377" cy="149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1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native country</a:t>
            </a:r>
          </a:p>
        </p:txBody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E020898E-5D07-43C2-8320-52963B0B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7" y="1422362"/>
            <a:ext cx="7226855" cy="21228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6" y="0"/>
                  <a:pt x="136093" y="0"/>
                </a:cubicBezTo>
                <a:lnTo>
                  <a:pt x="10873570" y="0"/>
                </a:lnTo>
                <a:cubicBezTo>
                  <a:pt x="10948729" y="0"/>
                  <a:pt x="11009662" y="60930"/>
                  <a:pt x="11009662" y="136092"/>
                </a:cubicBezTo>
                <a:lnTo>
                  <a:pt x="11009662" y="3097997"/>
                </a:lnTo>
                <a:cubicBezTo>
                  <a:pt x="11009662" y="3173158"/>
                  <a:pt x="10948729" y="3234089"/>
                  <a:pt x="10873570" y="3234089"/>
                </a:cubicBezTo>
                <a:lnTo>
                  <a:pt x="136093" y="3234089"/>
                </a:lnTo>
                <a:cubicBezTo>
                  <a:pt x="60936" y="3234089"/>
                  <a:pt x="0" y="3173158"/>
                  <a:pt x="0" y="3097997"/>
                </a:cubicBezTo>
                <a:lnTo>
                  <a:pt x="0" y="136092"/>
                </a:lnTo>
              </a:path>
            </a:pathLst>
          </a:custGeom>
          <a:solidFill xmlns:a="http://schemas.openxmlformats.org/drawingml/2006/main">
            <a:srgbClr val="EE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EFF300B6-F061-4872-9170-0017384E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7" y="1422362"/>
            <a:ext cx="7226855" cy="2122889"/>
          </a:xfrm>
          <a:custGeom xmlns:a="http://schemas.openxmlformats.org/drawingml/2006/main">
            <a:pathLst>
              <a:path w="11009662" h="3234089">
                <a:moveTo>
                  <a:pt x="0" y="136092"/>
                </a:moveTo>
                <a:cubicBezTo>
                  <a:pt x="0" y="60930"/>
                  <a:pt x="60930" y="0"/>
                  <a:pt x="136091" y="0"/>
                </a:cubicBezTo>
                <a:lnTo>
                  <a:pt x="10873570" y="0"/>
                </a:lnTo>
                <a:cubicBezTo>
                  <a:pt x="10948732" y="0"/>
                  <a:pt x="11009662" y="60930"/>
                  <a:pt x="11009662" y="136092"/>
                </a:cubicBezTo>
                <a:lnTo>
                  <a:pt x="11009662" y="3097996"/>
                </a:lnTo>
                <a:cubicBezTo>
                  <a:pt x="11009662" y="3173158"/>
                  <a:pt x="10948732" y="3234089"/>
                  <a:pt x="10873570" y="3234089"/>
                </a:cubicBezTo>
                <a:lnTo>
                  <a:pt x="136091" y="3234089"/>
                </a:lnTo>
                <a:cubicBezTo>
                  <a:pt x="60930" y="3234089"/>
                  <a:pt x="0" y="3173158"/>
                  <a:pt x="0" y="3097996"/>
                </a:cubicBezTo>
                <a:lnTo>
                  <a:pt x="0" y="13609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6DCEC"/>
            </a:solidFill>
            <a:prstDash val="solid"/>
          </a:ln>
        </p:spPr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B840B6F6-FAAE-4599-A78F-5C16E78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8494" y="1497644"/>
            <a:ext cx="532638" cy="534548"/>
          </a:xfrm>
          <a:custGeom xmlns:a="http://schemas.openxmlformats.org/drawingml/2006/main">
            <a:pathLst>
              <a:path w="811440" h="814351">
                <a:moveTo>
                  <a:pt x="0" y="407174"/>
                </a:moveTo>
                <a:cubicBezTo>
                  <a:pt x="0" y="182297"/>
                  <a:pt x="181648" y="0"/>
                  <a:pt x="405713" y="0"/>
                </a:cubicBezTo>
                <a:cubicBezTo>
                  <a:pt x="629794" y="0"/>
                  <a:pt x="811440" y="182297"/>
                  <a:pt x="811440" y="407174"/>
                </a:cubicBezTo>
                <a:cubicBezTo>
                  <a:pt x="811440" y="632053"/>
                  <a:pt x="629794" y="814351"/>
                  <a:pt x="405713" y="814351"/>
                </a:cubicBezTo>
                <a:cubicBezTo>
                  <a:pt x="181648" y="814351"/>
                  <a:pt x="0" y="632053"/>
                  <a:pt x="0" y="407174"/>
                </a:cubicBezTo>
              </a:path>
            </a:pathLst>
          </a:custGeom>
          <a:solidFill xmlns:a="http://schemas.openxmlformats.org/drawingml/2006/main">
            <a:srgbClr val="8964D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C5166B59-5817-482B-AF3D-6135BA5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99" y="1497642"/>
            <a:ext cx="5972192" cy="966090"/>
          </a:xfrm>
          <a:custGeom xmlns:a="http://schemas.openxmlformats.org/drawingml/2006/main">
            <a:pathLst>
              <a:path w="9098262" h="1471778">
                <a:moveTo>
                  <a:pt x="0" y="38218"/>
                </a:moveTo>
                <a:cubicBezTo>
                  <a:pt x="0" y="17111"/>
                  <a:pt x="17114" y="0"/>
                  <a:pt x="38217" y="0"/>
                </a:cubicBezTo>
                <a:lnTo>
                  <a:pt x="9060048" y="0"/>
                </a:lnTo>
                <a:cubicBezTo>
                  <a:pt x="9081152" y="0"/>
                  <a:pt x="9098262" y="17111"/>
                  <a:pt x="9098262" y="38218"/>
                </a:cubicBezTo>
                <a:lnTo>
                  <a:pt x="9098262" y="1433560"/>
                </a:lnTo>
                <a:cubicBezTo>
                  <a:pt x="9098262" y="1454667"/>
                  <a:pt x="9081152" y="1471778"/>
                  <a:pt x="9060048" y="1471778"/>
                </a:cubicBezTo>
                <a:lnTo>
                  <a:pt x="38217" y="1471778"/>
                </a:lnTo>
                <a:cubicBezTo>
                  <a:pt x="17114" y="1471778"/>
                  <a:pt x="0" y="1454667"/>
                  <a:pt x="0" y="1433560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0E7FC85C-31FA-4D1C-95F6-FB8FD4B6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232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8D5EA3A8-A7A5-4FAB-9942-FD70D55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232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B7237BC2-813F-4D71-8943-A9FBCEF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898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2836CFAA-4D6C-4128-8BB4-86C6F0C6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898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CDCF0BCA-7BD7-4939-8A3B-6F2A696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564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ath-75">
            <a:extLst xmlns:a="http://schemas.openxmlformats.org/drawingml/2006/main">
              <a:ext uri="{FF2B5EF4-FFF2-40B4-BE49-F238E27FC236}">
                <a16:creationId xmlns:a16="http://schemas.microsoft.com/office/drawing/2014/main" id="{CE739944-D09E-41B4-B68B-352B541A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564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-76">
            <a:extLst xmlns:a="http://schemas.openxmlformats.org/drawingml/2006/main">
              <a:ext uri="{FF2B5EF4-FFF2-40B4-BE49-F238E27FC236}">
                <a16:creationId xmlns:a16="http://schemas.microsoft.com/office/drawing/2014/main" id="{21BA9DCA-1EE7-4F83-84FC-7C483A59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1EF6927F-DB76-4D54-9FA1-C31280A8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967068F5-C4A5-4453-898C-C80E23D2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95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ath-79">
            <a:extLst xmlns:a="http://schemas.openxmlformats.org/drawingml/2006/main">
              <a:ext uri="{FF2B5EF4-FFF2-40B4-BE49-F238E27FC236}">
                <a16:creationId xmlns:a16="http://schemas.microsoft.com/office/drawing/2014/main" id="{F1CA6D16-AE05-44A6-9C84-9AC2211E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95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-80">
            <a:extLst xmlns:a="http://schemas.openxmlformats.org/drawingml/2006/main">
              <a:ext uri="{FF2B5EF4-FFF2-40B4-BE49-F238E27FC236}">
                <a16:creationId xmlns:a16="http://schemas.microsoft.com/office/drawing/2014/main" id="{7D48F0A0-955C-479E-9D3C-3194DD2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61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6E3D1591-2F12-4084-B7CB-4B66427A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61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C0880176-CEA5-4FB3-BB9A-1DCCE0C0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26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937C8C27-299A-4756-9E02-A485FB64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26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ath-84">
            <a:extLst xmlns:a="http://schemas.openxmlformats.org/drawingml/2006/main">
              <a:ext uri="{FF2B5EF4-FFF2-40B4-BE49-F238E27FC236}">
                <a16:creationId xmlns:a16="http://schemas.microsoft.com/office/drawing/2014/main" id="{0DB71FFD-4BD0-4163-9980-94D3B96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248EBEEA-F57E-4A1C-A378-B518C055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DB700B65-8846-4786-8EE0-8E1DA209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556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7">
            <a:extLst xmlns:a="http://schemas.openxmlformats.org/drawingml/2006/main">
              <a:ext uri="{FF2B5EF4-FFF2-40B4-BE49-F238E27FC236}">
                <a16:creationId xmlns:a16="http://schemas.microsoft.com/office/drawing/2014/main" id="{11C580AB-A95A-4E4F-A39E-0E10B8E7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556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379FF170-EE83-4F93-A424-049367A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22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1FE67AF3-AD24-43B5-817E-54A5ABC0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22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3D369061-7C50-42A7-972A-9809C09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888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th-91">
            <a:extLst xmlns:a="http://schemas.openxmlformats.org/drawingml/2006/main">
              <a:ext uri="{FF2B5EF4-FFF2-40B4-BE49-F238E27FC236}">
                <a16:creationId xmlns:a16="http://schemas.microsoft.com/office/drawing/2014/main" id="{1BF59228-D882-442A-98E5-B152816D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888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F24E399B-C65B-499E-8BE1-803460FA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53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AC1B8466-8947-4352-8567-1D121CB6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53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94">
            <a:extLst xmlns:a="http://schemas.openxmlformats.org/drawingml/2006/main">
              <a:ext uri="{FF2B5EF4-FFF2-40B4-BE49-F238E27FC236}">
                <a16:creationId xmlns:a16="http://schemas.microsoft.com/office/drawing/2014/main" id="{92B97580-A6BC-4544-9C0D-F4E925D5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19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95">
            <a:extLst xmlns:a="http://schemas.openxmlformats.org/drawingml/2006/main">
              <a:ext uri="{FF2B5EF4-FFF2-40B4-BE49-F238E27FC236}">
                <a16:creationId xmlns:a16="http://schemas.microsoft.com/office/drawing/2014/main" id="{DE9132AE-4B51-4719-A68D-7E505852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19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54D68ACB-9C91-4AFD-8E7A-B6EAE0D0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885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F113E22D-D40C-41E1-BD82-3F1CB275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885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680C8A23-EDC3-4EE6-BF79-9594665C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550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AE64FE29-066B-4AE2-907E-441E1FA4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550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100">
            <a:extLst xmlns:a="http://schemas.openxmlformats.org/drawingml/2006/main">
              <a:ext uri="{FF2B5EF4-FFF2-40B4-BE49-F238E27FC236}">
                <a16:creationId xmlns:a16="http://schemas.microsoft.com/office/drawing/2014/main" id="{2F0C96B5-7361-4E3E-B4C6-7702F7E2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216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310E2D68-F9AE-4893-85F2-29A1C098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216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42063BB6-CA07-4CDC-9137-C9C8EDA7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882" y="151646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EBAFBE97-01B0-4953-9FB7-712AC56E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882" y="2407272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104">
            <a:extLst xmlns:a="http://schemas.openxmlformats.org/drawingml/2006/main">
              <a:ext uri="{FF2B5EF4-FFF2-40B4-BE49-F238E27FC236}">
                <a16:creationId xmlns:a16="http://schemas.microsoft.com/office/drawing/2014/main" id="{B1DD4B54-DEB8-46A9-85E6-F2F24B04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546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105">
            <a:extLst xmlns:a="http://schemas.openxmlformats.org/drawingml/2006/main">
              <a:ext uri="{FF2B5EF4-FFF2-40B4-BE49-F238E27FC236}">
                <a16:creationId xmlns:a16="http://schemas.microsoft.com/office/drawing/2014/main" id="{2B39DA54-9B0E-4887-8B81-E02FE865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546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106">
            <a:extLst xmlns:a="http://schemas.openxmlformats.org/drawingml/2006/main">
              <a:ext uri="{FF2B5EF4-FFF2-40B4-BE49-F238E27FC236}">
                <a16:creationId xmlns:a16="http://schemas.microsoft.com/office/drawing/2014/main" id="{9EB48A84-650A-4B03-A2E4-42B41842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213" y="151646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18085B15-926A-425E-81F2-92875219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213" y="2407272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ECF0DA-A1CD-44CF-910D-13BD200C75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57be64aef409e"/>
          <a:stretch xmlns:a="http://schemas.openxmlformats.org/drawingml/2006/main"/>
        </p:blipFill>
        <p:spPr>
          <a:xfrm xmlns:a="http://schemas.openxmlformats.org/drawingml/2006/main">
            <a:off x="12054449" y="1574995"/>
            <a:ext cx="1475545" cy="812800"/>
          </a:xfrm>
          <a:prstGeom xmlns:a="http://schemas.openxmlformats.org/drawingml/2006/main" prst="rect">
            <a:avLst/>
          </a:prstGeom>
        </p:spPr>
      </p:pic>
      <p:pic>
        <p:nvPic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68EE23F-7680-4670-B2E9-67D569F74F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2a31ac7e642ef"/>
          <a:stretch xmlns:a="http://schemas.openxmlformats.org/drawingml/2006/main"/>
        </p:blipFill>
        <p:spPr>
          <a:xfrm xmlns:a="http://schemas.openxmlformats.org/drawingml/2006/main">
            <a:off x="13542498" y="1574995"/>
            <a:ext cx="1475545" cy="812800"/>
          </a:xfrm>
          <a:prstGeom xmlns:a="http://schemas.openxmlformats.org/drawingml/2006/main" prst="rect">
            <a:avLst/>
          </a:prstGeom>
        </p:spPr>
      </p:pic>
      <p:pic>
        <p:nvPic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A9EA2E6-ABAF-4299-BBEE-D8C127C9B0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81c9b2a604ef6"/>
          <a:stretch xmlns:a="http://schemas.openxmlformats.org/drawingml/2006/main"/>
        </p:blipFill>
        <p:spPr>
          <a:xfrm xmlns:a="http://schemas.openxmlformats.org/drawingml/2006/main">
            <a:off x="15030548" y="1574995"/>
            <a:ext cx="1475545" cy="812800"/>
          </a:xfrm>
          <a:prstGeom xmlns:a="http://schemas.openxmlformats.org/drawingml/2006/main" prst="rect">
            <a:avLst/>
          </a:prstGeom>
        </p:spPr>
      </p:pic>
      <p:pic>
        <p:nvPic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6C61BCE-FC6E-436D-AD8E-81BABCF974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73f9049f2441a"/>
          <a:stretch xmlns:a="http://schemas.openxmlformats.org/drawingml/2006/main"/>
        </p:blipFill>
        <p:spPr>
          <a:xfrm xmlns:a="http://schemas.openxmlformats.org/drawingml/2006/main">
            <a:off x="16518597" y="1574995"/>
            <a:ext cx="1475545" cy="812800"/>
          </a:xfrm>
          <a:prstGeom xmlns:a="http://schemas.openxmlformats.org/drawingml/2006/main" prst="rect">
            <a:avLst/>
          </a:prstGeom>
        </p:spPr>
      </p:pic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9C0A3200-E96E-4873-B818-243E911C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37" y="3028331"/>
            <a:ext cx="7038654" cy="401492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2" y="0"/>
                  <a:pt x="229368" y="0"/>
                </a:cubicBezTo>
                <a:lnTo>
                  <a:pt x="10493586" y="0"/>
                </a:lnTo>
                <a:cubicBezTo>
                  <a:pt x="10620257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6"/>
                  <a:pt x="10620257" y="611648"/>
                  <a:pt x="10493586" y="611648"/>
                </a:cubicBezTo>
                <a:lnTo>
                  <a:pt x="229368" y="611648"/>
                </a:lnTo>
                <a:cubicBezTo>
                  <a:pt x="102692" y="611648"/>
                  <a:pt x="0" y="508956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13">
            <a:extLst xmlns:a="http://schemas.openxmlformats.org/drawingml/2006/main">
              <a:ext uri="{FF2B5EF4-FFF2-40B4-BE49-F238E27FC236}">
                <a16:creationId xmlns:a16="http://schemas.microsoft.com/office/drawing/2014/main" id="{AA0D6817-53AB-42E6-97ED-019E608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37" y="3028331"/>
            <a:ext cx="7038654" cy="401492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0" y="0"/>
                  <a:pt x="229365" y="0"/>
                </a:cubicBezTo>
                <a:lnTo>
                  <a:pt x="10493586" y="0"/>
                </a:lnTo>
                <a:cubicBezTo>
                  <a:pt x="10620264" y="0"/>
                  <a:pt x="10722950" y="102690"/>
                  <a:pt x="10722950" y="229365"/>
                </a:cubicBezTo>
                <a:lnTo>
                  <a:pt x="10722950" y="382283"/>
                </a:lnTo>
                <a:cubicBezTo>
                  <a:pt x="10722950" y="508958"/>
                  <a:pt x="10620264" y="611648"/>
                  <a:pt x="10493586" y="611648"/>
                </a:cubicBezTo>
                <a:lnTo>
                  <a:pt x="229365" y="611648"/>
                </a:lnTo>
                <a:cubicBezTo>
                  <a:pt x="102690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8DCEC"/>
            </a:solidFill>
            <a:prstDash val="solid"/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0D4E040C-3182-4E1D-B257-7AFFF5F0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043" y="3128703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58" y="0"/>
                  <a:pt x="305824" y="68461"/>
                  <a:pt x="305824" y="152912"/>
                </a:cubicBezTo>
                <a:cubicBezTo>
                  <a:pt x="305824" y="237363"/>
                  <a:pt x="237358" y="305824"/>
                  <a:pt x="152912" y="305824"/>
                </a:cubicBezTo>
                <a:cubicBezTo>
                  <a:pt x="68468" y="305824"/>
                  <a:pt x="0" y="237363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ext-115 Q">
            <a:extLst xmlns:a="http://schemas.openxmlformats.org/drawingml/2006/main">
              <a:ext uri="{FF2B5EF4-FFF2-40B4-BE49-F238E27FC236}">
                <a16:creationId xmlns:a16="http://schemas.microsoft.com/office/drawing/2014/main" id="{28965F64-4BEB-4C22-AAA1-39B9459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9528" y="3143757"/>
            <a:ext cx="132561" cy="17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116" name="text-116 Where is the alma mater of the white">
            <a:extLst xmlns:a="http://schemas.openxmlformats.org/drawingml/2006/main">
              <a:ext uri="{FF2B5EF4-FFF2-40B4-BE49-F238E27FC236}">
                <a16:creationId xmlns:a16="http://schemas.microsoft.com/office/drawing/2014/main" id="{CFA653C6-4B6F-4D2E-85BF-11B2613C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0069" y="3139115"/>
            <a:ext cx="2361509" cy="1849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Where is the alma mater of the white</a:t>
            </a:r>
          </a:p>
        </p:txBody>
      </p:sp>
      <p:sp>
        <p:nvSpPr>
          <p:cNvPr id="117" name="text-117 logo’s designer located?">
            <a:extLst xmlns:a="http://schemas.openxmlformats.org/drawingml/2006/main">
              <a:ext uri="{FF2B5EF4-FFF2-40B4-BE49-F238E27FC236}">
                <a16:creationId xmlns:a16="http://schemas.microsoft.com/office/drawing/2014/main" id="{00E49839-7057-408B-9776-244E5FB6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95562" y="3139243"/>
            <a:ext cx="1483059" cy="184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logo’s designer located?</a:t>
            </a:r>
          </a:p>
        </p:txBody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8CADAF06-BF19-49AE-A886-D9142295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3612" y="3125567"/>
            <a:ext cx="200746" cy="200746"/>
          </a:xfrm>
          <a:custGeom xmlns:a="http://schemas.openxmlformats.org/drawingml/2006/main">
            <a:pathLst>
              <a:path w="305824" h="305823">
                <a:moveTo>
                  <a:pt x="0" y="152912"/>
                </a:moveTo>
                <a:cubicBezTo>
                  <a:pt x="0" y="68461"/>
                  <a:pt x="68466" y="0"/>
                  <a:pt x="152912" y="0"/>
                </a:cubicBezTo>
                <a:cubicBezTo>
                  <a:pt x="237369" y="0"/>
                  <a:pt x="305824" y="68461"/>
                  <a:pt x="305824" y="152912"/>
                </a:cubicBezTo>
                <a:cubicBezTo>
                  <a:pt x="305824" y="237362"/>
                  <a:pt x="237369" y="305823"/>
                  <a:pt x="152912" y="305823"/>
                </a:cubicBezTo>
                <a:cubicBezTo>
                  <a:pt x="68466" y="305823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-119 A">
            <a:extLst xmlns:a="http://schemas.openxmlformats.org/drawingml/2006/main">
              <a:ext uri="{FF2B5EF4-FFF2-40B4-BE49-F238E27FC236}">
                <a16:creationId xmlns:a16="http://schemas.microsoft.com/office/drawing/2014/main" id="{264F0846-2E9C-492E-8D29-25859D65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47981" y="3139734"/>
            <a:ext cx="114367" cy="17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20" name="text-120 Downtown">
            <a:extLst xmlns:a="http://schemas.openxmlformats.org/drawingml/2006/main">
              <a:ext uri="{FF2B5EF4-FFF2-40B4-BE49-F238E27FC236}">
                <a16:creationId xmlns:a16="http://schemas.microsoft.com/office/drawing/2014/main" id="{578970F3-22E3-4B0D-B6A0-1A7FBCC1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62766" y="3060765"/>
            <a:ext cx="667995" cy="1933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087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Downtown</a:t>
            </a:r>
          </a:p>
        </p:txBody>
      </p:sp>
      <p:sp>
        <p:nvSpPr>
          <p:cNvPr id="121" name="text-121 Portland">
            <a:extLst xmlns:a="http://schemas.openxmlformats.org/drawingml/2006/main">
              <a:ext uri="{FF2B5EF4-FFF2-40B4-BE49-F238E27FC236}">
                <a16:creationId xmlns:a16="http://schemas.microsoft.com/office/drawing/2014/main" id="{0F6B3940-FBDB-4E46-9E7B-C70E6A55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14542" y="3218875"/>
            <a:ext cx="564316" cy="193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091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Portland</a:t>
            </a:r>
          </a:p>
        </p:txBody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7E5C4B3C-7369-473C-9DFB-97D0F634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1030" y="2112427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3"/>
                  <a:pt x="55622" y="0"/>
                  <a:pt x="124242" y="0"/>
                </a:cubicBezTo>
                <a:cubicBezTo>
                  <a:pt x="192861" y="0"/>
                  <a:pt x="248482" y="55623"/>
                  <a:pt x="248482" y="124241"/>
                </a:cubicBezTo>
                <a:cubicBezTo>
                  <a:pt x="248482" y="192857"/>
                  <a:pt x="192861" y="248481"/>
                  <a:pt x="124242" y="248481"/>
                </a:cubicBezTo>
                <a:cubicBezTo>
                  <a:pt x="55622" y="248481"/>
                  <a:pt x="0" y="192857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3B2F4016-957B-4C58-82A1-A62D9114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1030" y="2112427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5" y="0"/>
                  <a:pt x="124240" y="0"/>
                </a:cubicBezTo>
                <a:cubicBezTo>
                  <a:pt x="192857" y="0"/>
                  <a:pt x="248482" y="55625"/>
                  <a:pt x="248482" y="124241"/>
                </a:cubicBezTo>
                <a:cubicBezTo>
                  <a:pt x="248482" y="192858"/>
                  <a:pt x="192857" y="248482"/>
                  <a:pt x="124240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124" name="text-124 1">
            <a:extLst xmlns:a="http://schemas.openxmlformats.org/drawingml/2006/main">
              <a:ext uri="{FF2B5EF4-FFF2-40B4-BE49-F238E27FC236}">
                <a16:creationId xmlns:a16="http://schemas.microsoft.com/office/drawing/2014/main" id="{F92B62ED-6510-48DA-94AC-F9B3D1D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2718" y="2131739"/>
            <a:ext cx="57978" cy="128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11D6E00A-866D-457C-A616-2DB65F89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705" y="2617431"/>
            <a:ext cx="746523" cy="319939"/>
          </a:xfrm>
          <a:custGeom xmlns:a="http://schemas.openxmlformats.org/drawingml/2006/main">
            <a:pathLst>
              <a:path w="1137282" h="487408">
                <a:moveTo>
                  <a:pt x="0" y="81235"/>
                </a:moveTo>
                <a:cubicBezTo>
                  <a:pt x="0" y="36370"/>
                  <a:pt x="36379" y="0"/>
                  <a:pt x="81234" y="0"/>
                </a:cubicBezTo>
                <a:lnTo>
                  <a:pt x="1056047" y="0"/>
                </a:lnTo>
                <a:cubicBezTo>
                  <a:pt x="1100914" y="0"/>
                  <a:pt x="1137282" y="36370"/>
                  <a:pt x="1137282" y="81235"/>
                </a:cubicBezTo>
                <a:lnTo>
                  <a:pt x="1137282" y="406171"/>
                </a:lnTo>
                <a:cubicBezTo>
                  <a:pt x="1137282" y="451035"/>
                  <a:pt x="1100914" y="487408"/>
                  <a:pt x="1056047" y="487408"/>
                </a:cubicBezTo>
                <a:lnTo>
                  <a:pt x="81234" y="487408"/>
                </a:lnTo>
                <a:cubicBezTo>
                  <a:pt x="36379" y="487408"/>
                  <a:pt x="0" y="451035"/>
                  <a:pt x="0" y="406171"/>
                </a:cubicBezTo>
                <a:lnTo>
                  <a:pt x="0" y="812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AF11F581-3757-4DFF-99A9-55997DEC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705" y="2617431"/>
            <a:ext cx="746524" cy="319939"/>
          </a:xfrm>
          <a:custGeom xmlns:a="http://schemas.openxmlformats.org/drawingml/2006/main">
            <a:pathLst>
              <a:path w="1137283" h="487407">
                <a:moveTo>
                  <a:pt x="0" y="81236"/>
                </a:moveTo>
                <a:cubicBezTo>
                  <a:pt x="0" y="36370"/>
                  <a:pt x="36370" y="0"/>
                  <a:pt x="81236" y="0"/>
                </a:cubicBezTo>
                <a:lnTo>
                  <a:pt x="1056047" y="0"/>
                </a:lnTo>
                <a:cubicBezTo>
                  <a:pt x="1100914" y="0"/>
                  <a:pt x="1137283" y="36370"/>
                  <a:pt x="1137283" y="81236"/>
                </a:cubicBezTo>
                <a:lnTo>
                  <a:pt x="1137283" y="406172"/>
                </a:lnTo>
                <a:cubicBezTo>
                  <a:pt x="1137283" y="451037"/>
                  <a:pt x="1100914" y="487407"/>
                  <a:pt x="1056047" y="487407"/>
                </a:cubicBezTo>
                <a:lnTo>
                  <a:pt x="81236" y="487407"/>
                </a:lnTo>
                <a:cubicBezTo>
                  <a:pt x="36370" y="487407"/>
                  <a:pt x="0" y="451037"/>
                  <a:pt x="0" y="406172"/>
                </a:cubicBezTo>
                <a:lnTo>
                  <a:pt x="0" y="81236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127" name="text-127 Nike ">
            <a:extLst xmlns:a="http://schemas.openxmlformats.org/drawingml/2006/main">
              <a:ext uri="{FF2B5EF4-FFF2-40B4-BE49-F238E27FC236}">
                <a16:creationId xmlns:a16="http://schemas.microsoft.com/office/drawing/2014/main" id="{B034CA02-D311-4D36-92A4-7856EA0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4570" y="2629876"/>
            <a:ext cx="315777" cy="167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Nike </a:t>
            </a:r>
          </a:p>
        </p:txBody>
      </p:sp>
      <p:sp>
        <p:nvSpPr>
          <p:cNvPr id="128" name="text-128 Swoosh">
            <a:extLst xmlns:a="http://schemas.openxmlformats.org/drawingml/2006/main">
              <a:ext uri="{FF2B5EF4-FFF2-40B4-BE49-F238E27FC236}">
                <a16:creationId xmlns:a16="http://schemas.microsoft.com/office/drawing/2014/main" id="{69410B8D-DCA0-49C5-A9CA-1FD8430A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63384" y="2772831"/>
            <a:ext cx="437229" cy="166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Swoosh</a:t>
            </a:r>
          </a:p>
        </p:txBody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1A5EF460-DE2A-4C2E-9DBE-7693CAD4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4016" y="2626839"/>
            <a:ext cx="825643" cy="301119"/>
          </a:xfrm>
          <a:custGeom xmlns:a="http://schemas.openxmlformats.org/drawingml/2006/main">
            <a:pathLst>
              <a:path w="1257816" h="458736">
                <a:moveTo>
                  <a:pt x="0" y="76456"/>
                </a:moveTo>
                <a:cubicBezTo>
                  <a:pt x="0" y="34230"/>
                  <a:pt x="34226" y="0"/>
                  <a:pt x="76456" y="0"/>
                </a:cubicBezTo>
                <a:lnTo>
                  <a:pt x="1181360" y="0"/>
                </a:lnTo>
                <a:cubicBezTo>
                  <a:pt x="1223588" y="0"/>
                  <a:pt x="1257816" y="34230"/>
                  <a:pt x="1257816" y="76456"/>
                </a:cubicBezTo>
                <a:lnTo>
                  <a:pt x="1257816" y="382278"/>
                </a:lnTo>
                <a:cubicBezTo>
                  <a:pt x="1257816" y="424504"/>
                  <a:pt x="1223588" y="458736"/>
                  <a:pt x="1181360" y="458736"/>
                </a:cubicBezTo>
                <a:lnTo>
                  <a:pt x="76456" y="458736"/>
                </a:lnTo>
                <a:cubicBezTo>
                  <a:pt x="34226" y="458736"/>
                  <a:pt x="0" y="424504"/>
                  <a:pt x="0" y="382278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2502A17B-2705-45C4-A0D3-62FA72D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4016" y="2626839"/>
            <a:ext cx="825649" cy="301119"/>
          </a:xfrm>
          <a:custGeom xmlns:a="http://schemas.openxmlformats.org/drawingml/2006/main">
            <a:pathLst>
              <a:path w="1257825" h="458736">
                <a:moveTo>
                  <a:pt x="0" y="76457"/>
                </a:moveTo>
                <a:cubicBezTo>
                  <a:pt x="0" y="34231"/>
                  <a:pt x="34231" y="0"/>
                  <a:pt x="76458" y="0"/>
                </a:cubicBezTo>
                <a:lnTo>
                  <a:pt x="1181367" y="0"/>
                </a:lnTo>
                <a:cubicBezTo>
                  <a:pt x="1223594" y="0"/>
                  <a:pt x="1257825" y="34231"/>
                  <a:pt x="1257825" y="76457"/>
                </a:cubicBezTo>
                <a:lnTo>
                  <a:pt x="1257825" y="382279"/>
                </a:lnTo>
                <a:cubicBezTo>
                  <a:pt x="1257825" y="424505"/>
                  <a:pt x="1223594" y="458736"/>
                  <a:pt x="1181367" y="458736"/>
                </a:cubicBezTo>
                <a:lnTo>
                  <a:pt x="76458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131" name="text-131 Carolyn">
            <a:extLst xmlns:a="http://schemas.openxmlformats.org/drawingml/2006/main">
              <a:ext uri="{FF2B5EF4-FFF2-40B4-BE49-F238E27FC236}">
                <a16:creationId xmlns:a16="http://schemas.microsoft.com/office/drawing/2014/main" id="{7C48A932-803B-41DF-B2D3-89567F03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1912" y="2630483"/>
            <a:ext cx="429983" cy="16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Carolyn</a:t>
            </a:r>
          </a:p>
        </p:txBody>
      </p:sp>
      <p:sp>
        <p:nvSpPr>
          <p:cNvPr id="132" name="text-132 Davidson">
            <a:extLst xmlns:a="http://schemas.openxmlformats.org/drawingml/2006/main">
              <a:ext uri="{FF2B5EF4-FFF2-40B4-BE49-F238E27FC236}">
                <a16:creationId xmlns:a16="http://schemas.microsoft.com/office/drawing/2014/main" id="{2064059F-F885-4556-A696-8746FED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1136" y="2772977"/>
            <a:ext cx="511504" cy="16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Davidson</a:t>
            </a:r>
          </a:p>
        </p:txBody>
      </p:sp>
      <p:sp>
        <p:nvSpPr>
          <p:cNvPr id="133" name="path-133">
            <a:extLst xmlns:a="http://schemas.openxmlformats.org/drawingml/2006/main">
              <a:ext uri="{FF2B5EF4-FFF2-40B4-BE49-F238E27FC236}">
                <a16:creationId xmlns:a16="http://schemas.microsoft.com/office/drawing/2014/main" id="{43371485-33DA-467F-8B2A-96342B3F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0142" y="2615606"/>
            <a:ext cx="1110176" cy="323582"/>
          </a:xfrm>
          <a:custGeom xmlns:a="http://schemas.openxmlformats.org/drawingml/2006/main">
            <a:pathLst>
              <a:path w="1691283" h="492957">
                <a:moveTo>
                  <a:pt x="0" y="82162"/>
                </a:moveTo>
                <a:cubicBezTo>
                  <a:pt x="0" y="36786"/>
                  <a:pt x="36787" y="0"/>
                  <a:pt x="82164" y="0"/>
                </a:cubicBezTo>
                <a:lnTo>
                  <a:pt x="1609119" y="0"/>
                </a:lnTo>
                <a:cubicBezTo>
                  <a:pt x="1654494" y="0"/>
                  <a:pt x="1691283" y="36786"/>
                  <a:pt x="1691283" y="82162"/>
                </a:cubicBezTo>
                <a:lnTo>
                  <a:pt x="1691283" y="410795"/>
                </a:lnTo>
                <a:cubicBezTo>
                  <a:pt x="1691283" y="456173"/>
                  <a:pt x="1654494" y="492957"/>
                  <a:pt x="1609119" y="492957"/>
                </a:cubicBezTo>
                <a:lnTo>
                  <a:pt x="82164" y="492957"/>
                </a:lnTo>
                <a:cubicBezTo>
                  <a:pt x="36787" y="492957"/>
                  <a:pt x="0" y="456173"/>
                  <a:pt x="0" y="410795"/>
                </a:cubicBezTo>
                <a:lnTo>
                  <a:pt x="0" y="82162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B834649D-214C-4B4A-91BF-59FDEB1B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0142" y="2615606"/>
            <a:ext cx="1110174" cy="323582"/>
          </a:xfrm>
          <a:custGeom xmlns:a="http://schemas.openxmlformats.org/drawingml/2006/main">
            <a:pathLst>
              <a:path w="1691281" h="492956">
                <a:moveTo>
                  <a:pt x="0" y="82162"/>
                </a:moveTo>
                <a:cubicBezTo>
                  <a:pt x="0" y="36785"/>
                  <a:pt x="36786" y="0"/>
                  <a:pt x="82161" y="0"/>
                </a:cubicBezTo>
                <a:lnTo>
                  <a:pt x="1609119" y="0"/>
                </a:lnTo>
                <a:cubicBezTo>
                  <a:pt x="1654496" y="0"/>
                  <a:pt x="1691281" y="36785"/>
                  <a:pt x="1691281" y="82162"/>
                </a:cubicBezTo>
                <a:lnTo>
                  <a:pt x="1691281" y="410795"/>
                </a:lnTo>
                <a:cubicBezTo>
                  <a:pt x="1691281" y="456171"/>
                  <a:pt x="1654496" y="492956"/>
                  <a:pt x="1609119" y="492956"/>
                </a:cubicBezTo>
                <a:lnTo>
                  <a:pt x="82161" y="492956"/>
                </a:lnTo>
                <a:cubicBezTo>
                  <a:pt x="36786" y="492956"/>
                  <a:pt x="0" y="456171"/>
                  <a:pt x="0" y="410795"/>
                </a:cubicBezTo>
                <a:lnTo>
                  <a:pt x="0" y="8216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135" name="text-135 Portland State">
            <a:extLst xmlns:a="http://schemas.openxmlformats.org/drawingml/2006/main">
              <a:ext uri="{FF2B5EF4-FFF2-40B4-BE49-F238E27FC236}">
                <a16:creationId xmlns:a16="http://schemas.microsoft.com/office/drawing/2014/main" id="{C38C8C16-9564-402A-94AD-FDE5B446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84328" y="2630268"/>
            <a:ext cx="841425" cy="166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Portland State</a:t>
            </a:r>
          </a:p>
        </p:txBody>
      </p:sp>
      <p:sp>
        <p:nvSpPr>
          <p:cNvPr id="136" name="text-136 University">
            <a:extLst xmlns:a="http://schemas.openxmlformats.org/drawingml/2006/main">
              <a:ext uri="{FF2B5EF4-FFF2-40B4-BE49-F238E27FC236}">
                <a16:creationId xmlns:a16="http://schemas.microsoft.com/office/drawing/2014/main" id="{15AF7F53-D4EE-44CF-9EC6-CA51F493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07704" y="2772501"/>
            <a:ext cx="595947" cy="16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University</a:t>
            </a:r>
          </a:p>
        </p:txBody>
      </p:sp>
      <p:sp>
        <p:nvSpPr>
          <p:cNvPr id="137" name="path-137">
            <a:extLst xmlns:a="http://schemas.openxmlformats.org/drawingml/2006/main">
              <a:ext uri="{FF2B5EF4-FFF2-40B4-BE49-F238E27FC236}">
                <a16:creationId xmlns:a16="http://schemas.microsoft.com/office/drawing/2014/main" id="{E47F5B03-0ABA-4CCA-9107-21210215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942" y="2623343"/>
            <a:ext cx="888475" cy="308110"/>
          </a:xfrm>
          <a:custGeom xmlns:a="http://schemas.openxmlformats.org/drawingml/2006/main">
            <a:pathLst>
              <a:path w="1353537" h="469386">
                <a:moveTo>
                  <a:pt x="0" y="87329"/>
                </a:moveTo>
                <a:cubicBezTo>
                  <a:pt x="0" y="39098"/>
                  <a:pt x="39095" y="0"/>
                  <a:pt x="87326" y="0"/>
                </a:cubicBezTo>
                <a:lnTo>
                  <a:pt x="1266216" y="0"/>
                </a:lnTo>
                <a:cubicBezTo>
                  <a:pt x="1314444" y="0"/>
                  <a:pt x="1353537" y="39098"/>
                  <a:pt x="1353537" y="87329"/>
                </a:cubicBezTo>
                <a:lnTo>
                  <a:pt x="1353537" y="382057"/>
                </a:lnTo>
                <a:cubicBezTo>
                  <a:pt x="1353537" y="430287"/>
                  <a:pt x="1314444" y="469386"/>
                  <a:pt x="1266216" y="469386"/>
                </a:cubicBezTo>
                <a:lnTo>
                  <a:pt x="87326" y="469386"/>
                </a:lnTo>
                <a:cubicBezTo>
                  <a:pt x="39095" y="469386"/>
                  <a:pt x="0" y="430287"/>
                  <a:pt x="0" y="382057"/>
                </a:cubicBezTo>
                <a:lnTo>
                  <a:pt x="0" y="87329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DAE9DB0F-27C1-4860-9726-610888A4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942" y="2623343"/>
            <a:ext cx="888480" cy="308109"/>
          </a:xfrm>
          <a:custGeom xmlns:a="http://schemas.openxmlformats.org/drawingml/2006/main">
            <a:pathLst>
              <a:path w="1353544" h="469385">
                <a:moveTo>
                  <a:pt x="0" y="87329"/>
                </a:moveTo>
                <a:cubicBezTo>
                  <a:pt x="0" y="39099"/>
                  <a:pt x="39098" y="0"/>
                  <a:pt x="87329" y="0"/>
                </a:cubicBezTo>
                <a:lnTo>
                  <a:pt x="1266213" y="0"/>
                </a:lnTo>
                <a:cubicBezTo>
                  <a:pt x="1314444" y="0"/>
                  <a:pt x="1353544" y="39099"/>
                  <a:pt x="1353544" y="87329"/>
                </a:cubicBezTo>
                <a:lnTo>
                  <a:pt x="1353544" y="382057"/>
                </a:lnTo>
                <a:cubicBezTo>
                  <a:pt x="1353544" y="430287"/>
                  <a:pt x="1314444" y="469385"/>
                  <a:pt x="1266213" y="469385"/>
                </a:cubicBezTo>
                <a:lnTo>
                  <a:pt x="87329" y="469385"/>
                </a:lnTo>
                <a:cubicBezTo>
                  <a:pt x="39098" y="469385"/>
                  <a:pt x="0" y="430287"/>
                  <a:pt x="0" y="382057"/>
                </a:cubicBezTo>
                <a:lnTo>
                  <a:pt x="0" y="87329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139" name="text-139 Downtown ">
            <a:extLst xmlns:a="http://schemas.openxmlformats.org/drawingml/2006/main">
              <a:ext uri="{FF2B5EF4-FFF2-40B4-BE49-F238E27FC236}">
                <a16:creationId xmlns:a16="http://schemas.microsoft.com/office/drawing/2014/main" id="{28D26C6F-8FAB-418F-BAAA-8F21E2B5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89293" y="2630056"/>
            <a:ext cx="612807" cy="1671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Downtown </a:t>
            </a:r>
          </a:p>
        </p:txBody>
      </p:sp>
      <p:sp>
        <p:nvSpPr>
          <p:cNvPr id="140" name="text-140 Portland">
            <a:extLst xmlns:a="http://schemas.openxmlformats.org/drawingml/2006/main">
              <a:ext uri="{FF2B5EF4-FFF2-40B4-BE49-F238E27FC236}">
                <a16:creationId xmlns:a16="http://schemas.microsoft.com/office/drawing/2014/main" id="{73D7BE5C-66B1-448A-81CB-1CED78ED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53072" y="2772974"/>
            <a:ext cx="484320" cy="1665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Portland</a:t>
            </a:r>
          </a:p>
        </p:txBody>
      </p:sp>
      <p:sp>
        <p:nvSpPr>
          <p:cNvPr id="141" name="text-141 designer">
            <a:extLst xmlns:a="http://schemas.openxmlformats.org/drawingml/2006/main">
              <a:ext uri="{FF2B5EF4-FFF2-40B4-BE49-F238E27FC236}">
                <a16:creationId xmlns:a16="http://schemas.microsoft.com/office/drawing/2014/main" id="{CEC4EAD3-69AE-4DC2-AE19-193ACF7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0795" y="2641244"/>
            <a:ext cx="390392" cy="131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738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designer</a:t>
            </a:r>
          </a:p>
        </p:txBody>
      </p:sp>
      <p:sp>
        <p:nvSpPr>
          <p:cNvPr id="142" name="text-142 alma mater">
            <a:extLst xmlns:a="http://schemas.openxmlformats.org/drawingml/2006/main">
              <a:ext uri="{FF2B5EF4-FFF2-40B4-BE49-F238E27FC236}">
                <a16:creationId xmlns:a16="http://schemas.microsoft.com/office/drawing/2014/main" id="{8A16B13C-BD41-482C-A547-F1FD089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7475" y="2641124"/>
            <a:ext cx="501302" cy="131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739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alma mater</a:t>
            </a:r>
          </a:p>
        </p:txBody>
      </p:sp>
      <p:sp>
        <p:nvSpPr>
          <p:cNvPr id="143" name="text-143 location">
            <a:extLst xmlns:a="http://schemas.openxmlformats.org/drawingml/2006/main">
              <a:ext uri="{FF2B5EF4-FFF2-40B4-BE49-F238E27FC236}">
                <a16:creationId xmlns:a16="http://schemas.microsoft.com/office/drawing/2014/main" id="{6C74F07C-2509-4758-BACE-EBB76F6F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70756" y="2641507"/>
            <a:ext cx="355710" cy="130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736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location</a:t>
            </a:r>
          </a:p>
        </p:txBody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E0B81230-3694-4767-87F4-8C8D227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3660560"/>
            <a:ext cx="7226855" cy="2534418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0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0"/>
                  <a:pt x="11009662" y="162472"/>
                </a:cubicBezTo>
                <a:lnTo>
                  <a:pt x="11009662" y="3698554"/>
                </a:lnTo>
                <a:cubicBezTo>
                  <a:pt x="11009662" y="3788285"/>
                  <a:pt x="10936919" y="3861027"/>
                  <a:pt x="10847190" y="3861027"/>
                </a:cubicBezTo>
                <a:lnTo>
                  <a:pt x="162472" y="3861027"/>
                </a:lnTo>
                <a:cubicBezTo>
                  <a:pt x="72741" y="3861027"/>
                  <a:pt x="0" y="3788285"/>
                  <a:pt x="0" y="3698554"/>
                </a:cubicBezTo>
                <a:lnTo>
                  <a:pt x="0" y="162472"/>
                </a:lnTo>
              </a:path>
            </a:pathLst>
          </a:custGeom>
          <a:solidFill xmlns:a="http://schemas.openxmlformats.org/drawingml/2006/main">
            <a:srgbClr val="EB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ath-145">
            <a:extLst xmlns:a="http://schemas.openxmlformats.org/drawingml/2006/main">
              <a:ext uri="{FF2B5EF4-FFF2-40B4-BE49-F238E27FC236}">
                <a16:creationId xmlns:a16="http://schemas.microsoft.com/office/drawing/2014/main" id="{90FB980A-D704-4E6C-A4E0-80182DE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3660560"/>
            <a:ext cx="7226855" cy="2534418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1"/>
                  <a:pt x="11009662" y="162472"/>
                </a:cubicBezTo>
                <a:lnTo>
                  <a:pt x="11009662" y="3698555"/>
                </a:lnTo>
                <a:cubicBezTo>
                  <a:pt x="11009662" y="3788285"/>
                  <a:pt x="10936919" y="3861027"/>
                  <a:pt x="10847190" y="3861027"/>
                </a:cubicBezTo>
                <a:lnTo>
                  <a:pt x="162472" y="3861027"/>
                </a:lnTo>
                <a:cubicBezTo>
                  <a:pt x="72741" y="3861027"/>
                  <a:pt x="0" y="3788285"/>
                  <a:pt x="0" y="3698555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6DCEC"/>
            </a:solidFill>
            <a:prstDash val="solid"/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54D79386-3E55-47A8-9E65-A851AE7E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6" y="3735840"/>
            <a:ext cx="5972192" cy="966090"/>
          </a:xfrm>
          <a:custGeom xmlns:a="http://schemas.openxmlformats.org/drawingml/2006/main">
            <a:pathLst>
              <a:path w="9098262" h="1471777">
                <a:moveTo>
                  <a:pt x="0" y="38218"/>
                </a:moveTo>
                <a:cubicBezTo>
                  <a:pt x="0" y="17110"/>
                  <a:pt x="17111" y="0"/>
                  <a:pt x="38218" y="0"/>
                </a:cubicBezTo>
                <a:lnTo>
                  <a:pt x="9060045" y="0"/>
                </a:lnTo>
                <a:cubicBezTo>
                  <a:pt x="9081150" y="0"/>
                  <a:pt x="9098262" y="17110"/>
                  <a:pt x="9098262" y="38218"/>
                </a:cubicBezTo>
                <a:lnTo>
                  <a:pt x="9098262" y="1433558"/>
                </a:lnTo>
                <a:cubicBezTo>
                  <a:pt x="9098262" y="1454667"/>
                  <a:pt x="9081150" y="1471777"/>
                  <a:pt x="9060045" y="1471777"/>
                </a:cubicBezTo>
                <a:lnTo>
                  <a:pt x="38218" y="1471777"/>
                </a:lnTo>
                <a:cubicBezTo>
                  <a:pt x="17111" y="1471777"/>
                  <a:pt x="0" y="1454667"/>
                  <a:pt x="0" y="1433558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ath-147">
            <a:extLst xmlns:a="http://schemas.openxmlformats.org/drawingml/2006/main">
              <a:ext uri="{FF2B5EF4-FFF2-40B4-BE49-F238E27FC236}">
                <a16:creationId xmlns:a16="http://schemas.microsoft.com/office/drawing/2014/main" id="{560B8919-5706-408C-AF9A-D58EABDE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1" y="3754660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03A06933-8048-4CB6-B461-8F9DFA6C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1" y="4645470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ath-149">
            <a:extLst xmlns:a="http://schemas.openxmlformats.org/drawingml/2006/main">
              <a:ext uri="{FF2B5EF4-FFF2-40B4-BE49-F238E27FC236}">
                <a16:creationId xmlns:a16="http://schemas.microsoft.com/office/drawing/2014/main" id="{E7D37656-0072-4D67-914A-C258B85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06" y="3754660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ath-150">
            <a:extLst xmlns:a="http://schemas.openxmlformats.org/drawingml/2006/main">
              <a:ext uri="{FF2B5EF4-FFF2-40B4-BE49-F238E27FC236}">
                <a16:creationId xmlns:a16="http://schemas.microsoft.com/office/drawing/2014/main" id="{A55EEDDE-9E79-4295-9513-6D3DA3FF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06" y="4645470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ath-151">
            <a:extLst xmlns:a="http://schemas.openxmlformats.org/drawingml/2006/main">
              <a:ext uri="{FF2B5EF4-FFF2-40B4-BE49-F238E27FC236}">
                <a16:creationId xmlns:a16="http://schemas.microsoft.com/office/drawing/2014/main" id="{C8605610-B50E-423E-9C71-FA8EFBEB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272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A0374A4B-2707-4ABA-9968-D272CCD3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272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ath-153">
            <a:extLst xmlns:a="http://schemas.openxmlformats.org/drawingml/2006/main">
              <a:ext uri="{FF2B5EF4-FFF2-40B4-BE49-F238E27FC236}">
                <a16:creationId xmlns:a16="http://schemas.microsoft.com/office/drawing/2014/main" id="{68A2CC98-02F2-4E7F-A0C0-F47B29C5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937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A44BBF64-0692-4E29-ACA9-DF8CBE5F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937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ath-155">
            <a:extLst xmlns:a="http://schemas.openxmlformats.org/drawingml/2006/main">
              <a:ext uri="{FF2B5EF4-FFF2-40B4-BE49-F238E27FC236}">
                <a16:creationId xmlns:a16="http://schemas.microsoft.com/office/drawing/2014/main" id="{5C0AB133-C0D9-4680-82E5-6A499B8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603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09F3A5D3-6D18-41A3-9202-D023737B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603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path-157">
            <a:extLst xmlns:a="http://schemas.openxmlformats.org/drawingml/2006/main">
              <a:ext uri="{FF2B5EF4-FFF2-40B4-BE49-F238E27FC236}">
                <a16:creationId xmlns:a16="http://schemas.microsoft.com/office/drawing/2014/main" id="{05E70065-75EA-410F-907B-1D41475F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69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FCB07576-9932-422D-A627-3AED96E2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69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ath-159">
            <a:extLst xmlns:a="http://schemas.openxmlformats.org/drawingml/2006/main">
              <a:ext uri="{FF2B5EF4-FFF2-40B4-BE49-F238E27FC236}">
                <a16:creationId xmlns:a16="http://schemas.microsoft.com/office/drawing/2014/main" id="{7BB79B39-20A5-4932-8214-4D5392E5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34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60">
            <a:extLst xmlns:a="http://schemas.openxmlformats.org/drawingml/2006/main">
              <a:ext uri="{FF2B5EF4-FFF2-40B4-BE49-F238E27FC236}">
                <a16:creationId xmlns:a16="http://schemas.microsoft.com/office/drawing/2014/main" id="{F58693F7-53AA-45B4-BA89-5E2BDDA0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34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path-161">
            <a:extLst xmlns:a="http://schemas.openxmlformats.org/drawingml/2006/main">
              <a:ext uri="{FF2B5EF4-FFF2-40B4-BE49-F238E27FC236}">
                <a16:creationId xmlns:a16="http://schemas.microsoft.com/office/drawing/2014/main" id="{532F997B-0D68-4BAF-A4AF-DE5AAE7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00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958FBF7C-E286-430C-88CC-2A22EEC3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00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path-163">
            <a:extLst xmlns:a="http://schemas.openxmlformats.org/drawingml/2006/main">
              <a:ext uri="{FF2B5EF4-FFF2-40B4-BE49-F238E27FC236}">
                <a16:creationId xmlns:a16="http://schemas.microsoft.com/office/drawing/2014/main" id="{6A661205-550D-485E-9574-9F977BC9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265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C9068CC9-0DA6-46C8-BCE9-2B3C0F4B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265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path-165">
            <a:extLst xmlns:a="http://schemas.openxmlformats.org/drawingml/2006/main">
              <a:ext uri="{FF2B5EF4-FFF2-40B4-BE49-F238E27FC236}">
                <a16:creationId xmlns:a16="http://schemas.microsoft.com/office/drawing/2014/main" id="{F8A28763-BED1-4417-ABE8-3A91DFF6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31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00B4599A-4B24-4879-8DEF-8D79FE0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31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path-167">
            <a:extLst xmlns:a="http://schemas.openxmlformats.org/drawingml/2006/main">
              <a:ext uri="{FF2B5EF4-FFF2-40B4-BE49-F238E27FC236}">
                <a16:creationId xmlns:a16="http://schemas.microsoft.com/office/drawing/2014/main" id="{A7B70C52-0DD0-4275-8CC0-ABC5CBE2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97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52DFE8D2-AB58-42D9-83B8-B6E2BA6C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97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3C45A0B8-33F4-48D0-BDC4-025D6E00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262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99A319C6-408F-4CEA-AFAA-D309D803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262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5FC541D2-C723-47B5-A90F-0A76625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28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65B149DD-A855-4258-BF8A-AA0A39AF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28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1A877E1D-EF60-472F-84D8-BB977B03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593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C9F09F83-5C29-4841-A845-AA337ADD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593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CB0AB0D9-6882-4D70-8A72-226EC868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59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174518D9-3912-42D5-8070-D355625A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59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path-177">
            <a:extLst xmlns:a="http://schemas.openxmlformats.org/drawingml/2006/main">
              <a:ext uri="{FF2B5EF4-FFF2-40B4-BE49-F238E27FC236}">
                <a16:creationId xmlns:a16="http://schemas.microsoft.com/office/drawing/2014/main" id="{F90011A8-1B67-4129-843F-9E04E49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25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path-178">
            <a:extLst xmlns:a="http://schemas.openxmlformats.org/drawingml/2006/main">
              <a:ext uri="{FF2B5EF4-FFF2-40B4-BE49-F238E27FC236}">
                <a16:creationId xmlns:a16="http://schemas.microsoft.com/office/drawing/2014/main" id="{603ED14A-33E6-462E-B6C0-24B17A7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25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path-179">
            <a:extLst xmlns:a="http://schemas.openxmlformats.org/drawingml/2006/main">
              <a:ext uri="{FF2B5EF4-FFF2-40B4-BE49-F238E27FC236}">
                <a16:creationId xmlns:a16="http://schemas.microsoft.com/office/drawing/2014/main" id="{FDB2180D-59FF-4B75-ABE5-077FA681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590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path-180">
            <a:extLst xmlns:a="http://schemas.openxmlformats.org/drawingml/2006/main">
              <a:ext uri="{FF2B5EF4-FFF2-40B4-BE49-F238E27FC236}">
                <a16:creationId xmlns:a16="http://schemas.microsoft.com/office/drawing/2014/main" id="{2034D4CE-C63F-49CE-81DF-B80DB63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590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81">
            <a:extLst xmlns:a="http://schemas.openxmlformats.org/drawingml/2006/main">
              <a:ext uri="{FF2B5EF4-FFF2-40B4-BE49-F238E27FC236}">
                <a16:creationId xmlns:a16="http://schemas.microsoft.com/office/drawing/2014/main" id="{25849DAA-6F9F-4C4F-BDCA-F212309C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55" y="375466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82">
            <a:extLst xmlns:a="http://schemas.openxmlformats.org/drawingml/2006/main">
              <a:ext uri="{FF2B5EF4-FFF2-40B4-BE49-F238E27FC236}">
                <a16:creationId xmlns:a16="http://schemas.microsoft.com/office/drawing/2014/main" id="{837C0201-B07F-4053-8172-4E4B9FA7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55" y="4645470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7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7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path-183">
            <a:extLst xmlns:a="http://schemas.openxmlformats.org/drawingml/2006/main">
              <a:ext uri="{FF2B5EF4-FFF2-40B4-BE49-F238E27FC236}">
                <a16:creationId xmlns:a16="http://schemas.microsoft.com/office/drawing/2014/main" id="{A715FFC4-D45A-4898-A600-F557C393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21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path-184">
            <a:extLst xmlns:a="http://schemas.openxmlformats.org/drawingml/2006/main">
              <a:ext uri="{FF2B5EF4-FFF2-40B4-BE49-F238E27FC236}">
                <a16:creationId xmlns:a16="http://schemas.microsoft.com/office/drawing/2014/main" id="{6C76F5CD-E07A-4C8C-A522-8BD972B8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21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EFE8830-F548-44FB-AC0E-A10D261BF4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3eab65c294b6e"/>
          <a:stretch xmlns:a="http://schemas.openxmlformats.org/drawingml/2006/main"/>
        </p:blipFill>
        <p:spPr>
          <a:xfrm xmlns:a="http://schemas.openxmlformats.org/drawingml/2006/main">
            <a:off x="1281723" y="3694528"/>
            <a:ext cx="1475545" cy="1050388"/>
          </a:xfrm>
          <a:prstGeom xmlns:a="http://schemas.openxmlformats.org/drawingml/2006/main" prst="rect">
            <a:avLst/>
          </a:prstGeom>
        </p:spPr>
      </p:pic>
      <p:pic>
        <p:nvPic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5E68AF61-0443-4A2C-B825-CF1E1117D2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06d6e0d55488b"/>
          <a:stretch xmlns:a="http://schemas.openxmlformats.org/drawingml/2006/main"/>
        </p:blipFill>
        <p:spPr>
          <a:xfrm xmlns:a="http://schemas.openxmlformats.org/drawingml/2006/main">
            <a:off x="2769772" y="3694528"/>
            <a:ext cx="1469292" cy="1050388"/>
          </a:xfrm>
          <a:prstGeom xmlns:a="http://schemas.openxmlformats.org/drawingml/2006/main" prst="rect">
            <a:avLst/>
          </a:prstGeom>
        </p:spPr>
      </p:pic>
      <p:pic>
        <p:nvPic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73C6B74-1ABD-4180-8DBB-951B861F56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26f58b8824dc4"/>
          <a:stretch xmlns:a="http://schemas.openxmlformats.org/drawingml/2006/main"/>
        </p:blipFill>
        <p:spPr>
          <a:xfrm xmlns:a="http://schemas.openxmlformats.org/drawingml/2006/main">
            <a:off x="4251569" y="3694528"/>
            <a:ext cx="1475545" cy="1050388"/>
          </a:xfrm>
          <a:prstGeom xmlns:a="http://schemas.openxmlformats.org/drawingml/2006/main" prst="rect">
            <a:avLst/>
          </a:prstGeom>
        </p:spPr>
      </p:pic>
      <p:pic>
        <p:nvPic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1F12246-E202-4810-ABB5-EC0EF324B2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2c55e0f78461a"/>
          <a:stretch xmlns:a="http://schemas.openxmlformats.org/drawingml/2006/main"/>
        </p:blipFill>
        <p:spPr>
          <a:xfrm xmlns:a="http://schemas.openxmlformats.org/drawingml/2006/main">
            <a:off x="5739618" y="3694528"/>
            <a:ext cx="1475545" cy="1050388"/>
          </a:xfrm>
          <a:prstGeom xmlns:a="http://schemas.openxmlformats.org/drawingml/2006/main" prst="rect">
            <a:avLst/>
          </a:prstGeom>
        </p:spPr>
      </p:pic>
      <p:sp>
        <p:nvSpPr>
          <p:cNvPr id="189" name="path-189">
            <a:extLst xmlns:a="http://schemas.openxmlformats.org/drawingml/2006/main">
              <a:ext uri="{FF2B5EF4-FFF2-40B4-BE49-F238E27FC236}">
                <a16:creationId xmlns:a16="http://schemas.microsoft.com/office/drawing/2014/main" id="{C1E20692-B732-4FAF-99E3-3E6E052A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3" y="5718206"/>
            <a:ext cx="7038655" cy="401492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1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7"/>
                  <a:pt x="10620261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path-190">
            <a:extLst xmlns:a="http://schemas.openxmlformats.org/drawingml/2006/main">
              <a:ext uri="{FF2B5EF4-FFF2-40B4-BE49-F238E27FC236}">
                <a16:creationId xmlns:a16="http://schemas.microsoft.com/office/drawing/2014/main" id="{10EB8E3C-4B29-4A30-92AA-BB350556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3" y="5718206"/>
            <a:ext cx="7038655" cy="401492"/>
          </a:xfrm>
          <a:custGeom xmlns:a="http://schemas.openxmlformats.org/drawingml/2006/main">
            <a:pathLst>
              <a:path w="10722951" h="611648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2" y="0"/>
                  <a:pt x="10722951" y="102690"/>
                  <a:pt x="10722951" y="229365"/>
                </a:cubicBezTo>
                <a:lnTo>
                  <a:pt x="10722951" y="382283"/>
                </a:lnTo>
                <a:cubicBezTo>
                  <a:pt x="10722951" y="508958"/>
                  <a:pt x="10620262" y="611648"/>
                  <a:pt x="10493587" y="611648"/>
                </a:cubicBezTo>
                <a:lnTo>
                  <a:pt x="229364" y="611648"/>
                </a:lnTo>
                <a:cubicBezTo>
                  <a:pt x="102689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8DCEC"/>
            </a:solidFill>
            <a:prstDash val="solid"/>
          </a:ln>
        </p:spPr>
      </p:sp>
      <p:sp>
        <p:nvSpPr>
          <p:cNvPr id="191" name="path-191">
            <a:extLst xmlns:a="http://schemas.openxmlformats.org/drawingml/2006/main">
              <a:ext uri="{FF2B5EF4-FFF2-40B4-BE49-F238E27FC236}">
                <a16:creationId xmlns:a16="http://schemas.microsoft.com/office/drawing/2014/main" id="{A1D559D4-36B0-4296-9642-218E83F3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9" y="5818579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1" y="0"/>
                  <a:pt x="152912" y="0"/>
                </a:cubicBezTo>
                <a:cubicBezTo>
                  <a:pt x="237363" y="0"/>
                  <a:pt x="305824" y="68461"/>
                  <a:pt x="305824" y="152912"/>
                </a:cubicBezTo>
                <a:cubicBezTo>
                  <a:pt x="305824" y="237362"/>
                  <a:pt x="237363" y="305824"/>
                  <a:pt x="152912" y="305824"/>
                </a:cubicBezTo>
                <a:cubicBezTo>
                  <a:pt x="68461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text-192 Q">
            <a:extLst xmlns:a="http://schemas.openxmlformats.org/drawingml/2006/main">
              <a:ext uri="{FF2B5EF4-FFF2-40B4-BE49-F238E27FC236}">
                <a16:creationId xmlns:a16="http://schemas.microsoft.com/office/drawing/2014/main" id="{00A2CAFD-38ED-441A-9AEE-5A56526E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231" y="5833753"/>
            <a:ext cx="132561" cy="17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193" name="text-193 How many of the three depicted wrestlers">
            <a:extLst xmlns:a="http://schemas.openxmlformats.org/drawingml/2006/main">
              <a:ext uri="{FF2B5EF4-FFF2-40B4-BE49-F238E27FC236}">
                <a16:creationId xmlns:a16="http://schemas.microsoft.com/office/drawing/2014/main" id="{5B6CAE2B-B9AB-439B-AC9C-9E5D8967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75" y="5829267"/>
            <a:ext cx="2647097" cy="1847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How many of the three depicted wrestlers</a:t>
            </a:r>
          </a:p>
        </p:txBody>
      </p:sp>
      <p:sp>
        <p:nvSpPr>
          <p:cNvPr id="194" name="text-194 have won at least one Royal Rumble match?">
            <a:extLst xmlns:a="http://schemas.openxmlformats.org/drawingml/2006/main">
              <a:ext uri="{FF2B5EF4-FFF2-40B4-BE49-F238E27FC236}">
                <a16:creationId xmlns:a16="http://schemas.microsoft.com/office/drawing/2014/main" id="{BD0974D0-3E9D-4C02-AF60-66F9DACB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5751" y="5829049"/>
            <a:ext cx="2665594" cy="185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have won at least one Royal Rumble match?</a:t>
            </a:r>
          </a:p>
        </p:txBody>
      </p:sp>
      <p:sp>
        <p:nvSpPr>
          <p:cNvPr id="195" name="path-195">
            <a:extLst xmlns:a="http://schemas.openxmlformats.org/drawingml/2006/main">
              <a:ext uri="{FF2B5EF4-FFF2-40B4-BE49-F238E27FC236}">
                <a16:creationId xmlns:a16="http://schemas.microsoft.com/office/drawing/2014/main" id="{607CF834-C020-46D9-BBAF-35F7B9FD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582" y="5821853"/>
            <a:ext cx="200746" cy="200746"/>
          </a:xfrm>
          <a:custGeom xmlns:a="http://schemas.openxmlformats.org/drawingml/2006/main">
            <a:pathLst>
              <a:path w="305823" h="305824">
                <a:moveTo>
                  <a:pt x="0" y="152912"/>
                </a:moveTo>
                <a:cubicBezTo>
                  <a:pt x="0" y="68461"/>
                  <a:pt x="68461" y="0"/>
                  <a:pt x="152911" y="0"/>
                </a:cubicBezTo>
                <a:cubicBezTo>
                  <a:pt x="237362" y="0"/>
                  <a:pt x="305823" y="68461"/>
                  <a:pt x="305823" y="152912"/>
                </a:cubicBezTo>
                <a:cubicBezTo>
                  <a:pt x="305823" y="237364"/>
                  <a:pt x="237362" y="305824"/>
                  <a:pt x="152911" y="305824"/>
                </a:cubicBezTo>
                <a:cubicBezTo>
                  <a:pt x="68461" y="305824"/>
                  <a:pt x="0" y="237364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text-196 A">
            <a:extLst xmlns:a="http://schemas.openxmlformats.org/drawingml/2006/main">
              <a:ext uri="{FF2B5EF4-FFF2-40B4-BE49-F238E27FC236}">
                <a16:creationId xmlns:a16="http://schemas.microsoft.com/office/drawing/2014/main" id="{0D09F904-3A15-4AE5-AEB3-B861608F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1950" y="5837760"/>
            <a:ext cx="114367" cy="175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97" name="text-197 3">
            <a:extLst xmlns:a="http://schemas.openxmlformats.org/drawingml/2006/main">
              <a:ext uri="{FF2B5EF4-FFF2-40B4-BE49-F238E27FC236}">
                <a16:creationId xmlns:a16="http://schemas.microsoft.com/office/drawing/2014/main" id="{17DE7524-DCF0-4A0B-A7A8-DAA8B0C9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0342" y="5838969"/>
            <a:ext cx="112389" cy="1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12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198" name="path-198">
            <a:extLst xmlns:a="http://schemas.openxmlformats.org/drawingml/2006/main">
              <a:ext uri="{FF2B5EF4-FFF2-40B4-BE49-F238E27FC236}">
                <a16:creationId xmlns:a16="http://schemas.microsoft.com/office/drawing/2014/main" id="{E5D60B41-5D48-4A7B-A3DF-87F8156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110" y="4216495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4"/>
                  <a:pt x="55624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1"/>
                  <a:pt x="124240" y="248481"/>
                </a:cubicBezTo>
                <a:cubicBezTo>
                  <a:pt x="55624" y="248481"/>
                  <a:pt x="0" y="192857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path-199">
            <a:extLst xmlns:a="http://schemas.openxmlformats.org/drawingml/2006/main">
              <a:ext uri="{FF2B5EF4-FFF2-40B4-BE49-F238E27FC236}">
                <a16:creationId xmlns:a16="http://schemas.microsoft.com/office/drawing/2014/main" id="{FE84B991-3A41-4D86-B62D-6BFB9333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110" y="4216495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200" name="text-200 1">
            <a:extLst xmlns:a="http://schemas.openxmlformats.org/drawingml/2006/main">
              <a:ext uri="{FF2B5EF4-FFF2-40B4-BE49-F238E27FC236}">
                <a16:creationId xmlns:a16="http://schemas.microsoft.com/office/drawing/2014/main" id="{848768F6-2B79-4622-ACDB-1B632B0D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2797" y="4235555"/>
            <a:ext cx="57979" cy="128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01" name="path-201">
            <a:extLst xmlns:a="http://schemas.openxmlformats.org/drawingml/2006/main">
              <a:ext uri="{FF2B5EF4-FFF2-40B4-BE49-F238E27FC236}">
                <a16:creationId xmlns:a16="http://schemas.microsoft.com/office/drawing/2014/main" id="{E83B9AB9-43CC-4D89-B231-003638AA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71" y="4764665"/>
            <a:ext cx="1386402" cy="270295"/>
          </a:xfrm>
          <a:custGeom xmlns:a="http://schemas.openxmlformats.org/drawingml/2006/main">
            <a:pathLst>
              <a:path w="2112097" h="411777">
                <a:moveTo>
                  <a:pt x="0" y="68633"/>
                </a:moveTo>
                <a:cubicBezTo>
                  <a:pt x="0" y="30729"/>
                  <a:pt x="30728" y="0"/>
                  <a:pt x="68631" y="0"/>
                </a:cubicBezTo>
                <a:lnTo>
                  <a:pt x="2043464" y="0"/>
                </a:lnTo>
                <a:cubicBezTo>
                  <a:pt x="2081369" y="0"/>
                  <a:pt x="2112097" y="30729"/>
                  <a:pt x="2112097" y="68633"/>
                </a:cubicBezTo>
                <a:lnTo>
                  <a:pt x="2112097" y="343145"/>
                </a:lnTo>
                <a:cubicBezTo>
                  <a:pt x="2112097" y="381050"/>
                  <a:pt x="2081369" y="411777"/>
                  <a:pt x="2043464" y="411777"/>
                </a:cubicBezTo>
                <a:lnTo>
                  <a:pt x="68631" y="411777"/>
                </a:lnTo>
                <a:cubicBezTo>
                  <a:pt x="30728" y="411777"/>
                  <a:pt x="0" y="381050"/>
                  <a:pt x="0" y="343145"/>
                </a:cubicBezTo>
                <a:lnTo>
                  <a:pt x="0" y="686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path-202">
            <a:extLst xmlns:a="http://schemas.openxmlformats.org/drawingml/2006/main">
              <a:ext uri="{FF2B5EF4-FFF2-40B4-BE49-F238E27FC236}">
                <a16:creationId xmlns:a16="http://schemas.microsoft.com/office/drawing/2014/main" id="{20740D68-A509-4CAD-8F83-E447C31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71" y="4764665"/>
            <a:ext cx="1386402" cy="270295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2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2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203" name="text-203 Hulk Hogan">
            <a:extLst xmlns:a="http://schemas.openxmlformats.org/drawingml/2006/main">
              <a:ext uri="{FF2B5EF4-FFF2-40B4-BE49-F238E27FC236}">
                <a16:creationId xmlns:a16="http://schemas.microsoft.com/office/drawing/2014/main" id="{902785C1-4BE4-4C80-85B1-E6B58E2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183" y="4824287"/>
            <a:ext cx="648405" cy="1670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Hulk Hogan</a:t>
            </a:r>
          </a:p>
        </p:txBody>
      </p:sp>
      <p:sp>
        <p:nvSpPr>
          <p:cNvPr id="204" name="path-204">
            <a:extLst xmlns:a="http://schemas.openxmlformats.org/drawingml/2006/main">
              <a:ext uri="{FF2B5EF4-FFF2-40B4-BE49-F238E27FC236}">
                <a16:creationId xmlns:a16="http://schemas.microsoft.com/office/drawing/2014/main" id="{4E9228A3-146C-4B7B-986C-4B130D5A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711" y="4216495"/>
            <a:ext cx="163106" cy="163106"/>
          </a:xfrm>
          <a:custGeom xmlns:a="http://schemas.openxmlformats.org/drawingml/2006/main">
            <a:pathLst>
              <a:path w="248481" h="248481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6" y="0"/>
                  <a:pt x="248481" y="55624"/>
                  <a:pt x="248481" y="124241"/>
                </a:cubicBezTo>
                <a:cubicBezTo>
                  <a:pt x="248481" y="192857"/>
                  <a:pt x="192856" y="248481"/>
                  <a:pt x="124241" y="248481"/>
                </a:cubicBezTo>
                <a:cubicBezTo>
                  <a:pt x="55624" y="248481"/>
                  <a:pt x="0" y="192857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path-205">
            <a:extLst xmlns:a="http://schemas.openxmlformats.org/drawingml/2006/main">
              <a:ext uri="{FF2B5EF4-FFF2-40B4-BE49-F238E27FC236}">
                <a16:creationId xmlns:a16="http://schemas.microsoft.com/office/drawing/2014/main" id="{7510090D-BDD6-4CDA-9FDF-38DD9358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5711" y="4216495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206" name="text-206 2">
            <a:extLst xmlns:a="http://schemas.openxmlformats.org/drawingml/2006/main">
              <a:ext uri="{FF2B5EF4-FFF2-40B4-BE49-F238E27FC236}">
                <a16:creationId xmlns:a16="http://schemas.microsoft.com/office/drawing/2014/main" id="{AAD2DFE9-0547-45A6-823B-72792A7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602" y="4235438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207" name="path-207">
            <a:extLst xmlns:a="http://schemas.openxmlformats.org/drawingml/2006/main">
              <a:ext uri="{FF2B5EF4-FFF2-40B4-BE49-F238E27FC236}">
                <a16:creationId xmlns:a16="http://schemas.microsoft.com/office/drawing/2014/main" id="{B8A6C3B2-CB14-4EC5-BB33-B63D74BA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71" y="5093009"/>
            <a:ext cx="1386402" cy="270295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1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path-208">
            <a:extLst xmlns:a="http://schemas.openxmlformats.org/drawingml/2006/main">
              <a:ext uri="{FF2B5EF4-FFF2-40B4-BE49-F238E27FC236}">
                <a16:creationId xmlns:a16="http://schemas.microsoft.com/office/drawing/2014/main" id="{0CCC05F2-4086-48D1-81A4-7BA61387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71" y="5093009"/>
            <a:ext cx="1386402" cy="270295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2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2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209" name="text-209 Shawn Michaels">
            <a:extLst xmlns:a="http://schemas.openxmlformats.org/drawingml/2006/main">
              <a:ext uri="{FF2B5EF4-FFF2-40B4-BE49-F238E27FC236}">
                <a16:creationId xmlns:a16="http://schemas.microsoft.com/office/drawing/2014/main" id="{40A45D3A-D288-4B13-8432-F43B2F4B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717" y="5153528"/>
            <a:ext cx="898916" cy="166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Shawn Michaels</a:t>
            </a:r>
          </a:p>
        </p:txBody>
      </p:sp>
      <p:sp>
        <p:nvSpPr>
          <p:cNvPr id="210" name="path-210">
            <a:extLst xmlns:a="http://schemas.openxmlformats.org/drawingml/2006/main">
              <a:ext uri="{FF2B5EF4-FFF2-40B4-BE49-F238E27FC236}">
                <a16:creationId xmlns:a16="http://schemas.microsoft.com/office/drawing/2014/main" id="{3D3E1759-81DA-4435-A53E-EE5224E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659" y="420771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0"/>
                </a:moveTo>
                <a:cubicBezTo>
                  <a:pt x="0" y="55623"/>
                  <a:pt x="55624" y="0"/>
                  <a:pt x="124241" y="0"/>
                </a:cubicBezTo>
                <a:cubicBezTo>
                  <a:pt x="192857" y="0"/>
                  <a:pt x="248482" y="55623"/>
                  <a:pt x="248482" y="124240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DF9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211">
            <a:extLst xmlns:a="http://schemas.openxmlformats.org/drawingml/2006/main">
              <a:ext uri="{FF2B5EF4-FFF2-40B4-BE49-F238E27FC236}">
                <a16:creationId xmlns:a16="http://schemas.microsoft.com/office/drawing/2014/main" id="{60FCFAA7-E1C1-4142-8FB9-6B67412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659" y="420771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212" name="text-212 3">
            <a:extLst xmlns:a="http://schemas.openxmlformats.org/drawingml/2006/main">
              <a:ext uri="{FF2B5EF4-FFF2-40B4-BE49-F238E27FC236}">
                <a16:creationId xmlns:a16="http://schemas.microsoft.com/office/drawing/2014/main" id="{1B0D237F-AD53-45FB-A508-CB26E7D0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9550" y="4227409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213" name="path-213">
            <a:extLst xmlns:a="http://schemas.openxmlformats.org/drawingml/2006/main">
              <a:ext uri="{FF2B5EF4-FFF2-40B4-BE49-F238E27FC236}">
                <a16:creationId xmlns:a16="http://schemas.microsoft.com/office/drawing/2014/main" id="{89E53758-E087-4E09-A6B5-297FA1A1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71" y="5421353"/>
            <a:ext cx="1386402" cy="270295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1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path-214">
            <a:extLst xmlns:a="http://schemas.openxmlformats.org/drawingml/2006/main">
              <a:ext uri="{FF2B5EF4-FFF2-40B4-BE49-F238E27FC236}">
                <a16:creationId xmlns:a16="http://schemas.microsoft.com/office/drawing/2014/main" id="{A8F5C7B3-811C-4330-8C76-FB0A1646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71" y="5421353"/>
            <a:ext cx="1386402" cy="270295"/>
          </a:xfrm>
          <a:custGeom xmlns:a="http://schemas.openxmlformats.org/drawingml/2006/main">
            <a:pathLst>
              <a:path w="2112097" h="411778">
                <a:moveTo>
                  <a:pt x="0" y="68632"/>
                </a:moveTo>
                <a:cubicBezTo>
                  <a:pt x="0" y="30728"/>
                  <a:pt x="30728" y="0"/>
                  <a:pt x="68632" y="0"/>
                </a:cubicBezTo>
                <a:lnTo>
                  <a:pt x="2043464" y="0"/>
                </a:lnTo>
                <a:cubicBezTo>
                  <a:pt x="2081369" y="0"/>
                  <a:pt x="2112097" y="30728"/>
                  <a:pt x="2112097" y="68632"/>
                </a:cubicBezTo>
                <a:lnTo>
                  <a:pt x="2112097" y="343146"/>
                </a:lnTo>
                <a:cubicBezTo>
                  <a:pt x="2112097" y="381051"/>
                  <a:pt x="2081369" y="411778"/>
                  <a:pt x="2043464" y="411778"/>
                </a:cubicBezTo>
                <a:lnTo>
                  <a:pt x="68632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215" name="text-215 The Undertaker">
            <a:extLst xmlns:a="http://schemas.openxmlformats.org/drawingml/2006/main">
              <a:ext uri="{FF2B5EF4-FFF2-40B4-BE49-F238E27FC236}">
                <a16:creationId xmlns:a16="http://schemas.microsoft.com/office/drawing/2014/main" id="{36419DE0-AAFF-4E7C-BD81-C07ACA5F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738" y="5480373"/>
            <a:ext cx="921659" cy="167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The Undertaker</a:t>
            </a:r>
          </a:p>
        </p:txBody>
      </p:sp>
      <p:sp>
        <p:nvSpPr>
          <p:cNvPr id="216" name="path-216">
            <a:extLst xmlns:a="http://schemas.openxmlformats.org/drawingml/2006/main">
              <a:ext uri="{FF2B5EF4-FFF2-40B4-BE49-F238E27FC236}">
                <a16:creationId xmlns:a16="http://schemas.microsoft.com/office/drawing/2014/main" id="{C7EF932A-5548-4ACB-A6B7-D988FE0A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642" y="5035791"/>
            <a:ext cx="1085283" cy="269753"/>
          </a:xfrm>
          <a:custGeom xmlns:a="http://schemas.openxmlformats.org/drawingml/2006/main">
            <a:pathLst>
              <a:path w="1653360" h="410951">
                <a:moveTo>
                  <a:pt x="0" y="76458"/>
                </a:moveTo>
                <a:cubicBezTo>
                  <a:pt x="0" y="34232"/>
                  <a:pt x="34231" y="0"/>
                  <a:pt x="76456" y="0"/>
                </a:cubicBezTo>
                <a:lnTo>
                  <a:pt x="1576902" y="0"/>
                </a:lnTo>
                <a:cubicBezTo>
                  <a:pt x="1619129" y="0"/>
                  <a:pt x="1653360" y="34232"/>
                  <a:pt x="1653360" y="76458"/>
                </a:cubicBezTo>
                <a:lnTo>
                  <a:pt x="1653360" y="334494"/>
                </a:lnTo>
                <a:cubicBezTo>
                  <a:pt x="1653360" y="376721"/>
                  <a:pt x="1619129" y="410951"/>
                  <a:pt x="1576902" y="410951"/>
                </a:cubicBezTo>
                <a:lnTo>
                  <a:pt x="76456" y="410951"/>
                </a:lnTo>
                <a:cubicBezTo>
                  <a:pt x="34231" y="410951"/>
                  <a:pt x="0" y="376721"/>
                  <a:pt x="0" y="334494"/>
                </a:cubicBezTo>
                <a:lnTo>
                  <a:pt x="0" y="76458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path-217">
            <a:extLst xmlns:a="http://schemas.openxmlformats.org/drawingml/2006/main">
              <a:ext uri="{FF2B5EF4-FFF2-40B4-BE49-F238E27FC236}">
                <a16:creationId xmlns:a16="http://schemas.microsoft.com/office/drawing/2014/main" id="{232667A3-5499-45A9-8BD1-CD659DB9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7642" y="5035791"/>
            <a:ext cx="1085283" cy="269752"/>
          </a:xfrm>
          <a:custGeom xmlns:a="http://schemas.openxmlformats.org/drawingml/2006/main">
            <a:pathLst>
              <a:path w="1653360" h="410951">
                <a:moveTo>
                  <a:pt x="0" y="76457"/>
                </a:moveTo>
                <a:cubicBezTo>
                  <a:pt x="0" y="34231"/>
                  <a:pt x="34231" y="0"/>
                  <a:pt x="76457" y="0"/>
                </a:cubicBezTo>
                <a:lnTo>
                  <a:pt x="1576904" y="0"/>
                </a:lnTo>
                <a:cubicBezTo>
                  <a:pt x="1619130" y="0"/>
                  <a:pt x="1653360" y="34231"/>
                  <a:pt x="1653360" y="76457"/>
                </a:cubicBezTo>
                <a:lnTo>
                  <a:pt x="1653360" y="334494"/>
                </a:lnTo>
                <a:cubicBezTo>
                  <a:pt x="1653360" y="376719"/>
                  <a:pt x="1619130" y="410951"/>
                  <a:pt x="1576904" y="410951"/>
                </a:cubicBezTo>
                <a:lnTo>
                  <a:pt x="76457" y="410951"/>
                </a:lnTo>
                <a:cubicBezTo>
                  <a:pt x="34231" y="410951"/>
                  <a:pt x="0" y="376719"/>
                  <a:pt x="0" y="334494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B5A0DE"/>
            </a:solidFill>
            <a:prstDash val="solid"/>
          </a:ln>
        </p:spPr>
      </p:sp>
      <p:sp>
        <p:nvSpPr>
          <p:cNvPr id="218" name="text-218 COUNT">
            <a:extLst xmlns:a="http://schemas.openxmlformats.org/drawingml/2006/main">
              <a:ext uri="{FF2B5EF4-FFF2-40B4-BE49-F238E27FC236}">
                <a16:creationId xmlns:a16="http://schemas.microsoft.com/office/drawing/2014/main" id="{68628845-D340-4F70-A36E-548ED68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2787" y="5085085"/>
            <a:ext cx="475844" cy="175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COUNT</a:t>
            </a:r>
          </a:p>
        </p:txBody>
      </p:sp>
      <p:sp>
        <p:nvSpPr>
          <p:cNvPr id="219" name="text-220 ∑">
            <a:extLst xmlns:a="http://schemas.openxmlformats.org/drawingml/2006/main">
              <a:ext uri="{FF2B5EF4-FFF2-40B4-BE49-F238E27FC236}">
                <a16:creationId xmlns:a16="http://schemas.microsoft.com/office/drawing/2014/main" id="{3BD1BD45-719D-49DE-B360-E569972E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4196" y="5085018"/>
            <a:ext cx="116317" cy="1756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∑</a:t>
            </a:r>
          </a:p>
        </p:txBody>
      </p:sp>
      <p:sp>
        <p:nvSpPr>
          <p:cNvPr id="220" name="text-221 1">
            <a:extLst xmlns:a="http://schemas.openxmlformats.org/drawingml/2006/main">
              <a:ext uri="{FF2B5EF4-FFF2-40B4-BE49-F238E27FC236}">
                <a16:creationId xmlns:a16="http://schemas.microsoft.com/office/drawing/2014/main" id="{B0E5E74C-1118-4F0B-87C4-518747C7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5936" y="5085023"/>
            <a:ext cx="79069" cy="175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21" name="text-223 = 3">
            <a:extLst xmlns:a="http://schemas.openxmlformats.org/drawingml/2006/main">
              <a:ext uri="{FF2B5EF4-FFF2-40B4-BE49-F238E27FC236}">
                <a16:creationId xmlns:a16="http://schemas.microsoft.com/office/drawing/2014/main" id="{51436129-F367-4300-A734-7D8AF1F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0035" y="5085087"/>
            <a:ext cx="200603" cy="175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= 3</a:t>
            </a:r>
          </a:p>
        </p:txBody>
      </p:sp>
      <p:sp>
        <p:nvSpPr>
          <p:cNvPr id="222" name="path-224">
            <a:extLst xmlns:a="http://schemas.openxmlformats.org/drawingml/2006/main">
              <a:ext uri="{FF2B5EF4-FFF2-40B4-BE49-F238E27FC236}">
                <a16:creationId xmlns:a16="http://schemas.microsoft.com/office/drawing/2014/main" id="{212BF4E1-FF2B-4EF0-8C94-B1A72C66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7" y="3660560"/>
            <a:ext cx="7226855" cy="2534418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0"/>
                  <a:pt x="72748" y="0"/>
                  <a:pt x="162468" y="0"/>
                </a:cubicBezTo>
                <a:lnTo>
                  <a:pt x="10847194" y="0"/>
                </a:lnTo>
                <a:cubicBezTo>
                  <a:pt x="10936927" y="0"/>
                  <a:pt x="11009662" y="72740"/>
                  <a:pt x="11009662" y="162472"/>
                </a:cubicBezTo>
                <a:lnTo>
                  <a:pt x="11009662" y="3698554"/>
                </a:lnTo>
                <a:cubicBezTo>
                  <a:pt x="11009662" y="3788285"/>
                  <a:pt x="10936927" y="3861027"/>
                  <a:pt x="10847194" y="3861027"/>
                </a:cubicBezTo>
                <a:lnTo>
                  <a:pt x="162468" y="3861027"/>
                </a:lnTo>
                <a:cubicBezTo>
                  <a:pt x="72748" y="3861027"/>
                  <a:pt x="0" y="3788285"/>
                  <a:pt x="0" y="3698554"/>
                </a:cubicBezTo>
                <a:lnTo>
                  <a:pt x="0" y="162472"/>
                </a:lnTo>
              </a:path>
            </a:pathLst>
          </a:custGeom>
          <a:solidFill xmlns:a="http://schemas.openxmlformats.org/drawingml/2006/main">
            <a:srgbClr val="EE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path-225">
            <a:extLst xmlns:a="http://schemas.openxmlformats.org/drawingml/2006/main">
              <a:ext uri="{FF2B5EF4-FFF2-40B4-BE49-F238E27FC236}">
                <a16:creationId xmlns:a16="http://schemas.microsoft.com/office/drawing/2014/main" id="{22C7C63A-4BD2-4B77-A6D2-8BDC6E58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7" y="3660560"/>
            <a:ext cx="7226855" cy="2534418"/>
          </a:xfrm>
          <a:custGeom xmlns:a="http://schemas.openxmlformats.org/drawingml/2006/main">
            <a:pathLst>
              <a:path w="11009662" h="3861027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20" y="0"/>
                  <a:pt x="11009662" y="72741"/>
                  <a:pt x="11009662" y="162472"/>
                </a:cubicBezTo>
                <a:lnTo>
                  <a:pt x="11009662" y="3698555"/>
                </a:lnTo>
                <a:cubicBezTo>
                  <a:pt x="11009662" y="3788285"/>
                  <a:pt x="10936920" y="3861027"/>
                  <a:pt x="10847190" y="3861027"/>
                </a:cubicBezTo>
                <a:lnTo>
                  <a:pt x="162472" y="3861027"/>
                </a:lnTo>
                <a:cubicBezTo>
                  <a:pt x="72741" y="3861027"/>
                  <a:pt x="0" y="3788285"/>
                  <a:pt x="0" y="3698555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6DCEC"/>
            </a:solidFill>
            <a:prstDash val="solid"/>
          </a:ln>
        </p:spPr>
      </p:sp>
      <p:sp>
        <p:nvSpPr>
          <p:cNvPr id="224" name="path-226">
            <a:extLst xmlns:a="http://schemas.openxmlformats.org/drawingml/2006/main">
              <a:ext uri="{FF2B5EF4-FFF2-40B4-BE49-F238E27FC236}">
                <a16:creationId xmlns:a16="http://schemas.microsoft.com/office/drawing/2014/main" id="{200BB6C7-49F0-4EF3-AE54-484879AA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99" y="3735840"/>
            <a:ext cx="5972192" cy="966090"/>
          </a:xfrm>
          <a:custGeom xmlns:a="http://schemas.openxmlformats.org/drawingml/2006/main">
            <a:pathLst>
              <a:path w="9098262" h="1471777">
                <a:moveTo>
                  <a:pt x="0" y="38218"/>
                </a:moveTo>
                <a:cubicBezTo>
                  <a:pt x="0" y="17110"/>
                  <a:pt x="17114" y="0"/>
                  <a:pt x="38217" y="0"/>
                </a:cubicBezTo>
                <a:lnTo>
                  <a:pt x="9060048" y="0"/>
                </a:lnTo>
                <a:cubicBezTo>
                  <a:pt x="9081152" y="0"/>
                  <a:pt x="9098262" y="17110"/>
                  <a:pt x="9098262" y="38218"/>
                </a:cubicBezTo>
                <a:lnTo>
                  <a:pt x="9098262" y="1433558"/>
                </a:lnTo>
                <a:cubicBezTo>
                  <a:pt x="9098262" y="1454667"/>
                  <a:pt x="9081152" y="1471777"/>
                  <a:pt x="9060048" y="1471777"/>
                </a:cubicBezTo>
                <a:lnTo>
                  <a:pt x="38217" y="1471777"/>
                </a:lnTo>
                <a:cubicBezTo>
                  <a:pt x="17114" y="1471777"/>
                  <a:pt x="0" y="1454667"/>
                  <a:pt x="0" y="1433558"/>
                </a:cubicBezTo>
                <a:lnTo>
                  <a:pt x="0" y="38218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path-227">
            <a:extLst xmlns:a="http://schemas.openxmlformats.org/drawingml/2006/main">
              <a:ext uri="{FF2B5EF4-FFF2-40B4-BE49-F238E27FC236}">
                <a16:creationId xmlns:a16="http://schemas.microsoft.com/office/drawing/2014/main" id="{2BF6840E-AC41-4537-AEBA-41517D5F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232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path-228">
            <a:extLst xmlns:a="http://schemas.openxmlformats.org/drawingml/2006/main">
              <a:ext uri="{FF2B5EF4-FFF2-40B4-BE49-F238E27FC236}">
                <a16:creationId xmlns:a16="http://schemas.microsoft.com/office/drawing/2014/main" id="{7988E5C9-B050-4EFB-B003-DA09861B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232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path-229">
            <a:extLst xmlns:a="http://schemas.openxmlformats.org/drawingml/2006/main">
              <a:ext uri="{FF2B5EF4-FFF2-40B4-BE49-F238E27FC236}">
                <a16:creationId xmlns:a16="http://schemas.microsoft.com/office/drawing/2014/main" id="{07F13DE2-B38A-48BA-AEFD-1523418F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898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path-230">
            <a:extLst xmlns:a="http://schemas.openxmlformats.org/drawingml/2006/main">
              <a:ext uri="{FF2B5EF4-FFF2-40B4-BE49-F238E27FC236}">
                <a16:creationId xmlns:a16="http://schemas.microsoft.com/office/drawing/2014/main" id="{69FC9A5D-6E4C-4759-9B62-9D74BA96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898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path-231">
            <a:extLst xmlns:a="http://schemas.openxmlformats.org/drawingml/2006/main">
              <a:ext uri="{FF2B5EF4-FFF2-40B4-BE49-F238E27FC236}">
                <a16:creationId xmlns:a16="http://schemas.microsoft.com/office/drawing/2014/main" id="{730EFAC2-EBE9-4881-BD11-1F88DA34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564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path-232">
            <a:extLst xmlns:a="http://schemas.openxmlformats.org/drawingml/2006/main">
              <a:ext uri="{FF2B5EF4-FFF2-40B4-BE49-F238E27FC236}">
                <a16:creationId xmlns:a16="http://schemas.microsoft.com/office/drawing/2014/main" id="{3325714B-AF3D-4DF2-9B71-8C637BB6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564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path-233">
            <a:extLst xmlns:a="http://schemas.openxmlformats.org/drawingml/2006/main">
              <a:ext uri="{FF2B5EF4-FFF2-40B4-BE49-F238E27FC236}">
                <a16:creationId xmlns:a16="http://schemas.microsoft.com/office/drawing/2014/main" id="{1B82D28F-2E40-429A-9B70-2BE98247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path-234">
            <a:extLst xmlns:a="http://schemas.openxmlformats.org/drawingml/2006/main">
              <a:ext uri="{FF2B5EF4-FFF2-40B4-BE49-F238E27FC236}">
                <a16:creationId xmlns:a16="http://schemas.microsoft.com/office/drawing/2014/main" id="{2B93216A-9019-44A9-A442-A36D82E0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path-235">
            <a:extLst xmlns:a="http://schemas.openxmlformats.org/drawingml/2006/main">
              <a:ext uri="{FF2B5EF4-FFF2-40B4-BE49-F238E27FC236}">
                <a16:creationId xmlns:a16="http://schemas.microsoft.com/office/drawing/2014/main" id="{7F0F9094-55B8-47CC-A158-2B4BF064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95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path-236">
            <a:extLst xmlns:a="http://schemas.openxmlformats.org/drawingml/2006/main">
              <a:ext uri="{FF2B5EF4-FFF2-40B4-BE49-F238E27FC236}">
                <a16:creationId xmlns:a16="http://schemas.microsoft.com/office/drawing/2014/main" id="{D41D8CAB-82AC-4B8A-A66C-55D20EAB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95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path-237">
            <a:extLst xmlns:a="http://schemas.openxmlformats.org/drawingml/2006/main">
              <a:ext uri="{FF2B5EF4-FFF2-40B4-BE49-F238E27FC236}">
                <a16:creationId xmlns:a16="http://schemas.microsoft.com/office/drawing/2014/main" id="{67D93E14-9DDE-4ADD-BA91-8F05C967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61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path-238">
            <a:extLst xmlns:a="http://schemas.openxmlformats.org/drawingml/2006/main">
              <a:ext uri="{FF2B5EF4-FFF2-40B4-BE49-F238E27FC236}">
                <a16:creationId xmlns:a16="http://schemas.microsoft.com/office/drawing/2014/main" id="{BFD265B8-43F7-406E-B457-62A9E724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61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path-239">
            <a:extLst xmlns:a="http://schemas.openxmlformats.org/drawingml/2006/main">
              <a:ext uri="{FF2B5EF4-FFF2-40B4-BE49-F238E27FC236}">
                <a16:creationId xmlns:a16="http://schemas.microsoft.com/office/drawing/2014/main" id="{2643D9D1-5335-4939-85A6-5224AED9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26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path-240">
            <a:extLst xmlns:a="http://schemas.openxmlformats.org/drawingml/2006/main">
              <a:ext uri="{FF2B5EF4-FFF2-40B4-BE49-F238E27FC236}">
                <a16:creationId xmlns:a16="http://schemas.microsoft.com/office/drawing/2014/main" id="{5BB5E30A-FC42-4799-AAD0-EA8BE973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26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path-241">
            <a:extLst xmlns:a="http://schemas.openxmlformats.org/drawingml/2006/main">
              <a:ext uri="{FF2B5EF4-FFF2-40B4-BE49-F238E27FC236}">
                <a16:creationId xmlns:a16="http://schemas.microsoft.com/office/drawing/2014/main" id="{E203B8E2-5077-457D-BDD8-FF349C2C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path-242">
            <a:extLst xmlns:a="http://schemas.openxmlformats.org/drawingml/2006/main">
              <a:ext uri="{FF2B5EF4-FFF2-40B4-BE49-F238E27FC236}">
                <a16:creationId xmlns:a16="http://schemas.microsoft.com/office/drawing/2014/main" id="{75A688F0-F88A-4E63-801C-FE3B6402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path-243">
            <a:extLst xmlns:a="http://schemas.openxmlformats.org/drawingml/2006/main">
              <a:ext uri="{FF2B5EF4-FFF2-40B4-BE49-F238E27FC236}">
                <a16:creationId xmlns:a16="http://schemas.microsoft.com/office/drawing/2014/main" id="{0FEC8A34-5404-4922-9A52-3BA1E89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556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path-244">
            <a:extLst xmlns:a="http://schemas.openxmlformats.org/drawingml/2006/main">
              <a:ext uri="{FF2B5EF4-FFF2-40B4-BE49-F238E27FC236}">
                <a16:creationId xmlns:a16="http://schemas.microsoft.com/office/drawing/2014/main" id="{11218F1D-5002-45A8-BDDA-D0B12B40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556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path-245">
            <a:extLst xmlns:a="http://schemas.openxmlformats.org/drawingml/2006/main">
              <a:ext uri="{FF2B5EF4-FFF2-40B4-BE49-F238E27FC236}">
                <a16:creationId xmlns:a16="http://schemas.microsoft.com/office/drawing/2014/main" id="{2C07F929-6806-4341-AFD3-52349BB1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22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path-246">
            <a:extLst xmlns:a="http://schemas.openxmlformats.org/drawingml/2006/main">
              <a:ext uri="{FF2B5EF4-FFF2-40B4-BE49-F238E27FC236}">
                <a16:creationId xmlns:a16="http://schemas.microsoft.com/office/drawing/2014/main" id="{261D8E06-D135-4AD7-B56F-C58DE1A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22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path-247">
            <a:extLst xmlns:a="http://schemas.openxmlformats.org/drawingml/2006/main">
              <a:ext uri="{FF2B5EF4-FFF2-40B4-BE49-F238E27FC236}">
                <a16:creationId xmlns:a16="http://schemas.microsoft.com/office/drawing/2014/main" id="{53353AC2-4FED-4D84-B3D9-0286C427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888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path-248">
            <a:extLst xmlns:a="http://schemas.openxmlformats.org/drawingml/2006/main">
              <a:ext uri="{FF2B5EF4-FFF2-40B4-BE49-F238E27FC236}">
                <a16:creationId xmlns:a16="http://schemas.microsoft.com/office/drawing/2014/main" id="{F4B1C3CA-6BBB-4DB3-ABAF-EF1BD705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888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path-249">
            <a:extLst xmlns:a="http://schemas.openxmlformats.org/drawingml/2006/main">
              <a:ext uri="{FF2B5EF4-FFF2-40B4-BE49-F238E27FC236}">
                <a16:creationId xmlns:a16="http://schemas.microsoft.com/office/drawing/2014/main" id="{23AD2DF7-F68D-4DB2-BE4F-E51E4152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53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path-250">
            <a:extLst xmlns:a="http://schemas.openxmlformats.org/drawingml/2006/main">
              <a:ext uri="{FF2B5EF4-FFF2-40B4-BE49-F238E27FC236}">
                <a16:creationId xmlns:a16="http://schemas.microsoft.com/office/drawing/2014/main" id="{9CAC4A19-3C6F-40BC-B88E-28157C9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53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path-251">
            <a:extLst xmlns:a="http://schemas.openxmlformats.org/drawingml/2006/main">
              <a:ext uri="{FF2B5EF4-FFF2-40B4-BE49-F238E27FC236}">
                <a16:creationId xmlns:a16="http://schemas.microsoft.com/office/drawing/2014/main" id="{28214A6A-245A-41A3-A021-9BB170D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19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path-252">
            <a:extLst xmlns:a="http://schemas.openxmlformats.org/drawingml/2006/main">
              <a:ext uri="{FF2B5EF4-FFF2-40B4-BE49-F238E27FC236}">
                <a16:creationId xmlns:a16="http://schemas.microsoft.com/office/drawing/2014/main" id="{83030393-E3AF-47FA-A6E4-F99CA451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19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path-253">
            <a:extLst xmlns:a="http://schemas.openxmlformats.org/drawingml/2006/main">
              <a:ext uri="{FF2B5EF4-FFF2-40B4-BE49-F238E27FC236}">
                <a16:creationId xmlns:a16="http://schemas.microsoft.com/office/drawing/2014/main" id="{8A138D78-1584-4E9A-91FA-093B9F59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885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path-254">
            <a:extLst xmlns:a="http://schemas.openxmlformats.org/drawingml/2006/main">
              <a:ext uri="{FF2B5EF4-FFF2-40B4-BE49-F238E27FC236}">
                <a16:creationId xmlns:a16="http://schemas.microsoft.com/office/drawing/2014/main" id="{587CECE4-F611-4A24-88CF-FC1F99FC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885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255">
            <a:extLst xmlns:a="http://schemas.openxmlformats.org/drawingml/2006/main">
              <a:ext uri="{FF2B5EF4-FFF2-40B4-BE49-F238E27FC236}">
                <a16:creationId xmlns:a16="http://schemas.microsoft.com/office/drawing/2014/main" id="{57F00CDF-6BAC-4892-8835-501493A4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550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path-256">
            <a:extLst xmlns:a="http://schemas.openxmlformats.org/drawingml/2006/main">
              <a:ext uri="{FF2B5EF4-FFF2-40B4-BE49-F238E27FC236}">
                <a16:creationId xmlns:a16="http://schemas.microsoft.com/office/drawing/2014/main" id="{9E385675-3DDD-44C4-942B-3A704005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550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path-257">
            <a:extLst xmlns:a="http://schemas.openxmlformats.org/drawingml/2006/main">
              <a:ext uri="{FF2B5EF4-FFF2-40B4-BE49-F238E27FC236}">
                <a16:creationId xmlns:a16="http://schemas.microsoft.com/office/drawing/2014/main" id="{5E6F1A6D-47D6-48D4-82C7-28FD459A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216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path-258">
            <a:extLst xmlns:a="http://schemas.openxmlformats.org/drawingml/2006/main">
              <a:ext uri="{FF2B5EF4-FFF2-40B4-BE49-F238E27FC236}">
                <a16:creationId xmlns:a16="http://schemas.microsoft.com/office/drawing/2014/main" id="{4E32D4EB-EFCC-4B5F-9715-591B07B9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216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path-259">
            <a:extLst xmlns:a="http://schemas.openxmlformats.org/drawingml/2006/main">
              <a:ext uri="{FF2B5EF4-FFF2-40B4-BE49-F238E27FC236}">
                <a16:creationId xmlns:a16="http://schemas.microsoft.com/office/drawing/2014/main" id="{E37ABCC9-E6A4-4003-853B-F836FBDC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882" y="375466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path-260">
            <a:extLst xmlns:a="http://schemas.openxmlformats.org/drawingml/2006/main">
              <a:ext uri="{FF2B5EF4-FFF2-40B4-BE49-F238E27FC236}">
                <a16:creationId xmlns:a16="http://schemas.microsoft.com/office/drawing/2014/main" id="{7ED62576-018F-4A7B-B1F0-413E934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882" y="4645470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7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7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path-261">
            <a:extLst xmlns:a="http://schemas.openxmlformats.org/drawingml/2006/main">
              <a:ext uri="{FF2B5EF4-FFF2-40B4-BE49-F238E27FC236}">
                <a16:creationId xmlns:a16="http://schemas.microsoft.com/office/drawing/2014/main" id="{B2DD7933-BC47-417D-9983-080E4830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546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path-262">
            <a:extLst xmlns:a="http://schemas.openxmlformats.org/drawingml/2006/main">
              <a:ext uri="{FF2B5EF4-FFF2-40B4-BE49-F238E27FC236}">
                <a16:creationId xmlns:a16="http://schemas.microsoft.com/office/drawing/2014/main" id="{5DA7989E-ABD6-4596-955D-57971312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546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path-263">
            <a:extLst xmlns:a="http://schemas.openxmlformats.org/drawingml/2006/main">
              <a:ext uri="{FF2B5EF4-FFF2-40B4-BE49-F238E27FC236}">
                <a16:creationId xmlns:a16="http://schemas.microsoft.com/office/drawing/2014/main" id="{C436C4C5-2FCD-4080-B983-55D4B015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213" y="375466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path-264">
            <a:extLst xmlns:a="http://schemas.openxmlformats.org/drawingml/2006/main">
              <a:ext uri="{FF2B5EF4-FFF2-40B4-BE49-F238E27FC236}">
                <a16:creationId xmlns:a16="http://schemas.microsoft.com/office/drawing/2014/main" id="{73698CA2-768E-43B0-8807-23725A4E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213" y="4645470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7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7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8C126D1-5082-4EDA-9503-5AD24ED376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9e155fcf14be0"/>
          <a:stretch xmlns:a="http://schemas.openxmlformats.org/drawingml/2006/main"/>
        </p:blipFill>
        <p:spPr>
          <a:xfrm xmlns:a="http://schemas.openxmlformats.org/drawingml/2006/main">
            <a:off x="12048197" y="3813322"/>
            <a:ext cx="1988234" cy="812800"/>
          </a:xfrm>
          <a:prstGeom xmlns:a="http://schemas.openxmlformats.org/drawingml/2006/main" prst="rect">
            <a:avLst/>
          </a:prstGeom>
        </p:spPr>
      </p:pic>
      <p:pic>
        <p:nvPic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811A4D8F-9371-474B-908D-12361EF3C2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54cb87a024f8f"/>
          <a:stretch xmlns:a="http://schemas.openxmlformats.org/drawingml/2006/main"/>
        </p:blipFill>
        <p:spPr>
          <a:xfrm xmlns:a="http://schemas.openxmlformats.org/drawingml/2006/main">
            <a:off x="14042683" y="3663266"/>
            <a:ext cx="1969477" cy="1112911"/>
          </a:xfrm>
          <a:prstGeom xmlns:a="http://schemas.openxmlformats.org/drawingml/2006/main" prst="rect">
            <a:avLst/>
          </a:prstGeom>
        </p:spPr>
      </p:pic>
      <p:pic>
        <p:nvPic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AB466DB5-5345-4DF8-85C4-3D5983D17C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69c1554514ac3"/>
          <a:stretch xmlns:a="http://schemas.openxmlformats.org/drawingml/2006/main"/>
        </p:blipFill>
        <p:spPr>
          <a:xfrm xmlns:a="http://schemas.openxmlformats.org/drawingml/2006/main">
            <a:off x="16012160" y="3813322"/>
            <a:ext cx="1988234" cy="812800"/>
          </a:xfrm>
          <a:prstGeom xmlns:a="http://schemas.openxmlformats.org/drawingml/2006/main" prst="rect">
            <a:avLst/>
          </a:prstGeom>
        </p:spPr>
      </p:pic>
      <p:sp>
        <p:nvSpPr>
          <p:cNvPr id="266" name="path-268">
            <a:extLst xmlns:a="http://schemas.openxmlformats.org/drawingml/2006/main">
              <a:ext uri="{FF2B5EF4-FFF2-40B4-BE49-F238E27FC236}">
                <a16:creationId xmlns:a16="http://schemas.microsoft.com/office/drawing/2014/main" id="{F7C8849B-A1A9-41CC-B543-EAFB59E3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37" y="5718206"/>
            <a:ext cx="7038654" cy="401492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2" y="0"/>
                  <a:pt x="229368" y="0"/>
                </a:cubicBezTo>
                <a:lnTo>
                  <a:pt x="10493586" y="0"/>
                </a:lnTo>
                <a:cubicBezTo>
                  <a:pt x="10620257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7"/>
                  <a:pt x="10620257" y="611648"/>
                  <a:pt x="10493586" y="611648"/>
                </a:cubicBezTo>
                <a:lnTo>
                  <a:pt x="229368" y="611648"/>
                </a:lnTo>
                <a:cubicBezTo>
                  <a:pt x="102692" y="611648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path-269">
            <a:extLst xmlns:a="http://schemas.openxmlformats.org/drawingml/2006/main">
              <a:ext uri="{FF2B5EF4-FFF2-40B4-BE49-F238E27FC236}">
                <a16:creationId xmlns:a16="http://schemas.microsoft.com/office/drawing/2014/main" id="{41EE3BFC-D4EA-4313-9834-5317E975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37" y="5718206"/>
            <a:ext cx="7038654" cy="401492"/>
          </a:xfrm>
          <a:custGeom xmlns:a="http://schemas.openxmlformats.org/drawingml/2006/main">
            <a:pathLst>
              <a:path w="10722950" h="611648">
                <a:moveTo>
                  <a:pt x="0" y="229365"/>
                </a:moveTo>
                <a:cubicBezTo>
                  <a:pt x="0" y="102690"/>
                  <a:pt x="102690" y="0"/>
                  <a:pt x="229365" y="0"/>
                </a:cubicBezTo>
                <a:lnTo>
                  <a:pt x="10493586" y="0"/>
                </a:lnTo>
                <a:cubicBezTo>
                  <a:pt x="10620264" y="0"/>
                  <a:pt x="10722950" y="102690"/>
                  <a:pt x="10722950" y="229365"/>
                </a:cubicBezTo>
                <a:lnTo>
                  <a:pt x="10722950" y="382283"/>
                </a:lnTo>
                <a:cubicBezTo>
                  <a:pt x="10722950" y="508958"/>
                  <a:pt x="10620264" y="611648"/>
                  <a:pt x="10493586" y="611648"/>
                </a:cubicBezTo>
                <a:lnTo>
                  <a:pt x="229365" y="611648"/>
                </a:lnTo>
                <a:cubicBezTo>
                  <a:pt x="102690" y="611648"/>
                  <a:pt x="0" y="508958"/>
                  <a:pt x="0" y="382283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8DCEC"/>
            </a:solidFill>
            <a:prstDash val="solid"/>
          </a:ln>
        </p:spPr>
      </p:sp>
      <p:sp>
        <p:nvSpPr>
          <p:cNvPr id="268" name="path-270">
            <a:extLst xmlns:a="http://schemas.openxmlformats.org/drawingml/2006/main">
              <a:ext uri="{FF2B5EF4-FFF2-40B4-BE49-F238E27FC236}">
                <a16:creationId xmlns:a16="http://schemas.microsoft.com/office/drawing/2014/main" id="{2F629FD5-5389-441C-90B9-C5F1AE87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043" y="5818579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58" y="0"/>
                  <a:pt x="305824" y="68461"/>
                  <a:pt x="305824" y="152912"/>
                </a:cubicBezTo>
                <a:cubicBezTo>
                  <a:pt x="305824" y="237362"/>
                  <a:pt x="237358" y="305824"/>
                  <a:pt x="152912" y="305824"/>
                </a:cubicBezTo>
                <a:cubicBezTo>
                  <a:pt x="68468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text-271 Q">
            <a:extLst xmlns:a="http://schemas.openxmlformats.org/drawingml/2006/main">
              <a:ext uri="{FF2B5EF4-FFF2-40B4-BE49-F238E27FC236}">
                <a16:creationId xmlns:a16="http://schemas.microsoft.com/office/drawing/2014/main" id="{BCB86721-C385-4306-9294-8931958D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9528" y="5833752"/>
            <a:ext cx="132561" cy="17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270" name="text-272 Who are the biological fathers of the horned">
            <a:extLst xmlns:a="http://schemas.openxmlformats.org/drawingml/2006/main">
              <a:ext uri="{FF2B5EF4-FFF2-40B4-BE49-F238E27FC236}">
                <a16:creationId xmlns:a16="http://schemas.microsoft.com/office/drawing/2014/main" id="{779C2AE0-1715-420B-9876-8B0732D7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0069" y="5829114"/>
            <a:ext cx="2815161" cy="184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Who are the biological fathers of the horned</a:t>
            </a:r>
          </a:p>
        </p:txBody>
      </p:sp>
      <p:sp>
        <p:nvSpPr>
          <p:cNvPr id="271" name="text-273 fighter and the dark">
            <a:extLst xmlns:a="http://schemas.openxmlformats.org/drawingml/2006/main">
              <a:ext uri="{FF2B5EF4-FFF2-40B4-BE49-F238E27FC236}">
                <a16:creationId xmlns:a16="http://schemas.microsoft.com/office/drawing/2014/main" id="{E582BCDA-92CC-4936-8B83-F517884B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49332" y="5829045"/>
            <a:ext cx="1296388" cy="18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fighter and the dark</a:t>
            </a:r>
          </a:p>
        </p:txBody>
      </p:sp>
      <p:sp>
        <p:nvSpPr>
          <p:cNvPr id="272" name="text-274 -">
            <a:extLst xmlns:a="http://schemas.openxmlformats.org/drawingml/2006/main">
              <a:ext uri="{FF2B5EF4-FFF2-40B4-BE49-F238E27FC236}">
                <a16:creationId xmlns:a16="http://schemas.microsoft.com/office/drawing/2014/main" id="{35E934A1-508A-44E0-BDA5-7BDF6BE8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20724" y="5827321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73" name="text-275 haired protagonist?">
            <a:extLst xmlns:a="http://schemas.openxmlformats.org/drawingml/2006/main">
              <a:ext uri="{FF2B5EF4-FFF2-40B4-BE49-F238E27FC236}">
                <a16:creationId xmlns:a16="http://schemas.microsoft.com/office/drawing/2014/main" id="{CD7B5B0F-8729-46DE-B734-77B40729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6137" y="5829292"/>
            <a:ext cx="1230403" cy="184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haired protagonist?</a:t>
            </a:r>
          </a:p>
        </p:txBody>
      </p:sp>
      <p:sp>
        <p:nvSpPr>
          <p:cNvPr id="274" name="path-276">
            <a:extLst xmlns:a="http://schemas.openxmlformats.org/drawingml/2006/main">
              <a:ext uri="{FF2B5EF4-FFF2-40B4-BE49-F238E27FC236}">
                <a16:creationId xmlns:a16="http://schemas.microsoft.com/office/drawing/2014/main" id="{E127E07A-CEC5-4752-BB0B-64BB06F3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7308" y="5805900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53" y="0"/>
                  <a:pt x="152912" y="0"/>
                </a:cubicBezTo>
                <a:cubicBezTo>
                  <a:pt x="237357" y="0"/>
                  <a:pt x="305824" y="68461"/>
                  <a:pt x="305824" y="152912"/>
                </a:cubicBezTo>
                <a:cubicBezTo>
                  <a:pt x="305824" y="237363"/>
                  <a:pt x="237357" y="305824"/>
                  <a:pt x="152912" y="305824"/>
                </a:cubicBezTo>
                <a:cubicBezTo>
                  <a:pt x="68453" y="305824"/>
                  <a:pt x="0" y="237363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text-277 A">
            <a:extLst xmlns:a="http://schemas.openxmlformats.org/drawingml/2006/main">
              <a:ext uri="{FF2B5EF4-FFF2-40B4-BE49-F238E27FC236}">
                <a16:creationId xmlns:a16="http://schemas.microsoft.com/office/drawing/2014/main" id="{8715125F-034B-437F-9045-0BB68D3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91676" y="5821701"/>
            <a:ext cx="114367" cy="17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276" name="text-278 Kaido;">
            <a:extLst xmlns:a="http://schemas.openxmlformats.org/drawingml/2006/main">
              <a:ext uri="{FF2B5EF4-FFF2-40B4-BE49-F238E27FC236}">
                <a16:creationId xmlns:a16="http://schemas.microsoft.com/office/drawing/2014/main" id="{8ABEB101-05D0-48F4-9021-69E8831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034487" y="5779864"/>
            <a:ext cx="338823" cy="1585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Kaido;</a:t>
            </a:r>
          </a:p>
        </p:txBody>
      </p:sp>
      <p:sp>
        <p:nvSpPr>
          <p:cNvPr id="277" name="text-279 Monkey ">
            <a:extLst xmlns:a="http://schemas.openxmlformats.org/drawingml/2006/main">
              <a:ext uri="{FF2B5EF4-FFF2-40B4-BE49-F238E27FC236}">
                <a16:creationId xmlns:a16="http://schemas.microsoft.com/office/drawing/2014/main" id="{C100FB56-68D8-46B9-9611-4721B47D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84747" y="5779799"/>
            <a:ext cx="454965" cy="1586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89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Monkey </a:t>
            </a:r>
          </a:p>
        </p:txBody>
      </p:sp>
      <p:sp>
        <p:nvSpPr>
          <p:cNvPr id="278" name="text-280 D. Dragon">
            <a:extLst xmlns:a="http://schemas.openxmlformats.org/drawingml/2006/main">
              <a:ext uri="{FF2B5EF4-FFF2-40B4-BE49-F238E27FC236}">
                <a16:creationId xmlns:a16="http://schemas.microsoft.com/office/drawing/2014/main" id="{BD152956-5AF4-40FB-A50E-74D1791C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68318" y="5914140"/>
            <a:ext cx="537739" cy="1588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893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D. Dragon</a:t>
            </a:r>
          </a:p>
        </p:txBody>
      </p:sp>
      <p:sp>
        <p:nvSpPr>
          <p:cNvPr id="279" name="path-281">
            <a:extLst xmlns:a="http://schemas.openxmlformats.org/drawingml/2006/main">
              <a:ext uri="{FF2B5EF4-FFF2-40B4-BE49-F238E27FC236}">
                <a16:creationId xmlns:a16="http://schemas.microsoft.com/office/drawing/2014/main" id="{47F82845-0570-4E36-BFC8-07B2E8DB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219" y="4140845"/>
            <a:ext cx="163105" cy="163106"/>
          </a:xfrm>
          <a:custGeom xmlns:a="http://schemas.openxmlformats.org/drawingml/2006/main">
            <a:pathLst>
              <a:path w="248480" h="248481">
                <a:moveTo>
                  <a:pt x="0" y="124240"/>
                </a:moveTo>
                <a:cubicBezTo>
                  <a:pt x="0" y="55623"/>
                  <a:pt x="55622" y="0"/>
                  <a:pt x="124240" y="0"/>
                </a:cubicBezTo>
                <a:cubicBezTo>
                  <a:pt x="192859" y="0"/>
                  <a:pt x="248480" y="55623"/>
                  <a:pt x="248480" y="124240"/>
                </a:cubicBezTo>
                <a:cubicBezTo>
                  <a:pt x="248480" y="192856"/>
                  <a:pt x="192859" y="248481"/>
                  <a:pt x="124240" y="248481"/>
                </a:cubicBezTo>
                <a:cubicBezTo>
                  <a:pt x="55622" y="248481"/>
                  <a:pt x="0" y="192856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82">
            <a:extLst xmlns:a="http://schemas.openxmlformats.org/drawingml/2006/main">
              <a:ext uri="{FF2B5EF4-FFF2-40B4-BE49-F238E27FC236}">
                <a16:creationId xmlns:a16="http://schemas.microsoft.com/office/drawing/2014/main" id="{5C7375D1-C938-4C62-A073-6609D8B5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1219" y="4140845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281" name="text-283 1">
            <a:extLst xmlns:a="http://schemas.openxmlformats.org/drawingml/2006/main">
              <a:ext uri="{FF2B5EF4-FFF2-40B4-BE49-F238E27FC236}">
                <a16:creationId xmlns:a16="http://schemas.microsoft.com/office/drawing/2014/main" id="{5BD15B6E-88D1-46B1-921E-BC2B8D9C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72906" y="4159273"/>
            <a:ext cx="57978" cy="128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282" name="path-284">
            <a:extLst xmlns:a="http://schemas.openxmlformats.org/drawingml/2006/main">
              <a:ext uri="{FF2B5EF4-FFF2-40B4-BE49-F238E27FC236}">
                <a16:creationId xmlns:a16="http://schemas.microsoft.com/office/drawing/2014/main" id="{65D845BB-E47D-4490-8BB9-42E2722C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3273" y="4180994"/>
            <a:ext cx="163105" cy="163106"/>
          </a:xfrm>
          <a:custGeom xmlns:a="http://schemas.openxmlformats.org/drawingml/2006/main">
            <a:pathLst>
              <a:path w="248480" h="248482">
                <a:moveTo>
                  <a:pt x="0" y="124240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59" y="0"/>
                  <a:pt x="248480" y="55624"/>
                  <a:pt x="248480" y="124240"/>
                </a:cubicBezTo>
                <a:cubicBezTo>
                  <a:pt x="248480" y="192856"/>
                  <a:pt x="192859" y="248482"/>
                  <a:pt x="124240" y="248482"/>
                </a:cubicBezTo>
                <a:cubicBezTo>
                  <a:pt x="55622" y="248482"/>
                  <a:pt x="0" y="192856"/>
                  <a:pt x="0" y="124240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85">
            <a:extLst xmlns:a="http://schemas.openxmlformats.org/drawingml/2006/main">
              <a:ext uri="{FF2B5EF4-FFF2-40B4-BE49-F238E27FC236}">
                <a16:creationId xmlns:a16="http://schemas.microsoft.com/office/drawing/2014/main" id="{1DE89F12-AD42-4D6F-B464-50B8668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3273" y="4180994"/>
            <a:ext cx="163105" cy="163106"/>
          </a:xfrm>
          <a:custGeom xmlns:a="http://schemas.openxmlformats.org/drawingml/2006/main">
            <a:pathLst>
              <a:path w="248480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7"/>
                  <a:pt x="192859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284" name="text-286 2">
            <a:extLst xmlns:a="http://schemas.openxmlformats.org/drawingml/2006/main">
              <a:ext uri="{FF2B5EF4-FFF2-40B4-BE49-F238E27FC236}">
                <a16:creationId xmlns:a16="http://schemas.microsoft.com/office/drawing/2014/main" id="{A64ADFD0-0BE1-4B5C-993C-B09A6035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18167" y="4199306"/>
            <a:ext cx="72734" cy="12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285" name="path-287">
            <a:extLst xmlns:a="http://schemas.openxmlformats.org/drawingml/2006/main">
              <a:ext uri="{FF2B5EF4-FFF2-40B4-BE49-F238E27FC236}">
                <a16:creationId xmlns:a16="http://schemas.microsoft.com/office/drawing/2014/main" id="{53692C1B-3D1C-4EFE-AF78-A2A668DB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6283976"/>
            <a:ext cx="7226855" cy="2534417"/>
          </a:xfrm>
          <a:custGeom xmlns:a="http://schemas.openxmlformats.org/drawingml/2006/main">
            <a:pathLst>
              <a:path w="11009662" h="3861026">
                <a:moveTo>
                  <a:pt x="0" y="162471"/>
                </a:moveTo>
                <a:cubicBezTo>
                  <a:pt x="0" y="72742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2"/>
                  <a:pt x="11009662" y="162471"/>
                </a:cubicBezTo>
                <a:lnTo>
                  <a:pt x="11009662" y="3698554"/>
                </a:lnTo>
                <a:cubicBezTo>
                  <a:pt x="11009662" y="3788285"/>
                  <a:pt x="10936919" y="3861026"/>
                  <a:pt x="10847190" y="3861026"/>
                </a:cubicBezTo>
                <a:lnTo>
                  <a:pt x="162472" y="3861026"/>
                </a:lnTo>
                <a:cubicBezTo>
                  <a:pt x="72741" y="3861026"/>
                  <a:pt x="0" y="3788285"/>
                  <a:pt x="0" y="3698554"/>
                </a:cubicBezTo>
                <a:lnTo>
                  <a:pt x="0" y="162471"/>
                </a:lnTo>
              </a:path>
            </a:pathLst>
          </a:custGeom>
          <a:solidFill xmlns:a="http://schemas.openxmlformats.org/drawingml/2006/main">
            <a:srgbClr val="EB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88">
            <a:extLst xmlns:a="http://schemas.openxmlformats.org/drawingml/2006/main">
              <a:ext uri="{FF2B5EF4-FFF2-40B4-BE49-F238E27FC236}">
                <a16:creationId xmlns:a16="http://schemas.microsoft.com/office/drawing/2014/main" id="{81423B26-5A21-4BC7-BA12-DA8A0017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63" y="6283976"/>
            <a:ext cx="7226855" cy="2534418"/>
          </a:xfrm>
          <a:custGeom xmlns:a="http://schemas.openxmlformats.org/drawingml/2006/main">
            <a:pathLst>
              <a:path w="11009662" h="3861028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19" y="0"/>
                  <a:pt x="11009662" y="72741"/>
                  <a:pt x="11009662" y="162472"/>
                </a:cubicBezTo>
                <a:lnTo>
                  <a:pt x="11009662" y="3698556"/>
                </a:lnTo>
                <a:cubicBezTo>
                  <a:pt x="11009662" y="3788285"/>
                  <a:pt x="10936919" y="3861028"/>
                  <a:pt x="10847190" y="3861028"/>
                </a:cubicBezTo>
                <a:lnTo>
                  <a:pt x="162472" y="3861028"/>
                </a:lnTo>
                <a:cubicBezTo>
                  <a:pt x="72741" y="3861028"/>
                  <a:pt x="0" y="3788285"/>
                  <a:pt x="0" y="3698556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6DCEC"/>
            </a:solidFill>
            <a:prstDash val="solid"/>
          </a:ln>
        </p:spPr>
      </p:sp>
      <p:sp>
        <p:nvSpPr>
          <p:cNvPr id="287" name="path-289">
            <a:extLst xmlns:a="http://schemas.openxmlformats.org/drawingml/2006/main">
              <a:ext uri="{FF2B5EF4-FFF2-40B4-BE49-F238E27FC236}">
                <a16:creationId xmlns:a16="http://schemas.microsoft.com/office/drawing/2014/main" id="{6145B2BB-E08D-4C6D-9B1C-8EC2AD9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206" y="6359255"/>
            <a:ext cx="5972192" cy="966090"/>
          </a:xfrm>
          <a:custGeom xmlns:a="http://schemas.openxmlformats.org/drawingml/2006/main">
            <a:pathLst>
              <a:path w="9098262" h="1471778">
                <a:moveTo>
                  <a:pt x="0" y="38219"/>
                </a:moveTo>
                <a:cubicBezTo>
                  <a:pt x="0" y="17112"/>
                  <a:pt x="17111" y="0"/>
                  <a:pt x="38218" y="0"/>
                </a:cubicBezTo>
                <a:lnTo>
                  <a:pt x="9060045" y="0"/>
                </a:lnTo>
                <a:cubicBezTo>
                  <a:pt x="9081150" y="0"/>
                  <a:pt x="9098262" y="17112"/>
                  <a:pt x="9098262" y="38219"/>
                </a:cubicBezTo>
                <a:lnTo>
                  <a:pt x="9098262" y="1433561"/>
                </a:lnTo>
                <a:cubicBezTo>
                  <a:pt x="9098262" y="1454668"/>
                  <a:pt x="9081150" y="1471778"/>
                  <a:pt x="9060045" y="1471778"/>
                </a:cubicBezTo>
                <a:lnTo>
                  <a:pt x="38218" y="1471778"/>
                </a:lnTo>
                <a:cubicBezTo>
                  <a:pt x="17111" y="1471778"/>
                  <a:pt x="0" y="1454668"/>
                  <a:pt x="0" y="1433561"/>
                </a:cubicBezTo>
                <a:lnTo>
                  <a:pt x="0" y="38219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90">
            <a:extLst xmlns:a="http://schemas.openxmlformats.org/drawingml/2006/main">
              <a:ext uri="{FF2B5EF4-FFF2-40B4-BE49-F238E27FC236}">
                <a16:creationId xmlns:a16="http://schemas.microsoft.com/office/drawing/2014/main" id="{B34C98C4-AB3C-481E-B048-875DE0BF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1" y="6378075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91">
            <a:extLst xmlns:a="http://schemas.openxmlformats.org/drawingml/2006/main">
              <a:ext uri="{FF2B5EF4-FFF2-40B4-BE49-F238E27FC236}">
                <a16:creationId xmlns:a16="http://schemas.microsoft.com/office/drawing/2014/main" id="{EC9553EC-2DDA-41CB-A083-191457E5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941" y="7268886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92">
            <a:extLst xmlns:a="http://schemas.openxmlformats.org/drawingml/2006/main">
              <a:ext uri="{FF2B5EF4-FFF2-40B4-BE49-F238E27FC236}">
                <a16:creationId xmlns:a16="http://schemas.microsoft.com/office/drawing/2014/main" id="{C2C89FB9-6CF4-40EE-BCB7-78153AEB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06" y="6378075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93">
            <a:extLst xmlns:a="http://schemas.openxmlformats.org/drawingml/2006/main">
              <a:ext uri="{FF2B5EF4-FFF2-40B4-BE49-F238E27FC236}">
                <a16:creationId xmlns:a16="http://schemas.microsoft.com/office/drawing/2014/main" id="{3B566048-09F0-49C3-8563-6C95F5D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606" y="7268886"/>
            <a:ext cx="169379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94">
            <a:extLst xmlns:a="http://schemas.openxmlformats.org/drawingml/2006/main">
              <a:ext uri="{FF2B5EF4-FFF2-40B4-BE49-F238E27FC236}">
                <a16:creationId xmlns:a16="http://schemas.microsoft.com/office/drawing/2014/main" id="{0D5979DB-3E62-41AA-8B02-E3183192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272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95">
            <a:extLst xmlns:a="http://schemas.openxmlformats.org/drawingml/2006/main">
              <a:ext uri="{FF2B5EF4-FFF2-40B4-BE49-F238E27FC236}">
                <a16:creationId xmlns:a16="http://schemas.microsoft.com/office/drawing/2014/main" id="{E9B42AC9-B5C9-42C5-A5A8-8D180C41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272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96">
            <a:extLst xmlns:a="http://schemas.openxmlformats.org/drawingml/2006/main">
              <a:ext uri="{FF2B5EF4-FFF2-40B4-BE49-F238E27FC236}">
                <a16:creationId xmlns:a16="http://schemas.microsoft.com/office/drawing/2014/main" id="{6825D901-D554-4F77-99FD-41E5F2A7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937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97">
            <a:extLst xmlns:a="http://schemas.openxmlformats.org/drawingml/2006/main">
              <a:ext uri="{FF2B5EF4-FFF2-40B4-BE49-F238E27FC236}">
                <a16:creationId xmlns:a16="http://schemas.microsoft.com/office/drawing/2014/main" id="{D4F4D5F5-58E7-4ACC-8BB5-15E4B148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8937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98">
            <a:extLst xmlns:a="http://schemas.openxmlformats.org/drawingml/2006/main">
              <a:ext uri="{FF2B5EF4-FFF2-40B4-BE49-F238E27FC236}">
                <a16:creationId xmlns:a16="http://schemas.microsoft.com/office/drawing/2014/main" id="{89A6CCD8-F6E0-4B5D-A51F-A5B5A9C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603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99">
            <a:extLst xmlns:a="http://schemas.openxmlformats.org/drawingml/2006/main">
              <a:ext uri="{FF2B5EF4-FFF2-40B4-BE49-F238E27FC236}">
                <a16:creationId xmlns:a16="http://schemas.microsoft.com/office/drawing/2014/main" id="{16329D2D-05A3-45FE-BD93-BA98D8F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2603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300">
            <a:extLst xmlns:a="http://schemas.openxmlformats.org/drawingml/2006/main">
              <a:ext uri="{FF2B5EF4-FFF2-40B4-BE49-F238E27FC236}">
                <a16:creationId xmlns:a16="http://schemas.microsoft.com/office/drawing/2014/main" id="{1504F700-BAED-4A18-81F5-3C3EB49B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69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301">
            <a:extLst xmlns:a="http://schemas.openxmlformats.org/drawingml/2006/main">
              <a:ext uri="{FF2B5EF4-FFF2-40B4-BE49-F238E27FC236}">
                <a16:creationId xmlns:a16="http://schemas.microsoft.com/office/drawing/2014/main" id="{21731DF0-5F3D-4E3C-A213-F20D8531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269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302">
            <a:extLst xmlns:a="http://schemas.openxmlformats.org/drawingml/2006/main">
              <a:ext uri="{FF2B5EF4-FFF2-40B4-BE49-F238E27FC236}">
                <a16:creationId xmlns:a16="http://schemas.microsoft.com/office/drawing/2014/main" id="{6272453B-90CF-43F2-BE0F-2FFFBBC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34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303">
            <a:extLst xmlns:a="http://schemas.openxmlformats.org/drawingml/2006/main">
              <a:ext uri="{FF2B5EF4-FFF2-40B4-BE49-F238E27FC236}">
                <a16:creationId xmlns:a16="http://schemas.microsoft.com/office/drawing/2014/main" id="{8B691A2A-E54F-4876-B358-7D575572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34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304">
            <a:extLst xmlns:a="http://schemas.openxmlformats.org/drawingml/2006/main">
              <a:ext uri="{FF2B5EF4-FFF2-40B4-BE49-F238E27FC236}">
                <a16:creationId xmlns:a16="http://schemas.microsoft.com/office/drawing/2014/main" id="{8CDC9C59-DA9B-4016-AB71-B2BAD42D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00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305">
            <a:extLst xmlns:a="http://schemas.openxmlformats.org/drawingml/2006/main">
              <a:ext uri="{FF2B5EF4-FFF2-40B4-BE49-F238E27FC236}">
                <a16:creationId xmlns:a16="http://schemas.microsoft.com/office/drawing/2014/main" id="{FF19E05C-5B53-406C-A841-202A7E9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600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1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1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306">
            <a:extLst xmlns:a="http://schemas.openxmlformats.org/drawingml/2006/main">
              <a:ext uri="{FF2B5EF4-FFF2-40B4-BE49-F238E27FC236}">
                <a16:creationId xmlns:a16="http://schemas.microsoft.com/office/drawing/2014/main" id="{DAC10F77-D4BA-4C32-BC9C-8654E939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265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307">
            <a:extLst xmlns:a="http://schemas.openxmlformats.org/drawingml/2006/main">
              <a:ext uri="{FF2B5EF4-FFF2-40B4-BE49-F238E27FC236}">
                <a16:creationId xmlns:a16="http://schemas.microsoft.com/office/drawing/2014/main" id="{4D1B5DD2-F303-49D7-BAFF-581D30FE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265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1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1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308">
            <a:extLst xmlns:a="http://schemas.openxmlformats.org/drawingml/2006/main">
              <a:ext uri="{FF2B5EF4-FFF2-40B4-BE49-F238E27FC236}">
                <a16:creationId xmlns:a16="http://schemas.microsoft.com/office/drawing/2014/main" id="{995EEF3B-25CB-4838-B4B5-08289209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31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309">
            <a:extLst xmlns:a="http://schemas.openxmlformats.org/drawingml/2006/main">
              <a:ext uri="{FF2B5EF4-FFF2-40B4-BE49-F238E27FC236}">
                <a16:creationId xmlns:a16="http://schemas.microsoft.com/office/drawing/2014/main" id="{8190FB95-6C80-4C07-8F29-F697E1B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931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310">
            <a:extLst xmlns:a="http://schemas.openxmlformats.org/drawingml/2006/main">
              <a:ext uri="{FF2B5EF4-FFF2-40B4-BE49-F238E27FC236}">
                <a16:creationId xmlns:a16="http://schemas.microsoft.com/office/drawing/2014/main" id="{6DD8C55B-CC93-460C-AF18-F9D01C0B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97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311">
            <a:extLst xmlns:a="http://schemas.openxmlformats.org/drawingml/2006/main">
              <a:ext uri="{FF2B5EF4-FFF2-40B4-BE49-F238E27FC236}">
                <a16:creationId xmlns:a16="http://schemas.microsoft.com/office/drawing/2014/main" id="{8FA7A8F9-CDF8-4BED-BE2E-CC2D61B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597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312">
            <a:extLst xmlns:a="http://schemas.openxmlformats.org/drawingml/2006/main">
              <a:ext uri="{FF2B5EF4-FFF2-40B4-BE49-F238E27FC236}">
                <a16:creationId xmlns:a16="http://schemas.microsoft.com/office/drawing/2014/main" id="{7170686C-16D5-47E2-83E5-3EE089CB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262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313">
            <a:extLst xmlns:a="http://schemas.openxmlformats.org/drawingml/2006/main">
              <a:ext uri="{FF2B5EF4-FFF2-40B4-BE49-F238E27FC236}">
                <a16:creationId xmlns:a16="http://schemas.microsoft.com/office/drawing/2014/main" id="{D9E041E6-4D9E-44F4-9206-5154566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8262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59" y="0"/>
                  <a:pt x="19114" y="0"/>
                </a:cubicBezTo>
                <a:lnTo>
                  <a:pt x="238926" y="0"/>
                </a:lnTo>
                <a:cubicBezTo>
                  <a:pt x="249483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3" y="57342"/>
                  <a:pt x="238926" y="57342"/>
                </a:cubicBezTo>
                <a:lnTo>
                  <a:pt x="19114" y="57342"/>
                </a:lnTo>
                <a:cubicBezTo>
                  <a:pt x="8559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314">
            <a:extLst xmlns:a="http://schemas.openxmlformats.org/drawingml/2006/main">
              <a:ext uri="{FF2B5EF4-FFF2-40B4-BE49-F238E27FC236}">
                <a16:creationId xmlns:a16="http://schemas.microsoft.com/office/drawing/2014/main" id="{4A41B215-A551-4B30-A1E1-71E38675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28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315">
            <a:extLst xmlns:a="http://schemas.openxmlformats.org/drawingml/2006/main">
              <a:ext uri="{FF2B5EF4-FFF2-40B4-BE49-F238E27FC236}">
                <a16:creationId xmlns:a16="http://schemas.microsoft.com/office/drawing/2014/main" id="{EBF29593-C28C-435A-99ED-5F5DA072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1928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316">
            <a:extLst xmlns:a="http://schemas.openxmlformats.org/drawingml/2006/main">
              <a:ext uri="{FF2B5EF4-FFF2-40B4-BE49-F238E27FC236}">
                <a16:creationId xmlns:a16="http://schemas.microsoft.com/office/drawing/2014/main" id="{2514C27D-0378-41AB-A13C-3BFD8C9D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593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317">
            <a:extLst xmlns:a="http://schemas.openxmlformats.org/drawingml/2006/main">
              <a:ext uri="{FF2B5EF4-FFF2-40B4-BE49-F238E27FC236}">
                <a16:creationId xmlns:a16="http://schemas.microsoft.com/office/drawing/2014/main" id="{7D46A940-00C1-4F7C-AC7F-BFC3FC70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593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318">
            <a:extLst xmlns:a="http://schemas.openxmlformats.org/drawingml/2006/main">
              <a:ext uri="{FF2B5EF4-FFF2-40B4-BE49-F238E27FC236}">
                <a16:creationId xmlns:a16="http://schemas.microsoft.com/office/drawing/2014/main" id="{BEA11B3A-F712-48FE-8569-7185B464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59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319">
            <a:extLst xmlns:a="http://schemas.openxmlformats.org/drawingml/2006/main">
              <a:ext uri="{FF2B5EF4-FFF2-40B4-BE49-F238E27FC236}">
                <a16:creationId xmlns:a16="http://schemas.microsoft.com/office/drawing/2014/main" id="{4A8C4747-F43E-43FA-8D7E-D37E0131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259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3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3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320">
            <a:extLst xmlns:a="http://schemas.openxmlformats.org/drawingml/2006/main">
              <a:ext uri="{FF2B5EF4-FFF2-40B4-BE49-F238E27FC236}">
                <a16:creationId xmlns:a16="http://schemas.microsoft.com/office/drawing/2014/main" id="{797E5C4F-E523-40C8-9788-AF3CDDEB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25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path-321">
            <a:extLst xmlns:a="http://schemas.openxmlformats.org/drawingml/2006/main">
              <a:ext uri="{FF2B5EF4-FFF2-40B4-BE49-F238E27FC236}">
                <a16:creationId xmlns:a16="http://schemas.microsoft.com/office/drawing/2014/main" id="{E475072E-2417-43D9-9B29-23C866A6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25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path-322">
            <a:extLst xmlns:a="http://schemas.openxmlformats.org/drawingml/2006/main">
              <a:ext uri="{FF2B5EF4-FFF2-40B4-BE49-F238E27FC236}">
                <a16:creationId xmlns:a16="http://schemas.microsoft.com/office/drawing/2014/main" id="{84F8AF74-6AD4-4BD8-9347-1A6608BE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590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323">
            <a:extLst xmlns:a="http://schemas.openxmlformats.org/drawingml/2006/main">
              <a:ext uri="{FF2B5EF4-FFF2-40B4-BE49-F238E27FC236}">
                <a16:creationId xmlns:a16="http://schemas.microsoft.com/office/drawing/2014/main" id="{D5D73AEC-EF5D-43ED-9075-1455AC35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590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324">
            <a:extLst xmlns:a="http://schemas.openxmlformats.org/drawingml/2006/main">
              <a:ext uri="{FF2B5EF4-FFF2-40B4-BE49-F238E27FC236}">
                <a16:creationId xmlns:a16="http://schemas.microsoft.com/office/drawing/2014/main" id="{B799E846-CE50-4C4C-A008-62E4F746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55" y="6378075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325">
            <a:extLst xmlns:a="http://schemas.openxmlformats.org/drawingml/2006/main">
              <a:ext uri="{FF2B5EF4-FFF2-40B4-BE49-F238E27FC236}">
                <a16:creationId xmlns:a16="http://schemas.microsoft.com/office/drawing/2014/main" id="{47E7AFEC-2AD4-486C-AD3C-22BF58F6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255" y="7268886"/>
            <a:ext cx="169380" cy="37640"/>
          </a:xfrm>
          <a:custGeom xmlns:a="http://schemas.openxmlformats.org/drawingml/2006/main">
            <a:pathLst>
              <a:path w="258039" h="57342">
                <a:moveTo>
                  <a:pt x="0" y="19114"/>
                </a:moveTo>
                <a:cubicBezTo>
                  <a:pt x="0" y="8558"/>
                  <a:pt x="8558" y="0"/>
                  <a:pt x="19114" y="0"/>
                </a:cubicBezTo>
                <a:lnTo>
                  <a:pt x="238925" y="0"/>
                </a:lnTo>
                <a:cubicBezTo>
                  <a:pt x="249482" y="0"/>
                  <a:pt x="258039" y="8558"/>
                  <a:pt x="258039" y="19114"/>
                </a:cubicBezTo>
                <a:lnTo>
                  <a:pt x="258039" y="38228"/>
                </a:lnTo>
                <a:cubicBezTo>
                  <a:pt x="258039" y="48783"/>
                  <a:pt x="249482" y="57342"/>
                  <a:pt x="238925" y="57342"/>
                </a:cubicBezTo>
                <a:lnTo>
                  <a:pt x="19114" y="57342"/>
                </a:lnTo>
                <a:cubicBezTo>
                  <a:pt x="855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path-326">
            <a:extLst xmlns:a="http://schemas.openxmlformats.org/drawingml/2006/main">
              <a:ext uri="{FF2B5EF4-FFF2-40B4-BE49-F238E27FC236}">
                <a16:creationId xmlns:a16="http://schemas.microsoft.com/office/drawing/2014/main" id="{343EC03C-AB6D-4FA9-9CEA-AF41B9C0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21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path-327">
            <a:extLst xmlns:a="http://schemas.openxmlformats.org/drawingml/2006/main">
              <a:ext uri="{FF2B5EF4-FFF2-40B4-BE49-F238E27FC236}">
                <a16:creationId xmlns:a16="http://schemas.microsoft.com/office/drawing/2014/main" id="{AAC6F633-A8E4-4488-AF72-CCA76A7B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3921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57" y="0"/>
                  <a:pt x="19114" y="0"/>
                </a:cubicBezTo>
                <a:lnTo>
                  <a:pt x="238924" y="0"/>
                </a:lnTo>
                <a:cubicBezTo>
                  <a:pt x="249482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2" y="57342"/>
                  <a:pt x="238924" y="57342"/>
                </a:cubicBezTo>
                <a:lnTo>
                  <a:pt x="19114" y="57342"/>
                </a:lnTo>
                <a:cubicBezTo>
                  <a:pt x="8557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CCFD6729-28B2-406D-B4C2-E0020D3BC5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ab593e88f4540"/>
          <a:stretch xmlns:a="http://schemas.openxmlformats.org/drawingml/2006/main"/>
        </p:blipFill>
        <p:spPr>
          <a:xfrm xmlns:a="http://schemas.openxmlformats.org/drawingml/2006/main">
            <a:off x="1281723" y="6426786"/>
            <a:ext cx="1475545" cy="831557"/>
          </a:xfrm>
          <a:prstGeom xmlns:a="http://schemas.openxmlformats.org/drawingml/2006/main" prst="rect">
            <a:avLst/>
          </a:prstGeom>
        </p:spPr>
      </p:pic>
      <p:pic>
        <p:nvPic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CD4EF09-C88E-450E-A287-D3CA60C327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274ae32ad4121"/>
          <a:stretch xmlns:a="http://schemas.openxmlformats.org/drawingml/2006/main"/>
        </p:blipFill>
        <p:spPr>
          <a:xfrm xmlns:a="http://schemas.openxmlformats.org/drawingml/2006/main">
            <a:off x="2769772" y="6320497"/>
            <a:ext cx="1469292" cy="1044135"/>
          </a:xfrm>
          <a:prstGeom xmlns:a="http://schemas.openxmlformats.org/drawingml/2006/main" prst="rect">
            <a:avLst/>
          </a:prstGeom>
        </p:spPr>
      </p:pic>
      <p:pic>
        <p:nvPic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BEF6AA7E-30D2-4952-9FEE-A838463A23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a19bb84e64645"/>
          <a:stretch xmlns:a="http://schemas.openxmlformats.org/drawingml/2006/main"/>
        </p:blipFill>
        <p:spPr>
          <a:xfrm xmlns:a="http://schemas.openxmlformats.org/drawingml/2006/main">
            <a:off x="4251569" y="6426786"/>
            <a:ext cx="1475545" cy="831557"/>
          </a:xfrm>
          <a:prstGeom xmlns:a="http://schemas.openxmlformats.org/drawingml/2006/main" prst="rect">
            <a:avLst/>
          </a:prstGeom>
        </p:spPr>
      </p:pic>
      <p:pic>
        <p:nvPic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DEE79E7-16C2-4CEE-B7DF-53D5EF29CD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a739a709b42d0"/>
          <a:stretch xmlns:a="http://schemas.openxmlformats.org/drawingml/2006/main"/>
        </p:blipFill>
        <p:spPr>
          <a:xfrm xmlns:a="http://schemas.openxmlformats.org/drawingml/2006/main">
            <a:off x="5739618" y="6320497"/>
            <a:ext cx="1475545" cy="1044135"/>
          </a:xfrm>
          <a:prstGeom xmlns:a="http://schemas.openxmlformats.org/drawingml/2006/main" prst="rect">
            <a:avLst/>
          </a:prstGeom>
        </p:spPr>
      </p:pic>
      <p:sp>
        <p:nvSpPr>
          <p:cNvPr id="330" name="path-332">
            <a:extLst xmlns:a="http://schemas.openxmlformats.org/drawingml/2006/main">
              <a:ext uri="{FF2B5EF4-FFF2-40B4-BE49-F238E27FC236}">
                <a16:creationId xmlns:a16="http://schemas.microsoft.com/office/drawing/2014/main" id="{95D9F859-3AD1-48E6-B949-B9616EC9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3" y="8341622"/>
            <a:ext cx="7038655" cy="401492"/>
          </a:xfrm>
          <a:custGeom xmlns:a="http://schemas.openxmlformats.org/drawingml/2006/main">
            <a:pathLst>
              <a:path w="10722951" h="611649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1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7"/>
                  <a:pt x="10620261" y="611649"/>
                  <a:pt x="10493587" y="611649"/>
                </a:cubicBezTo>
                <a:lnTo>
                  <a:pt x="229364" y="611649"/>
                </a:lnTo>
                <a:cubicBezTo>
                  <a:pt x="102689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path-333">
            <a:extLst xmlns:a="http://schemas.openxmlformats.org/drawingml/2006/main">
              <a:ext uri="{FF2B5EF4-FFF2-40B4-BE49-F238E27FC236}">
                <a16:creationId xmlns:a16="http://schemas.microsoft.com/office/drawing/2014/main" id="{2350F23A-2EA9-44A2-B386-9188A517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43" y="8341622"/>
            <a:ext cx="7038655" cy="401492"/>
          </a:xfrm>
          <a:custGeom xmlns:a="http://schemas.openxmlformats.org/drawingml/2006/main">
            <a:pathLst>
              <a:path w="10722951" h="611649">
                <a:moveTo>
                  <a:pt x="0" y="229365"/>
                </a:moveTo>
                <a:cubicBezTo>
                  <a:pt x="0" y="102690"/>
                  <a:pt x="102689" y="0"/>
                  <a:pt x="229364" y="0"/>
                </a:cubicBezTo>
                <a:lnTo>
                  <a:pt x="10493587" y="0"/>
                </a:lnTo>
                <a:cubicBezTo>
                  <a:pt x="10620262" y="0"/>
                  <a:pt x="10722951" y="102690"/>
                  <a:pt x="10722951" y="229365"/>
                </a:cubicBezTo>
                <a:lnTo>
                  <a:pt x="10722951" y="382282"/>
                </a:lnTo>
                <a:cubicBezTo>
                  <a:pt x="10722951" y="508957"/>
                  <a:pt x="10620262" y="611649"/>
                  <a:pt x="10493587" y="611649"/>
                </a:cubicBezTo>
                <a:lnTo>
                  <a:pt x="229364" y="611649"/>
                </a:lnTo>
                <a:cubicBezTo>
                  <a:pt x="102689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8DCEC"/>
            </a:solidFill>
            <a:prstDash val="solid"/>
          </a:ln>
        </p:spPr>
      </p:sp>
      <p:sp>
        <p:nvSpPr>
          <p:cNvPr id="332" name="path-334">
            <a:extLst xmlns:a="http://schemas.openxmlformats.org/drawingml/2006/main">
              <a:ext uri="{FF2B5EF4-FFF2-40B4-BE49-F238E27FC236}">
                <a16:creationId xmlns:a16="http://schemas.microsoft.com/office/drawing/2014/main" id="{84CB7761-6AB5-4BEA-A4F7-C65D31FE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49" y="8441995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1" y="0"/>
                  <a:pt x="152912" y="0"/>
                </a:cubicBezTo>
                <a:cubicBezTo>
                  <a:pt x="237363" y="0"/>
                  <a:pt x="305824" y="68461"/>
                  <a:pt x="305824" y="152912"/>
                </a:cubicBezTo>
                <a:cubicBezTo>
                  <a:pt x="305824" y="237362"/>
                  <a:pt x="237363" y="305824"/>
                  <a:pt x="152912" y="305824"/>
                </a:cubicBezTo>
                <a:cubicBezTo>
                  <a:pt x="68461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text-335 Q">
            <a:extLst xmlns:a="http://schemas.openxmlformats.org/drawingml/2006/main">
              <a:ext uri="{FF2B5EF4-FFF2-40B4-BE49-F238E27FC236}">
                <a16:creationId xmlns:a16="http://schemas.microsoft.com/office/drawing/2014/main" id="{FA7DF5FC-49EB-4509-A6F6-7F1B227E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231" y="8457502"/>
            <a:ext cx="132561" cy="17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334" name="text-336 What is the height difference between this">
            <a:extLst xmlns:a="http://schemas.openxmlformats.org/drawingml/2006/main">
              <a:ext uri="{FF2B5EF4-FFF2-40B4-BE49-F238E27FC236}">
                <a16:creationId xmlns:a16="http://schemas.microsoft.com/office/drawing/2014/main" id="{64388C45-F6E0-49EE-8E2B-7217463B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776" y="8451013"/>
            <a:ext cx="2730098" cy="184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What is the height difference between this</a:t>
            </a:r>
          </a:p>
        </p:txBody>
      </p:sp>
      <p:sp>
        <p:nvSpPr>
          <p:cNvPr id="335" name="text-337 Pokémon’s final and base evolution stages?">
            <a:extLst xmlns:a="http://schemas.openxmlformats.org/drawingml/2006/main">
              <a:ext uri="{FF2B5EF4-FFF2-40B4-BE49-F238E27FC236}">
                <a16:creationId xmlns:a16="http://schemas.microsoft.com/office/drawing/2014/main" id="{CCD4576C-92BC-429D-9D4A-B9955BA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7304" y="8451019"/>
            <a:ext cx="2621334" cy="184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Pokémon’s final and base evolution stages?</a:t>
            </a:r>
          </a:p>
        </p:txBody>
      </p:sp>
      <p:sp>
        <p:nvSpPr>
          <p:cNvPr id="336" name="path-338">
            <a:extLst xmlns:a="http://schemas.openxmlformats.org/drawingml/2006/main">
              <a:ext uri="{FF2B5EF4-FFF2-40B4-BE49-F238E27FC236}">
                <a16:creationId xmlns:a16="http://schemas.microsoft.com/office/drawing/2014/main" id="{B2DAAB63-69BD-44C2-BBCA-9E968C8A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216" y="8440441"/>
            <a:ext cx="200746" cy="200745"/>
          </a:xfrm>
          <a:custGeom xmlns:a="http://schemas.openxmlformats.org/drawingml/2006/main">
            <a:pathLst>
              <a:path w="305823" h="305823">
                <a:moveTo>
                  <a:pt x="0" y="152912"/>
                </a:moveTo>
                <a:cubicBezTo>
                  <a:pt x="0" y="68461"/>
                  <a:pt x="68460" y="0"/>
                  <a:pt x="152911" y="0"/>
                </a:cubicBezTo>
                <a:cubicBezTo>
                  <a:pt x="237362" y="0"/>
                  <a:pt x="305823" y="68461"/>
                  <a:pt x="305823" y="152912"/>
                </a:cubicBezTo>
                <a:cubicBezTo>
                  <a:pt x="305823" y="237362"/>
                  <a:pt x="237362" y="305823"/>
                  <a:pt x="152911" y="305823"/>
                </a:cubicBezTo>
                <a:cubicBezTo>
                  <a:pt x="68460" y="305823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text-339 A">
            <a:extLst xmlns:a="http://schemas.openxmlformats.org/drawingml/2006/main">
              <a:ext uri="{FF2B5EF4-FFF2-40B4-BE49-F238E27FC236}">
                <a16:creationId xmlns:a16="http://schemas.microsoft.com/office/drawing/2014/main" id="{25934790-DAC7-4D85-B168-29DE75E0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0584" y="8455486"/>
            <a:ext cx="114367" cy="175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338" name="text-340 1.6 m">
            <a:extLst xmlns:a="http://schemas.openxmlformats.org/drawingml/2006/main">
              <a:ext uri="{FF2B5EF4-FFF2-40B4-BE49-F238E27FC236}">
                <a16:creationId xmlns:a16="http://schemas.microsoft.com/office/drawing/2014/main" id="{3C3186C5-8262-477F-837E-4D2CD2FB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1441" y="8455150"/>
            <a:ext cx="358326" cy="195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100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1.6 m</a:t>
            </a:r>
          </a:p>
        </p:txBody>
      </p:sp>
      <p:sp>
        <p:nvSpPr>
          <p:cNvPr id="339" name="path-341">
            <a:extLst xmlns:a="http://schemas.openxmlformats.org/drawingml/2006/main">
              <a:ext uri="{FF2B5EF4-FFF2-40B4-BE49-F238E27FC236}">
                <a16:creationId xmlns:a16="http://schemas.microsoft.com/office/drawing/2014/main" id="{D8FC4EB5-74F0-417C-A4AA-7715069C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157" y="6712670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5"/>
                  <a:pt x="55625" y="0"/>
                  <a:pt x="124241" y="0"/>
                </a:cubicBezTo>
                <a:cubicBezTo>
                  <a:pt x="192857" y="0"/>
                  <a:pt x="248482" y="55625"/>
                  <a:pt x="248482" y="124240"/>
                </a:cubicBezTo>
                <a:cubicBezTo>
                  <a:pt x="248482" y="192857"/>
                  <a:pt x="192857" y="248481"/>
                  <a:pt x="124241" y="248481"/>
                </a:cubicBezTo>
                <a:cubicBezTo>
                  <a:pt x="55625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342">
            <a:extLst xmlns:a="http://schemas.openxmlformats.org/drawingml/2006/main">
              <a:ext uri="{FF2B5EF4-FFF2-40B4-BE49-F238E27FC236}">
                <a16:creationId xmlns:a16="http://schemas.microsoft.com/office/drawing/2014/main" id="{28F58B7E-FB53-4BBB-9B89-874DF905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157" y="6712670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341" name="text-343 1">
            <a:extLst xmlns:a="http://schemas.openxmlformats.org/drawingml/2006/main">
              <a:ext uri="{FF2B5EF4-FFF2-40B4-BE49-F238E27FC236}">
                <a16:creationId xmlns:a16="http://schemas.microsoft.com/office/drawing/2014/main" id="{22AC9A0A-F795-46FD-A249-799F0DFE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5845" y="6730828"/>
            <a:ext cx="57979" cy="128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342" name="path-344">
            <a:extLst xmlns:a="http://schemas.openxmlformats.org/drawingml/2006/main">
              <a:ext uri="{FF2B5EF4-FFF2-40B4-BE49-F238E27FC236}">
                <a16:creationId xmlns:a16="http://schemas.microsoft.com/office/drawing/2014/main" id="{590E63CC-3F84-4DD0-99F1-68F789A1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459" y="6632727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6"/>
                  <a:pt x="55624" y="0"/>
                  <a:pt x="124241" y="0"/>
                </a:cubicBezTo>
                <a:cubicBezTo>
                  <a:pt x="192857" y="0"/>
                  <a:pt x="248482" y="55626"/>
                  <a:pt x="248482" y="124241"/>
                </a:cubicBezTo>
                <a:cubicBezTo>
                  <a:pt x="248482" y="192858"/>
                  <a:pt x="192857" y="248482"/>
                  <a:pt x="124241" y="248482"/>
                </a:cubicBezTo>
                <a:cubicBezTo>
                  <a:pt x="55624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path-345">
            <a:extLst xmlns:a="http://schemas.openxmlformats.org/drawingml/2006/main">
              <a:ext uri="{FF2B5EF4-FFF2-40B4-BE49-F238E27FC236}">
                <a16:creationId xmlns:a16="http://schemas.microsoft.com/office/drawing/2014/main" id="{FC7CA8A8-B14A-42E1-94F9-0E0A2D8B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459" y="6632727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1" y="248482"/>
                </a:cubicBezTo>
                <a:cubicBezTo>
                  <a:pt x="55624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344" name="text-346 2">
            <a:extLst xmlns:a="http://schemas.openxmlformats.org/drawingml/2006/main">
              <a:ext uri="{FF2B5EF4-FFF2-40B4-BE49-F238E27FC236}">
                <a16:creationId xmlns:a16="http://schemas.microsoft.com/office/drawing/2014/main" id="{DA81E069-FFDA-4D22-A882-9098FFFE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5351" y="6652420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345" name="path-347">
            <a:extLst xmlns:a="http://schemas.openxmlformats.org/drawingml/2006/main">
              <a:ext uri="{FF2B5EF4-FFF2-40B4-BE49-F238E27FC236}">
                <a16:creationId xmlns:a16="http://schemas.microsoft.com/office/drawing/2014/main" id="{F693416F-D592-41E2-87CF-106C9A0F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7" y="6283976"/>
            <a:ext cx="7226855" cy="2534417"/>
          </a:xfrm>
          <a:custGeom xmlns:a="http://schemas.openxmlformats.org/drawingml/2006/main">
            <a:pathLst>
              <a:path w="11009662" h="3861026">
                <a:moveTo>
                  <a:pt x="0" y="162471"/>
                </a:moveTo>
                <a:cubicBezTo>
                  <a:pt x="0" y="72742"/>
                  <a:pt x="72748" y="0"/>
                  <a:pt x="162468" y="0"/>
                </a:cubicBezTo>
                <a:lnTo>
                  <a:pt x="10847194" y="0"/>
                </a:lnTo>
                <a:cubicBezTo>
                  <a:pt x="10936927" y="0"/>
                  <a:pt x="11009662" y="72742"/>
                  <a:pt x="11009662" y="162471"/>
                </a:cubicBezTo>
                <a:lnTo>
                  <a:pt x="11009662" y="3698554"/>
                </a:lnTo>
                <a:cubicBezTo>
                  <a:pt x="11009662" y="3788285"/>
                  <a:pt x="10936927" y="3861026"/>
                  <a:pt x="10847194" y="3861026"/>
                </a:cubicBezTo>
                <a:lnTo>
                  <a:pt x="162468" y="3861026"/>
                </a:lnTo>
                <a:cubicBezTo>
                  <a:pt x="72748" y="3861026"/>
                  <a:pt x="0" y="3788285"/>
                  <a:pt x="0" y="3698554"/>
                </a:cubicBezTo>
                <a:lnTo>
                  <a:pt x="0" y="162471"/>
                </a:lnTo>
              </a:path>
            </a:pathLst>
          </a:custGeom>
          <a:solidFill xmlns:a="http://schemas.openxmlformats.org/drawingml/2006/main">
            <a:srgbClr val="EE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path-348">
            <a:extLst xmlns:a="http://schemas.openxmlformats.org/drawingml/2006/main">
              <a:ext uri="{FF2B5EF4-FFF2-40B4-BE49-F238E27FC236}">
                <a16:creationId xmlns:a16="http://schemas.microsoft.com/office/drawing/2014/main" id="{4362251A-6725-497C-BFAF-B50B30D8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9757" y="6283976"/>
            <a:ext cx="7226855" cy="2534418"/>
          </a:xfrm>
          <a:custGeom xmlns:a="http://schemas.openxmlformats.org/drawingml/2006/main">
            <a:pathLst>
              <a:path w="11009662" h="3861028">
                <a:moveTo>
                  <a:pt x="0" y="162472"/>
                </a:moveTo>
                <a:cubicBezTo>
                  <a:pt x="0" y="72741"/>
                  <a:pt x="72741" y="0"/>
                  <a:pt x="162472" y="0"/>
                </a:cubicBezTo>
                <a:lnTo>
                  <a:pt x="10847190" y="0"/>
                </a:lnTo>
                <a:cubicBezTo>
                  <a:pt x="10936920" y="0"/>
                  <a:pt x="11009662" y="72741"/>
                  <a:pt x="11009662" y="162472"/>
                </a:cubicBezTo>
                <a:lnTo>
                  <a:pt x="11009662" y="3698556"/>
                </a:lnTo>
                <a:cubicBezTo>
                  <a:pt x="11009662" y="3788285"/>
                  <a:pt x="10936920" y="3861028"/>
                  <a:pt x="10847190" y="3861028"/>
                </a:cubicBezTo>
                <a:lnTo>
                  <a:pt x="162472" y="3861028"/>
                </a:lnTo>
                <a:cubicBezTo>
                  <a:pt x="72741" y="3861028"/>
                  <a:pt x="0" y="3788285"/>
                  <a:pt x="0" y="3698556"/>
                </a:cubicBezTo>
                <a:lnTo>
                  <a:pt x="0" y="162472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6DCEC"/>
            </a:solidFill>
            <a:prstDash val="solid"/>
          </a:ln>
        </p:spPr>
      </p:sp>
      <p:sp>
        <p:nvSpPr>
          <p:cNvPr id="347" name="path-349">
            <a:extLst xmlns:a="http://schemas.openxmlformats.org/drawingml/2006/main">
              <a:ext uri="{FF2B5EF4-FFF2-40B4-BE49-F238E27FC236}">
                <a16:creationId xmlns:a16="http://schemas.microsoft.com/office/drawing/2014/main" id="{E4639B26-0B77-4411-AF97-4477B02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1499" y="6359255"/>
            <a:ext cx="5972192" cy="966090"/>
          </a:xfrm>
          <a:custGeom xmlns:a="http://schemas.openxmlformats.org/drawingml/2006/main">
            <a:pathLst>
              <a:path w="9098262" h="1471778">
                <a:moveTo>
                  <a:pt x="0" y="38219"/>
                </a:moveTo>
                <a:cubicBezTo>
                  <a:pt x="0" y="17112"/>
                  <a:pt x="17114" y="0"/>
                  <a:pt x="38217" y="0"/>
                </a:cubicBezTo>
                <a:lnTo>
                  <a:pt x="9060048" y="0"/>
                </a:lnTo>
                <a:cubicBezTo>
                  <a:pt x="9081152" y="0"/>
                  <a:pt x="9098262" y="17112"/>
                  <a:pt x="9098262" y="38219"/>
                </a:cubicBezTo>
                <a:lnTo>
                  <a:pt x="9098262" y="1433561"/>
                </a:lnTo>
                <a:cubicBezTo>
                  <a:pt x="9098262" y="1454668"/>
                  <a:pt x="9081152" y="1471778"/>
                  <a:pt x="9060048" y="1471778"/>
                </a:cubicBezTo>
                <a:lnTo>
                  <a:pt x="38217" y="1471778"/>
                </a:lnTo>
                <a:cubicBezTo>
                  <a:pt x="17114" y="1471778"/>
                  <a:pt x="0" y="1454668"/>
                  <a:pt x="0" y="1433561"/>
                </a:cubicBezTo>
                <a:lnTo>
                  <a:pt x="0" y="38219"/>
                </a:lnTo>
              </a:path>
            </a:pathLst>
          </a:custGeom>
          <a:solidFill xmlns:a="http://schemas.openxmlformats.org/drawingml/2006/main">
            <a:srgbClr val="2022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path-350">
            <a:extLst xmlns:a="http://schemas.openxmlformats.org/drawingml/2006/main">
              <a:ext uri="{FF2B5EF4-FFF2-40B4-BE49-F238E27FC236}">
                <a16:creationId xmlns:a16="http://schemas.microsoft.com/office/drawing/2014/main" id="{5293AAF5-F4CD-4050-BA12-009B075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232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51">
            <a:extLst xmlns:a="http://schemas.openxmlformats.org/drawingml/2006/main">
              <a:ext uri="{FF2B5EF4-FFF2-40B4-BE49-F238E27FC236}">
                <a16:creationId xmlns:a16="http://schemas.microsoft.com/office/drawing/2014/main" id="{FB84276A-94F5-410C-BFED-4363F4AF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4232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path-352">
            <a:extLst xmlns:a="http://schemas.openxmlformats.org/drawingml/2006/main">
              <a:ext uri="{FF2B5EF4-FFF2-40B4-BE49-F238E27FC236}">
                <a16:creationId xmlns:a16="http://schemas.microsoft.com/office/drawing/2014/main" id="{D67501F3-5404-46D1-9665-AD3BB0BC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898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path-353">
            <a:extLst xmlns:a="http://schemas.openxmlformats.org/drawingml/2006/main">
              <a:ext uri="{FF2B5EF4-FFF2-40B4-BE49-F238E27FC236}">
                <a16:creationId xmlns:a16="http://schemas.microsoft.com/office/drawing/2014/main" id="{D0E873AA-50E6-4809-8AC2-4E9A4DA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7898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path-354">
            <a:extLst xmlns:a="http://schemas.openxmlformats.org/drawingml/2006/main">
              <a:ext uri="{FF2B5EF4-FFF2-40B4-BE49-F238E27FC236}">
                <a16:creationId xmlns:a16="http://schemas.microsoft.com/office/drawing/2014/main" id="{EEA50188-B9F1-4DD8-A284-CC51418A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564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55">
            <a:extLst xmlns:a="http://schemas.openxmlformats.org/drawingml/2006/main">
              <a:ext uri="{FF2B5EF4-FFF2-40B4-BE49-F238E27FC236}">
                <a16:creationId xmlns:a16="http://schemas.microsoft.com/office/drawing/2014/main" id="{801ED4D4-49D9-43EE-985C-5FE16D5E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1564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path-356">
            <a:extLst xmlns:a="http://schemas.openxmlformats.org/drawingml/2006/main">
              <a:ext uri="{FF2B5EF4-FFF2-40B4-BE49-F238E27FC236}">
                <a16:creationId xmlns:a16="http://schemas.microsoft.com/office/drawing/2014/main" id="{439BCB59-01A7-496C-BE0B-71861B7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path-357">
            <a:extLst xmlns:a="http://schemas.openxmlformats.org/drawingml/2006/main">
              <a:ext uri="{FF2B5EF4-FFF2-40B4-BE49-F238E27FC236}">
                <a16:creationId xmlns:a16="http://schemas.microsoft.com/office/drawing/2014/main" id="{E2630C1A-545D-419C-B615-9ACE4A1E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58">
            <a:extLst xmlns:a="http://schemas.openxmlformats.org/drawingml/2006/main">
              <a:ext uri="{FF2B5EF4-FFF2-40B4-BE49-F238E27FC236}">
                <a16:creationId xmlns:a16="http://schemas.microsoft.com/office/drawing/2014/main" id="{BE319E74-C76D-43FE-A434-50794AAB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95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59">
            <a:extLst xmlns:a="http://schemas.openxmlformats.org/drawingml/2006/main">
              <a:ext uri="{FF2B5EF4-FFF2-40B4-BE49-F238E27FC236}">
                <a16:creationId xmlns:a16="http://schemas.microsoft.com/office/drawing/2014/main" id="{123AA9FE-5B25-481F-AD71-1CA6645F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895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path-360">
            <a:extLst xmlns:a="http://schemas.openxmlformats.org/drawingml/2006/main">
              <a:ext uri="{FF2B5EF4-FFF2-40B4-BE49-F238E27FC236}">
                <a16:creationId xmlns:a16="http://schemas.microsoft.com/office/drawing/2014/main" id="{98733850-0AAE-4C3C-BECC-43AEFEC3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61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path-361">
            <a:extLst xmlns:a="http://schemas.openxmlformats.org/drawingml/2006/main">
              <a:ext uri="{FF2B5EF4-FFF2-40B4-BE49-F238E27FC236}">
                <a16:creationId xmlns:a16="http://schemas.microsoft.com/office/drawing/2014/main" id="{E03B2FD2-C960-4CFC-94C5-27D23B3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2561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path-362">
            <a:extLst xmlns:a="http://schemas.openxmlformats.org/drawingml/2006/main">
              <a:ext uri="{FF2B5EF4-FFF2-40B4-BE49-F238E27FC236}">
                <a16:creationId xmlns:a16="http://schemas.microsoft.com/office/drawing/2014/main" id="{DFEDD01C-84C9-4716-B962-DEFE1FE8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26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63">
            <a:extLst xmlns:a="http://schemas.openxmlformats.org/drawingml/2006/main">
              <a:ext uri="{FF2B5EF4-FFF2-40B4-BE49-F238E27FC236}">
                <a16:creationId xmlns:a16="http://schemas.microsoft.com/office/drawing/2014/main" id="{D5504BFA-A8C1-47E8-B1BE-3661D11B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6226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64">
            <a:extLst xmlns:a="http://schemas.openxmlformats.org/drawingml/2006/main">
              <a:ext uri="{FF2B5EF4-FFF2-40B4-BE49-F238E27FC236}">
                <a16:creationId xmlns:a16="http://schemas.microsoft.com/office/drawing/2014/main" id="{E69BC36A-4B16-42D5-BD75-1B7DB124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65">
            <a:extLst xmlns:a="http://schemas.openxmlformats.org/drawingml/2006/main">
              <a:ext uri="{FF2B5EF4-FFF2-40B4-BE49-F238E27FC236}">
                <a16:creationId xmlns:a16="http://schemas.microsoft.com/office/drawing/2014/main" id="{A25FB8E3-B661-4157-840C-FADE9303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66">
            <a:extLst xmlns:a="http://schemas.openxmlformats.org/drawingml/2006/main">
              <a:ext uri="{FF2B5EF4-FFF2-40B4-BE49-F238E27FC236}">
                <a16:creationId xmlns:a16="http://schemas.microsoft.com/office/drawing/2014/main" id="{230511F7-FFD9-475F-87FB-8D6043F5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556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67">
            <a:extLst xmlns:a="http://schemas.openxmlformats.org/drawingml/2006/main">
              <a:ext uri="{FF2B5EF4-FFF2-40B4-BE49-F238E27FC236}">
                <a16:creationId xmlns:a16="http://schemas.microsoft.com/office/drawing/2014/main" id="{A33BA538-B9B4-4257-B9AE-883B0A2A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556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68">
            <a:extLst xmlns:a="http://schemas.openxmlformats.org/drawingml/2006/main">
              <a:ext uri="{FF2B5EF4-FFF2-40B4-BE49-F238E27FC236}">
                <a16:creationId xmlns:a16="http://schemas.microsoft.com/office/drawing/2014/main" id="{258EB9F8-0990-4E5F-B83D-A0E46352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22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69">
            <a:extLst xmlns:a="http://schemas.openxmlformats.org/drawingml/2006/main">
              <a:ext uri="{FF2B5EF4-FFF2-40B4-BE49-F238E27FC236}">
                <a16:creationId xmlns:a16="http://schemas.microsoft.com/office/drawing/2014/main" id="{EDD8A965-7E50-42AE-A459-A775CD26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7222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70">
            <a:extLst xmlns:a="http://schemas.openxmlformats.org/drawingml/2006/main">
              <a:ext uri="{FF2B5EF4-FFF2-40B4-BE49-F238E27FC236}">
                <a16:creationId xmlns:a16="http://schemas.microsoft.com/office/drawing/2014/main" id="{924B3D7D-01F0-402F-984D-FA415AA9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888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71">
            <a:extLst xmlns:a="http://schemas.openxmlformats.org/drawingml/2006/main">
              <a:ext uri="{FF2B5EF4-FFF2-40B4-BE49-F238E27FC236}">
                <a16:creationId xmlns:a16="http://schemas.microsoft.com/office/drawing/2014/main" id="{82EADC6A-51AC-4447-8F0A-C40D0D44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888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72">
            <a:extLst xmlns:a="http://schemas.openxmlformats.org/drawingml/2006/main">
              <a:ext uri="{FF2B5EF4-FFF2-40B4-BE49-F238E27FC236}">
                <a16:creationId xmlns:a16="http://schemas.microsoft.com/office/drawing/2014/main" id="{0B95F66B-78FB-44B6-A986-ACDFB2F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53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73">
            <a:extLst xmlns:a="http://schemas.openxmlformats.org/drawingml/2006/main">
              <a:ext uri="{FF2B5EF4-FFF2-40B4-BE49-F238E27FC236}">
                <a16:creationId xmlns:a16="http://schemas.microsoft.com/office/drawing/2014/main" id="{AAFFCE50-FE1A-4951-A45A-26FA3049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4553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74">
            <a:extLst xmlns:a="http://schemas.openxmlformats.org/drawingml/2006/main">
              <a:ext uri="{FF2B5EF4-FFF2-40B4-BE49-F238E27FC236}">
                <a16:creationId xmlns:a16="http://schemas.microsoft.com/office/drawing/2014/main" id="{01410529-3E9A-4756-917E-9B02B498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19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75">
            <a:extLst xmlns:a="http://schemas.openxmlformats.org/drawingml/2006/main">
              <a:ext uri="{FF2B5EF4-FFF2-40B4-BE49-F238E27FC236}">
                <a16:creationId xmlns:a16="http://schemas.microsoft.com/office/drawing/2014/main" id="{09E97720-9FC0-4F29-B0A1-6332B67B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68219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76">
            <a:extLst xmlns:a="http://schemas.openxmlformats.org/drawingml/2006/main">
              <a:ext uri="{FF2B5EF4-FFF2-40B4-BE49-F238E27FC236}">
                <a16:creationId xmlns:a16="http://schemas.microsoft.com/office/drawing/2014/main" id="{007FC7B0-C240-46B0-B6F6-20E56B2E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885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77">
            <a:extLst xmlns:a="http://schemas.openxmlformats.org/drawingml/2006/main">
              <a:ext uri="{FF2B5EF4-FFF2-40B4-BE49-F238E27FC236}">
                <a16:creationId xmlns:a16="http://schemas.microsoft.com/office/drawing/2014/main" id="{64B2F1EF-38DA-4299-B3BA-BC4E684F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1885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7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7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78">
            <a:extLst xmlns:a="http://schemas.openxmlformats.org/drawingml/2006/main">
              <a:ext uri="{FF2B5EF4-FFF2-40B4-BE49-F238E27FC236}">
                <a16:creationId xmlns:a16="http://schemas.microsoft.com/office/drawing/2014/main" id="{0AC505E1-7250-4C48-BBAC-106A8ACA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550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79">
            <a:extLst xmlns:a="http://schemas.openxmlformats.org/drawingml/2006/main">
              <a:ext uri="{FF2B5EF4-FFF2-40B4-BE49-F238E27FC236}">
                <a16:creationId xmlns:a16="http://schemas.microsoft.com/office/drawing/2014/main" id="{09FFD879-7B89-438C-A4E7-FD0CC20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5550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6" y="0"/>
                </a:lnTo>
                <a:cubicBezTo>
                  <a:pt x="249489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9" y="57342"/>
                  <a:pt x="238926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path-380">
            <a:extLst xmlns:a="http://schemas.openxmlformats.org/drawingml/2006/main">
              <a:ext uri="{FF2B5EF4-FFF2-40B4-BE49-F238E27FC236}">
                <a16:creationId xmlns:a16="http://schemas.microsoft.com/office/drawing/2014/main" id="{F018B38A-8AB2-4980-A842-D64B97E4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216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path-381">
            <a:extLst xmlns:a="http://schemas.openxmlformats.org/drawingml/2006/main">
              <a:ext uri="{FF2B5EF4-FFF2-40B4-BE49-F238E27FC236}">
                <a16:creationId xmlns:a16="http://schemas.microsoft.com/office/drawing/2014/main" id="{4A4AF058-012B-435A-B381-60E5BE10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9216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2" y="0"/>
                  <a:pt x="19114" y="0"/>
                </a:cubicBezTo>
                <a:lnTo>
                  <a:pt x="238924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4" y="57342"/>
                </a:cubicBezTo>
                <a:lnTo>
                  <a:pt x="19114" y="57342"/>
                </a:lnTo>
                <a:cubicBezTo>
                  <a:pt x="8562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path-382">
            <a:extLst xmlns:a="http://schemas.openxmlformats.org/drawingml/2006/main">
              <a:ext uri="{FF2B5EF4-FFF2-40B4-BE49-F238E27FC236}">
                <a16:creationId xmlns:a16="http://schemas.microsoft.com/office/drawing/2014/main" id="{DDAA4AC1-342A-41CD-A1EB-C8EBE407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882" y="6378075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path-383">
            <a:extLst xmlns:a="http://schemas.openxmlformats.org/drawingml/2006/main">
              <a:ext uri="{FF2B5EF4-FFF2-40B4-BE49-F238E27FC236}">
                <a16:creationId xmlns:a16="http://schemas.microsoft.com/office/drawing/2014/main" id="{95058478-FDF5-409A-9990-10752E6F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2882" y="7268886"/>
            <a:ext cx="169379" cy="37640"/>
          </a:xfrm>
          <a:custGeom xmlns:a="http://schemas.openxmlformats.org/drawingml/2006/main">
            <a:pathLst>
              <a:path w="258038" h="57342">
                <a:moveTo>
                  <a:pt x="0" y="19114"/>
                </a:moveTo>
                <a:cubicBezTo>
                  <a:pt x="0" y="8558"/>
                  <a:pt x="8564" y="0"/>
                  <a:pt x="19114" y="0"/>
                </a:cubicBezTo>
                <a:lnTo>
                  <a:pt x="238923" y="0"/>
                </a:lnTo>
                <a:cubicBezTo>
                  <a:pt x="249489" y="0"/>
                  <a:pt x="258038" y="8558"/>
                  <a:pt x="258038" y="19114"/>
                </a:cubicBezTo>
                <a:lnTo>
                  <a:pt x="258038" y="38228"/>
                </a:lnTo>
                <a:cubicBezTo>
                  <a:pt x="258038" y="48783"/>
                  <a:pt x="249489" y="57342"/>
                  <a:pt x="238923" y="57342"/>
                </a:cubicBezTo>
                <a:lnTo>
                  <a:pt x="19114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path-384">
            <a:extLst xmlns:a="http://schemas.openxmlformats.org/drawingml/2006/main">
              <a:ext uri="{FF2B5EF4-FFF2-40B4-BE49-F238E27FC236}">
                <a16:creationId xmlns:a16="http://schemas.microsoft.com/office/drawing/2014/main" id="{5007C54B-7AE4-4EE5-BEA8-C60F3C41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546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path-385">
            <a:extLst xmlns:a="http://schemas.openxmlformats.org/drawingml/2006/main">
              <a:ext uri="{FF2B5EF4-FFF2-40B4-BE49-F238E27FC236}">
                <a16:creationId xmlns:a16="http://schemas.microsoft.com/office/drawing/2014/main" id="{7A57B49F-20A0-41CD-A160-2C025659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6546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8" y="0"/>
                  <a:pt x="19116" y="0"/>
                </a:cubicBezTo>
                <a:lnTo>
                  <a:pt x="238924" y="0"/>
                </a:lnTo>
                <a:cubicBezTo>
                  <a:pt x="249491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91" y="57342"/>
                  <a:pt x="238924" y="57342"/>
                </a:cubicBezTo>
                <a:lnTo>
                  <a:pt x="19116" y="57342"/>
                </a:lnTo>
                <a:cubicBezTo>
                  <a:pt x="8568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path-386">
            <a:extLst xmlns:a="http://schemas.openxmlformats.org/drawingml/2006/main">
              <a:ext uri="{FF2B5EF4-FFF2-40B4-BE49-F238E27FC236}">
                <a16:creationId xmlns:a16="http://schemas.microsoft.com/office/drawing/2014/main" id="{304E2263-1126-4CE6-9DC3-13E52BD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213" y="6378075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path-387">
            <a:extLst xmlns:a="http://schemas.openxmlformats.org/drawingml/2006/main">
              <a:ext uri="{FF2B5EF4-FFF2-40B4-BE49-F238E27FC236}">
                <a16:creationId xmlns:a16="http://schemas.microsoft.com/office/drawing/2014/main" id="{FDDD8CCA-CAAB-4055-85D7-2C2948B3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213" y="7268886"/>
            <a:ext cx="169380" cy="37640"/>
          </a:xfrm>
          <a:custGeom xmlns:a="http://schemas.openxmlformats.org/drawingml/2006/main">
            <a:pathLst>
              <a:path w="258040" h="57342">
                <a:moveTo>
                  <a:pt x="0" y="19114"/>
                </a:moveTo>
                <a:cubicBezTo>
                  <a:pt x="0" y="8558"/>
                  <a:pt x="8564" y="0"/>
                  <a:pt x="19116" y="0"/>
                </a:cubicBezTo>
                <a:lnTo>
                  <a:pt x="238924" y="0"/>
                </a:lnTo>
                <a:cubicBezTo>
                  <a:pt x="249487" y="0"/>
                  <a:pt x="258040" y="8558"/>
                  <a:pt x="258040" y="19114"/>
                </a:cubicBezTo>
                <a:lnTo>
                  <a:pt x="258040" y="38228"/>
                </a:lnTo>
                <a:cubicBezTo>
                  <a:pt x="258040" y="48783"/>
                  <a:pt x="249487" y="57342"/>
                  <a:pt x="238924" y="57342"/>
                </a:cubicBezTo>
                <a:lnTo>
                  <a:pt x="19116" y="57342"/>
                </a:lnTo>
                <a:cubicBezTo>
                  <a:pt x="8564" y="57342"/>
                  <a:pt x="0" y="48783"/>
                  <a:pt x="0" y="38228"/>
                </a:cubicBezTo>
                <a:lnTo>
                  <a:pt x="0" y="1911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47D5D2E6-2C7F-4088-94F6-6E74C7C3A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09dec1fdb463c"/>
          <a:stretch xmlns:a="http://schemas.openxmlformats.org/drawingml/2006/main"/>
        </p:blipFill>
        <p:spPr>
          <a:xfrm xmlns:a="http://schemas.openxmlformats.org/drawingml/2006/main">
            <a:off x="12054449" y="6426786"/>
            <a:ext cx="1475545" cy="831557"/>
          </a:xfrm>
          <a:prstGeom xmlns:a="http://schemas.openxmlformats.org/drawingml/2006/main" prst="rect">
            <a:avLst/>
          </a:prstGeom>
        </p:spPr>
      </p:pic>
      <p:pic>
        <p:nvPic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158CEC98-2BC5-4B58-9C7B-90D15FF971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932dbc85d4e76"/>
          <a:stretch xmlns:a="http://schemas.openxmlformats.org/drawingml/2006/main"/>
        </p:blipFill>
        <p:spPr>
          <a:xfrm xmlns:a="http://schemas.openxmlformats.org/drawingml/2006/main">
            <a:off x="13542498" y="6070405"/>
            <a:ext cx="1475545" cy="1544320"/>
          </a:xfrm>
          <a:prstGeom xmlns:a="http://schemas.openxmlformats.org/drawingml/2006/main" prst="rect">
            <a:avLst/>
          </a:prstGeom>
        </p:spPr>
      </p:pic>
      <p:pic>
        <p:nvPic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99396259-0890-4FFC-8AE3-16AD099D1E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d17047a634b9f"/>
          <a:stretch xmlns:a="http://schemas.openxmlformats.org/drawingml/2006/main"/>
        </p:blipFill>
        <p:spPr>
          <a:xfrm xmlns:a="http://schemas.openxmlformats.org/drawingml/2006/main">
            <a:off x="15030548" y="6426786"/>
            <a:ext cx="1475545" cy="831557"/>
          </a:xfrm>
          <a:prstGeom xmlns:a="http://schemas.openxmlformats.org/drawingml/2006/main" prst="rect">
            <a:avLst/>
          </a:prstGeom>
        </p:spPr>
      </p:pic>
      <p:pic>
        <p:nvPic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93AF7A52-6A3A-4A64-ACDF-A99AEB5113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32b24848841ed"/>
          <a:stretch xmlns:a="http://schemas.openxmlformats.org/drawingml/2006/main"/>
        </p:blipFill>
        <p:spPr>
          <a:xfrm xmlns:a="http://schemas.openxmlformats.org/drawingml/2006/main">
            <a:off x="16518597" y="6064152"/>
            <a:ext cx="1475545" cy="1556825"/>
          </a:xfrm>
          <a:prstGeom xmlns:a="http://schemas.openxmlformats.org/drawingml/2006/main" prst="rect">
            <a:avLst/>
          </a:prstGeom>
        </p:spPr>
      </p:pic>
      <p:sp>
        <p:nvSpPr>
          <p:cNvPr id="390" name="path-392">
            <a:extLst xmlns:a="http://schemas.openxmlformats.org/drawingml/2006/main">
              <a:ext uri="{FF2B5EF4-FFF2-40B4-BE49-F238E27FC236}">
                <a16:creationId xmlns:a16="http://schemas.microsoft.com/office/drawing/2014/main" id="{4886AE8D-BF66-42B7-8B9C-37A28C01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37" y="8341622"/>
            <a:ext cx="7038654" cy="401492"/>
          </a:xfrm>
          <a:custGeom xmlns:a="http://schemas.openxmlformats.org/drawingml/2006/main">
            <a:pathLst>
              <a:path w="10722950" h="611649">
                <a:moveTo>
                  <a:pt x="0" y="229365"/>
                </a:moveTo>
                <a:cubicBezTo>
                  <a:pt x="0" y="102690"/>
                  <a:pt x="102692" y="0"/>
                  <a:pt x="229368" y="0"/>
                </a:cubicBezTo>
                <a:lnTo>
                  <a:pt x="10493586" y="0"/>
                </a:lnTo>
                <a:cubicBezTo>
                  <a:pt x="10620257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7"/>
                  <a:pt x="10620257" y="611649"/>
                  <a:pt x="10493586" y="611649"/>
                </a:cubicBezTo>
                <a:lnTo>
                  <a:pt x="229368" y="611649"/>
                </a:lnTo>
                <a:cubicBezTo>
                  <a:pt x="102692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path-393">
            <a:extLst xmlns:a="http://schemas.openxmlformats.org/drawingml/2006/main">
              <a:ext uri="{FF2B5EF4-FFF2-40B4-BE49-F238E27FC236}">
                <a16:creationId xmlns:a16="http://schemas.microsoft.com/office/drawing/2014/main" id="{73406AB4-E819-4061-BC91-D7715B43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037" y="8341622"/>
            <a:ext cx="7038654" cy="401492"/>
          </a:xfrm>
          <a:custGeom xmlns:a="http://schemas.openxmlformats.org/drawingml/2006/main">
            <a:pathLst>
              <a:path w="10722950" h="611649">
                <a:moveTo>
                  <a:pt x="0" y="229365"/>
                </a:moveTo>
                <a:cubicBezTo>
                  <a:pt x="0" y="102690"/>
                  <a:pt x="102690" y="0"/>
                  <a:pt x="229365" y="0"/>
                </a:cubicBezTo>
                <a:lnTo>
                  <a:pt x="10493586" y="0"/>
                </a:lnTo>
                <a:cubicBezTo>
                  <a:pt x="10620264" y="0"/>
                  <a:pt x="10722950" y="102690"/>
                  <a:pt x="10722950" y="229365"/>
                </a:cubicBezTo>
                <a:lnTo>
                  <a:pt x="10722950" y="382282"/>
                </a:lnTo>
                <a:cubicBezTo>
                  <a:pt x="10722950" y="508957"/>
                  <a:pt x="10620264" y="611649"/>
                  <a:pt x="10493586" y="611649"/>
                </a:cubicBezTo>
                <a:lnTo>
                  <a:pt x="229365" y="611649"/>
                </a:lnTo>
                <a:cubicBezTo>
                  <a:pt x="102690" y="611649"/>
                  <a:pt x="0" y="508957"/>
                  <a:pt x="0" y="382282"/>
                </a:cubicBezTo>
                <a:lnTo>
                  <a:pt x="0" y="229365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D8DCEC"/>
            </a:solidFill>
            <a:prstDash val="solid"/>
          </a:ln>
        </p:spPr>
      </p:sp>
      <p:sp>
        <p:nvSpPr>
          <p:cNvPr id="392" name="path-394">
            <a:extLst xmlns:a="http://schemas.openxmlformats.org/drawingml/2006/main">
              <a:ext uri="{FF2B5EF4-FFF2-40B4-BE49-F238E27FC236}">
                <a16:creationId xmlns:a16="http://schemas.microsoft.com/office/drawing/2014/main" id="{70CC7774-3010-4465-BA6C-B02BBA09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043" y="8441995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58" y="0"/>
                  <a:pt x="305824" y="68461"/>
                  <a:pt x="305824" y="152912"/>
                </a:cubicBezTo>
                <a:cubicBezTo>
                  <a:pt x="305824" y="237362"/>
                  <a:pt x="237358" y="305824"/>
                  <a:pt x="152912" y="305824"/>
                </a:cubicBezTo>
                <a:cubicBezTo>
                  <a:pt x="68468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5779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text-395 Q">
            <a:extLst xmlns:a="http://schemas.openxmlformats.org/drawingml/2006/main">
              <a:ext uri="{FF2B5EF4-FFF2-40B4-BE49-F238E27FC236}">
                <a16:creationId xmlns:a16="http://schemas.microsoft.com/office/drawing/2014/main" id="{C5FD423E-5FA2-4F3D-9094-822D771F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89528" y="8457502"/>
            <a:ext cx="132561" cy="175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Q</a:t>
            </a:r>
          </a:p>
        </p:txBody>
      </p:sp>
      <p:sp>
        <p:nvSpPr>
          <p:cNvPr id="394" name="text-396 How tall is the taller observation tower">
            <a:extLst xmlns:a="http://schemas.openxmlformats.org/drawingml/2006/main">
              <a:ext uri="{FF2B5EF4-FFF2-40B4-BE49-F238E27FC236}">
                <a16:creationId xmlns:a16="http://schemas.microsoft.com/office/drawing/2014/main" id="{635CFCA1-6EF8-4447-86B3-A06D097C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20069" y="8450973"/>
            <a:ext cx="2446981" cy="1847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How tall is the taller observation tower</a:t>
            </a:r>
          </a:p>
        </p:txBody>
      </p:sp>
      <p:sp>
        <p:nvSpPr>
          <p:cNvPr id="395" name="text-397 shown in the video?">
            <a:extLst xmlns:a="http://schemas.openxmlformats.org/drawingml/2006/main">
              <a:ext uri="{FF2B5EF4-FFF2-40B4-BE49-F238E27FC236}">
                <a16:creationId xmlns:a16="http://schemas.microsoft.com/office/drawing/2014/main" id="{48497CBE-0F82-426A-A7CC-C3BA154A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2343" y="8451124"/>
            <a:ext cx="1215853" cy="1845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shown in the video?</a:t>
            </a:r>
          </a:p>
        </p:txBody>
      </p:sp>
      <p:sp>
        <p:nvSpPr>
          <p:cNvPr id="396" name="path-398">
            <a:extLst xmlns:a="http://schemas.openxmlformats.org/drawingml/2006/main">
              <a:ext uri="{FF2B5EF4-FFF2-40B4-BE49-F238E27FC236}">
                <a16:creationId xmlns:a16="http://schemas.microsoft.com/office/drawing/2014/main" id="{699755A4-7905-4122-8950-5301A3A1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7662" y="8429448"/>
            <a:ext cx="200746" cy="200746"/>
          </a:xfrm>
          <a:custGeom xmlns:a="http://schemas.openxmlformats.org/drawingml/2006/main">
            <a:pathLst>
              <a:path w="305824" h="305824">
                <a:moveTo>
                  <a:pt x="0" y="152912"/>
                </a:moveTo>
                <a:cubicBezTo>
                  <a:pt x="0" y="68461"/>
                  <a:pt x="68468" y="0"/>
                  <a:pt x="152912" y="0"/>
                </a:cubicBezTo>
                <a:cubicBezTo>
                  <a:pt x="237360" y="0"/>
                  <a:pt x="305824" y="68461"/>
                  <a:pt x="305824" y="152912"/>
                </a:cubicBezTo>
                <a:cubicBezTo>
                  <a:pt x="305824" y="237362"/>
                  <a:pt x="237360" y="305824"/>
                  <a:pt x="152912" y="305824"/>
                </a:cubicBezTo>
                <a:cubicBezTo>
                  <a:pt x="68468" y="305824"/>
                  <a:pt x="0" y="237362"/>
                  <a:pt x="0" y="152912"/>
                </a:cubicBezTo>
              </a:path>
            </a:pathLst>
          </a:custGeom>
          <a:solidFill xmlns:a="http://schemas.openxmlformats.org/drawingml/2006/main">
            <a:srgbClr val="896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text-399 A">
            <a:extLst xmlns:a="http://schemas.openxmlformats.org/drawingml/2006/main">
              <a:ext uri="{FF2B5EF4-FFF2-40B4-BE49-F238E27FC236}">
                <a16:creationId xmlns:a16="http://schemas.microsoft.com/office/drawing/2014/main" id="{8E721531-2460-453D-A043-1BEFB3CF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82031" y="8443442"/>
            <a:ext cx="114367" cy="17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398" name="text-400 634 m">
            <a:extLst xmlns:a="http://schemas.openxmlformats.org/drawingml/2006/main">
              <a:ext uri="{FF2B5EF4-FFF2-40B4-BE49-F238E27FC236}">
                <a16:creationId xmlns:a16="http://schemas.microsoft.com/office/drawing/2014/main" id="{F10A2E42-DB1F-4248-9D58-4A4028C0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06153" y="8455004"/>
            <a:ext cx="431610" cy="195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defRPr>
            </a:pPr>
            <a:r>
              <a:rPr sz="1102" b="0" i="0">
                <a:solidFill>
                  <a:srgbClr val="664BA3"/>
                </a:solidFill>
                <a:latin typeface="Comic Sans MS"/>
                <a:ea typeface="Comic Sans MS"/>
                <a:cs typeface="Comic Sans MS"/>
              </a:rPr>
              <a:t>634 m</a:t>
            </a:r>
          </a:p>
        </p:txBody>
      </p:sp>
      <p:sp>
        <p:nvSpPr>
          <p:cNvPr id="399" name="path-401">
            <a:extLst xmlns:a="http://schemas.openxmlformats.org/drawingml/2006/main">
              <a:ext uri="{FF2B5EF4-FFF2-40B4-BE49-F238E27FC236}">
                <a16:creationId xmlns:a16="http://schemas.microsoft.com/office/drawing/2014/main" id="{CAA52107-5B35-4016-B49C-1BFF9031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9518" y="7149693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61" y="0"/>
                  <a:pt x="248482" y="55624"/>
                  <a:pt x="248482" y="124241"/>
                </a:cubicBezTo>
                <a:cubicBezTo>
                  <a:pt x="248482" y="192858"/>
                  <a:pt x="192861" y="248481"/>
                  <a:pt x="124240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path-402">
            <a:extLst xmlns:a="http://schemas.openxmlformats.org/drawingml/2006/main">
              <a:ext uri="{FF2B5EF4-FFF2-40B4-BE49-F238E27FC236}">
                <a16:creationId xmlns:a16="http://schemas.microsoft.com/office/drawing/2014/main" id="{400EAC6D-8AE5-4479-9B9C-3B0DBFF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9518" y="714969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01" name="text-403 1">
            <a:extLst xmlns:a="http://schemas.openxmlformats.org/drawingml/2006/main">
              <a:ext uri="{FF2B5EF4-FFF2-40B4-BE49-F238E27FC236}">
                <a16:creationId xmlns:a16="http://schemas.microsoft.com/office/drawing/2014/main" id="{AE3E6C48-40B4-4B59-A332-D538EFEE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61206" y="7168455"/>
            <a:ext cx="57978" cy="128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02" name="path-404">
            <a:extLst xmlns:a="http://schemas.openxmlformats.org/drawingml/2006/main">
              <a:ext uri="{FF2B5EF4-FFF2-40B4-BE49-F238E27FC236}">
                <a16:creationId xmlns:a16="http://schemas.microsoft.com/office/drawing/2014/main" id="{82BA2DC3-D9CB-471A-87B1-4A224126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067" y="7149693"/>
            <a:ext cx="163105" cy="163106"/>
          </a:xfrm>
          <a:custGeom xmlns:a="http://schemas.openxmlformats.org/drawingml/2006/main">
            <a:pathLst>
              <a:path w="248480" h="248481">
                <a:moveTo>
                  <a:pt x="0" y="124241"/>
                </a:moveTo>
                <a:cubicBezTo>
                  <a:pt x="0" y="55624"/>
                  <a:pt x="55622" y="0"/>
                  <a:pt x="124244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8"/>
                  <a:pt x="192859" y="248481"/>
                  <a:pt x="124244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path-405">
            <a:extLst xmlns:a="http://schemas.openxmlformats.org/drawingml/2006/main">
              <a:ext uri="{FF2B5EF4-FFF2-40B4-BE49-F238E27FC236}">
                <a16:creationId xmlns:a16="http://schemas.microsoft.com/office/drawing/2014/main" id="{399B2E52-3D3B-432A-A5BB-7F9971E7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73067" y="7149693"/>
            <a:ext cx="163105" cy="163106"/>
          </a:xfrm>
          <a:custGeom xmlns:a="http://schemas.openxmlformats.org/drawingml/2006/main">
            <a:pathLst>
              <a:path w="248480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7"/>
                  <a:pt x="192859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04" name="text-406 2">
            <a:extLst xmlns:a="http://schemas.openxmlformats.org/drawingml/2006/main">
              <a:ext uri="{FF2B5EF4-FFF2-40B4-BE49-F238E27FC236}">
                <a16:creationId xmlns:a16="http://schemas.microsoft.com/office/drawing/2014/main" id="{603EC831-8DF4-4951-80C2-2FCF2586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27962" y="7168339"/>
            <a:ext cx="72734" cy="128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05" name="path-407">
            <a:extLst xmlns:a="http://schemas.openxmlformats.org/drawingml/2006/main">
              <a:ext uri="{FF2B5EF4-FFF2-40B4-BE49-F238E27FC236}">
                <a16:creationId xmlns:a16="http://schemas.microsoft.com/office/drawing/2014/main" id="{9D17ED6F-B9DE-4D2B-8D63-F74DFA4F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431" y="2706974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5"/>
                  <a:pt x="55624" y="0"/>
                  <a:pt x="124241" y="0"/>
                </a:cubicBezTo>
                <a:cubicBezTo>
                  <a:pt x="192858" y="0"/>
                  <a:pt x="248482" y="55625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path-408">
            <a:extLst xmlns:a="http://schemas.openxmlformats.org/drawingml/2006/main">
              <a:ext uri="{FF2B5EF4-FFF2-40B4-BE49-F238E27FC236}">
                <a16:creationId xmlns:a16="http://schemas.microsoft.com/office/drawing/2014/main" id="{9B08275E-17B3-4638-8B66-2994352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431" y="2706974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5" y="0"/>
                  <a:pt x="124241" y="0"/>
                </a:cubicBezTo>
                <a:cubicBezTo>
                  <a:pt x="192858" y="0"/>
                  <a:pt x="248482" y="55625"/>
                  <a:pt x="248482" y="124241"/>
                </a:cubicBezTo>
                <a:cubicBezTo>
                  <a:pt x="248482" y="192858"/>
                  <a:pt x="192858" y="248482"/>
                  <a:pt x="124241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07" name="text-409 1">
            <a:extLst xmlns:a="http://schemas.openxmlformats.org/drawingml/2006/main">
              <a:ext uri="{FF2B5EF4-FFF2-40B4-BE49-F238E27FC236}">
                <a16:creationId xmlns:a16="http://schemas.microsoft.com/office/drawing/2014/main" id="{35FD7D13-FD35-4EE5-917E-E4CB0326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1118" y="2725947"/>
            <a:ext cx="57978" cy="1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08" name="path-410">
            <a:extLst xmlns:a="http://schemas.openxmlformats.org/drawingml/2006/main">
              <a:ext uri="{FF2B5EF4-FFF2-40B4-BE49-F238E27FC236}">
                <a16:creationId xmlns:a16="http://schemas.microsoft.com/office/drawing/2014/main" id="{C63084CF-9F05-4759-BC78-D9E5C0C5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420" y="2764852"/>
            <a:ext cx="444798" cy="50187"/>
          </a:xfrm>
          <a:custGeom xmlns:a="http://schemas.openxmlformats.org/drawingml/2006/main">
            <a:pathLst>
              <a:path w="677621" h="76456">
                <a:moveTo>
                  <a:pt x="0" y="31856"/>
                </a:moveTo>
                <a:lnTo>
                  <a:pt x="626651" y="31857"/>
                </a:lnTo>
                <a:lnTo>
                  <a:pt x="626651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626651" y="38228"/>
                </a:moveTo>
                <a:lnTo>
                  <a:pt x="601165" y="0"/>
                </a:lnTo>
                <a:lnTo>
                  <a:pt x="677621" y="38228"/>
                </a:lnTo>
                <a:lnTo>
                  <a:pt x="601165" y="76456"/>
                </a:lnTo>
                <a:lnTo>
                  <a:pt x="626651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path-411">
            <a:extLst xmlns:a="http://schemas.openxmlformats.org/drawingml/2006/main">
              <a:ext uri="{FF2B5EF4-FFF2-40B4-BE49-F238E27FC236}">
                <a16:creationId xmlns:a16="http://schemas.microsoft.com/office/drawing/2014/main" id="{0A4F14BA-BD5C-454A-9DDE-DADACEC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943" y="2764852"/>
            <a:ext cx="1028823" cy="50187"/>
          </a:xfrm>
          <a:custGeom xmlns:a="http://schemas.openxmlformats.org/drawingml/2006/main">
            <a:pathLst>
              <a:path w="1567347" h="76456">
                <a:moveTo>
                  <a:pt x="0" y="31856"/>
                </a:moveTo>
                <a:lnTo>
                  <a:pt x="1516377" y="31857"/>
                </a:lnTo>
                <a:lnTo>
                  <a:pt x="1516377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1516376" y="38228"/>
                </a:moveTo>
                <a:lnTo>
                  <a:pt x="1490891" y="0"/>
                </a:lnTo>
                <a:lnTo>
                  <a:pt x="1567347" y="38228"/>
                </a:lnTo>
                <a:lnTo>
                  <a:pt x="1490891" y="76456"/>
                </a:lnTo>
                <a:lnTo>
                  <a:pt x="1516376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path-412">
            <a:extLst xmlns:a="http://schemas.openxmlformats.org/drawingml/2006/main">
              <a:ext uri="{FF2B5EF4-FFF2-40B4-BE49-F238E27FC236}">
                <a16:creationId xmlns:a16="http://schemas.microsoft.com/office/drawing/2014/main" id="{6E5B8196-AC75-400F-83DE-9BF1A06F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280" y="2680762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5"/>
                  <a:pt x="55622" y="0"/>
                  <a:pt x="124242" y="0"/>
                </a:cubicBezTo>
                <a:cubicBezTo>
                  <a:pt x="192861" y="0"/>
                  <a:pt x="248482" y="55625"/>
                  <a:pt x="248482" y="124241"/>
                </a:cubicBezTo>
                <a:cubicBezTo>
                  <a:pt x="248482" y="192858"/>
                  <a:pt x="192861" y="248481"/>
                  <a:pt x="124242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path-413">
            <a:extLst xmlns:a="http://schemas.openxmlformats.org/drawingml/2006/main">
              <a:ext uri="{FF2B5EF4-FFF2-40B4-BE49-F238E27FC236}">
                <a16:creationId xmlns:a16="http://schemas.microsoft.com/office/drawing/2014/main" id="{A6599F20-4F24-4CDD-B37D-D7823298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280" y="2680762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5" y="0"/>
                  <a:pt x="124240" y="0"/>
                </a:cubicBezTo>
                <a:cubicBezTo>
                  <a:pt x="192857" y="0"/>
                  <a:pt x="248482" y="55625"/>
                  <a:pt x="248482" y="124241"/>
                </a:cubicBezTo>
                <a:cubicBezTo>
                  <a:pt x="248482" y="192858"/>
                  <a:pt x="192857" y="248482"/>
                  <a:pt x="124240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12" name="text-414 1">
            <a:extLst xmlns:a="http://schemas.openxmlformats.org/drawingml/2006/main">
              <a:ext uri="{FF2B5EF4-FFF2-40B4-BE49-F238E27FC236}">
                <a16:creationId xmlns:a16="http://schemas.microsoft.com/office/drawing/2014/main" id="{081A7EE8-E632-4054-9DCF-8DCCC7D4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7969" y="2699850"/>
            <a:ext cx="57978" cy="128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13" name="path-415">
            <a:extLst xmlns:a="http://schemas.openxmlformats.org/drawingml/2006/main">
              <a:ext uri="{FF2B5EF4-FFF2-40B4-BE49-F238E27FC236}">
                <a16:creationId xmlns:a16="http://schemas.microsoft.com/office/drawing/2014/main" id="{AD0A2C9D-5E08-4FBD-BEC9-94B9BEE2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818" y="2736522"/>
            <a:ext cx="444795" cy="50187"/>
          </a:xfrm>
          <a:custGeom xmlns:a="http://schemas.openxmlformats.org/drawingml/2006/main">
            <a:pathLst>
              <a:path w="677617" h="76456">
                <a:moveTo>
                  <a:pt x="0" y="31856"/>
                </a:moveTo>
                <a:lnTo>
                  <a:pt x="626646" y="31857"/>
                </a:lnTo>
                <a:lnTo>
                  <a:pt x="626646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626646" y="38228"/>
                </a:moveTo>
                <a:lnTo>
                  <a:pt x="601161" y="0"/>
                </a:lnTo>
                <a:lnTo>
                  <a:pt x="677617" y="38228"/>
                </a:lnTo>
                <a:lnTo>
                  <a:pt x="601161" y="76456"/>
                </a:lnTo>
                <a:lnTo>
                  <a:pt x="626646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path-416">
            <a:extLst xmlns:a="http://schemas.openxmlformats.org/drawingml/2006/main">
              <a:ext uri="{FF2B5EF4-FFF2-40B4-BE49-F238E27FC236}">
                <a16:creationId xmlns:a16="http://schemas.microsoft.com/office/drawing/2014/main" id="{30D1F8C8-84F5-4037-8015-C9F7FDDA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602" y="223789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8"/>
                  <a:pt x="192857" y="248482"/>
                  <a:pt x="124241" y="248482"/>
                </a:cubicBezTo>
                <a:cubicBezTo>
                  <a:pt x="55625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path-417">
            <a:extLst xmlns:a="http://schemas.openxmlformats.org/drawingml/2006/main">
              <a:ext uri="{FF2B5EF4-FFF2-40B4-BE49-F238E27FC236}">
                <a16:creationId xmlns:a16="http://schemas.microsoft.com/office/drawing/2014/main" id="{70523942-5ECF-4C57-A892-ABE670A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602" y="223789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4" y="0"/>
                  <a:pt x="124241" y="0"/>
                </a:cubicBezTo>
                <a:cubicBezTo>
                  <a:pt x="192857" y="0"/>
                  <a:pt x="248482" y="55625"/>
                  <a:pt x="248482" y="124241"/>
                </a:cubicBezTo>
                <a:cubicBezTo>
                  <a:pt x="248482" y="192858"/>
                  <a:pt x="192857" y="248482"/>
                  <a:pt x="124241" y="248482"/>
                </a:cubicBezTo>
                <a:cubicBezTo>
                  <a:pt x="55624" y="248482"/>
                  <a:pt x="0" y="192858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16" name="text-418 1">
            <a:extLst xmlns:a="http://schemas.openxmlformats.org/drawingml/2006/main">
              <a:ext uri="{FF2B5EF4-FFF2-40B4-BE49-F238E27FC236}">
                <a16:creationId xmlns:a16="http://schemas.microsoft.com/office/drawing/2014/main" id="{B534FE39-8414-4B40-ABD6-AC592E9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9289" y="2256200"/>
            <a:ext cx="57979" cy="128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17" name="path-419">
            <a:extLst xmlns:a="http://schemas.openxmlformats.org/drawingml/2006/main">
              <a:ext uri="{FF2B5EF4-FFF2-40B4-BE49-F238E27FC236}">
                <a16:creationId xmlns:a16="http://schemas.microsoft.com/office/drawing/2014/main" id="{1C008D11-C3F3-4DD7-B3AF-0107378F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5229" y="2752306"/>
            <a:ext cx="648787" cy="50187"/>
          </a:xfrm>
          <a:custGeom xmlns:a="http://schemas.openxmlformats.org/drawingml/2006/main">
            <a:pathLst>
              <a:path w="988386" h="76456">
                <a:moveTo>
                  <a:pt x="0" y="44600"/>
                </a:moveTo>
                <a:lnTo>
                  <a:pt x="937416" y="44599"/>
                </a:lnTo>
                <a:lnTo>
                  <a:pt x="937416" y="31857"/>
                </a:lnTo>
                <a:lnTo>
                  <a:pt x="0" y="31858"/>
                </a:lnTo>
                <a:lnTo>
                  <a:pt x="0" y="44600"/>
                </a:lnTo>
                <a:moveTo>
                  <a:pt x="937416" y="38228"/>
                </a:moveTo>
                <a:lnTo>
                  <a:pt x="911930" y="76456"/>
                </a:lnTo>
                <a:lnTo>
                  <a:pt x="988386" y="38228"/>
                </a:lnTo>
                <a:lnTo>
                  <a:pt x="911930" y="0"/>
                </a:lnTo>
                <a:lnTo>
                  <a:pt x="937416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path-420">
            <a:extLst xmlns:a="http://schemas.openxmlformats.org/drawingml/2006/main">
              <a:ext uri="{FF2B5EF4-FFF2-40B4-BE49-F238E27FC236}">
                <a16:creationId xmlns:a16="http://schemas.microsoft.com/office/drawing/2014/main" id="{CE5892B9-3895-4C7C-B131-65C188E0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9659" y="2752305"/>
            <a:ext cx="520483" cy="50187"/>
          </a:xfrm>
          <a:custGeom xmlns:a="http://schemas.openxmlformats.org/drawingml/2006/main">
            <a:pathLst>
              <a:path w="792924" h="76456">
                <a:moveTo>
                  <a:pt x="0" y="31856"/>
                </a:moveTo>
                <a:lnTo>
                  <a:pt x="741953" y="31857"/>
                </a:lnTo>
                <a:lnTo>
                  <a:pt x="741953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741953" y="38228"/>
                </a:moveTo>
                <a:lnTo>
                  <a:pt x="716468" y="0"/>
                </a:lnTo>
                <a:lnTo>
                  <a:pt x="792924" y="38228"/>
                </a:lnTo>
                <a:lnTo>
                  <a:pt x="716468" y="76456"/>
                </a:lnTo>
                <a:lnTo>
                  <a:pt x="74195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path-421">
            <a:extLst xmlns:a="http://schemas.openxmlformats.org/drawingml/2006/main">
              <a:ext uri="{FF2B5EF4-FFF2-40B4-BE49-F238E27FC236}">
                <a16:creationId xmlns:a16="http://schemas.microsoft.com/office/drawing/2014/main" id="{259EA472-A3FA-4AC7-B7B8-86B47300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0318" y="2752305"/>
            <a:ext cx="690625" cy="50187"/>
          </a:xfrm>
          <a:custGeom xmlns:a="http://schemas.openxmlformats.org/drawingml/2006/main">
            <a:pathLst>
              <a:path w="1052123" h="76456">
                <a:moveTo>
                  <a:pt x="0" y="31856"/>
                </a:moveTo>
                <a:lnTo>
                  <a:pt x="1001153" y="31857"/>
                </a:lnTo>
                <a:lnTo>
                  <a:pt x="1001153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1001153" y="38228"/>
                </a:moveTo>
                <a:lnTo>
                  <a:pt x="975667" y="0"/>
                </a:lnTo>
                <a:lnTo>
                  <a:pt x="1052123" y="38228"/>
                </a:lnTo>
                <a:lnTo>
                  <a:pt x="975667" y="76456"/>
                </a:lnTo>
                <a:lnTo>
                  <a:pt x="100115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path-422">
            <a:extLst xmlns:a="http://schemas.openxmlformats.org/drawingml/2006/main">
              <a:ext uri="{FF2B5EF4-FFF2-40B4-BE49-F238E27FC236}">
                <a16:creationId xmlns:a16="http://schemas.microsoft.com/office/drawing/2014/main" id="{89E30124-3AC7-4473-9E4B-54D22440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33" y="4821543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3"/>
                  <a:pt x="55624" y="0"/>
                  <a:pt x="124241" y="0"/>
                </a:cubicBezTo>
                <a:cubicBezTo>
                  <a:pt x="192858" y="0"/>
                  <a:pt x="248482" y="55623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path-423">
            <a:extLst xmlns:a="http://schemas.openxmlformats.org/drawingml/2006/main">
              <a:ext uri="{FF2B5EF4-FFF2-40B4-BE49-F238E27FC236}">
                <a16:creationId xmlns:a16="http://schemas.microsoft.com/office/drawing/2014/main" id="{C1AC4B2B-AC55-4B2E-BA30-1A6CF002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33" y="482154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22" name="text-424 1">
            <a:extLst xmlns:a="http://schemas.openxmlformats.org/drawingml/2006/main">
              <a:ext uri="{FF2B5EF4-FFF2-40B4-BE49-F238E27FC236}">
                <a16:creationId xmlns:a16="http://schemas.microsoft.com/office/drawing/2014/main" id="{E300713F-B274-4D95-8DF5-F0D7664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120" y="4839801"/>
            <a:ext cx="57978" cy="1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23" name="path-425">
            <a:extLst xmlns:a="http://schemas.openxmlformats.org/drawingml/2006/main">
              <a:ext uri="{FF2B5EF4-FFF2-40B4-BE49-F238E27FC236}">
                <a16:creationId xmlns:a16="http://schemas.microsoft.com/office/drawing/2014/main" id="{C97AFC23-4F37-4349-BEA2-DEAB8FD5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69" y="5152004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5"/>
                  <a:pt x="55624" y="0"/>
                  <a:pt x="124241" y="0"/>
                </a:cubicBezTo>
                <a:cubicBezTo>
                  <a:pt x="192858" y="0"/>
                  <a:pt x="248482" y="55625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path-426">
            <a:extLst xmlns:a="http://schemas.openxmlformats.org/drawingml/2006/main">
              <a:ext uri="{FF2B5EF4-FFF2-40B4-BE49-F238E27FC236}">
                <a16:creationId xmlns:a16="http://schemas.microsoft.com/office/drawing/2014/main" id="{78201842-CD20-4F31-92BD-FA6C94A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69" y="5152004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25" name="text-427 2">
            <a:extLst xmlns:a="http://schemas.openxmlformats.org/drawingml/2006/main">
              <a:ext uri="{FF2B5EF4-FFF2-40B4-BE49-F238E27FC236}">
                <a16:creationId xmlns:a16="http://schemas.microsoft.com/office/drawing/2014/main" id="{DCF50AAE-F354-4ED4-A8CE-886A1340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960" y="5170915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26" name="path-428">
            <a:extLst xmlns:a="http://schemas.openxmlformats.org/drawingml/2006/main">
              <a:ext uri="{FF2B5EF4-FFF2-40B4-BE49-F238E27FC236}">
                <a16:creationId xmlns:a16="http://schemas.microsoft.com/office/drawing/2014/main" id="{63D2D668-7C80-4E28-8F49-59BE6248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33" y="547496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2"/>
                </a:moveTo>
                <a:cubicBezTo>
                  <a:pt x="0" y="55626"/>
                  <a:pt x="55624" y="0"/>
                  <a:pt x="124241" y="0"/>
                </a:cubicBezTo>
                <a:cubicBezTo>
                  <a:pt x="192858" y="0"/>
                  <a:pt x="248482" y="55626"/>
                  <a:pt x="248482" y="124242"/>
                </a:cubicBezTo>
                <a:cubicBezTo>
                  <a:pt x="248482" y="192859"/>
                  <a:pt x="192858" y="248482"/>
                  <a:pt x="124241" y="248482"/>
                </a:cubicBezTo>
                <a:cubicBezTo>
                  <a:pt x="55624" y="248482"/>
                  <a:pt x="0" y="192859"/>
                  <a:pt x="0" y="124242"/>
                </a:cubicBezTo>
              </a:path>
            </a:pathLst>
          </a:custGeom>
          <a:solidFill xmlns:a="http://schemas.openxmlformats.org/drawingml/2006/main">
            <a:srgbClr val="DF98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path-429">
            <a:extLst xmlns:a="http://schemas.openxmlformats.org/drawingml/2006/main">
              <a:ext uri="{FF2B5EF4-FFF2-40B4-BE49-F238E27FC236}">
                <a16:creationId xmlns:a16="http://schemas.microsoft.com/office/drawing/2014/main" id="{183B0C22-C247-4E3A-88C0-608F7E35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33" y="547496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28" name="text-430 3">
            <a:extLst xmlns:a="http://schemas.openxmlformats.org/drawingml/2006/main">
              <a:ext uri="{FF2B5EF4-FFF2-40B4-BE49-F238E27FC236}">
                <a16:creationId xmlns:a16="http://schemas.microsoft.com/office/drawing/2014/main" id="{5F1C0D03-F784-4947-A703-C8AE9AC0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324" y="5494116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29" name="path-431">
            <a:extLst xmlns:a="http://schemas.openxmlformats.org/drawingml/2006/main">
              <a:ext uri="{FF2B5EF4-FFF2-40B4-BE49-F238E27FC236}">
                <a16:creationId xmlns:a16="http://schemas.microsoft.com/office/drawing/2014/main" id="{3E18416A-8E7A-4F11-8411-A25173CD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052" y="4765496"/>
            <a:ext cx="878264" cy="270295"/>
          </a:xfrm>
          <a:custGeom xmlns:a="http://schemas.openxmlformats.org/drawingml/2006/main">
            <a:pathLst>
              <a:path w="1337980" h="411777">
                <a:moveTo>
                  <a:pt x="0" y="68631"/>
                </a:moveTo>
                <a:cubicBezTo>
                  <a:pt x="0" y="30727"/>
                  <a:pt x="30727" y="0"/>
                  <a:pt x="68631" y="0"/>
                </a:cubicBezTo>
                <a:lnTo>
                  <a:pt x="1269348" y="0"/>
                </a:lnTo>
                <a:cubicBezTo>
                  <a:pt x="1307252" y="0"/>
                  <a:pt x="1337980" y="30727"/>
                  <a:pt x="1337980" y="68631"/>
                </a:cubicBezTo>
                <a:lnTo>
                  <a:pt x="1337980" y="343147"/>
                </a:lnTo>
                <a:cubicBezTo>
                  <a:pt x="1337980" y="381051"/>
                  <a:pt x="1307252" y="411777"/>
                  <a:pt x="1269348" y="411777"/>
                </a:cubicBezTo>
                <a:lnTo>
                  <a:pt x="68631" y="411777"/>
                </a:lnTo>
                <a:cubicBezTo>
                  <a:pt x="30727" y="411777"/>
                  <a:pt x="0" y="381051"/>
                  <a:pt x="0" y="343147"/>
                </a:cubicBezTo>
                <a:lnTo>
                  <a:pt x="0" y="68631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path-432">
            <a:extLst xmlns:a="http://schemas.openxmlformats.org/drawingml/2006/main">
              <a:ext uri="{FF2B5EF4-FFF2-40B4-BE49-F238E27FC236}">
                <a16:creationId xmlns:a16="http://schemas.microsoft.com/office/drawing/2014/main" id="{E95940C2-1A41-4C11-9B4C-62FFD72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052" y="4765496"/>
            <a:ext cx="878264" cy="270295"/>
          </a:xfrm>
          <a:custGeom xmlns:a="http://schemas.openxmlformats.org/drawingml/2006/main">
            <a:pathLst>
              <a:path w="1337980" h="411778">
                <a:moveTo>
                  <a:pt x="0" y="68631"/>
                </a:moveTo>
                <a:cubicBezTo>
                  <a:pt x="0" y="30728"/>
                  <a:pt x="30728" y="0"/>
                  <a:pt x="68631" y="0"/>
                </a:cubicBezTo>
                <a:lnTo>
                  <a:pt x="1269348" y="0"/>
                </a:lnTo>
                <a:cubicBezTo>
                  <a:pt x="1307253" y="0"/>
                  <a:pt x="1337980" y="30728"/>
                  <a:pt x="1337980" y="68631"/>
                </a:cubicBezTo>
                <a:lnTo>
                  <a:pt x="1337980" y="343146"/>
                </a:lnTo>
                <a:cubicBezTo>
                  <a:pt x="1337980" y="381051"/>
                  <a:pt x="1307253" y="411778"/>
                  <a:pt x="1269348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31" name="text-433 2">
            <a:extLst xmlns:a="http://schemas.openxmlformats.org/drawingml/2006/main">
              <a:ext uri="{FF2B5EF4-FFF2-40B4-BE49-F238E27FC236}">
                <a16:creationId xmlns:a16="http://schemas.microsoft.com/office/drawing/2014/main" id="{2F49F76F-5B2B-4B7E-AD19-5E54ADB6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3589" y="4826421"/>
            <a:ext cx="92562" cy="16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32" name="path-434">
            <a:extLst xmlns:a="http://schemas.openxmlformats.org/drawingml/2006/main">
              <a:ext uri="{FF2B5EF4-FFF2-40B4-BE49-F238E27FC236}">
                <a16:creationId xmlns:a16="http://schemas.microsoft.com/office/drawing/2014/main" id="{E5648863-1201-49E8-B02C-6AFC093B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052" y="5093840"/>
            <a:ext cx="878264" cy="270295"/>
          </a:xfrm>
          <a:custGeom xmlns:a="http://schemas.openxmlformats.org/drawingml/2006/main">
            <a:pathLst>
              <a:path w="1337980" h="411778">
                <a:moveTo>
                  <a:pt x="0" y="68632"/>
                </a:moveTo>
                <a:cubicBezTo>
                  <a:pt x="0" y="30729"/>
                  <a:pt x="30727" y="0"/>
                  <a:pt x="68631" y="0"/>
                </a:cubicBezTo>
                <a:lnTo>
                  <a:pt x="1269348" y="0"/>
                </a:lnTo>
                <a:cubicBezTo>
                  <a:pt x="1307252" y="0"/>
                  <a:pt x="1337980" y="30729"/>
                  <a:pt x="1337980" y="68632"/>
                </a:cubicBezTo>
                <a:lnTo>
                  <a:pt x="1337980" y="343146"/>
                </a:lnTo>
                <a:cubicBezTo>
                  <a:pt x="1337980" y="381051"/>
                  <a:pt x="1307252" y="411778"/>
                  <a:pt x="1269348" y="411778"/>
                </a:cubicBezTo>
                <a:lnTo>
                  <a:pt x="68631" y="411778"/>
                </a:lnTo>
                <a:cubicBezTo>
                  <a:pt x="30727" y="411778"/>
                  <a:pt x="0" y="381051"/>
                  <a:pt x="0" y="343146"/>
                </a:cubicBezTo>
                <a:lnTo>
                  <a:pt x="0" y="68632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path-435">
            <a:extLst xmlns:a="http://schemas.openxmlformats.org/drawingml/2006/main">
              <a:ext uri="{FF2B5EF4-FFF2-40B4-BE49-F238E27FC236}">
                <a16:creationId xmlns:a16="http://schemas.microsoft.com/office/drawing/2014/main" id="{69446F72-3138-4512-813D-38AA1630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052" y="5093840"/>
            <a:ext cx="878264" cy="270295"/>
          </a:xfrm>
          <a:custGeom xmlns:a="http://schemas.openxmlformats.org/drawingml/2006/main">
            <a:pathLst>
              <a:path w="1337980" h="411778">
                <a:moveTo>
                  <a:pt x="0" y="68631"/>
                </a:moveTo>
                <a:cubicBezTo>
                  <a:pt x="0" y="30728"/>
                  <a:pt x="30728" y="0"/>
                  <a:pt x="68631" y="0"/>
                </a:cubicBezTo>
                <a:lnTo>
                  <a:pt x="1269348" y="0"/>
                </a:lnTo>
                <a:cubicBezTo>
                  <a:pt x="1307253" y="0"/>
                  <a:pt x="1337980" y="30728"/>
                  <a:pt x="1337980" y="68631"/>
                </a:cubicBezTo>
                <a:lnTo>
                  <a:pt x="1337980" y="343146"/>
                </a:lnTo>
                <a:cubicBezTo>
                  <a:pt x="1337980" y="381051"/>
                  <a:pt x="1307253" y="411778"/>
                  <a:pt x="1269348" y="411778"/>
                </a:cubicBezTo>
                <a:lnTo>
                  <a:pt x="68631" y="411778"/>
                </a:lnTo>
                <a:cubicBezTo>
                  <a:pt x="30728" y="411778"/>
                  <a:pt x="0" y="381051"/>
                  <a:pt x="0" y="343146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34" name="text-436 2">
            <a:extLst xmlns:a="http://schemas.openxmlformats.org/drawingml/2006/main">
              <a:ext uri="{FF2B5EF4-FFF2-40B4-BE49-F238E27FC236}">
                <a16:creationId xmlns:a16="http://schemas.microsoft.com/office/drawing/2014/main" id="{2C268C81-50FF-4B41-AA0D-3AE252D2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3589" y="5155645"/>
            <a:ext cx="92562" cy="16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35" name="path-437">
            <a:extLst xmlns:a="http://schemas.openxmlformats.org/drawingml/2006/main">
              <a:ext uri="{FF2B5EF4-FFF2-40B4-BE49-F238E27FC236}">
                <a16:creationId xmlns:a16="http://schemas.microsoft.com/office/drawing/2014/main" id="{0D66BFD4-124E-413D-B021-7E9FFE85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053" y="5422185"/>
            <a:ext cx="884536" cy="270295"/>
          </a:xfrm>
          <a:custGeom xmlns:a="http://schemas.openxmlformats.org/drawingml/2006/main">
            <a:pathLst>
              <a:path w="1347536" h="411777">
                <a:moveTo>
                  <a:pt x="0" y="68630"/>
                </a:moveTo>
                <a:cubicBezTo>
                  <a:pt x="0" y="30727"/>
                  <a:pt x="30727" y="0"/>
                  <a:pt x="68630" y="0"/>
                </a:cubicBezTo>
                <a:lnTo>
                  <a:pt x="1278905" y="0"/>
                </a:lnTo>
                <a:cubicBezTo>
                  <a:pt x="1316808" y="0"/>
                  <a:pt x="1347536" y="30727"/>
                  <a:pt x="1347536" y="68630"/>
                </a:cubicBezTo>
                <a:lnTo>
                  <a:pt x="1347536" y="343147"/>
                </a:lnTo>
                <a:cubicBezTo>
                  <a:pt x="1347536" y="381050"/>
                  <a:pt x="1316808" y="411777"/>
                  <a:pt x="1278905" y="411777"/>
                </a:cubicBezTo>
                <a:lnTo>
                  <a:pt x="68630" y="411777"/>
                </a:lnTo>
                <a:cubicBezTo>
                  <a:pt x="30727" y="411777"/>
                  <a:pt x="0" y="381050"/>
                  <a:pt x="0" y="343147"/>
                </a:cubicBezTo>
                <a:lnTo>
                  <a:pt x="0" y="68630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path-438">
            <a:extLst xmlns:a="http://schemas.openxmlformats.org/drawingml/2006/main">
              <a:ext uri="{FF2B5EF4-FFF2-40B4-BE49-F238E27FC236}">
                <a16:creationId xmlns:a16="http://schemas.microsoft.com/office/drawing/2014/main" id="{5AAA25EA-87EC-4185-BD6D-14850C18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053" y="5422185"/>
            <a:ext cx="884537" cy="270295"/>
          </a:xfrm>
          <a:custGeom xmlns:a="http://schemas.openxmlformats.org/drawingml/2006/main">
            <a:pathLst>
              <a:path w="1347537" h="411778">
                <a:moveTo>
                  <a:pt x="0" y="68631"/>
                </a:moveTo>
                <a:cubicBezTo>
                  <a:pt x="0" y="30728"/>
                  <a:pt x="30727" y="0"/>
                  <a:pt x="68631" y="0"/>
                </a:cubicBezTo>
                <a:lnTo>
                  <a:pt x="1278906" y="0"/>
                </a:lnTo>
                <a:cubicBezTo>
                  <a:pt x="1316810" y="0"/>
                  <a:pt x="1347537" y="30728"/>
                  <a:pt x="1347537" y="68631"/>
                </a:cubicBezTo>
                <a:lnTo>
                  <a:pt x="1347537" y="343147"/>
                </a:lnTo>
                <a:cubicBezTo>
                  <a:pt x="1347537" y="381051"/>
                  <a:pt x="1316810" y="411778"/>
                  <a:pt x="1278906" y="411778"/>
                </a:cubicBezTo>
                <a:lnTo>
                  <a:pt x="68631" y="411778"/>
                </a:lnTo>
                <a:cubicBezTo>
                  <a:pt x="30727" y="411778"/>
                  <a:pt x="0" y="381051"/>
                  <a:pt x="0" y="343147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37" name="text-439 1">
            <a:extLst xmlns:a="http://schemas.openxmlformats.org/drawingml/2006/main">
              <a:ext uri="{FF2B5EF4-FFF2-40B4-BE49-F238E27FC236}">
                <a16:creationId xmlns:a16="http://schemas.microsoft.com/office/drawing/2014/main" id="{00B6E58E-44B4-47E6-AD10-8152073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6137" y="5484825"/>
            <a:ext cx="73815" cy="164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38" name="path-440">
            <a:extLst xmlns:a="http://schemas.openxmlformats.org/drawingml/2006/main">
              <a:ext uri="{FF2B5EF4-FFF2-40B4-BE49-F238E27FC236}">
                <a16:creationId xmlns:a16="http://schemas.microsoft.com/office/drawing/2014/main" id="{EA99B1E5-8155-4833-B588-07BC9460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66" y="4875495"/>
            <a:ext cx="768486" cy="50187"/>
          </a:xfrm>
          <a:custGeom xmlns:a="http://schemas.openxmlformats.org/drawingml/2006/main">
            <a:pathLst>
              <a:path w="1170741" h="76456">
                <a:moveTo>
                  <a:pt x="14" y="30673"/>
                </a:moveTo>
                <a:lnTo>
                  <a:pt x="1119777" y="31885"/>
                </a:lnTo>
                <a:lnTo>
                  <a:pt x="1119764" y="44628"/>
                </a:lnTo>
                <a:lnTo>
                  <a:pt x="0" y="43416"/>
                </a:lnTo>
                <a:lnTo>
                  <a:pt x="14" y="30673"/>
                </a:lnTo>
                <a:moveTo>
                  <a:pt x="1119770" y="38256"/>
                </a:moveTo>
                <a:lnTo>
                  <a:pt x="1094325" y="0"/>
                </a:lnTo>
                <a:lnTo>
                  <a:pt x="1170741" y="38311"/>
                </a:lnTo>
                <a:lnTo>
                  <a:pt x="1094243" y="76456"/>
                </a:lnTo>
                <a:lnTo>
                  <a:pt x="1119770" y="3825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path-441">
            <a:extLst xmlns:a="http://schemas.openxmlformats.org/drawingml/2006/main">
              <a:ext uri="{FF2B5EF4-FFF2-40B4-BE49-F238E27FC236}">
                <a16:creationId xmlns:a16="http://schemas.microsoft.com/office/drawing/2014/main" id="{2C4F7DAB-0D33-48F1-9921-00B71984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718" y="6985328"/>
            <a:ext cx="467369" cy="50187"/>
          </a:xfrm>
          <a:custGeom xmlns:a="http://schemas.openxmlformats.org/drawingml/2006/main">
            <a:pathLst>
              <a:path w="712008" h="76456">
                <a:moveTo>
                  <a:pt x="22" y="30727"/>
                </a:moveTo>
                <a:lnTo>
                  <a:pt x="661049" y="31901"/>
                </a:lnTo>
                <a:lnTo>
                  <a:pt x="661026" y="44644"/>
                </a:lnTo>
                <a:lnTo>
                  <a:pt x="0" y="43469"/>
                </a:lnTo>
                <a:lnTo>
                  <a:pt x="22" y="30727"/>
                </a:lnTo>
                <a:moveTo>
                  <a:pt x="661037" y="38273"/>
                </a:moveTo>
                <a:lnTo>
                  <a:pt x="635619" y="0"/>
                </a:lnTo>
                <a:lnTo>
                  <a:pt x="712008" y="38363"/>
                </a:lnTo>
                <a:lnTo>
                  <a:pt x="635484" y="76456"/>
                </a:lnTo>
                <a:lnTo>
                  <a:pt x="661037" y="38273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path-442">
            <a:extLst xmlns:a="http://schemas.openxmlformats.org/drawingml/2006/main">
              <a:ext uri="{FF2B5EF4-FFF2-40B4-BE49-F238E27FC236}">
                <a16:creationId xmlns:a16="http://schemas.microsoft.com/office/drawing/2014/main" id="{6721C0A0-C4BF-4CD3-B01D-786C8B8A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66" y="5203839"/>
            <a:ext cx="768486" cy="50187"/>
          </a:xfrm>
          <a:custGeom xmlns:a="http://schemas.openxmlformats.org/drawingml/2006/main">
            <a:pathLst>
              <a:path w="1170741" h="76456">
                <a:moveTo>
                  <a:pt x="14" y="30672"/>
                </a:moveTo>
                <a:lnTo>
                  <a:pt x="1119777" y="31883"/>
                </a:lnTo>
                <a:lnTo>
                  <a:pt x="1119764" y="44626"/>
                </a:lnTo>
                <a:lnTo>
                  <a:pt x="0" y="43415"/>
                </a:lnTo>
                <a:lnTo>
                  <a:pt x="14" y="30672"/>
                </a:lnTo>
                <a:moveTo>
                  <a:pt x="1119770" y="38254"/>
                </a:moveTo>
                <a:lnTo>
                  <a:pt x="1094325" y="0"/>
                </a:lnTo>
                <a:lnTo>
                  <a:pt x="1170741" y="38311"/>
                </a:lnTo>
                <a:lnTo>
                  <a:pt x="1094243" y="76456"/>
                </a:lnTo>
                <a:lnTo>
                  <a:pt x="1119770" y="38254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path-443">
            <a:extLst xmlns:a="http://schemas.openxmlformats.org/drawingml/2006/main">
              <a:ext uri="{FF2B5EF4-FFF2-40B4-BE49-F238E27FC236}">
                <a16:creationId xmlns:a16="http://schemas.microsoft.com/office/drawing/2014/main" id="{2FD2FD1E-9D82-4590-9C17-D2EDCEF4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567" y="5532182"/>
            <a:ext cx="768486" cy="50187"/>
          </a:xfrm>
          <a:custGeom xmlns:a="http://schemas.openxmlformats.org/drawingml/2006/main">
            <a:pathLst>
              <a:path w="1170741" h="76456">
                <a:moveTo>
                  <a:pt x="15" y="30675"/>
                </a:moveTo>
                <a:lnTo>
                  <a:pt x="1119775" y="31885"/>
                </a:lnTo>
                <a:lnTo>
                  <a:pt x="1119761" y="44628"/>
                </a:lnTo>
                <a:lnTo>
                  <a:pt x="0" y="43418"/>
                </a:lnTo>
                <a:lnTo>
                  <a:pt x="15" y="30675"/>
                </a:lnTo>
                <a:moveTo>
                  <a:pt x="1119770" y="38256"/>
                </a:moveTo>
                <a:lnTo>
                  <a:pt x="1094326" y="0"/>
                </a:lnTo>
                <a:lnTo>
                  <a:pt x="1170741" y="38311"/>
                </a:lnTo>
                <a:lnTo>
                  <a:pt x="1094244" y="76456"/>
                </a:lnTo>
                <a:lnTo>
                  <a:pt x="1119770" y="3825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text-444 rumble wins">
            <a:extLst xmlns:a="http://schemas.openxmlformats.org/drawingml/2006/main">
              <a:ext uri="{FF2B5EF4-FFF2-40B4-BE49-F238E27FC236}">
                <a16:creationId xmlns:a16="http://schemas.microsoft.com/office/drawing/2014/main" id="{920386B2-7FAA-4162-89CD-B94D7980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6670" y="5059116"/>
            <a:ext cx="603147" cy="149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rumble wins</a:t>
            </a:r>
          </a:p>
        </p:txBody>
      </p:sp>
      <p:sp>
        <p:nvSpPr>
          <p:cNvPr id="443" name="text-445 rumble wins">
            <a:extLst xmlns:a="http://schemas.openxmlformats.org/drawingml/2006/main">
              <a:ext uri="{FF2B5EF4-FFF2-40B4-BE49-F238E27FC236}">
                <a16:creationId xmlns:a16="http://schemas.microsoft.com/office/drawing/2014/main" id="{5D1CED88-49D7-4BEF-9CD9-7710E74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806" y="4739930"/>
            <a:ext cx="603147" cy="149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rumble wins</a:t>
            </a:r>
          </a:p>
        </p:txBody>
      </p:sp>
      <p:sp>
        <p:nvSpPr>
          <p:cNvPr id="444" name="text-446 rumble wins">
            <a:extLst xmlns:a="http://schemas.openxmlformats.org/drawingml/2006/main">
              <a:ext uri="{FF2B5EF4-FFF2-40B4-BE49-F238E27FC236}">
                <a16:creationId xmlns:a16="http://schemas.microsoft.com/office/drawing/2014/main" id="{27D6591E-7782-49CF-943C-09EC3B99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9806" y="5398376"/>
            <a:ext cx="603147" cy="1496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2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rumble wins</a:t>
            </a:r>
          </a:p>
        </p:txBody>
      </p:sp>
      <p:sp>
        <p:nvSpPr>
          <p:cNvPr id="445" name="path-447">
            <a:extLst xmlns:a="http://schemas.openxmlformats.org/drawingml/2006/main">
              <a:ext uri="{FF2B5EF4-FFF2-40B4-BE49-F238E27FC236}">
                <a16:creationId xmlns:a16="http://schemas.microsoft.com/office/drawing/2014/main" id="{C1BB270E-344E-44B2-8E2A-49E05CD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91" y="4896464"/>
            <a:ext cx="558448" cy="297161"/>
          </a:xfrm>
          <a:custGeom xmlns:a="http://schemas.openxmlformats.org/drawingml/2006/main">
            <a:pathLst>
              <a:path w="850761" h="452707">
                <a:moveTo>
                  <a:pt x="379" y="0"/>
                </a:moveTo>
                <a:lnTo>
                  <a:pt x="40196" y="1181"/>
                </a:lnTo>
                <a:lnTo>
                  <a:pt x="80067" y="4642"/>
                </a:lnTo>
                <a:lnTo>
                  <a:pt x="119300" y="10229"/>
                </a:lnTo>
                <a:lnTo>
                  <a:pt x="157586" y="17795"/>
                </a:lnTo>
                <a:lnTo>
                  <a:pt x="194620" y="27184"/>
                </a:lnTo>
                <a:lnTo>
                  <a:pt x="230098" y="38249"/>
                </a:lnTo>
                <a:lnTo>
                  <a:pt x="263713" y="50844"/>
                </a:lnTo>
                <a:lnTo>
                  <a:pt x="295163" y="64823"/>
                </a:lnTo>
                <a:lnTo>
                  <a:pt x="324144" y="80044"/>
                </a:lnTo>
                <a:lnTo>
                  <a:pt x="350352" y="96372"/>
                </a:lnTo>
                <a:lnTo>
                  <a:pt x="373487" y="113677"/>
                </a:lnTo>
                <a:lnTo>
                  <a:pt x="393245" y="131842"/>
                </a:lnTo>
                <a:lnTo>
                  <a:pt x="409315" y="150767"/>
                </a:lnTo>
                <a:cubicBezTo>
                  <a:pt x="409526" y="151017"/>
                  <a:pt x="409718" y="151283"/>
                  <a:pt x="409889" y="151562"/>
                </a:cubicBezTo>
                <a:lnTo>
                  <a:pt x="421361" y="170368"/>
                </a:lnTo>
                <a:lnTo>
                  <a:pt x="425892" y="180681"/>
                </a:lnTo>
                <a:lnTo>
                  <a:pt x="429117" y="190895"/>
                </a:lnTo>
                <a:lnTo>
                  <a:pt x="431119" y="201227"/>
                </a:lnTo>
                <a:lnTo>
                  <a:pt x="431833" y="211645"/>
                </a:lnTo>
                <a:lnTo>
                  <a:pt x="432451" y="221282"/>
                </a:lnTo>
                <a:lnTo>
                  <a:pt x="434175" y="230122"/>
                </a:lnTo>
                <a:lnTo>
                  <a:pt x="436987" y="238992"/>
                </a:lnTo>
                <a:lnTo>
                  <a:pt x="440875" y="247886"/>
                </a:lnTo>
                <a:lnTo>
                  <a:pt x="451940" y="265903"/>
                </a:lnTo>
                <a:lnTo>
                  <a:pt x="451366" y="265107"/>
                </a:lnTo>
                <a:lnTo>
                  <a:pt x="466887" y="283460"/>
                </a:lnTo>
                <a:lnTo>
                  <a:pt x="485601" y="300641"/>
                </a:lnTo>
                <a:lnTo>
                  <a:pt x="507790" y="317226"/>
                </a:lnTo>
                <a:lnTo>
                  <a:pt x="533144" y="333012"/>
                </a:lnTo>
                <a:lnTo>
                  <a:pt x="561342" y="347819"/>
                </a:lnTo>
                <a:lnTo>
                  <a:pt x="592063" y="361471"/>
                </a:lnTo>
                <a:lnTo>
                  <a:pt x="624988" y="373804"/>
                </a:lnTo>
                <a:lnTo>
                  <a:pt x="659796" y="384660"/>
                </a:lnTo>
                <a:lnTo>
                  <a:pt x="696168" y="393882"/>
                </a:lnTo>
                <a:lnTo>
                  <a:pt x="733788" y="401315"/>
                </a:lnTo>
                <a:lnTo>
                  <a:pt x="772336" y="406805"/>
                </a:lnTo>
                <a:lnTo>
                  <a:pt x="800388" y="409239"/>
                </a:lnTo>
                <a:lnTo>
                  <a:pt x="799284" y="421933"/>
                </a:lnTo>
                <a:lnTo>
                  <a:pt x="770535" y="419420"/>
                </a:lnTo>
                <a:lnTo>
                  <a:pt x="731313" y="413816"/>
                </a:lnTo>
                <a:lnTo>
                  <a:pt x="693035" y="406232"/>
                </a:lnTo>
                <a:lnTo>
                  <a:pt x="655999" y="396824"/>
                </a:lnTo>
                <a:lnTo>
                  <a:pt x="620514" y="385735"/>
                </a:lnTo>
                <a:lnTo>
                  <a:pt x="586884" y="373112"/>
                </a:lnTo>
                <a:lnTo>
                  <a:pt x="555412" y="359097"/>
                </a:lnTo>
                <a:lnTo>
                  <a:pt x="526400" y="343823"/>
                </a:lnTo>
                <a:lnTo>
                  <a:pt x="500149" y="327422"/>
                </a:lnTo>
                <a:lnTo>
                  <a:pt x="476966" y="310010"/>
                </a:lnTo>
                <a:lnTo>
                  <a:pt x="457159" y="291689"/>
                </a:lnTo>
                <a:lnTo>
                  <a:pt x="441636" y="273336"/>
                </a:lnTo>
                <a:cubicBezTo>
                  <a:pt x="441424" y="273085"/>
                  <a:pt x="441233" y="272820"/>
                  <a:pt x="441061" y="272540"/>
                </a:cubicBezTo>
                <a:lnTo>
                  <a:pt x="429181" y="252945"/>
                </a:lnTo>
                <a:lnTo>
                  <a:pt x="424825" y="242789"/>
                </a:lnTo>
                <a:lnTo>
                  <a:pt x="421655" y="232496"/>
                </a:lnTo>
                <a:lnTo>
                  <a:pt x="419734" y="222096"/>
                </a:lnTo>
                <a:lnTo>
                  <a:pt x="419116" y="212458"/>
                </a:lnTo>
                <a:lnTo>
                  <a:pt x="418599" y="203599"/>
                </a:lnTo>
                <a:lnTo>
                  <a:pt x="416954" y="194692"/>
                </a:lnTo>
                <a:lnTo>
                  <a:pt x="414196" y="185742"/>
                </a:lnTo>
                <a:lnTo>
                  <a:pt x="410484" y="177005"/>
                </a:lnTo>
                <a:lnTo>
                  <a:pt x="399011" y="158199"/>
                </a:lnTo>
                <a:lnTo>
                  <a:pt x="399585" y="158995"/>
                </a:lnTo>
                <a:lnTo>
                  <a:pt x="384609" y="141212"/>
                </a:lnTo>
                <a:lnTo>
                  <a:pt x="365847" y="123875"/>
                </a:lnTo>
                <a:lnTo>
                  <a:pt x="343608" y="107183"/>
                </a:lnTo>
                <a:lnTo>
                  <a:pt x="318214" y="91323"/>
                </a:lnTo>
                <a:lnTo>
                  <a:pt x="289983" y="76465"/>
                </a:lnTo>
                <a:lnTo>
                  <a:pt x="259238" y="62776"/>
                </a:lnTo>
                <a:lnTo>
                  <a:pt x="226301" y="50413"/>
                </a:lnTo>
                <a:lnTo>
                  <a:pt x="191485" y="39535"/>
                </a:lnTo>
                <a:lnTo>
                  <a:pt x="155113" y="30295"/>
                </a:lnTo>
                <a:lnTo>
                  <a:pt x="117499" y="22845"/>
                </a:lnTo>
                <a:lnTo>
                  <a:pt x="78962" y="17336"/>
                </a:lnTo>
                <a:lnTo>
                  <a:pt x="39819" y="13917"/>
                </a:lnTo>
                <a:lnTo>
                  <a:pt x="0" y="12737"/>
                </a:lnTo>
                <a:lnTo>
                  <a:pt x="379" y="0"/>
                </a:lnTo>
                <a:moveTo>
                  <a:pt x="799836" y="415587"/>
                </a:moveTo>
                <a:lnTo>
                  <a:pt x="775984" y="376318"/>
                </a:lnTo>
                <a:lnTo>
                  <a:pt x="850761" y="417733"/>
                </a:lnTo>
                <a:lnTo>
                  <a:pt x="772763" y="452707"/>
                </a:lnTo>
                <a:lnTo>
                  <a:pt x="799836" y="415587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path-448">
            <a:extLst xmlns:a="http://schemas.openxmlformats.org/drawingml/2006/main">
              <a:ext uri="{FF2B5EF4-FFF2-40B4-BE49-F238E27FC236}">
                <a16:creationId xmlns:a16="http://schemas.microsoft.com/office/drawing/2014/main" id="{C59D18B0-16D7-4A53-868F-C12DF88A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263" y="5146206"/>
            <a:ext cx="558376" cy="86962"/>
          </a:xfrm>
          <a:custGeom xmlns:a="http://schemas.openxmlformats.org/drawingml/2006/main">
            <a:pathLst>
              <a:path w="850651" h="132482">
                <a:moveTo>
                  <a:pt x="159" y="132482"/>
                </a:moveTo>
                <a:lnTo>
                  <a:pt x="79486" y="131484"/>
                </a:lnTo>
                <a:lnTo>
                  <a:pt x="118487" y="130284"/>
                </a:lnTo>
                <a:lnTo>
                  <a:pt x="156511" y="128659"/>
                </a:lnTo>
                <a:lnTo>
                  <a:pt x="193291" y="126643"/>
                </a:lnTo>
                <a:lnTo>
                  <a:pt x="228518" y="124268"/>
                </a:lnTo>
                <a:lnTo>
                  <a:pt x="261881" y="121567"/>
                </a:lnTo>
                <a:lnTo>
                  <a:pt x="293073" y="118570"/>
                </a:lnTo>
                <a:lnTo>
                  <a:pt x="321788" y="115310"/>
                </a:lnTo>
                <a:lnTo>
                  <a:pt x="347720" y="111818"/>
                </a:lnTo>
                <a:lnTo>
                  <a:pt x="370575" y="108123"/>
                </a:lnTo>
                <a:lnTo>
                  <a:pt x="390062" y="104248"/>
                </a:lnTo>
                <a:lnTo>
                  <a:pt x="405916" y="100207"/>
                </a:lnTo>
                <a:lnTo>
                  <a:pt x="417939" y="95979"/>
                </a:lnTo>
                <a:lnTo>
                  <a:pt x="422779" y="93616"/>
                </a:lnTo>
                <a:cubicBezTo>
                  <a:pt x="423050" y="93482"/>
                  <a:pt x="423310" y="93327"/>
                  <a:pt x="423558" y="93157"/>
                </a:cubicBezTo>
                <a:lnTo>
                  <a:pt x="426550" y="91087"/>
                </a:lnTo>
                <a:cubicBezTo>
                  <a:pt x="426978" y="90790"/>
                  <a:pt x="427370" y="90441"/>
                  <a:pt x="427714" y="90050"/>
                </a:cubicBezTo>
                <a:lnTo>
                  <a:pt x="429538" y="87972"/>
                </a:lnTo>
                <a:cubicBezTo>
                  <a:pt x="430145" y="87279"/>
                  <a:pt x="430596" y="86463"/>
                  <a:pt x="430859" y="85578"/>
                </a:cubicBezTo>
                <a:lnTo>
                  <a:pt x="431474" y="83496"/>
                </a:lnTo>
                <a:lnTo>
                  <a:pt x="432090" y="81415"/>
                </a:lnTo>
                <a:lnTo>
                  <a:pt x="430771" y="83808"/>
                </a:lnTo>
                <a:lnTo>
                  <a:pt x="432594" y="81731"/>
                </a:lnTo>
                <a:lnTo>
                  <a:pt x="431431" y="82767"/>
                </a:lnTo>
                <a:lnTo>
                  <a:pt x="434421" y="80697"/>
                </a:lnTo>
                <a:lnTo>
                  <a:pt x="433644" y="81159"/>
                </a:lnTo>
                <a:lnTo>
                  <a:pt x="437764" y="79100"/>
                </a:lnTo>
                <a:lnTo>
                  <a:pt x="448517" y="75346"/>
                </a:lnTo>
                <a:lnTo>
                  <a:pt x="463490" y="71548"/>
                </a:lnTo>
                <a:lnTo>
                  <a:pt x="482418" y="67789"/>
                </a:lnTo>
                <a:lnTo>
                  <a:pt x="504878" y="64159"/>
                </a:lnTo>
                <a:lnTo>
                  <a:pt x="530513" y="60709"/>
                </a:lnTo>
                <a:lnTo>
                  <a:pt x="558987" y="57477"/>
                </a:lnTo>
                <a:lnTo>
                  <a:pt x="589973" y="54500"/>
                </a:lnTo>
                <a:lnTo>
                  <a:pt x="623155" y="51813"/>
                </a:lnTo>
                <a:lnTo>
                  <a:pt x="658217" y="49451"/>
                </a:lnTo>
                <a:lnTo>
                  <a:pt x="694840" y="47444"/>
                </a:lnTo>
                <a:lnTo>
                  <a:pt x="732713" y="45825"/>
                </a:lnTo>
                <a:lnTo>
                  <a:pt x="771522" y="44629"/>
                </a:lnTo>
                <a:lnTo>
                  <a:pt x="799766" y="44275"/>
                </a:lnTo>
                <a:lnTo>
                  <a:pt x="799604" y="31534"/>
                </a:lnTo>
                <a:lnTo>
                  <a:pt x="771130" y="31894"/>
                </a:lnTo>
                <a:lnTo>
                  <a:pt x="732168" y="33094"/>
                </a:lnTo>
                <a:lnTo>
                  <a:pt x="694142" y="34720"/>
                </a:lnTo>
                <a:lnTo>
                  <a:pt x="657359" y="36736"/>
                </a:lnTo>
                <a:lnTo>
                  <a:pt x="622127" y="39112"/>
                </a:lnTo>
                <a:lnTo>
                  <a:pt x="588754" y="41816"/>
                </a:lnTo>
                <a:lnTo>
                  <a:pt x="557549" y="44816"/>
                </a:lnTo>
                <a:lnTo>
                  <a:pt x="528810" y="48080"/>
                </a:lnTo>
                <a:lnTo>
                  <a:pt x="502844" y="51580"/>
                </a:lnTo>
                <a:lnTo>
                  <a:pt x="479931" y="55293"/>
                </a:lnTo>
                <a:lnTo>
                  <a:pt x="460337" y="59202"/>
                </a:lnTo>
                <a:lnTo>
                  <a:pt x="444264" y="63333"/>
                </a:lnTo>
                <a:lnTo>
                  <a:pt x="432071" y="67700"/>
                </a:lnTo>
                <a:lnTo>
                  <a:pt x="427951" y="69759"/>
                </a:lnTo>
                <a:cubicBezTo>
                  <a:pt x="427680" y="69893"/>
                  <a:pt x="427420" y="70048"/>
                  <a:pt x="427172" y="70218"/>
                </a:cubicBezTo>
                <a:lnTo>
                  <a:pt x="424180" y="72288"/>
                </a:lnTo>
                <a:cubicBezTo>
                  <a:pt x="423751" y="72585"/>
                  <a:pt x="423361" y="72934"/>
                  <a:pt x="423017" y="73325"/>
                </a:cubicBezTo>
                <a:lnTo>
                  <a:pt x="421193" y="75403"/>
                </a:lnTo>
                <a:cubicBezTo>
                  <a:pt x="420585" y="76095"/>
                  <a:pt x="420134" y="76912"/>
                  <a:pt x="419873" y="77796"/>
                </a:cubicBezTo>
                <a:lnTo>
                  <a:pt x="419257" y="79878"/>
                </a:lnTo>
                <a:lnTo>
                  <a:pt x="418639" y="81959"/>
                </a:lnTo>
                <a:lnTo>
                  <a:pt x="419960" y="79565"/>
                </a:lnTo>
                <a:lnTo>
                  <a:pt x="418136" y="81644"/>
                </a:lnTo>
                <a:lnTo>
                  <a:pt x="419300" y="80607"/>
                </a:lnTo>
                <a:lnTo>
                  <a:pt x="416308" y="82677"/>
                </a:lnTo>
                <a:lnTo>
                  <a:pt x="417088" y="82216"/>
                </a:lnTo>
                <a:lnTo>
                  <a:pt x="413687" y="83967"/>
                </a:lnTo>
                <a:lnTo>
                  <a:pt x="402763" y="87862"/>
                </a:lnTo>
                <a:lnTo>
                  <a:pt x="387573" y="91750"/>
                </a:lnTo>
                <a:lnTo>
                  <a:pt x="368539" y="95543"/>
                </a:lnTo>
                <a:lnTo>
                  <a:pt x="346020" y="99190"/>
                </a:lnTo>
                <a:lnTo>
                  <a:pt x="320351" y="102649"/>
                </a:lnTo>
                <a:lnTo>
                  <a:pt x="291854" y="105887"/>
                </a:lnTo>
                <a:lnTo>
                  <a:pt x="260853" y="108866"/>
                </a:lnTo>
                <a:lnTo>
                  <a:pt x="227660" y="111555"/>
                </a:lnTo>
                <a:lnTo>
                  <a:pt x="192594" y="113919"/>
                </a:lnTo>
                <a:lnTo>
                  <a:pt x="155968" y="115928"/>
                </a:lnTo>
                <a:lnTo>
                  <a:pt x="118093" y="117546"/>
                </a:lnTo>
                <a:lnTo>
                  <a:pt x="79326" y="118742"/>
                </a:lnTo>
                <a:lnTo>
                  <a:pt x="0" y="119740"/>
                </a:lnTo>
                <a:lnTo>
                  <a:pt x="159" y="132482"/>
                </a:lnTo>
                <a:moveTo>
                  <a:pt x="799684" y="37904"/>
                </a:moveTo>
                <a:lnTo>
                  <a:pt x="774682" y="76451"/>
                </a:lnTo>
                <a:lnTo>
                  <a:pt x="850651" y="37262"/>
                </a:lnTo>
                <a:lnTo>
                  <a:pt x="773720" y="0"/>
                </a:lnTo>
                <a:lnTo>
                  <a:pt x="799684" y="37904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path-449">
            <a:extLst xmlns:a="http://schemas.openxmlformats.org/drawingml/2006/main">
              <a:ext uri="{FF2B5EF4-FFF2-40B4-BE49-F238E27FC236}">
                <a16:creationId xmlns:a16="http://schemas.microsoft.com/office/drawing/2014/main" id="{5B4EA6E3-323D-43B6-B954-4FB35CBB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410" y="5148715"/>
            <a:ext cx="552230" cy="412797"/>
          </a:xfrm>
          <a:custGeom xmlns:a="http://schemas.openxmlformats.org/drawingml/2006/main">
            <a:pathLst>
              <a:path w="841288" h="628870">
                <a:moveTo>
                  <a:pt x="545" y="628870"/>
                </a:moveTo>
                <a:lnTo>
                  <a:pt x="39917" y="627180"/>
                </a:lnTo>
                <a:lnTo>
                  <a:pt x="79504" y="622209"/>
                </a:lnTo>
                <a:lnTo>
                  <a:pt x="118444" y="614182"/>
                </a:lnTo>
                <a:lnTo>
                  <a:pt x="156433" y="603317"/>
                </a:lnTo>
                <a:lnTo>
                  <a:pt x="193168" y="589835"/>
                </a:lnTo>
                <a:lnTo>
                  <a:pt x="228345" y="573948"/>
                </a:lnTo>
                <a:lnTo>
                  <a:pt x="261665" y="555873"/>
                </a:lnTo>
                <a:lnTo>
                  <a:pt x="292822" y="535818"/>
                </a:lnTo>
                <a:lnTo>
                  <a:pt x="321515" y="513997"/>
                </a:lnTo>
                <a:lnTo>
                  <a:pt x="347437" y="490610"/>
                </a:lnTo>
                <a:lnTo>
                  <a:pt x="370284" y="465858"/>
                </a:lnTo>
                <a:lnTo>
                  <a:pt x="389742" y="439941"/>
                </a:lnTo>
                <a:lnTo>
                  <a:pt x="405493" y="413053"/>
                </a:lnTo>
                <a:lnTo>
                  <a:pt x="417207" y="385383"/>
                </a:lnTo>
                <a:lnTo>
                  <a:pt x="421514" y="371095"/>
                </a:lnTo>
                <a:lnTo>
                  <a:pt x="424595" y="356892"/>
                </a:lnTo>
                <a:lnTo>
                  <a:pt x="426487" y="342603"/>
                </a:lnTo>
                <a:lnTo>
                  <a:pt x="427145" y="328256"/>
                </a:lnTo>
                <a:lnTo>
                  <a:pt x="427754" y="314454"/>
                </a:lnTo>
                <a:lnTo>
                  <a:pt x="429510" y="301224"/>
                </a:lnTo>
                <a:lnTo>
                  <a:pt x="432378" y="288019"/>
                </a:lnTo>
                <a:lnTo>
                  <a:pt x="436331" y="274861"/>
                </a:lnTo>
                <a:lnTo>
                  <a:pt x="447440" y="248582"/>
                </a:lnTo>
                <a:lnTo>
                  <a:pt x="462419" y="223040"/>
                </a:lnTo>
                <a:lnTo>
                  <a:pt x="481061" y="198227"/>
                </a:lnTo>
                <a:lnTo>
                  <a:pt x="503079" y="174384"/>
                </a:lnTo>
                <a:lnTo>
                  <a:pt x="528176" y="151748"/>
                </a:lnTo>
                <a:lnTo>
                  <a:pt x="556049" y="130554"/>
                </a:lnTo>
                <a:lnTo>
                  <a:pt x="586388" y="111031"/>
                </a:lnTo>
                <a:lnTo>
                  <a:pt x="618879" y="93405"/>
                </a:lnTo>
                <a:lnTo>
                  <a:pt x="653216" y="77899"/>
                </a:lnTo>
                <a:lnTo>
                  <a:pt x="689080" y="64736"/>
                </a:lnTo>
                <a:lnTo>
                  <a:pt x="726160" y="54130"/>
                </a:lnTo>
                <a:lnTo>
                  <a:pt x="764143" y="46299"/>
                </a:lnTo>
                <a:lnTo>
                  <a:pt x="791211" y="42906"/>
                </a:lnTo>
                <a:lnTo>
                  <a:pt x="789616" y="30263"/>
                </a:lnTo>
                <a:lnTo>
                  <a:pt x="761563" y="33820"/>
                </a:lnTo>
                <a:lnTo>
                  <a:pt x="722651" y="41882"/>
                </a:lnTo>
                <a:lnTo>
                  <a:pt x="684684" y="52777"/>
                </a:lnTo>
                <a:lnTo>
                  <a:pt x="647967" y="66288"/>
                </a:lnTo>
                <a:lnTo>
                  <a:pt x="612799" y="82206"/>
                </a:lnTo>
                <a:lnTo>
                  <a:pt x="579486" y="100319"/>
                </a:lnTo>
                <a:lnTo>
                  <a:pt x="548330" y="120416"/>
                </a:lnTo>
                <a:lnTo>
                  <a:pt x="519634" y="142293"/>
                </a:lnTo>
                <a:lnTo>
                  <a:pt x="493707" y="165748"/>
                </a:lnTo>
                <a:lnTo>
                  <a:pt x="470863" y="190586"/>
                </a:lnTo>
                <a:lnTo>
                  <a:pt x="451416" y="216613"/>
                </a:lnTo>
                <a:lnTo>
                  <a:pt x="435698" y="243634"/>
                </a:lnTo>
                <a:lnTo>
                  <a:pt x="424120" y="271213"/>
                </a:lnTo>
                <a:lnTo>
                  <a:pt x="419923" y="285335"/>
                </a:lnTo>
                <a:lnTo>
                  <a:pt x="416875" y="299571"/>
                </a:lnTo>
                <a:lnTo>
                  <a:pt x="415024" y="313891"/>
                </a:lnTo>
                <a:lnTo>
                  <a:pt x="414415" y="327693"/>
                </a:lnTo>
                <a:lnTo>
                  <a:pt x="413853" y="340949"/>
                </a:lnTo>
                <a:lnTo>
                  <a:pt x="412140" y="354208"/>
                </a:lnTo>
                <a:lnTo>
                  <a:pt x="409306" y="367447"/>
                </a:lnTo>
                <a:lnTo>
                  <a:pt x="405464" y="380437"/>
                </a:lnTo>
                <a:lnTo>
                  <a:pt x="394489" y="406627"/>
                </a:lnTo>
                <a:lnTo>
                  <a:pt x="379544" y="432301"/>
                </a:lnTo>
                <a:lnTo>
                  <a:pt x="360914" y="457223"/>
                </a:lnTo>
                <a:lnTo>
                  <a:pt x="338896" y="481152"/>
                </a:lnTo>
                <a:lnTo>
                  <a:pt x="313795" y="503857"/>
                </a:lnTo>
                <a:lnTo>
                  <a:pt x="285921" y="525107"/>
                </a:lnTo>
                <a:lnTo>
                  <a:pt x="255583" y="544674"/>
                </a:lnTo>
                <a:lnTo>
                  <a:pt x="223096" y="562338"/>
                </a:lnTo>
                <a:lnTo>
                  <a:pt x="188770" y="577874"/>
                </a:lnTo>
                <a:lnTo>
                  <a:pt x="152923" y="591069"/>
                </a:lnTo>
                <a:lnTo>
                  <a:pt x="115865" y="601704"/>
                </a:lnTo>
                <a:lnTo>
                  <a:pt x="77909" y="609567"/>
                </a:lnTo>
                <a:lnTo>
                  <a:pt x="39371" y="614448"/>
                </a:lnTo>
                <a:lnTo>
                  <a:pt x="0" y="616138"/>
                </a:lnTo>
                <a:lnTo>
                  <a:pt x="545" y="628870"/>
                </a:lnTo>
                <a:moveTo>
                  <a:pt x="790414" y="36586"/>
                </a:moveTo>
                <a:lnTo>
                  <a:pt x="767331" y="76311"/>
                </a:lnTo>
                <a:lnTo>
                  <a:pt x="841288" y="33445"/>
                </a:lnTo>
                <a:lnTo>
                  <a:pt x="762622" y="0"/>
                </a:lnTo>
                <a:lnTo>
                  <a:pt x="790414" y="3658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path-450">
            <a:extLst xmlns:a="http://schemas.openxmlformats.org/drawingml/2006/main">
              <a:ext uri="{FF2B5EF4-FFF2-40B4-BE49-F238E27FC236}">
                <a16:creationId xmlns:a16="http://schemas.microsoft.com/office/drawing/2014/main" id="{149E12C9-4CD9-4B6F-B47D-39926B44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042" y="5035791"/>
            <a:ext cx="677517" cy="270295"/>
          </a:xfrm>
          <a:custGeom xmlns:a="http://schemas.openxmlformats.org/drawingml/2006/main">
            <a:pathLst>
              <a:path w="1032155" h="411778">
                <a:moveTo>
                  <a:pt x="0" y="68631"/>
                </a:moveTo>
                <a:cubicBezTo>
                  <a:pt x="0" y="30729"/>
                  <a:pt x="30726" y="0"/>
                  <a:pt x="68630" y="0"/>
                </a:cubicBezTo>
                <a:lnTo>
                  <a:pt x="963524" y="0"/>
                </a:lnTo>
                <a:cubicBezTo>
                  <a:pt x="1001427" y="0"/>
                  <a:pt x="1032155" y="30729"/>
                  <a:pt x="1032155" y="68631"/>
                </a:cubicBezTo>
                <a:lnTo>
                  <a:pt x="1032155" y="343148"/>
                </a:lnTo>
                <a:cubicBezTo>
                  <a:pt x="1032155" y="381052"/>
                  <a:pt x="1001427" y="411778"/>
                  <a:pt x="963524" y="411778"/>
                </a:cubicBezTo>
                <a:lnTo>
                  <a:pt x="68630" y="411778"/>
                </a:lnTo>
                <a:cubicBezTo>
                  <a:pt x="30726" y="411778"/>
                  <a:pt x="0" y="381052"/>
                  <a:pt x="0" y="343148"/>
                </a:cubicBezTo>
                <a:lnTo>
                  <a:pt x="0" y="68631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path-451">
            <a:extLst xmlns:a="http://schemas.openxmlformats.org/drawingml/2006/main">
              <a:ext uri="{FF2B5EF4-FFF2-40B4-BE49-F238E27FC236}">
                <a16:creationId xmlns:a16="http://schemas.microsoft.com/office/drawing/2014/main" id="{8CD4ED19-4071-4609-9532-90B15387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042" y="5035791"/>
            <a:ext cx="677517" cy="270295"/>
          </a:xfrm>
          <a:custGeom xmlns:a="http://schemas.openxmlformats.org/drawingml/2006/main">
            <a:pathLst>
              <a:path w="1032155" h="411778">
                <a:moveTo>
                  <a:pt x="0" y="68631"/>
                </a:moveTo>
                <a:cubicBezTo>
                  <a:pt x="0" y="30727"/>
                  <a:pt x="30727" y="0"/>
                  <a:pt x="68631" y="0"/>
                </a:cubicBezTo>
                <a:lnTo>
                  <a:pt x="963525" y="0"/>
                </a:lnTo>
                <a:cubicBezTo>
                  <a:pt x="1001429" y="0"/>
                  <a:pt x="1032155" y="30727"/>
                  <a:pt x="1032155" y="68631"/>
                </a:cubicBezTo>
                <a:lnTo>
                  <a:pt x="1032155" y="343147"/>
                </a:lnTo>
                <a:cubicBezTo>
                  <a:pt x="1032155" y="381051"/>
                  <a:pt x="1001429" y="411778"/>
                  <a:pt x="963525" y="411778"/>
                </a:cubicBezTo>
                <a:lnTo>
                  <a:pt x="68631" y="411778"/>
                </a:lnTo>
                <a:cubicBezTo>
                  <a:pt x="30727" y="411778"/>
                  <a:pt x="0" y="381051"/>
                  <a:pt x="0" y="343147"/>
                </a:cubicBezTo>
                <a:lnTo>
                  <a:pt x="0" y="6863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50" name="text-452 3">
            <a:extLst xmlns:a="http://schemas.openxmlformats.org/drawingml/2006/main">
              <a:ext uri="{FF2B5EF4-FFF2-40B4-BE49-F238E27FC236}">
                <a16:creationId xmlns:a16="http://schemas.microsoft.com/office/drawing/2014/main" id="{B2D539B9-2F60-46B9-90D2-76702E19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6206" y="5097428"/>
            <a:ext cx="92562" cy="16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3</a:t>
            </a:r>
          </a:p>
        </p:txBody>
      </p:sp>
      <p:sp>
        <p:nvSpPr>
          <p:cNvPr id="451" name="path-453">
            <a:extLst xmlns:a="http://schemas.openxmlformats.org/drawingml/2006/main">
              <a:ext uri="{FF2B5EF4-FFF2-40B4-BE49-F238E27FC236}">
                <a16:creationId xmlns:a16="http://schemas.microsoft.com/office/drawing/2014/main" id="{66665952-84A7-43A5-A48C-75C84947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919" y="5145799"/>
            <a:ext cx="301124" cy="50186"/>
          </a:xfrm>
          <a:custGeom xmlns:a="http://schemas.openxmlformats.org/drawingml/2006/main">
            <a:pathLst>
              <a:path w="458743" h="76455">
                <a:moveTo>
                  <a:pt x="11" y="31511"/>
                </a:moveTo>
                <a:lnTo>
                  <a:pt x="407778" y="31879"/>
                </a:lnTo>
                <a:lnTo>
                  <a:pt x="407767" y="44622"/>
                </a:lnTo>
                <a:lnTo>
                  <a:pt x="0" y="44253"/>
                </a:lnTo>
                <a:lnTo>
                  <a:pt x="11" y="31511"/>
                </a:lnTo>
                <a:moveTo>
                  <a:pt x="407772" y="38251"/>
                </a:moveTo>
                <a:lnTo>
                  <a:pt x="382320" y="0"/>
                </a:lnTo>
                <a:lnTo>
                  <a:pt x="458743" y="38296"/>
                </a:lnTo>
                <a:lnTo>
                  <a:pt x="382251" y="76455"/>
                </a:lnTo>
                <a:lnTo>
                  <a:pt x="407772" y="38251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2" name="path-454">
            <a:extLst xmlns:a="http://schemas.openxmlformats.org/drawingml/2006/main">
              <a:ext uri="{FF2B5EF4-FFF2-40B4-BE49-F238E27FC236}">
                <a16:creationId xmlns:a16="http://schemas.microsoft.com/office/drawing/2014/main" id="{093B0455-D5D4-48AF-A391-2EB40C70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96" y="4875234"/>
            <a:ext cx="321672" cy="50184"/>
          </a:xfrm>
          <a:custGeom xmlns:a="http://schemas.openxmlformats.org/drawingml/2006/main">
            <a:pathLst>
              <a:path w="490047" h="76452">
                <a:moveTo>
                  <a:pt x="130" y="48820"/>
                </a:moveTo>
                <a:lnTo>
                  <a:pt x="439144" y="44337"/>
                </a:lnTo>
                <a:lnTo>
                  <a:pt x="439014" y="31594"/>
                </a:lnTo>
                <a:lnTo>
                  <a:pt x="0" y="36077"/>
                </a:lnTo>
                <a:lnTo>
                  <a:pt x="130" y="48820"/>
                </a:lnTo>
                <a:moveTo>
                  <a:pt x="439079" y="37966"/>
                </a:moveTo>
                <a:lnTo>
                  <a:pt x="413986" y="76452"/>
                </a:lnTo>
                <a:lnTo>
                  <a:pt x="490047" y="37444"/>
                </a:lnTo>
                <a:lnTo>
                  <a:pt x="413205" y="0"/>
                </a:lnTo>
                <a:lnTo>
                  <a:pt x="439079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3" name="path-455">
            <a:extLst xmlns:a="http://schemas.openxmlformats.org/drawingml/2006/main">
              <a:ext uri="{FF2B5EF4-FFF2-40B4-BE49-F238E27FC236}">
                <a16:creationId xmlns:a16="http://schemas.microsoft.com/office/drawing/2014/main" id="{3D837EFA-F4BB-4C3D-BC19-1B09502F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96" y="5206902"/>
            <a:ext cx="321672" cy="50184"/>
          </a:xfrm>
          <a:custGeom xmlns:a="http://schemas.openxmlformats.org/drawingml/2006/main">
            <a:pathLst>
              <a:path w="490047" h="76452">
                <a:moveTo>
                  <a:pt x="130" y="48820"/>
                </a:moveTo>
                <a:lnTo>
                  <a:pt x="439144" y="44336"/>
                </a:lnTo>
                <a:lnTo>
                  <a:pt x="439014" y="31593"/>
                </a:lnTo>
                <a:lnTo>
                  <a:pt x="0" y="36077"/>
                </a:lnTo>
                <a:lnTo>
                  <a:pt x="130" y="48820"/>
                </a:lnTo>
                <a:moveTo>
                  <a:pt x="439079" y="37965"/>
                </a:moveTo>
                <a:lnTo>
                  <a:pt x="413986" y="76452"/>
                </a:lnTo>
                <a:lnTo>
                  <a:pt x="490047" y="37443"/>
                </a:lnTo>
                <a:lnTo>
                  <a:pt x="413205" y="0"/>
                </a:lnTo>
                <a:lnTo>
                  <a:pt x="439079" y="3796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4" name="path-456">
            <a:extLst xmlns:a="http://schemas.openxmlformats.org/drawingml/2006/main">
              <a:ext uri="{FF2B5EF4-FFF2-40B4-BE49-F238E27FC236}">
                <a16:creationId xmlns:a16="http://schemas.microsoft.com/office/drawing/2014/main" id="{710FABEA-6258-484D-8700-7C608C74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50" y="5525477"/>
            <a:ext cx="321673" cy="50183"/>
          </a:xfrm>
          <a:custGeom xmlns:a="http://schemas.openxmlformats.org/drawingml/2006/main">
            <a:pathLst>
              <a:path w="490048" h="76451">
                <a:moveTo>
                  <a:pt x="131" y="48820"/>
                </a:moveTo>
                <a:lnTo>
                  <a:pt x="439146" y="44337"/>
                </a:lnTo>
                <a:lnTo>
                  <a:pt x="439015" y="31594"/>
                </a:lnTo>
                <a:lnTo>
                  <a:pt x="0" y="36077"/>
                </a:lnTo>
                <a:lnTo>
                  <a:pt x="131" y="48820"/>
                </a:lnTo>
                <a:moveTo>
                  <a:pt x="439080" y="37966"/>
                </a:moveTo>
                <a:lnTo>
                  <a:pt x="413986" y="76451"/>
                </a:lnTo>
                <a:lnTo>
                  <a:pt x="490048" y="37444"/>
                </a:lnTo>
                <a:lnTo>
                  <a:pt x="413207" y="0"/>
                </a:lnTo>
                <a:lnTo>
                  <a:pt x="439080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5" name="text-457 VGEG:">
            <a:extLst xmlns:a="http://schemas.openxmlformats.org/drawingml/2006/main">
              <a:ext uri="{FF2B5EF4-FFF2-40B4-BE49-F238E27FC236}">
                <a16:creationId xmlns:a16="http://schemas.microsoft.com/office/drawing/2014/main" id="{8F21E9B2-4D60-40DA-8AD8-053AAAE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786" y="5142248"/>
            <a:ext cx="411971" cy="18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456" name="text-458 VGEG:">
            <a:extLst xmlns:a="http://schemas.openxmlformats.org/drawingml/2006/main">
              <a:ext uri="{FF2B5EF4-FFF2-40B4-BE49-F238E27FC236}">
                <a16:creationId xmlns:a16="http://schemas.microsoft.com/office/drawing/2014/main" id="{08C24B37-1C51-4CDD-A638-FFEE15D9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0626" y="2669059"/>
            <a:ext cx="411972" cy="18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457" name="path-459">
            <a:extLst xmlns:a="http://schemas.openxmlformats.org/drawingml/2006/main">
              <a:ext uri="{FF2B5EF4-FFF2-40B4-BE49-F238E27FC236}">
                <a16:creationId xmlns:a16="http://schemas.microsoft.com/office/drawing/2014/main" id="{C4D622B6-4E70-495C-9CC0-94BF3129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521" y="4861740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7"/>
                </a:moveTo>
                <a:cubicBezTo>
                  <a:pt x="0" y="34230"/>
                  <a:pt x="34228" y="0"/>
                  <a:pt x="76456" y="0"/>
                </a:cubicBezTo>
                <a:lnTo>
                  <a:pt x="2035628" y="0"/>
                </a:lnTo>
                <a:cubicBezTo>
                  <a:pt x="2077858" y="0"/>
                  <a:pt x="2112097" y="34230"/>
                  <a:pt x="2112097" y="76457"/>
                </a:cubicBezTo>
                <a:lnTo>
                  <a:pt x="2112097" y="382278"/>
                </a:lnTo>
                <a:cubicBezTo>
                  <a:pt x="2112097" y="424504"/>
                  <a:pt x="2077858" y="458736"/>
                  <a:pt x="2035628" y="458736"/>
                </a:cubicBezTo>
                <a:lnTo>
                  <a:pt x="76456" y="458736"/>
                </a:lnTo>
                <a:cubicBezTo>
                  <a:pt x="34228" y="458736"/>
                  <a:pt x="0" y="424504"/>
                  <a:pt x="0" y="382278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8" name="path-460">
            <a:extLst xmlns:a="http://schemas.openxmlformats.org/drawingml/2006/main">
              <a:ext uri="{FF2B5EF4-FFF2-40B4-BE49-F238E27FC236}">
                <a16:creationId xmlns:a16="http://schemas.microsoft.com/office/drawing/2014/main" id="{B10E56B3-CDB0-40F8-8299-6317785C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521" y="4861740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459" name="text-461 Yamato">
            <a:extLst xmlns:a="http://schemas.openxmlformats.org/drawingml/2006/main">
              <a:ext uri="{FF2B5EF4-FFF2-40B4-BE49-F238E27FC236}">
                <a16:creationId xmlns:a16="http://schemas.microsoft.com/office/drawing/2014/main" id="{2354C7B8-4B11-47A1-8170-0D109E1E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8313" y="4937118"/>
            <a:ext cx="429074" cy="1664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Yamato</a:t>
            </a:r>
          </a:p>
        </p:txBody>
      </p:sp>
      <p:sp>
        <p:nvSpPr>
          <p:cNvPr id="460" name="path-462">
            <a:extLst xmlns:a="http://schemas.openxmlformats.org/drawingml/2006/main">
              <a:ext uri="{FF2B5EF4-FFF2-40B4-BE49-F238E27FC236}">
                <a16:creationId xmlns:a16="http://schemas.microsoft.com/office/drawing/2014/main" id="{A1AD85DF-1351-448D-B5D4-843E627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521" y="5269687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7"/>
                </a:moveTo>
                <a:cubicBezTo>
                  <a:pt x="0" y="34230"/>
                  <a:pt x="34228" y="0"/>
                  <a:pt x="76456" y="0"/>
                </a:cubicBezTo>
                <a:lnTo>
                  <a:pt x="2035628" y="0"/>
                </a:lnTo>
                <a:cubicBezTo>
                  <a:pt x="2077858" y="0"/>
                  <a:pt x="2112097" y="34230"/>
                  <a:pt x="2112097" y="76457"/>
                </a:cubicBezTo>
                <a:lnTo>
                  <a:pt x="2112097" y="382277"/>
                </a:lnTo>
                <a:cubicBezTo>
                  <a:pt x="2112097" y="424504"/>
                  <a:pt x="2077858" y="458736"/>
                  <a:pt x="2035628" y="458736"/>
                </a:cubicBezTo>
                <a:lnTo>
                  <a:pt x="76456" y="458736"/>
                </a:lnTo>
                <a:cubicBezTo>
                  <a:pt x="34228" y="458736"/>
                  <a:pt x="0" y="424504"/>
                  <a:pt x="0" y="382277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1" name="path-463">
            <a:extLst xmlns:a="http://schemas.openxmlformats.org/drawingml/2006/main">
              <a:ext uri="{FF2B5EF4-FFF2-40B4-BE49-F238E27FC236}">
                <a16:creationId xmlns:a16="http://schemas.microsoft.com/office/drawing/2014/main" id="{742CB463-D0A0-4AA2-B723-EB05C63A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521" y="5269687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462" name="text-464 Luffy">
            <a:extLst xmlns:a="http://schemas.openxmlformats.org/drawingml/2006/main">
              <a:ext uri="{FF2B5EF4-FFF2-40B4-BE49-F238E27FC236}">
                <a16:creationId xmlns:a16="http://schemas.microsoft.com/office/drawing/2014/main" id="{534F8ACF-0236-4FB5-8BBE-1720A4BB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7454" y="5344650"/>
            <a:ext cx="331073" cy="166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Luffy</a:t>
            </a:r>
          </a:p>
        </p:txBody>
      </p:sp>
      <p:sp>
        <p:nvSpPr>
          <p:cNvPr id="463" name="path-465">
            <a:extLst xmlns:a="http://schemas.openxmlformats.org/drawingml/2006/main">
              <a:ext uri="{FF2B5EF4-FFF2-40B4-BE49-F238E27FC236}">
                <a16:creationId xmlns:a16="http://schemas.microsoft.com/office/drawing/2014/main" id="{7E04BEE8-1DDD-4762-BD04-5C8F482D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992" y="5034771"/>
            <a:ext cx="1085284" cy="331515"/>
          </a:xfrm>
          <a:custGeom xmlns:a="http://schemas.openxmlformats.org/drawingml/2006/main">
            <a:pathLst>
              <a:path w="1653362" h="505043">
                <a:moveTo>
                  <a:pt x="0" y="93963"/>
                </a:moveTo>
                <a:cubicBezTo>
                  <a:pt x="0" y="42069"/>
                  <a:pt x="42065" y="0"/>
                  <a:pt x="93966" y="0"/>
                </a:cubicBezTo>
                <a:lnTo>
                  <a:pt x="1559396" y="0"/>
                </a:lnTo>
                <a:cubicBezTo>
                  <a:pt x="1611284" y="0"/>
                  <a:pt x="1653362" y="42069"/>
                  <a:pt x="1653362" y="93963"/>
                </a:cubicBezTo>
                <a:lnTo>
                  <a:pt x="1653362" y="411079"/>
                </a:lnTo>
                <a:cubicBezTo>
                  <a:pt x="1653362" y="462974"/>
                  <a:pt x="1611284" y="505043"/>
                  <a:pt x="1559396" y="505043"/>
                </a:cubicBezTo>
                <a:lnTo>
                  <a:pt x="93966" y="505043"/>
                </a:lnTo>
                <a:cubicBezTo>
                  <a:pt x="42065" y="505043"/>
                  <a:pt x="0" y="462974"/>
                  <a:pt x="0" y="411079"/>
                </a:cubicBezTo>
                <a:lnTo>
                  <a:pt x="0" y="93963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4" name="path-466">
            <a:extLst xmlns:a="http://schemas.openxmlformats.org/drawingml/2006/main">
              <a:ext uri="{FF2B5EF4-FFF2-40B4-BE49-F238E27FC236}">
                <a16:creationId xmlns:a16="http://schemas.microsoft.com/office/drawing/2014/main" id="{83343F8E-4EFC-45EA-8175-122FA7C2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0992" y="5034771"/>
            <a:ext cx="1085283" cy="331515"/>
          </a:xfrm>
          <a:custGeom xmlns:a="http://schemas.openxmlformats.org/drawingml/2006/main">
            <a:pathLst>
              <a:path w="1653360" h="505043">
                <a:moveTo>
                  <a:pt x="0" y="93964"/>
                </a:moveTo>
                <a:cubicBezTo>
                  <a:pt x="0" y="42069"/>
                  <a:pt x="42069" y="0"/>
                  <a:pt x="93964" y="0"/>
                </a:cubicBezTo>
                <a:lnTo>
                  <a:pt x="1559396" y="0"/>
                </a:lnTo>
                <a:cubicBezTo>
                  <a:pt x="1611292" y="0"/>
                  <a:pt x="1653360" y="42069"/>
                  <a:pt x="1653360" y="93964"/>
                </a:cubicBezTo>
                <a:lnTo>
                  <a:pt x="1653360" y="411080"/>
                </a:lnTo>
                <a:cubicBezTo>
                  <a:pt x="1653360" y="462974"/>
                  <a:pt x="1611292" y="505043"/>
                  <a:pt x="1559396" y="505043"/>
                </a:cubicBezTo>
                <a:lnTo>
                  <a:pt x="93964" y="505043"/>
                </a:lnTo>
                <a:cubicBezTo>
                  <a:pt x="42069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B5A0DE"/>
            </a:solidFill>
            <a:prstDash val="solid"/>
          </a:ln>
        </p:spPr>
      </p:sp>
      <p:sp>
        <p:nvSpPr>
          <p:cNvPr id="465" name="text-467 JOIN">
            <a:extLst xmlns:a="http://schemas.openxmlformats.org/drawingml/2006/main">
              <a:ext uri="{FF2B5EF4-FFF2-40B4-BE49-F238E27FC236}">
                <a16:creationId xmlns:a16="http://schemas.microsoft.com/office/drawing/2014/main" id="{CE29C037-060F-4F13-9F62-D950BE8A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21802" y="5040578"/>
            <a:ext cx="375569" cy="1760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9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JOIN</a:t>
            </a:r>
          </a:p>
        </p:txBody>
      </p:sp>
      <p:sp>
        <p:nvSpPr>
          <p:cNvPr id="466" name="text-468 facts">
            <a:extLst xmlns:a="http://schemas.openxmlformats.org/drawingml/2006/main">
              <a:ext uri="{FF2B5EF4-FFF2-40B4-BE49-F238E27FC236}">
                <a16:creationId xmlns:a16="http://schemas.microsoft.com/office/drawing/2014/main" id="{86F22353-FB28-4A45-B384-307E03E5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12839" y="5040689"/>
            <a:ext cx="335655" cy="175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facts</a:t>
            </a:r>
          </a:p>
        </p:txBody>
      </p:sp>
      <p:sp>
        <p:nvSpPr>
          <p:cNvPr id="467" name="text-470 in order">
            <a:extLst xmlns:a="http://schemas.openxmlformats.org/drawingml/2006/main">
              <a:ext uri="{FF2B5EF4-FFF2-40B4-BE49-F238E27FC236}">
                <a16:creationId xmlns:a16="http://schemas.microsoft.com/office/drawing/2014/main" id="{46025BF2-70C0-4B1C-85B5-43CA398B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57723" y="5190913"/>
            <a:ext cx="491864" cy="1763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9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in order</a:t>
            </a:r>
          </a:p>
        </p:txBody>
      </p:sp>
      <p:sp>
        <p:nvSpPr>
          <p:cNvPr id="468" name="path-471">
            <a:extLst xmlns:a="http://schemas.openxmlformats.org/drawingml/2006/main">
              <a:ext uri="{FF2B5EF4-FFF2-40B4-BE49-F238E27FC236}">
                <a16:creationId xmlns:a16="http://schemas.microsoft.com/office/drawing/2014/main" id="{D9D4E994-F158-477B-B227-9DF8D377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779" y="4934462"/>
            <a:ext cx="163105" cy="163106"/>
          </a:xfrm>
          <a:custGeom xmlns:a="http://schemas.openxmlformats.org/drawingml/2006/main">
            <a:pathLst>
              <a:path w="248480" h="248481">
                <a:moveTo>
                  <a:pt x="0" y="124241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59" y="0"/>
                  <a:pt x="248480" y="55624"/>
                  <a:pt x="248480" y="124241"/>
                </a:cubicBezTo>
                <a:cubicBezTo>
                  <a:pt x="248480" y="192858"/>
                  <a:pt x="192859" y="248481"/>
                  <a:pt x="124240" y="248481"/>
                </a:cubicBezTo>
                <a:cubicBezTo>
                  <a:pt x="55622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9" name="path-472">
            <a:extLst xmlns:a="http://schemas.openxmlformats.org/drawingml/2006/main">
              <a:ext uri="{FF2B5EF4-FFF2-40B4-BE49-F238E27FC236}">
                <a16:creationId xmlns:a16="http://schemas.microsoft.com/office/drawing/2014/main" id="{E00EA12C-0F46-4812-A8A2-AAB5768B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4779" y="4934462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70" name="text-473 1">
            <a:extLst xmlns:a="http://schemas.openxmlformats.org/drawingml/2006/main">
              <a:ext uri="{FF2B5EF4-FFF2-40B4-BE49-F238E27FC236}">
                <a16:creationId xmlns:a16="http://schemas.microsoft.com/office/drawing/2014/main" id="{1DD57053-359B-4FB3-9E90-D2223F58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6467" y="4954227"/>
            <a:ext cx="57978" cy="128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471" name="path-474">
            <a:extLst xmlns:a="http://schemas.openxmlformats.org/drawingml/2006/main">
              <a:ext uri="{FF2B5EF4-FFF2-40B4-BE49-F238E27FC236}">
                <a16:creationId xmlns:a16="http://schemas.microsoft.com/office/drawing/2014/main" id="{F82888DF-B8C8-436D-B9D0-162B7645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412" y="5337480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1"/>
                </a:moveTo>
                <a:cubicBezTo>
                  <a:pt x="0" y="55625"/>
                  <a:pt x="55634" y="0"/>
                  <a:pt x="124242" y="0"/>
                </a:cubicBezTo>
                <a:cubicBezTo>
                  <a:pt x="192861" y="0"/>
                  <a:pt x="248482" y="55625"/>
                  <a:pt x="248482" y="124241"/>
                </a:cubicBezTo>
                <a:cubicBezTo>
                  <a:pt x="248482" y="192858"/>
                  <a:pt x="192861" y="248481"/>
                  <a:pt x="124242" y="248481"/>
                </a:cubicBezTo>
                <a:cubicBezTo>
                  <a:pt x="55634" y="248481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2" name="path-475">
            <a:extLst xmlns:a="http://schemas.openxmlformats.org/drawingml/2006/main">
              <a:ext uri="{FF2B5EF4-FFF2-40B4-BE49-F238E27FC236}">
                <a16:creationId xmlns:a16="http://schemas.microsoft.com/office/drawing/2014/main" id="{3C6F90D2-8D59-4FCD-8EA8-53167F4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0412" y="5337480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473" name="text-476 2">
            <a:extLst xmlns:a="http://schemas.openxmlformats.org/drawingml/2006/main">
              <a:ext uri="{FF2B5EF4-FFF2-40B4-BE49-F238E27FC236}">
                <a16:creationId xmlns:a16="http://schemas.microsoft.com/office/drawing/2014/main" id="{6CF35BCE-E976-482C-AFE2-705AE5AB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05308" y="5355601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474" name="path-477">
            <a:extLst xmlns:a="http://schemas.openxmlformats.org/drawingml/2006/main">
              <a:ext uri="{FF2B5EF4-FFF2-40B4-BE49-F238E27FC236}">
                <a16:creationId xmlns:a16="http://schemas.microsoft.com/office/drawing/2014/main" id="{1409F440-E12E-43D0-BCB2-52B4B1C4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4396" y="4861740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6"/>
                </a:moveTo>
                <a:cubicBezTo>
                  <a:pt x="0" y="34230"/>
                  <a:pt x="34238" y="0"/>
                  <a:pt x="76469" y="0"/>
                </a:cubicBezTo>
                <a:lnTo>
                  <a:pt x="1261524" y="0"/>
                </a:lnTo>
                <a:cubicBezTo>
                  <a:pt x="1303752" y="0"/>
                  <a:pt x="1337980" y="34230"/>
                  <a:pt x="1337980" y="76456"/>
                </a:cubicBezTo>
                <a:lnTo>
                  <a:pt x="1337980" y="382280"/>
                </a:lnTo>
                <a:cubicBezTo>
                  <a:pt x="1337980" y="424504"/>
                  <a:pt x="1303752" y="458736"/>
                  <a:pt x="1261524" y="458736"/>
                </a:cubicBezTo>
                <a:lnTo>
                  <a:pt x="76469" y="458736"/>
                </a:lnTo>
                <a:cubicBezTo>
                  <a:pt x="34238" y="458736"/>
                  <a:pt x="0" y="424504"/>
                  <a:pt x="0" y="382280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5" name="path-478">
            <a:extLst xmlns:a="http://schemas.openxmlformats.org/drawingml/2006/main">
              <a:ext uri="{FF2B5EF4-FFF2-40B4-BE49-F238E27FC236}">
                <a16:creationId xmlns:a16="http://schemas.microsoft.com/office/drawing/2014/main" id="{2300E336-17B7-46D0-9165-C9600360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4396" y="4861740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4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4"/>
                  <a:pt x="1303749" y="458736"/>
                  <a:pt x="1261524" y="458736"/>
                </a:cubicBezTo>
                <a:lnTo>
                  <a:pt x="76456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76" name="text-479 Kaido">
            <a:extLst xmlns:a="http://schemas.openxmlformats.org/drawingml/2006/main">
              <a:ext uri="{FF2B5EF4-FFF2-40B4-BE49-F238E27FC236}">
                <a16:creationId xmlns:a16="http://schemas.microsoft.com/office/drawing/2014/main" id="{909E594B-E15E-4ECD-8D1D-3C1B5B8E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83495" y="4937058"/>
            <a:ext cx="320356" cy="166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Kaido</a:t>
            </a:r>
          </a:p>
        </p:txBody>
      </p:sp>
      <p:sp>
        <p:nvSpPr>
          <p:cNvPr id="477" name="path-480">
            <a:extLst xmlns:a="http://schemas.openxmlformats.org/drawingml/2006/main">
              <a:ext uri="{FF2B5EF4-FFF2-40B4-BE49-F238E27FC236}">
                <a16:creationId xmlns:a16="http://schemas.microsoft.com/office/drawing/2014/main" id="{3927A958-157B-4CBA-915A-52D1761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5269687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6"/>
                </a:moveTo>
                <a:cubicBezTo>
                  <a:pt x="0" y="34230"/>
                  <a:pt x="34228" y="0"/>
                  <a:pt x="76456" y="0"/>
                </a:cubicBezTo>
                <a:lnTo>
                  <a:pt x="1261524" y="0"/>
                </a:lnTo>
                <a:cubicBezTo>
                  <a:pt x="1303752" y="0"/>
                  <a:pt x="1337980" y="34230"/>
                  <a:pt x="1337980" y="76456"/>
                </a:cubicBezTo>
                <a:lnTo>
                  <a:pt x="1337980" y="382279"/>
                </a:lnTo>
                <a:cubicBezTo>
                  <a:pt x="1337980" y="424504"/>
                  <a:pt x="1303752" y="458736"/>
                  <a:pt x="1261524" y="458736"/>
                </a:cubicBezTo>
                <a:lnTo>
                  <a:pt x="76456" y="458736"/>
                </a:lnTo>
                <a:cubicBezTo>
                  <a:pt x="34228" y="458736"/>
                  <a:pt x="0" y="424504"/>
                  <a:pt x="0" y="382279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8" name="path-481">
            <a:extLst xmlns:a="http://schemas.openxmlformats.org/drawingml/2006/main">
              <a:ext uri="{FF2B5EF4-FFF2-40B4-BE49-F238E27FC236}">
                <a16:creationId xmlns:a16="http://schemas.microsoft.com/office/drawing/2014/main" id="{CBC834E3-9FD9-4460-BA4B-D233C7C3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9892" y="5269687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4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4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79" name="text-482 Monkey D. ">
            <a:extLst xmlns:a="http://schemas.openxmlformats.org/drawingml/2006/main">
              <a:ext uri="{FF2B5EF4-FFF2-40B4-BE49-F238E27FC236}">
                <a16:creationId xmlns:a16="http://schemas.microsoft.com/office/drawing/2014/main" id="{51401A30-196F-4060-8916-EFC76671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0844" y="5281853"/>
            <a:ext cx="589093" cy="156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87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Monkey D. </a:t>
            </a:r>
          </a:p>
        </p:txBody>
      </p:sp>
      <p:sp>
        <p:nvSpPr>
          <p:cNvPr id="480" name="text-483 Dragon">
            <a:extLst xmlns:a="http://schemas.openxmlformats.org/drawingml/2006/main">
              <a:ext uri="{FF2B5EF4-FFF2-40B4-BE49-F238E27FC236}">
                <a16:creationId xmlns:a16="http://schemas.microsoft.com/office/drawing/2014/main" id="{2D043903-5934-4166-A735-FC734109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5533" y="5416803"/>
            <a:ext cx="385391" cy="155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874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Dragon</a:t>
            </a:r>
          </a:p>
        </p:txBody>
      </p:sp>
      <p:sp>
        <p:nvSpPr>
          <p:cNvPr id="481" name="path-484">
            <a:extLst xmlns:a="http://schemas.openxmlformats.org/drawingml/2006/main">
              <a:ext uri="{FF2B5EF4-FFF2-40B4-BE49-F238E27FC236}">
                <a16:creationId xmlns:a16="http://schemas.microsoft.com/office/drawing/2014/main" id="{F552FB03-491B-4407-AE4D-56CB8D2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915" y="4987207"/>
            <a:ext cx="768481" cy="50187"/>
          </a:xfrm>
          <a:custGeom xmlns:a="http://schemas.openxmlformats.org/drawingml/2006/main">
            <a:pathLst>
              <a:path w="1170733" h="76456">
                <a:moveTo>
                  <a:pt x="0" y="31857"/>
                </a:moveTo>
                <a:lnTo>
                  <a:pt x="0" y="44599"/>
                </a:lnTo>
                <a:lnTo>
                  <a:pt x="1119763" y="44599"/>
                </a:lnTo>
                <a:lnTo>
                  <a:pt x="1119763" y="31857"/>
                </a:lnTo>
                <a:close/>
                <a:moveTo>
                  <a:pt x="1119763" y="38228"/>
                </a:moveTo>
                <a:lnTo>
                  <a:pt x="1094277" y="0"/>
                </a:lnTo>
                <a:lnTo>
                  <a:pt x="1170733" y="38228"/>
                </a:lnTo>
                <a:lnTo>
                  <a:pt x="1094277" y="76456"/>
                </a:lnTo>
                <a:lnTo>
                  <a:pt x="111976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2" name="path-485">
            <a:extLst xmlns:a="http://schemas.openxmlformats.org/drawingml/2006/main">
              <a:ext uri="{FF2B5EF4-FFF2-40B4-BE49-F238E27FC236}">
                <a16:creationId xmlns:a16="http://schemas.microsoft.com/office/drawing/2014/main" id="{9613D30F-3684-4121-8C3E-A0702302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923" y="5395154"/>
            <a:ext cx="773968" cy="50186"/>
          </a:xfrm>
          <a:custGeom xmlns:a="http://schemas.openxmlformats.org/drawingml/2006/main">
            <a:pathLst>
              <a:path w="1179092" h="76455">
                <a:moveTo>
                  <a:pt x="0" y="31857"/>
                </a:moveTo>
                <a:lnTo>
                  <a:pt x="0" y="44599"/>
                </a:lnTo>
                <a:lnTo>
                  <a:pt x="1128122" y="44599"/>
                </a:lnTo>
                <a:lnTo>
                  <a:pt x="1128122" y="31857"/>
                </a:lnTo>
                <a:close/>
                <a:moveTo>
                  <a:pt x="1128122" y="38228"/>
                </a:moveTo>
                <a:lnTo>
                  <a:pt x="1102636" y="0"/>
                </a:lnTo>
                <a:lnTo>
                  <a:pt x="1179092" y="38228"/>
                </a:lnTo>
                <a:lnTo>
                  <a:pt x="1102636" y="76455"/>
                </a:lnTo>
                <a:lnTo>
                  <a:pt x="1128122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3" name="text-486 father">
            <a:extLst xmlns:a="http://schemas.openxmlformats.org/drawingml/2006/main">
              <a:ext uri="{FF2B5EF4-FFF2-40B4-BE49-F238E27FC236}">
                <a16:creationId xmlns:a16="http://schemas.microsoft.com/office/drawing/2014/main" id="{609F9224-4B11-4325-B21D-CDB483E9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6526" y="5247703"/>
            <a:ext cx="350533" cy="149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father</a:t>
            </a:r>
          </a:p>
        </p:txBody>
      </p:sp>
      <p:sp>
        <p:nvSpPr>
          <p:cNvPr id="484" name="text-487 father">
            <a:extLst xmlns:a="http://schemas.openxmlformats.org/drawingml/2006/main">
              <a:ext uri="{FF2B5EF4-FFF2-40B4-BE49-F238E27FC236}">
                <a16:creationId xmlns:a16="http://schemas.microsoft.com/office/drawing/2014/main" id="{D040AF3C-4493-438D-94C4-26F06FFD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9664" y="4852234"/>
            <a:ext cx="350533" cy="149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3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father</a:t>
            </a:r>
          </a:p>
        </p:txBody>
      </p:sp>
      <p:sp>
        <p:nvSpPr>
          <p:cNvPr id="485" name="path-488">
            <a:extLst xmlns:a="http://schemas.openxmlformats.org/drawingml/2006/main">
              <a:ext uri="{FF2B5EF4-FFF2-40B4-BE49-F238E27FC236}">
                <a16:creationId xmlns:a16="http://schemas.microsoft.com/office/drawing/2014/main" id="{E4CA132F-CB94-4F5C-8918-81D978DC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2577" y="5008120"/>
            <a:ext cx="558408" cy="216018"/>
          </a:xfrm>
          <a:custGeom xmlns:a="http://schemas.openxmlformats.org/drawingml/2006/main">
            <a:pathLst>
              <a:path w="850700" h="329090">
                <a:moveTo>
                  <a:pt x="267" y="0"/>
                </a:moveTo>
                <a:lnTo>
                  <a:pt x="40088" y="822"/>
                </a:lnTo>
                <a:lnTo>
                  <a:pt x="79844" y="3230"/>
                </a:lnTo>
                <a:lnTo>
                  <a:pt x="118977" y="7118"/>
                </a:lnTo>
                <a:lnTo>
                  <a:pt x="157167" y="12380"/>
                </a:lnTo>
                <a:lnTo>
                  <a:pt x="194109" y="18911"/>
                </a:lnTo>
                <a:lnTo>
                  <a:pt x="229495" y="26608"/>
                </a:lnTo>
                <a:lnTo>
                  <a:pt x="263033" y="35368"/>
                </a:lnTo>
                <a:lnTo>
                  <a:pt x="294406" y="45090"/>
                </a:lnTo>
                <a:lnTo>
                  <a:pt x="323320" y="55677"/>
                </a:lnTo>
                <a:lnTo>
                  <a:pt x="349468" y="67035"/>
                </a:lnTo>
                <a:lnTo>
                  <a:pt x="372557" y="79080"/>
                </a:lnTo>
                <a:lnTo>
                  <a:pt x="392320" y="91741"/>
                </a:lnTo>
                <a:lnTo>
                  <a:pt x="408440" y="104980"/>
                </a:lnTo>
                <a:cubicBezTo>
                  <a:pt x="408707" y="105198"/>
                  <a:pt x="408961" y="105440"/>
                  <a:pt x="409192" y="105699"/>
                </a:cubicBezTo>
                <a:lnTo>
                  <a:pt x="420659" y="118809"/>
                </a:lnTo>
                <a:cubicBezTo>
                  <a:pt x="420890" y="119070"/>
                  <a:pt x="421093" y="119350"/>
                  <a:pt x="421284" y="119645"/>
                </a:cubicBezTo>
                <a:lnTo>
                  <a:pt x="425401" y="126285"/>
                </a:lnTo>
                <a:lnTo>
                  <a:pt x="428789" y="133719"/>
                </a:lnTo>
                <a:cubicBezTo>
                  <a:pt x="428931" y="134021"/>
                  <a:pt x="429045" y="134333"/>
                  <a:pt x="429122" y="134651"/>
                </a:cubicBezTo>
                <a:lnTo>
                  <a:pt x="430957" y="141357"/>
                </a:lnTo>
                <a:cubicBezTo>
                  <a:pt x="431046" y="141714"/>
                  <a:pt x="431109" y="142080"/>
                  <a:pt x="431147" y="142447"/>
                </a:cubicBezTo>
                <a:lnTo>
                  <a:pt x="431760" y="149165"/>
                </a:lnTo>
                <a:lnTo>
                  <a:pt x="432383" y="155885"/>
                </a:lnTo>
                <a:lnTo>
                  <a:pt x="432179" y="154794"/>
                </a:lnTo>
                <a:lnTo>
                  <a:pt x="434001" y="161501"/>
                </a:lnTo>
                <a:lnTo>
                  <a:pt x="433669" y="160568"/>
                </a:lnTo>
                <a:lnTo>
                  <a:pt x="436665" y="167245"/>
                </a:lnTo>
                <a:lnTo>
                  <a:pt x="440386" y="173132"/>
                </a:lnTo>
                <a:lnTo>
                  <a:pt x="439761" y="172294"/>
                </a:lnTo>
                <a:lnTo>
                  <a:pt x="451242" y="185405"/>
                </a:lnTo>
                <a:lnTo>
                  <a:pt x="450490" y="184683"/>
                </a:lnTo>
                <a:lnTo>
                  <a:pt x="466024" y="197478"/>
                </a:lnTo>
                <a:lnTo>
                  <a:pt x="484667" y="209409"/>
                </a:lnTo>
                <a:lnTo>
                  <a:pt x="506864" y="220969"/>
                </a:lnTo>
                <a:lnTo>
                  <a:pt x="532260" y="231993"/>
                </a:lnTo>
                <a:lnTo>
                  <a:pt x="560511" y="242337"/>
                </a:lnTo>
                <a:lnTo>
                  <a:pt x="591310" y="251878"/>
                </a:lnTo>
                <a:lnTo>
                  <a:pt x="624301" y="260497"/>
                </a:lnTo>
                <a:lnTo>
                  <a:pt x="659189" y="268084"/>
                </a:lnTo>
                <a:lnTo>
                  <a:pt x="695659" y="274530"/>
                </a:lnTo>
                <a:lnTo>
                  <a:pt x="733365" y="279724"/>
                </a:lnTo>
                <a:lnTo>
                  <a:pt x="772013" y="283565"/>
                </a:lnTo>
                <a:lnTo>
                  <a:pt x="800136" y="285267"/>
                </a:lnTo>
                <a:lnTo>
                  <a:pt x="799373" y="297986"/>
                </a:lnTo>
                <a:lnTo>
                  <a:pt x="770751" y="296246"/>
                </a:lnTo>
                <a:lnTo>
                  <a:pt x="731620" y="292349"/>
                </a:lnTo>
                <a:lnTo>
                  <a:pt x="693430" y="287076"/>
                </a:lnTo>
                <a:lnTo>
                  <a:pt x="656490" y="280536"/>
                </a:lnTo>
                <a:lnTo>
                  <a:pt x="621089" y="272826"/>
                </a:lnTo>
                <a:lnTo>
                  <a:pt x="587526" y="264048"/>
                </a:lnTo>
                <a:lnTo>
                  <a:pt x="556129" y="254302"/>
                </a:lnTo>
                <a:lnTo>
                  <a:pt x="527175" y="243680"/>
                </a:lnTo>
                <a:lnTo>
                  <a:pt x="500963" y="232265"/>
                </a:lnTo>
                <a:lnTo>
                  <a:pt x="477785" y="220128"/>
                </a:lnTo>
                <a:lnTo>
                  <a:pt x="457921" y="207310"/>
                </a:lnTo>
                <a:lnTo>
                  <a:pt x="442388" y="194517"/>
                </a:lnTo>
                <a:cubicBezTo>
                  <a:pt x="442119" y="194298"/>
                  <a:pt x="441877" y="194057"/>
                  <a:pt x="441648" y="193797"/>
                </a:cubicBezTo>
                <a:lnTo>
                  <a:pt x="430179" y="180688"/>
                </a:lnTo>
                <a:cubicBezTo>
                  <a:pt x="429948" y="180426"/>
                  <a:pt x="429745" y="180145"/>
                  <a:pt x="429554" y="179852"/>
                </a:cubicBezTo>
                <a:lnTo>
                  <a:pt x="425030" y="172456"/>
                </a:lnTo>
                <a:lnTo>
                  <a:pt x="422049" y="165777"/>
                </a:lnTo>
                <a:cubicBezTo>
                  <a:pt x="421909" y="165475"/>
                  <a:pt x="421793" y="165163"/>
                  <a:pt x="421704" y="164844"/>
                </a:cubicBezTo>
                <a:lnTo>
                  <a:pt x="419884" y="158139"/>
                </a:lnTo>
                <a:cubicBezTo>
                  <a:pt x="419793" y="157782"/>
                  <a:pt x="419729" y="157417"/>
                  <a:pt x="419693" y="157048"/>
                </a:cubicBezTo>
                <a:lnTo>
                  <a:pt x="419081" y="150330"/>
                </a:lnTo>
                <a:lnTo>
                  <a:pt x="418456" y="143611"/>
                </a:lnTo>
                <a:lnTo>
                  <a:pt x="418659" y="144700"/>
                </a:lnTo>
                <a:lnTo>
                  <a:pt x="416826" y="137996"/>
                </a:lnTo>
                <a:lnTo>
                  <a:pt x="417169" y="138928"/>
                </a:lnTo>
                <a:lnTo>
                  <a:pt x="414570" y="133004"/>
                </a:lnTo>
                <a:lnTo>
                  <a:pt x="410455" y="126364"/>
                </a:lnTo>
                <a:lnTo>
                  <a:pt x="411078" y="127201"/>
                </a:lnTo>
                <a:lnTo>
                  <a:pt x="399596" y="114091"/>
                </a:lnTo>
                <a:lnTo>
                  <a:pt x="400335" y="114811"/>
                </a:lnTo>
                <a:lnTo>
                  <a:pt x="385427" y="102462"/>
                </a:lnTo>
                <a:lnTo>
                  <a:pt x="366656" y="90375"/>
                </a:lnTo>
                <a:lnTo>
                  <a:pt x="344383" y="78721"/>
                </a:lnTo>
                <a:lnTo>
                  <a:pt x="318936" y="67642"/>
                </a:lnTo>
                <a:lnTo>
                  <a:pt x="290633" y="57260"/>
                </a:lnTo>
                <a:lnTo>
                  <a:pt x="259810" y="47696"/>
                </a:lnTo>
                <a:lnTo>
                  <a:pt x="226792" y="39059"/>
                </a:lnTo>
                <a:lnTo>
                  <a:pt x="191891" y="31459"/>
                </a:lnTo>
                <a:lnTo>
                  <a:pt x="155421" y="25003"/>
                </a:lnTo>
                <a:lnTo>
                  <a:pt x="117716" y="19798"/>
                </a:lnTo>
                <a:lnTo>
                  <a:pt x="79067" y="15950"/>
                </a:lnTo>
                <a:lnTo>
                  <a:pt x="39820" y="13562"/>
                </a:lnTo>
                <a:lnTo>
                  <a:pt x="0" y="12740"/>
                </a:lnTo>
                <a:lnTo>
                  <a:pt x="267" y="0"/>
                </a:lnTo>
                <a:moveTo>
                  <a:pt x="799753" y="291627"/>
                </a:moveTo>
                <a:lnTo>
                  <a:pt x="775403" y="252667"/>
                </a:lnTo>
                <a:lnTo>
                  <a:pt x="850700" y="293124"/>
                </a:lnTo>
                <a:lnTo>
                  <a:pt x="773161" y="329090"/>
                </a:lnTo>
                <a:lnTo>
                  <a:pt x="799753" y="291627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6" name="path-489">
            <a:extLst xmlns:a="http://schemas.openxmlformats.org/drawingml/2006/main">
              <a:ext uri="{FF2B5EF4-FFF2-40B4-BE49-F238E27FC236}">
                <a16:creationId xmlns:a16="http://schemas.microsoft.com/office/drawing/2014/main" id="{96E4A65A-C776-46C0-94F2-64AD30BE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8055" y="5177207"/>
            <a:ext cx="552937" cy="247220"/>
          </a:xfrm>
          <a:custGeom xmlns:a="http://schemas.openxmlformats.org/drawingml/2006/main">
            <a:pathLst>
              <a:path w="842365" h="376625">
                <a:moveTo>
                  <a:pt x="305" y="376625"/>
                </a:moveTo>
                <a:lnTo>
                  <a:pt x="39745" y="375666"/>
                </a:lnTo>
                <a:lnTo>
                  <a:pt x="79158" y="372852"/>
                </a:lnTo>
                <a:lnTo>
                  <a:pt x="117945" y="368310"/>
                </a:lnTo>
                <a:lnTo>
                  <a:pt x="155803" y="362163"/>
                </a:lnTo>
                <a:lnTo>
                  <a:pt x="192426" y="354531"/>
                </a:lnTo>
                <a:lnTo>
                  <a:pt x="227508" y="345537"/>
                </a:lnTo>
                <a:lnTo>
                  <a:pt x="260753" y="335301"/>
                </a:lnTo>
                <a:lnTo>
                  <a:pt x="291857" y="323939"/>
                </a:lnTo>
                <a:lnTo>
                  <a:pt x="320515" y="311566"/>
                </a:lnTo>
                <a:lnTo>
                  <a:pt x="346447" y="298290"/>
                </a:lnTo>
                <a:lnTo>
                  <a:pt x="369345" y="284216"/>
                </a:lnTo>
                <a:lnTo>
                  <a:pt x="388919" y="269425"/>
                </a:lnTo>
                <a:lnTo>
                  <a:pt x="404884" y="253981"/>
                </a:lnTo>
                <a:cubicBezTo>
                  <a:pt x="405126" y="253743"/>
                  <a:pt x="405357" y="253486"/>
                  <a:pt x="405560" y="253209"/>
                </a:cubicBezTo>
                <a:lnTo>
                  <a:pt x="416915" y="237907"/>
                </a:lnTo>
                <a:cubicBezTo>
                  <a:pt x="417106" y="237645"/>
                  <a:pt x="417284" y="237367"/>
                  <a:pt x="417436" y="237078"/>
                </a:cubicBezTo>
                <a:lnTo>
                  <a:pt x="421515" y="229328"/>
                </a:lnTo>
                <a:lnTo>
                  <a:pt x="424803" y="220826"/>
                </a:lnTo>
                <a:lnTo>
                  <a:pt x="426853" y="212167"/>
                </a:lnTo>
                <a:cubicBezTo>
                  <a:pt x="426931" y="211858"/>
                  <a:pt x="426980" y="211546"/>
                  <a:pt x="427007" y="211230"/>
                </a:cubicBezTo>
                <a:lnTo>
                  <a:pt x="427605" y="203387"/>
                </a:lnTo>
                <a:lnTo>
                  <a:pt x="428217" y="195544"/>
                </a:lnTo>
                <a:lnTo>
                  <a:pt x="428077" y="196482"/>
                </a:lnTo>
                <a:lnTo>
                  <a:pt x="429887" y="188655"/>
                </a:lnTo>
                <a:lnTo>
                  <a:pt x="432588" y="181689"/>
                </a:lnTo>
                <a:lnTo>
                  <a:pt x="436360" y="174644"/>
                </a:lnTo>
                <a:lnTo>
                  <a:pt x="435836" y="175473"/>
                </a:lnTo>
                <a:lnTo>
                  <a:pt x="447191" y="160170"/>
                </a:lnTo>
                <a:lnTo>
                  <a:pt x="446515" y="160942"/>
                </a:lnTo>
                <a:lnTo>
                  <a:pt x="461883" y="146009"/>
                </a:lnTo>
                <a:lnTo>
                  <a:pt x="480359" y="132074"/>
                </a:lnTo>
                <a:lnTo>
                  <a:pt x="502329" y="118588"/>
                </a:lnTo>
                <a:lnTo>
                  <a:pt x="527431" y="105738"/>
                </a:lnTo>
                <a:lnTo>
                  <a:pt x="555377" y="93679"/>
                </a:lnTo>
                <a:lnTo>
                  <a:pt x="585831" y="82558"/>
                </a:lnTo>
                <a:lnTo>
                  <a:pt x="618465" y="72508"/>
                </a:lnTo>
                <a:lnTo>
                  <a:pt x="652971" y="63663"/>
                </a:lnTo>
                <a:lnTo>
                  <a:pt x="689033" y="56150"/>
                </a:lnTo>
                <a:lnTo>
                  <a:pt x="726331" y="50091"/>
                </a:lnTo>
                <a:lnTo>
                  <a:pt x="764559" y="45617"/>
                </a:lnTo>
                <a:lnTo>
                  <a:pt x="791879" y="43669"/>
                </a:lnTo>
                <a:lnTo>
                  <a:pt x="790962" y="30957"/>
                </a:lnTo>
                <a:lnTo>
                  <a:pt x="763068" y="32961"/>
                </a:lnTo>
                <a:lnTo>
                  <a:pt x="724293" y="37515"/>
                </a:lnTo>
                <a:lnTo>
                  <a:pt x="686435" y="43675"/>
                </a:lnTo>
                <a:lnTo>
                  <a:pt x="649811" y="51320"/>
                </a:lnTo>
                <a:lnTo>
                  <a:pt x="614719" y="60331"/>
                </a:lnTo>
                <a:lnTo>
                  <a:pt x="581460" y="70590"/>
                </a:lnTo>
                <a:lnTo>
                  <a:pt x="550330" y="81982"/>
                </a:lnTo>
                <a:lnTo>
                  <a:pt x="521620" y="94398"/>
                </a:lnTo>
                <a:lnTo>
                  <a:pt x="495638" y="107739"/>
                </a:lnTo>
                <a:lnTo>
                  <a:pt x="472676" y="121917"/>
                </a:lnTo>
                <a:lnTo>
                  <a:pt x="453001" y="136869"/>
                </a:lnTo>
                <a:lnTo>
                  <a:pt x="437633" y="151804"/>
                </a:lnTo>
                <a:cubicBezTo>
                  <a:pt x="437392" y="152042"/>
                  <a:pt x="437163" y="152301"/>
                  <a:pt x="436959" y="152574"/>
                </a:cubicBezTo>
                <a:lnTo>
                  <a:pt x="425604" y="167878"/>
                </a:lnTo>
                <a:cubicBezTo>
                  <a:pt x="425401" y="168140"/>
                  <a:pt x="425236" y="168418"/>
                  <a:pt x="425083" y="168707"/>
                </a:cubicBezTo>
                <a:lnTo>
                  <a:pt x="420687" y="177163"/>
                </a:lnTo>
                <a:lnTo>
                  <a:pt x="417462" y="185792"/>
                </a:lnTo>
                <a:lnTo>
                  <a:pt x="415665" y="193618"/>
                </a:lnTo>
                <a:cubicBezTo>
                  <a:pt x="415589" y="193926"/>
                  <a:pt x="415538" y="194241"/>
                  <a:pt x="415512" y="194556"/>
                </a:cubicBezTo>
                <a:lnTo>
                  <a:pt x="414900" y="202399"/>
                </a:lnTo>
                <a:lnTo>
                  <a:pt x="414301" y="210241"/>
                </a:lnTo>
                <a:lnTo>
                  <a:pt x="414441" y="209302"/>
                </a:lnTo>
                <a:lnTo>
                  <a:pt x="412887" y="216299"/>
                </a:lnTo>
                <a:lnTo>
                  <a:pt x="410237" y="223391"/>
                </a:lnTo>
                <a:lnTo>
                  <a:pt x="406160" y="231142"/>
                </a:lnTo>
                <a:lnTo>
                  <a:pt x="406683" y="230311"/>
                </a:lnTo>
                <a:lnTo>
                  <a:pt x="395327" y="245614"/>
                </a:lnTo>
                <a:lnTo>
                  <a:pt x="396004" y="244842"/>
                </a:lnTo>
                <a:lnTo>
                  <a:pt x="381221" y="259268"/>
                </a:lnTo>
                <a:lnTo>
                  <a:pt x="362656" y="273364"/>
                </a:lnTo>
                <a:lnTo>
                  <a:pt x="340624" y="286952"/>
                </a:lnTo>
                <a:lnTo>
                  <a:pt x="315457" y="299869"/>
                </a:lnTo>
                <a:lnTo>
                  <a:pt x="287473" y="311971"/>
                </a:lnTo>
                <a:lnTo>
                  <a:pt x="256994" y="323123"/>
                </a:lnTo>
                <a:lnTo>
                  <a:pt x="224334" y="333195"/>
                </a:lnTo>
                <a:lnTo>
                  <a:pt x="189827" y="342057"/>
                </a:lnTo>
                <a:lnTo>
                  <a:pt x="153753" y="349584"/>
                </a:lnTo>
                <a:lnTo>
                  <a:pt x="116468" y="355654"/>
                </a:lnTo>
                <a:lnTo>
                  <a:pt x="78253" y="360142"/>
                </a:lnTo>
                <a:lnTo>
                  <a:pt x="39425" y="362927"/>
                </a:lnTo>
                <a:lnTo>
                  <a:pt x="0" y="363886"/>
                </a:lnTo>
                <a:lnTo>
                  <a:pt x="305" y="376625"/>
                </a:lnTo>
                <a:moveTo>
                  <a:pt x="791422" y="37314"/>
                </a:moveTo>
                <a:lnTo>
                  <a:pt x="767286" y="76410"/>
                </a:lnTo>
                <a:lnTo>
                  <a:pt x="842365" y="35530"/>
                </a:lnTo>
                <a:lnTo>
                  <a:pt x="764612" y="0"/>
                </a:lnTo>
                <a:lnTo>
                  <a:pt x="791422" y="37314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7" name="path-490">
            <a:extLst xmlns:a="http://schemas.openxmlformats.org/drawingml/2006/main">
              <a:ext uri="{FF2B5EF4-FFF2-40B4-BE49-F238E27FC236}">
                <a16:creationId xmlns:a16="http://schemas.microsoft.com/office/drawing/2014/main" id="{B2031531-1A06-4A72-B946-C4521332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7394" y="5034772"/>
            <a:ext cx="896297" cy="324171"/>
          </a:xfrm>
          <a:custGeom xmlns:a="http://schemas.openxmlformats.org/drawingml/2006/main">
            <a:pathLst>
              <a:path w="1365453" h="493854">
                <a:moveTo>
                  <a:pt x="0" y="82310"/>
                </a:moveTo>
                <a:cubicBezTo>
                  <a:pt x="0" y="36852"/>
                  <a:pt x="36853" y="0"/>
                  <a:pt x="82306" y="0"/>
                </a:cubicBezTo>
                <a:lnTo>
                  <a:pt x="1283150" y="0"/>
                </a:lnTo>
                <a:cubicBezTo>
                  <a:pt x="1328598" y="0"/>
                  <a:pt x="1365453" y="36852"/>
                  <a:pt x="1365453" y="82310"/>
                </a:cubicBezTo>
                <a:lnTo>
                  <a:pt x="1365453" y="411544"/>
                </a:lnTo>
                <a:cubicBezTo>
                  <a:pt x="1365453" y="457002"/>
                  <a:pt x="1328598" y="493854"/>
                  <a:pt x="1283150" y="493854"/>
                </a:cubicBezTo>
                <a:lnTo>
                  <a:pt x="82306" y="493854"/>
                </a:lnTo>
                <a:cubicBezTo>
                  <a:pt x="36853" y="493854"/>
                  <a:pt x="0" y="457002"/>
                  <a:pt x="0" y="411544"/>
                </a:cubicBezTo>
                <a:lnTo>
                  <a:pt x="0" y="82310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8" name="path-491">
            <a:extLst xmlns:a="http://schemas.openxmlformats.org/drawingml/2006/main">
              <a:ext uri="{FF2B5EF4-FFF2-40B4-BE49-F238E27FC236}">
                <a16:creationId xmlns:a16="http://schemas.microsoft.com/office/drawing/2014/main" id="{0F038F68-5049-4319-AAD5-CBEE4DB9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7394" y="5034772"/>
            <a:ext cx="896304" cy="324170"/>
          </a:xfrm>
          <a:custGeom xmlns:a="http://schemas.openxmlformats.org/drawingml/2006/main">
            <a:pathLst>
              <a:path w="1365464" h="493853">
                <a:moveTo>
                  <a:pt x="0" y="82311"/>
                </a:moveTo>
                <a:cubicBezTo>
                  <a:pt x="0" y="36852"/>
                  <a:pt x="36851" y="0"/>
                  <a:pt x="82310" y="0"/>
                </a:cubicBezTo>
                <a:lnTo>
                  <a:pt x="1283154" y="0"/>
                </a:lnTo>
                <a:cubicBezTo>
                  <a:pt x="1328613" y="0"/>
                  <a:pt x="1365464" y="36852"/>
                  <a:pt x="1365464" y="82311"/>
                </a:cubicBezTo>
                <a:lnTo>
                  <a:pt x="1365464" y="411543"/>
                </a:lnTo>
                <a:cubicBezTo>
                  <a:pt x="1365464" y="457002"/>
                  <a:pt x="1328613" y="493853"/>
                  <a:pt x="1283154" y="493853"/>
                </a:cubicBezTo>
                <a:lnTo>
                  <a:pt x="82310" y="493853"/>
                </a:lnTo>
                <a:cubicBezTo>
                  <a:pt x="36851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489" name="text-492 Kaido;">
            <a:extLst xmlns:a="http://schemas.openxmlformats.org/drawingml/2006/main">
              <a:ext uri="{FF2B5EF4-FFF2-40B4-BE49-F238E27FC236}">
                <a16:creationId xmlns:a16="http://schemas.microsoft.com/office/drawing/2014/main" id="{6466DB8A-A2EA-4784-BE7A-1DBDF429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50459" y="5049236"/>
            <a:ext cx="356578" cy="16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Kaido;</a:t>
            </a:r>
          </a:p>
        </p:txBody>
      </p:sp>
      <p:sp>
        <p:nvSpPr>
          <p:cNvPr id="490" name="text-493 Monkey ">
            <a:extLst xmlns:a="http://schemas.openxmlformats.org/drawingml/2006/main">
              <a:ext uri="{FF2B5EF4-FFF2-40B4-BE49-F238E27FC236}">
                <a16:creationId xmlns:a16="http://schemas.microsoft.com/office/drawing/2014/main" id="{768EBD52-62EA-4AD8-AA81-16EF4CE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1631" y="5048858"/>
            <a:ext cx="480047" cy="1673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1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Monkey </a:t>
            </a:r>
          </a:p>
        </p:txBody>
      </p:sp>
      <p:sp>
        <p:nvSpPr>
          <p:cNvPr id="491" name="text-494 D. Dragon">
            <a:extLst xmlns:a="http://schemas.openxmlformats.org/drawingml/2006/main">
              <a:ext uri="{FF2B5EF4-FFF2-40B4-BE49-F238E27FC236}">
                <a16:creationId xmlns:a16="http://schemas.microsoft.com/office/drawing/2014/main" id="{F01F01C4-28EA-4BC1-A4EF-C00D9E07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3699" y="5191992"/>
            <a:ext cx="563738" cy="166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D. Dragon</a:t>
            </a:r>
          </a:p>
        </p:txBody>
      </p:sp>
      <p:sp>
        <p:nvSpPr>
          <p:cNvPr id="492" name="path-495">
            <a:extLst xmlns:a="http://schemas.openxmlformats.org/drawingml/2006/main">
              <a:ext uri="{FF2B5EF4-FFF2-40B4-BE49-F238E27FC236}">
                <a16:creationId xmlns:a16="http://schemas.microsoft.com/office/drawing/2014/main" id="{4D386D5B-DA45-44F9-A35C-0A904C6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6217" y="5172377"/>
            <a:ext cx="301177" cy="50183"/>
          </a:xfrm>
          <a:custGeom xmlns:a="http://schemas.openxmlformats.org/drawingml/2006/main">
            <a:pathLst>
              <a:path w="458824" h="76451">
                <a:moveTo>
                  <a:pt x="165" y="49257"/>
                </a:moveTo>
                <a:lnTo>
                  <a:pt x="407929" y="44286"/>
                </a:lnTo>
                <a:lnTo>
                  <a:pt x="407777" y="31544"/>
                </a:lnTo>
                <a:lnTo>
                  <a:pt x="0" y="36516"/>
                </a:lnTo>
                <a:lnTo>
                  <a:pt x="165" y="49257"/>
                </a:lnTo>
                <a:moveTo>
                  <a:pt x="407853" y="37915"/>
                </a:moveTo>
                <a:lnTo>
                  <a:pt x="382840" y="76451"/>
                </a:lnTo>
                <a:lnTo>
                  <a:pt x="458824" y="37293"/>
                </a:lnTo>
                <a:lnTo>
                  <a:pt x="381897" y="0"/>
                </a:lnTo>
                <a:lnTo>
                  <a:pt x="407853" y="3791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3" name="path-496">
            <a:extLst xmlns:a="http://schemas.openxmlformats.org/drawingml/2006/main">
              <a:ext uri="{FF2B5EF4-FFF2-40B4-BE49-F238E27FC236}">
                <a16:creationId xmlns:a16="http://schemas.microsoft.com/office/drawing/2014/main" id="{F6668E9A-55CB-46A5-97DC-C5FD37A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834" y="4987787"/>
            <a:ext cx="321680" cy="50183"/>
          </a:xfrm>
          <a:custGeom xmlns:a="http://schemas.openxmlformats.org/drawingml/2006/main">
            <a:pathLst>
              <a:path w="490059" h="76451">
                <a:moveTo>
                  <a:pt x="153" y="49374"/>
                </a:moveTo>
                <a:lnTo>
                  <a:pt x="439165" y="44303"/>
                </a:lnTo>
                <a:lnTo>
                  <a:pt x="439023" y="31561"/>
                </a:lnTo>
                <a:lnTo>
                  <a:pt x="0" y="36633"/>
                </a:lnTo>
                <a:lnTo>
                  <a:pt x="153" y="49374"/>
                </a:lnTo>
                <a:moveTo>
                  <a:pt x="439099" y="37932"/>
                </a:moveTo>
                <a:lnTo>
                  <a:pt x="414048" y="76451"/>
                </a:lnTo>
                <a:lnTo>
                  <a:pt x="490059" y="37343"/>
                </a:lnTo>
                <a:lnTo>
                  <a:pt x="413169" y="0"/>
                </a:lnTo>
                <a:lnTo>
                  <a:pt x="439099" y="37932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4" name="path-497">
            <a:extLst xmlns:a="http://schemas.openxmlformats.org/drawingml/2006/main">
              <a:ext uri="{FF2B5EF4-FFF2-40B4-BE49-F238E27FC236}">
                <a16:creationId xmlns:a16="http://schemas.microsoft.com/office/drawing/2014/main" id="{11B31098-8C6A-480B-94C1-5198803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7843" y="5392378"/>
            <a:ext cx="321671" cy="50184"/>
          </a:xfrm>
          <a:custGeom xmlns:a="http://schemas.openxmlformats.org/drawingml/2006/main">
            <a:pathLst>
              <a:path w="490046" h="76452">
                <a:moveTo>
                  <a:pt x="127" y="48819"/>
                </a:moveTo>
                <a:lnTo>
                  <a:pt x="439152" y="44337"/>
                </a:lnTo>
                <a:lnTo>
                  <a:pt x="439010" y="31594"/>
                </a:lnTo>
                <a:lnTo>
                  <a:pt x="0" y="36078"/>
                </a:lnTo>
                <a:lnTo>
                  <a:pt x="127" y="48819"/>
                </a:lnTo>
                <a:moveTo>
                  <a:pt x="439087" y="37966"/>
                </a:moveTo>
                <a:lnTo>
                  <a:pt x="413985" y="76452"/>
                </a:lnTo>
                <a:lnTo>
                  <a:pt x="490046" y="37446"/>
                </a:lnTo>
                <a:lnTo>
                  <a:pt x="413207" y="0"/>
                </a:lnTo>
                <a:lnTo>
                  <a:pt x="439087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5" name="text-498 VGEG:">
            <a:extLst xmlns:a="http://schemas.openxmlformats.org/drawingml/2006/main">
              <a:ext uri="{FF2B5EF4-FFF2-40B4-BE49-F238E27FC236}">
                <a16:creationId xmlns:a16="http://schemas.microsoft.com/office/drawing/2014/main" id="{ECAC066A-6D65-46F1-B579-557D2FD9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0626" y="5059943"/>
            <a:ext cx="411972" cy="18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496" name="path-499">
            <a:extLst xmlns:a="http://schemas.openxmlformats.org/drawingml/2006/main">
              <a:ext uri="{FF2B5EF4-FFF2-40B4-BE49-F238E27FC236}">
                <a16:creationId xmlns:a16="http://schemas.microsoft.com/office/drawing/2014/main" id="{97886D65-0002-48FA-A2FF-C041E71A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24" y="7507475"/>
            <a:ext cx="1386401" cy="301119"/>
          </a:xfrm>
          <a:custGeom xmlns:a="http://schemas.openxmlformats.org/drawingml/2006/main">
            <a:pathLst>
              <a:path w="2112096" h="458736">
                <a:moveTo>
                  <a:pt x="0" y="76457"/>
                </a:moveTo>
                <a:cubicBezTo>
                  <a:pt x="0" y="34230"/>
                  <a:pt x="34230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6" y="34230"/>
                  <a:pt x="2112096" y="76457"/>
                </a:cubicBezTo>
                <a:lnTo>
                  <a:pt x="2112096" y="382277"/>
                </a:lnTo>
                <a:cubicBezTo>
                  <a:pt x="2112096" y="424504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0" y="458736"/>
                  <a:pt x="0" y="424504"/>
                  <a:pt x="0" y="382277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7" name="path-500">
            <a:extLst xmlns:a="http://schemas.openxmlformats.org/drawingml/2006/main">
              <a:ext uri="{FF2B5EF4-FFF2-40B4-BE49-F238E27FC236}">
                <a16:creationId xmlns:a16="http://schemas.microsoft.com/office/drawing/2014/main" id="{72F8FC87-B940-4EB9-95B3-8AF2A064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24" y="7507475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498" name="text-501 Sobble">
            <a:extLst xmlns:a="http://schemas.openxmlformats.org/drawingml/2006/main">
              <a:ext uri="{FF2B5EF4-FFF2-40B4-BE49-F238E27FC236}">
                <a16:creationId xmlns:a16="http://schemas.microsoft.com/office/drawing/2014/main" id="{8D809A8D-EDCB-4D18-B5D0-078B9ABA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3521" y="7582711"/>
            <a:ext cx="405518" cy="166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Sobble</a:t>
            </a:r>
          </a:p>
        </p:txBody>
      </p:sp>
      <p:sp>
        <p:nvSpPr>
          <p:cNvPr id="499" name="path-502">
            <a:extLst xmlns:a="http://schemas.openxmlformats.org/drawingml/2006/main">
              <a:ext uri="{FF2B5EF4-FFF2-40B4-BE49-F238E27FC236}">
                <a16:creationId xmlns:a16="http://schemas.microsoft.com/office/drawing/2014/main" id="{D87C5CE1-D6D9-4A5C-80C6-0FA1292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24" y="7915421"/>
            <a:ext cx="1386401" cy="301119"/>
          </a:xfrm>
          <a:custGeom xmlns:a="http://schemas.openxmlformats.org/drawingml/2006/main">
            <a:pathLst>
              <a:path w="2112096" h="458736">
                <a:moveTo>
                  <a:pt x="0" y="76458"/>
                </a:moveTo>
                <a:cubicBezTo>
                  <a:pt x="0" y="34231"/>
                  <a:pt x="34230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6" y="34231"/>
                  <a:pt x="2112096" y="76458"/>
                </a:cubicBezTo>
                <a:lnTo>
                  <a:pt x="2112096" y="382279"/>
                </a:lnTo>
                <a:cubicBezTo>
                  <a:pt x="2112096" y="424505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0" y="458736"/>
                  <a:pt x="0" y="424505"/>
                  <a:pt x="0" y="382279"/>
                </a:cubicBezTo>
                <a:lnTo>
                  <a:pt x="0" y="7645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" name="path-503">
            <a:extLst xmlns:a="http://schemas.openxmlformats.org/drawingml/2006/main">
              <a:ext uri="{FF2B5EF4-FFF2-40B4-BE49-F238E27FC236}">
                <a16:creationId xmlns:a16="http://schemas.microsoft.com/office/drawing/2014/main" id="{6355E379-8E7D-4FA8-A608-5FB855C4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224" y="7915421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7" y="0"/>
                </a:cubicBezTo>
                <a:lnTo>
                  <a:pt x="2035640" y="0"/>
                </a:lnTo>
                <a:cubicBezTo>
                  <a:pt x="2077865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5" y="458736"/>
                  <a:pt x="2035640" y="458736"/>
                </a:cubicBezTo>
                <a:lnTo>
                  <a:pt x="76457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501" name="text-504 Inteleon">
            <a:extLst xmlns:a="http://schemas.openxmlformats.org/drawingml/2006/main">
              <a:ext uri="{FF2B5EF4-FFF2-40B4-BE49-F238E27FC236}">
                <a16:creationId xmlns:a16="http://schemas.microsoft.com/office/drawing/2014/main" id="{41B270EE-0001-4A29-A131-8D1E1F92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608" y="7989961"/>
            <a:ext cx="493718" cy="167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Inteleon</a:t>
            </a:r>
          </a:p>
        </p:txBody>
      </p:sp>
      <p:sp>
        <p:nvSpPr>
          <p:cNvPr id="502" name="path-505">
            <a:extLst xmlns:a="http://schemas.openxmlformats.org/drawingml/2006/main">
              <a:ext uri="{FF2B5EF4-FFF2-40B4-BE49-F238E27FC236}">
                <a16:creationId xmlns:a16="http://schemas.microsoft.com/office/drawing/2014/main" id="{B6E1D10D-6E16-416F-AF52-F49F3139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695" y="7680505"/>
            <a:ext cx="1085283" cy="331515"/>
          </a:xfrm>
          <a:custGeom xmlns:a="http://schemas.openxmlformats.org/drawingml/2006/main">
            <a:pathLst>
              <a:path w="1653361" h="505043">
                <a:moveTo>
                  <a:pt x="0" y="93964"/>
                </a:moveTo>
                <a:cubicBezTo>
                  <a:pt x="0" y="42070"/>
                  <a:pt x="42070" y="0"/>
                  <a:pt x="93964" y="0"/>
                </a:cubicBezTo>
                <a:lnTo>
                  <a:pt x="1559398" y="0"/>
                </a:lnTo>
                <a:cubicBezTo>
                  <a:pt x="1611292" y="0"/>
                  <a:pt x="1653361" y="42070"/>
                  <a:pt x="1653361" y="93964"/>
                </a:cubicBezTo>
                <a:lnTo>
                  <a:pt x="1653361" y="411080"/>
                </a:lnTo>
                <a:cubicBezTo>
                  <a:pt x="1653361" y="462974"/>
                  <a:pt x="1611292" y="505043"/>
                  <a:pt x="1559398" y="505043"/>
                </a:cubicBezTo>
                <a:lnTo>
                  <a:pt x="93964" y="505043"/>
                </a:lnTo>
                <a:cubicBezTo>
                  <a:pt x="42070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" name="path-506">
            <a:extLst xmlns:a="http://schemas.openxmlformats.org/drawingml/2006/main">
              <a:ext uri="{FF2B5EF4-FFF2-40B4-BE49-F238E27FC236}">
                <a16:creationId xmlns:a16="http://schemas.microsoft.com/office/drawing/2014/main" id="{3BA6ABD4-5EF3-493D-9A95-52847607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695" y="7680505"/>
            <a:ext cx="1085283" cy="331515"/>
          </a:xfrm>
          <a:custGeom xmlns:a="http://schemas.openxmlformats.org/drawingml/2006/main">
            <a:pathLst>
              <a:path w="1653360" h="505043">
                <a:moveTo>
                  <a:pt x="0" y="93964"/>
                </a:moveTo>
                <a:cubicBezTo>
                  <a:pt x="0" y="42069"/>
                  <a:pt x="42069" y="0"/>
                  <a:pt x="93963" y="0"/>
                </a:cubicBezTo>
                <a:lnTo>
                  <a:pt x="1559397" y="0"/>
                </a:lnTo>
                <a:cubicBezTo>
                  <a:pt x="1611292" y="0"/>
                  <a:pt x="1653360" y="42069"/>
                  <a:pt x="1653360" y="93964"/>
                </a:cubicBezTo>
                <a:lnTo>
                  <a:pt x="1653360" y="411080"/>
                </a:lnTo>
                <a:cubicBezTo>
                  <a:pt x="1653360" y="462974"/>
                  <a:pt x="1611292" y="505043"/>
                  <a:pt x="1559397" y="505043"/>
                </a:cubicBezTo>
                <a:lnTo>
                  <a:pt x="93963" y="505043"/>
                </a:lnTo>
                <a:cubicBezTo>
                  <a:pt x="42069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B5A0DE"/>
            </a:solidFill>
            <a:prstDash val="solid"/>
          </a:ln>
        </p:spPr>
      </p:sp>
      <p:sp>
        <p:nvSpPr>
          <p:cNvPr id="504" name="text-507 SUBTRACT">
            <a:extLst xmlns:a="http://schemas.openxmlformats.org/drawingml/2006/main">
              <a:ext uri="{FF2B5EF4-FFF2-40B4-BE49-F238E27FC236}">
                <a16:creationId xmlns:a16="http://schemas.microsoft.com/office/drawing/2014/main" id="{6000120D-EF80-4F2D-A8D5-637B761B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9623" y="7684730"/>
            <a:ext cx="697658" cy="1755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SUBTRACT</a:t>
            </a:r>
          </a:p>
        </p:txBody>
      </p:sp>
      <p:sp>
        <p:nvSpPr>
          <p:cNvPr id="505" name="text-509 1.9 ">
            <a:extLst xmlns:a="http://schemas.openxmlformats.org/drawingml/2006/main">
              <a:ext uri="{FF2B5EF4-FFF2-40B4-BE49-F238E27FC236}">
                <a16:creationId xmlns:a16="http://schemas.microsoft.com/office/drawing/2014/main" id="{137407A2-C1D4-43CA-A41F-1B9894C6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4132" y="7835366"/>
            <a:ext cx="224202" cy="175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7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1.9 </a:t>
            </a:r>
          </a:p>
        </p:txBody>
      </p:sp>
      <p:sp>
        <p:nvSpPr>
          <p:cNvPr id="506" name="text-510 −">
            <a:extLst xmlns:a="http://schemas.openxmlformats.org/drawingml/2006/main">
              <a:ext uri="{FF2B5EF4-FFF2-40B4-BE49-F238E27FC236}">
                <a16:creationId xmlns:a16="http://schemas.microsoft.com/office/drawing/2014/main" id="{171A57FE-03D6-420E-9210-BB45FA54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5919" y="7835268"/>
            <a:ext cx="82862" cy="175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−</a:t>
            </a:r>
          </a:p>
        </p:txBody>
      </p:sp>
      <p:sp>
        <p:nvSpPr>
          <p:cNvPr id="507" name="text-511  0.3">
            <a:extLst xmlns:a="http://schemas.openxmlformats.org/drawingml/2006/main">
              <a:ext uri="{FF2B5EF4-FFF2-40B4-BE49-F238E27FC236}">
                <a16:creationId xmlns:a16="http://schemas.microsoft.com/office/drawing/2014/main" id="{868ED79B-D96E-4373-B7C0-E43DC7E8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36557" y="7835260"/>
            <a:ext cx="244487" cy="175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8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 0.3</a:t>
            </a:r>
          </a:p>
        </p:txBody>
      </p:sp>
      <p:sp>
        <p:nvSpPr>
          <p:cNvPr id="508" name="path-512">
            <a:extLst xmlns:a="http://schemas.openxmlformats.org/drawingml/2006/main">
              <a:ext uri="{FF2B5EF4-FFF2-40B4-BE49-F238E27FC236}">
                <a16:creationId xmlns:a16="http://schemas.microsoft.com/office/drawing/2014/main" id="{42BABB88-96E8-46A6-ABC4-EBD578C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86" y="7580196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8"/>
                  <a:pt x="192858" y="248482"/>
                  <a:pt x="124241" y="248482"/>
                </a:cubicBezTo>
                <a:cubicBezTo>
                  <a:pt x="55624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9" name="path-513">
            <a:extLst xmlns:a="http://schemas.openxmlformats.org/drawingml/2006/main">
              <a:ext uri="{FF2B5EF4-FFF2-40B4-BE49-F238E27FC236}">
                <a16:creationId xmlns:a16="http://schemas.microsoft.com/office/drawing/2014/main" id="{1E157C59-81FB-4A7E-906E-4CCCDCD8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486" y="7580196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510" name="text-514 1">
            <a:extLst xmlns:a="http://schemas.openxmlformats.org/drawingml/2006/main">
              <a:ext uri="{FF2B5EF4-FFF2-40B4-BE49-F238E27FC236}">
                <a16:creationId xmlns:a16="http://schemas.microsoft.com/office/drawing/2014/main" id="{8C6DCF25-6BC3-481A-A52F-4F24C74F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74" y="7600059"/>
            <a:ext cx="57978" cy="1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511" name="path-515">
            <a:extLst xmlns:a="http://schemas.openxmlformats.org/drawingml/2006/main">
              <a:ext uri="{FF2B5EF4-FFF2-40B4-BE49-F238E27FC236}">
                <a16:creationId xmlns:a16="http://schemas.microsoft.com/office/drawing/2014/main" id="{07D70B33-0D8D-40F4-8A18-35362AE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23" y="7983215"/>
            <a:ext cx="163106" cy="163106"/>
          </a:xfrm>
          <a:custGeom xmlns:a="http://schemas.openxmlformats.org/drawingml/2006/main">
            <a:pathLst>
              <a:path w="248482" h="248481">
                <a:moveTo>
                  <a:pt x="0" y="124240"/>
                </a:moveTo>
                <a:cubicBezTo>
                  <a:pt x="0" y="55624"/>
                  <a:pt x="55624" y="0"/>
                  <a:pt x="124241" y="0"/>
                </a:cubicBezTo>
                <a:cubicBezTo>
                  <a:pt x="192858" y="0"/>
                  <a:pt x="248482" y="55624"/>
                  <a:pt x="248482" y="124240"/>
                </a:cubicBezTo>
                <a:cubicBezTo>
                  <a:pt x="248482" y="192857"/>
                  <a:pt x="192858" y="248481"/>
                  <a:pt x="124241" y="248481"/>
                </a:cubicBezTo>
                <a:cubicBezTo>
                  <a:pt x="55624" y="248481"/>
                  <a:pt x="0" y="192857"/>
                  <a:pt x="0" y="124240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2" name="path-516">
            <a:extLst xmlns:a="http://schemas.openxmlformats.org/drawingml/2006/main">
              <a:ext uri="{FF2B5EF4-FFF2-40B4-BE49-F238E27FC236}">
                <a16:creationId xmlns:a16="http://schemas.microsoft.com/office/drawing/2014/main" id="{23037713-B32C-4E53-A354-4001DC20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23" y="7983215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1" y="0"/>
                </a:cubicBezTo>
                <a:cubicBezTo>
                  <a:pt x="192858" y="0"/>
                  <a:pt x="248482" y="55624"/>
                  <a:pt x="248482" y="124241"/>
                </a:cubicBezTo>
                <a:cubicBezTo>
                  <a:pt x="248482" y="192857"/>
                  <a:pt x="192858" y="248482"/>
                  <a:pt x="124241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513" name="text-517 2">
            <a:extLst xmlns:a="http://schemas.openxmlformats.org/drawingml/2006/main">
              <a:ext uri="{FF2B5EF4-FFF2-40B4-BE49-F238E27FC236}">
                <a16:creationId xmlns:a16="http://schemas.microsoft.com/office/drawing/2014/main" id="{06DE85DD-43B5-40CC-B158-6A8CF7F8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014" y="8001434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514" name="path-518">
            <a:extLst xmlns:a="http://schemas.openxmlformats.org/drawingml/2006/main">
              <a:ext uri="{FF2B5EF4-FFF2-40B4-BE49-F238E27FC236}">
                <a16:creationId xmlns:a16="http://schemas.microsoft.com/office/drawing/2014/main" id="{FD57BA72-334D-429E-BDD9-8A8466AC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106" y="7507475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6"/>
                </a:moveTo>
                <a:cubicBezTo>
                  <a:pt x="0" y="34230"/>
                  <a:pt x="34230" y="0"/>
                  <a:pt x="76456" y="0"/>
                </a:cubicBezTo>
                <a:lnTo>
                  <a:pt x="1261522" y="0"/>
                </a:lnTo>
                <a:cubicBezTo>
                  <a:pt x="1303749" y="0"/>
                  <a:pt x="1337980" y="34230"/>
                  <a:pt x="1337980" y="76456"/>
                </a:cubicBezTo>
                <a:lnTo>
                  <a:pt x="1337980" y="382279"/>
                </a:lnTo>
                <a:cubicBezTo>
                  <a:pt x="1337980" y="424504"/>
                  <a:pt x="1303749" y="458736"/>
                  <a:pt x="1261522" y="458736"/>
                </a:cubicBezTo>
                <a:lnTo>
                  <a:pt x="76456" y="458736"/>
                </a:lnTo>
                <a:cubicBezTo>
                  <a:pt x="34230" y="458736"/>
                  <a:pt x="0" y="424504"/>
                  <a:pt x="0" y="382279"/>
                </a:cubicBezTo>
                <a:lnTo>
                  <a:pt x="0" y="76456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5" name="path-519">
            <a:extLst xmlns:a="http://schemas.openxmlformats.org/drawingml/2006/main">
              <a:ext uri="{FF2B5EF4-FFF2-40B4-BE49-F238E27FC236}">
                <a16:creationId xmlns:a16="http://schemas.microsoft.com/office/drawing/2014/main" id="{E92E0DDF-70BF-47B1-BCED-8B752606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106" y="7507475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7" y="0"/>
                </a:cubicBezTo>
                <a:lnTo>
                  <a:pt x="1261523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3" y="458736"/>
                </a:cubicBezTo>
                <a:lnTo>
                  <a:pt x="76457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516" name="text-520 0.3 m">
            <a:extLst xmlns:a="http://schemas.openxmlformats.org/drawingml/2006/main">
              <a:ext uri="{FF2B5EF4-FFF2-40B4-BE49-F238E27FC236}">
                <a16:creationId xmlns:a16="http://schemas.microsoft.com/office/drawing/2014/main" id="{F5D007B7-6FF3-42BF-95E8-8FB77999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109" y="7582970"/>
            <a:ext cx="323618" cy="166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0.3 m</a:t>
            </a:r>
          </a:p>
        </p:txBody>
      </p:sp>
      <p:sp>
        <p:nvSpPr>
          <p:cNvPr id="517" name="path-521">
            <a:extLst xmlns:a="http://schemas.openxmlformats.org/drawingml/2006/main">
              <a:ext uri="{FF2B5EF4-FFF2-40B4-BE49-F238E27FC236}">
                <a16:creationId xmlns:a16="http://schemas.microsoft.com/office/drawing/2014/main" id="{566B1769-BB9A-4141-B3D9-D9E081F0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598" y="7915421"/>
            <a:ext cx="878264" cy="301119"/>
          </a:xfrm>
          <a:custGeom xmlns:a="http://schemas.openxmlformats.org/drawingml/2006/main">
            <a:pathLst>
              <a:path w="1337981" h="458736">
                <a:moveTo>
                  <a:pt x="0" y="76458"/>
                </a:moveTo>
                <a:cubicBezTo>
                  <a:pt x="0" y="34231"/>
                  <a:pt x="34231" y="0"/>
                  <a:pt x="76456" y="0"/>
                </a:cubicBezTo>
                <a:lnTo>
                  <a:pt x="1261524" y="0"/>
                </a:lnTo>
                <a:cubicBezTo>
                  <a:pt x="1303749" y="0"/>
                  <a:pt x="1337981" y="34231"/>
                  <a:pt x="1337981" y="76458"/>
                </a:cubicBezTo>
                <a:lnTo>
                  <a:pt x="1337981" y="382280"/>
                </a:lnTo>
                <a:cubicBezTo>
                  <a:pt x="1337981" y="424505"/>
                  <a:pt x="1303749" y="458736"/>
                  <a:pt x="1261524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80"/>
                </a:cubicBezTo>
                <a:lnTo>
                  <a:pt x="0" y="76458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8" name="path-522">
            <a:extLst xmlns:a="http://schemas.openxmlformats.org/drawingml/2006/main">
              <a:ext uri="{FF2B5EF4-FFF2-40B4-BE49-F238E27FC236}">
                <a16:creationId xmlns:a16="http://schemas.microsoft.com/office/drawing/2014/main" id="{7337CE67-1F5C-49DA-9E08-743AC17F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598" y="7915421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7" y="0"/>
                </a:cubicBezTo>
                <a:lnTo>
                  <a:pt x="1261523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3" y="458736"/>
                </a:cubicBezTo>
                <a:lnTo>
                  <a:pt x="76457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519" name="text-523 1.9 m">
            <a:extLst xmlns:a="http://schemas.openxmlformats.org/drawingml/2006/main">
              <a:ext uri="{FF2B5EF4-FFF2-40B4-BE49-F238E27FC236}">
                <a16:creationId xmlns:a16="http://schemas.microsoft.com/office/drawing/2014/main" id="{8B2C0FF3-18BF-4990-98BA-22CBEBB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3149" y="7986122"/>
            <a:ext cx="300320" cy="164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1.9 m</a:t>
            </a:r>
          </a:p>
        </p:txBody>
      </p:sp>
      <p:sp>
        <p:nvSpPr>
          <p:cNvPr id="520" name="path-524">
            <a:extLst xmlns:a="http://schemas.openxmlformats.org/drawingml/2006/main">
              <a:ext uri="{FF2B5EF4-FFF2-40B4-BE49-F238E27FC236}">
                <a16:creationId xmlns:a16="http://schemas.microsoft.com/office/drawing/2014/main" id="{9EB98C5D-6340-4F06-AC77-8BF5CD0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625" y="7632941"/>
            <a:ext cx="768481" cy="50187"/>
          </a:xfrm>
          <a:custGeom xmlns:a="http://schemas.openxmlformats.org/drawingml/2006/main">
            <a:pathLst>
              <a:path w="1170733" h="76456">
                <a:moveTo>
                  <a:pt x="0" y="31857"/>
                </a:moveTo>
                <a:lnTo>
                  <a:pt x="0" y="44599"/>
                </a:lnTo>
                <a:lnTo>
                  <a:pt x="1119763" y="44599"/>
                </a:lnTo>
                <a:lnTo>
                  <a:pt x="1119763" y="31857"/>
                </a:lnTo>
                <a:close/>
                <a:moveTo>
                  <a:pt x="1119763" y="38228"/>
                </a:moveTo>
                <a:lnTo>
                  <a:pt x="1094277" y="0"/>
                </a:lnTo>
                <a:lnTo>
                  <a:pt x="1170733" y="38228"/>
                </a:lnTo>
                <a:lnTo>
                  <a:pt x="1094277" y="76456"/>
                </a:lnTo>
                <a:lnTo>
                  <a:pt x="1119763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1" name="path-525">
            <a:extLst xmlns:a="http://schemas.openxmlformats.org/drawingml/2006/main">
              <a:ext uri="{FF2B5EF4-FFF2-40B4-BE49-F238E27FC236}">
                <a16:creationId xmlns:a16="http://schemas.microsoft.com/office/drawing/2014/main" id="{EBFEFB2B-586E-4681-9368-DE778E31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626" y="8040888"/>
            <a:ext cx="773974" cy="50187"/>
          </a:xfrm>
          <a:custGeom xmlns:a="http://schemas.openxmlformats.org/drawingml/2006/main">
            <a:pathLst>
              <a:path w="1179101" h="76456">
                <a:moveTo>
                  <a:pt x="0" y="31856"/>
                </a:moveTo>
                <a:lnTo>
                  <a:pt x="1128131" y="31857"/>
                </a:lnTo>
                <a:lnTo>
                  <a:pt x="1128131" y="44599"/>
                </a:lnTo>
                <a:lnTo>
                  <a:pt x="0" y="44598"/>
                </a:lnTo>
                <a:lnTo>
                  <a:pt x="0" y="31856"/>
                </a:lnTo>
                <a:moveTo>
                  <a:pt x="1128131" y="38228"/>
                </a:moveTo>
                <a:lnTo>
                  <a:pt x="1102645" y="0"/>
                </a:lnTo>
                <a:lnTo>
                  <a:pt x="1179101" y="38228"/>
                </a:lnTo>
                <a:lnTo>
                  <a:pt x="1102645" y="76456"/>
                </a:lnTo>
                <a:lnTo>
                  <a:pt x="1128131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2" name="text-526 height">
            <a:extLst xmlns:a="http://schemas.openxmlformats.org/drawingml/2006/main">
              <a:ext uri="{FF2B5EF4-FFF2-40B4-BE49-F238E27FC236}">
                <a16:creationId xmlns:a16="http://schemas.microsoft.com/office/drawing/2014/main" id="{9B2C851F-CEC4-4292-A468-BBA9DEAD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5985" y="7893295"/>
            <a:ext cx="339291" cy="150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23" name="text-527 height">
            <a:extLst xmlns:a="http://schemas.openxmlformats.org/drawingml/2006/main">
              <a:ext uri="{FF2B5EF4-FFF2-40B4-BE49-F238E27FC236}">
                <a16:creationId xmlns:a16="http://schemas.microsoft.com/office/drawing/2014/main" id="{AA1E1C17-27EF-4F17-8044-B2F153EE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9122" y="7497825"/>
            <a:ext cx="339291" cy="150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24" name="path-528">
            <a:extLst xmlns:a="http://schemas.openxmlformats.org/drawingml/2006/main">
              <a:ext uri="{FF2B5EF4-FFF2-40B4-BE49-F238E27FC236}">
                <a16:creationId xmlns:a16="http://schemas.microsoft.com/office/drawing/2014/main" id="{5669ED4E-1674-4ACB-A28F-C2E88150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283" y="7653854"/>
            <a:ext cx="558411" cy="216018"/>
          </a:xfrm>
          <a:custGeom xmlns:a="http://schemas.openxmlformats.org/drawingml/2006/main">
            <a:pathLst>
              <a:path w="850704" h="329090">
                <a:moveTo>
                  <a:pt x="263" y="0"/>
                </a:moveTo>
                <a:lnTo>
                  <a:pt x="40081" y="823"/>
                </a:lnTo>
                <a:lnTo>
                  <a:pt x="79843" y="3230"/>
                </a:lnTo>
                <a:lnTo>
                  <a:pt x="118972" y="7118"/>
                </a:lnTo>
                <a:lnTo>
                  <a:pt x="157162" y="12379"/>
                </a:lnTo>
                <a:lnTo>
                  <a:pt x="194105" y="18911"/>
                </a:lnTo>
                <a:lnTo>
                  <a:pt x="229497" y="26608"/>
                </a:lnTo>
                <a:lnTo>
                  <a:pt x="263031" y="35367"/>
                </a:lnTo>
                <a:lnTo>
                  <a:pt x="294402" y="45090"/>
                </a:lnTo>
                <a:lnTo>
                  <a:pt x="323312" y="55676"/>
                </a:lnTo>
                <a:lnTo>
                  <a:pt x="349463" y="67035"/>
                </a:lnTo>
                <a:lnTo>
                  <a:pt x="372559" y="79079"/>
                </a:lnTo>
                <a:lnTo>
                  <a:pt x="392313" y="91740"/>
                </a:lnTo>
                <a:lnTo>
                  <a:pt x="408445" y="104979"/>
                </a:lnTo>
                <a:cubicBezTo>
                  <a:pt x="408711" y="105198"/>
                  <a:pt x="408959" y="105439"/>
                  <a:pt x="409187" y="105698"/>
                </a:cubicBezTo>
                <a:lnTo>
                  <a:pt x="420659" y="118808"/>
                </a:lnTo>
                <a:cubicBezTo>
                  <a:pt x="420888" y="119070"/>
                  <a:pt x="421095" y="119350"/>
                  <a:pt x="421279" y="119644"/>
                </a:cubicBezTo>
                <a:lnTo>
                  <a:pt x="425399" y="126284"/>
                </a:lnTo>
                <a:lnTo>
                  <a:pt x="428792" y="133718"/>
                </a:lnTo>
                <a:cubicBezTo>
                  <a:pt x="428927" y="134021"/>
                  <a:pt x="429038" y="134333"/>
                  <a:pt x="429125" y="134651"/>
                </a:cubicBezTo>
                <a:lnTo>
                  <a:pt x="430949" y="141357"/>
                </a:lnTo>
                <a:cubicBezTo>
                  <a:pt x="431046" y="141714"/>
                  <a:pt x="431113" y="142079"/>
                  <a:pt x="431146" y="142448"/>
                </a:cubicBezTo>
                <a:lnTo>
                  <a:pt x="431762" y="149165"/>
                </a:lnTo>
                <a:lnTo>
                  <a:pt x="432379" y="155884"/>
                </a:lnTo>
                <a:lnTo>
                  <a:pt x="432183" y="154793"/>
                </a:lnTo>
                <a:lnTo>
                  <a:pt x="434006" y="161500"/>
                </a:lnTo>
                <a:lnTo>
                  <a:pt x="433673" y="160567"/>
                </a:lnTo>
                <a:lnTo>
                  <a:pt x="436665" y="167247"/>
                </a:lnTo>
                <a:lnTo>
                  <a:pt x="440384" y="173132"/>
                </a:lnTo>
                <a:lnTo>
                  <a:pt x="439764" y="172294"/>
                </a:lnTo>
                <a:lnTo>
                  <a:pt x="451238" y="185404"/>
                </a:lnTo>
                <a:lnTo>
                  <a:pt x="450496" y="184683"/>
                </a:lnTo>
                <a:lnTo>
                  <a:pt x="466018" y="197478"/>
                </a:lnTo>
                <a:lnTo>
                  <a:pt x="484670" y="209408"/>
                </a:lnTo>
                <a:lnTo>
                  <a:pt x="506862" y="220969"/>
                </a:lnTo>
                <a:lnTo>
                  <a:pt x="532255" y="231993"/>
                </a:lnTo>
                <a:lnTo>
                  <a:pt x="560511" y="242337"/>
                </a:lnTo>
                <a:lnTo>
                  <a:pt x="591304" y="251878"/>
                </a:lnTo>
                <a:lnTo>
                  <a:pt x="624306" y="260498"/>
                </a:lnTo>
                <a:lnTo>
                  <a:pt x="659195" y="268085"/>
                </a:lnTo>
                <a:lnTo>
                  <a:pt x="695653" y="274529"/>
                </a:lnTo>
                <a:lnTo>
                  <a:pt x="733365" y="279725"/>
                </a:lnTo>
                <a:lnTo>
                  <a:pt x="772008" y="283565"/>
                </a:lnTo>
                <a:lnTo>
                  <a:pt x="800140" y="285267"/>
                </a:lnTo>
                <a:lnTo>
                  <a:pt x="799370" y="297986"/>
                </a:lnTo>
                <a:lnTo>
                  <a:pt x="770747" y="296245"/>
                </a:lnTo>
                <a:lnTo>
                  <a:pt x="731622" y="292349"/>
                </a:lnTo>
                <a:lnTo>
                  <a:pt x="693434" y="287076"/>
                </a:lnTo>
                <a:lnTo>
                  <a:pt x="656486" y="280536"/>
                </a:lnTo>
                <a:lnTo>
                  <a:pt x="621082" y="272825"/>
                </a:lnTo>
                <a:lnTo>
                  <a:pt x="587530" y="264048"/>
                </a:lnTo>
                <a:lnTo>
                  <a:pt x="556127" y="254301"/>
                </a:lnTo>
                <a:lnTo>
                  <a:pt x="527174" y="243679"/>
                </a:lnTo>
                <a:lnTo>
                  <a:pt x="500963" y="232264"/>
                </a:lnTo>
                <a:lnTo>
                  <a:pt x="477782" y="220128"/>
                </a:lnTo>
                <a:lnTo>
                  <a:pt x="457913" y="207310"/>
                </a:lnTo>
                <a:lnTo>
                  <a:pt x="442391" y="194517"/>
                </a:lnTo>
                <a:cubicBezTo>
                  <a:pt x="442124" y="194298"/>
                  <a:pt x="441876" y="194056"/>
                  <a:pt x="441649" y="193796"/>
                </a:cubicBezTo>
                <a:lnTo>
                  <a:pt x="430175" y="180687"/>
                </a:lnTo>
                <a:cubicBezTo>
                  <a:pt x="429947" y="180426"/>
                  <a:pt x="429740" y="180145"/>
                  <a:pt x="429557" y="179851"/>
                </a:cubicBezTo>
                <a:lnTo>
                  <a:pt x="425034" y="172455"/>
                </a:lnTo>
                <a:lnTo>
                  <a:pt x="422044" y="165777"/>
                </a:lnTo>
                <a:cubicBezTo>
                  <a:pt x="421908" y="165475"/>
                  <a:pt x="421797" y="165163"/>
                  <a:pt x="421709" y="164844"/>
                </a:cubicBezTo>
                <a:lnTo>
                  <a:pt x="419886" y="158139"/>
                </a:lnTo>
                <a:cubicBezTo>
                  <a:pt x="419789" y="157782"/>
                  <a:pt x="419723" y="157416"/>
                  <a:pt x="419690" y="157048"/>
                </a:cubicBezTo>
                <a:lnTo>
                  <a:pt x="419073" y="150331"/>
                </a:lnTo>
                <a:lnTo>
                  <a:pt x="418456" y="143610"/>
                </a:lnTo>
                <a:lnTo>
                  <a:pt x="418653" y="144700"/>
                </a:lnTo>
                <a:lnTo>
                  <a:pt x="416829" y="137995"/>
                </a:lnTo>
                <a:lnTo>
                  <a:pt x="417164" y="138928"/>
                </a:lnTo>
                <a:lnTo>
                  <a:pt x="414573" y="133004"/>
                </a:lnTo>
                <a:lnTo>
                  <a:pt x="410451" y="126364"/>
                </a:lnTo>
                <a:lnTo>
                  <a:pt x="411070" y="127201"/>
                </a:lnTo>
                <a:lnTo>
                  <a:pt x="399597" y="114091"/>
                </a:lnTo>
                <a:lnTo>
                  <a:pt x="400340" y="114811"/>
                </a:lnTo>
                <a:lnTo>
                  <a:pt x="385426" y="102461"/>
                </a:lnTo>
                <a:lnTo>
                  <a:pt x="366660" y="90374"/>
                </a:lnTo>
                <a:lnTo>
                  <a:pt x="344382" y="78720"/>
                </a:lnTo>
                <a:lnTo>
                  <a:pt x="318929" y="67641"/>
                </a:lnTo>
                <a:lnTo>
                  <a:pt x="290627" y="57260"/>
                </a:lnTo>
                <a:lnTo>
                  <a:pt x="259807" y="47695"/>
                </a:lnTo>
                <a:lnTo>
                  <a:pt x="226787" y="39058"/>
                </a:lnTo>
                <a:lnTo>
                  <a:pt x="191885" y="31459"/>
                </a:lnTo>
                <a:lnTo>
                  <a:pt x="155421" y="25003"/>
                </a:lnTo>
                <a:lnTo>
                  <a:pt x="117711" y="19798"/>
                </a:lnTo>
                <a:lnTo>
                  <a:pt x="79072" y="15950"/>
                </a:lnTo>
                <a:lnTo>
                  <a:pt x="39818" y="13562"/>
                </a:lnTo>
                <a:lnTo>
                  <a:pt x="0" y="12740"/>
                </a:lnTo>
                <a:lnTo>
                  <a:pt x="263" y="0"/>
                </a:lnTo>
                <a:moveTo>
                  <a:pt x="799755" y="291627"/>
                </a:moveTo>
                <a:lnTo>
                  <a:pt x="775403" y="252666"/>
                </a:lnTo>
                <a:lnTo>
                  <a:pt x="850704" y="293124"/>
                </a:lnTo>
                <a:lnTo>
                  <a:pt x="773158" y="329090"/>
                </a:lnTo>
                <a:lnTo>
                  <a:pt x="799755" y="291627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5" name="path-529">
            <a:extLst xmlns:a="http://schemas.openxmlformats.org/drawingml/2006/main">
              <a:ext uri="{FF2B5EF4-FFF2-40B4-BE49-F238E27FC236}">
                <a16:creationId xmlns:a16="http://schemas.microsoft.com/office/drawing/2014/main" id="{1B618E07-BE5E-4B34-990A-D473529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762" y="7822941"/>
            <a:ext cx="552932" cy="247221"/>
          </a:xfrm>
          <a:custGeom xmlns:a="http://schemas.openxmlformats.org/drawingml/2006/main">
            <a:pathLst>
              <a:path w="842358" h="376626">
                <a:moveTo>
                  <a:pt x="310" y="376626"/>
                </a:moveTo>
                <a:lnTo>
                  <a:pt x="39736" y="375666"/>
                </a:lnTo>
                <a:lnTo>
                  <a:pt x="79155" y="372852"/>
                </a:lnTo>
                <a:lnTo>
                  <a:pt x="117943" y="368310"/>
                </a:lnTo>
                <a:lnTo>
                  <a:pt x="155801" y="362162"/>
                </a:lnTo>
                <a:lnTo>
                  <a:pt x="192422" y="354531"/>
                </a:lnTo>
                <a:lnTo>
                  <a:pt x="227504" y="345538"/>
                </a:lnTo>
                <a:lnTo>
                  <a:pt x="260748" y="335301"/>
                </a:lnTo>
                <a:lnTo>
                  <a:pt x="291850" y="323939"/>
                </a:lnTo>
                <a:lnTo>
                  <a:pt x="320513" y="311566"/>
                </a:lnTo>
                <a:lnTo>
                  <a:pt x="346440" y="298291"/>
                </a:lnTo>
                <a:lnTo>
                  <a:pt x="369338" y="284216"/>
                </a:lnTo>
                <a:lnTo>
                  <a:pt x="388915" y="269426"/>
                </a:lnTo>
                <a:lnTo>
                  <a:pt x="404877" y="253982"/>
                </a:lnTo>
                <a:cubicBezTo>
                  <a:pt x="405123" y="253743"/>
                  <a:pt x="405349" y="253485"/>
                  <a:pt x="405555" y="253209"/>
                </a:cubicBezTo>
                <a:lnTo>
                  <a:pt x="416914" y="237908"/>
                </a:lnTo>
                <a:cubicBezTo>
                  <a:pt x="417109" y="237644"/>
                  <a:pt x="417284" y="237368"/>
                  <a:pt x="417436" y="237078"/>
                </a:cubicBezTo>
                <a:lnTo>
                  <a:pt x="421517" y="229327"/>
                </a:lnTo>
                <a:lnTo>
                  <a:pt x="424796" y="220826"/>
                </a:lnTo>
                <a:lnTo>
                  <a:pt x="426854" y="212167"/>
                </a:lnTo>
                <a:cubicBezTo>
                  <a:pt x="426926" y="211859"/>
                  <a:pt x="426973" y="211545"/>
                  <a:pt x="427000" y="211231"/>
                </a:cubicBezTo>
                <a:lnTo>
                  <a:pt x="427608" y="203387"/>
                </a:lnTo>
                <a:lnTo>
                  <a:pt x="428219" y="195544"/>
                </a:lnTo>
                <a:lnTo>
                  <a:pt x="428075" y="196482"/>
                </a:lnTo>
                <a:lnTo>
                  <a:pt x="429881" y="188656"/>
                </a:lnTo>
                <a:lnTo>
                  <a:pt x="432590" y="181689"/>
                </a:lnTo>
                <a:lnTo>
                  <a:pt x="436353" y="174643"/>
                </a:lnTo>
                <a:lnTo>
                  <a:pt x="435831" y="175473"/>
                </a:lnTo>
                <a:lnTo>
                  <a:pt x="447191" y="160172"/>
                </a:lnTo>
                <a:lnTo>
                  <a:pt x="446515" y="160943"/>
                </a:lnTo>
                <a:lnTo>
                  <a:pt x="461886" y="146009"/>
                </a:lnTo>
                <a:lnTo>
                  <a:pt x="480362" y="132074"/>
                </a:lnTo>
                <a:lnTo>
                  <a:pt x="502320" y="118588"/>
                </a:lnTo>
                <a:lnTo>
                  <a:pt x="527433" y="105738"/>
                </a:lnTo>
                <a:lnTo>
                  <a:pt x="555379" y="93679"/>
                </a:lnTo>
                <a:lnTo>
                  <a:pt x="585829" y="82558"/>
                </a:lnTo>
                <a:lnTo>
                  <a:pt x="618469" y="72508"/>
                </a:lnTo>
                <a:lnTo>
                  <a:pt x="652976" y="63663"/>
                </a:lnTo>
                <a:lnTo>
                  <a:pt x="689037" y="56149"/>
                </a:lnTo>
                <a:lnTo>
                  <a:pt x="726335" y="50093"/>
                </a:lnTo>
                <a:lnTo>
                  <a:pt x="764555" y="45617"/>
                </a:lnTo>
                <a:lnTo>
                  <a:pt x="791874" y="43668"/>
                </a:lnTo>
                <a:lnTo>
                  <a:pt x="790965" y="30958"/>
                </a:lnTo>
                <a:lnTo>
                  <a:pt x="763071" y="32960"/>
                </a:lnTo>
                <a:lnTo>
                  <a:pt x="724291" y="37515"/>
                </a:lnTo>
                <a:lnTo>
                  <a:pt x="686433" y="43675"/>
                </a:lnTo>
                <a:lnTo>
                  <a:pt x="649810" y="51320"/>
                </a:lnTo>
                <a:lnTo>
                  <a:pt x="614716" y="60331"/>
                </a:lnTo>
                <a:lnTo>
                  <a:pt x="581454" y="70590"/>
                </a:lnTo>
                <a:lnTo>
                  <a:pt x="550324" y="81982"/>
                </a:lnTo>
                <a:lnTo>
                  <a:pt x="521622" y="94397"/>
                </a:lnTo>
                <a:lnTo>
                  <a:pt x="495639" y="107738"/>
                </a:lnTo>
                <a:lnTo>
                  <a:pt x="472669" y="121916"/>
                </a:lnTo>
                <a:lnTo>
                  <a:pt x="453006" y="136869"/>
                </a:lnTo>
                <a:lnTo>
                  <a:pt x="437635" y="151804"/>
                </a:lnTo>
                <a:cubicBezTo>
                  <a:pt x="437391" y="152043"/>
                  <a:pt x="437164" y="152301"/>
                  <a:pt x="436959" y="152576"/>
                </a:cubicBezTo>
                <a:lnTo>
                  <a:pt x="425600" y="167878"/>
                </a:lnTo>
                <a:cubicBezTo>
                  <a:pt x="425405" y="168141"/>
                  <a:pt x="425230" y="168417"/>
                  <a:pt x="425078" y="168708"/>
                </a:cubicBezTo>
                <a:lnTo>
                  <a:pt x="420678" y="177163"/>
                </a:lnTo>
                <a:lnTo>
                  <a:pt x="417465" y="185791"/>
                </a:lnTo>
                <a:lnTo>
                  <a:pt x="415659" y="193618"/>
                </a:lnTo>
                <a:cubicBezTo>
                  <a:pt x="415588" y="193926"/>
                  <a:pt x="415539" y="194241"/>
                  <a:pt x="415514" y="194555"/>
                </a:cubicBezTo>
                <a:lnTo>
                  <a:pt x="414906" y="202399"/>
                </a:lnTo>
                <a:lnTo>
                  <a:pt x="414294" y="210242"/>
                </a:lnTo>
                <a:lnTo>
                  <a:pt x="414439" y="209303"/>
                </a:lnTo>
                <a:lnTo>
                  <a:pt x="412885" y="216299"/>
                </a:lnTo>
                <a:lnTo>
                  <a:pt x="410240" y="223392"/>
                </a:lnTo>
                <a:lnTo>
                  <a:pt x="406161" y="231142"/>
                </a:lnTo>
                <a:lnTo>
                  <a:pt x="406683" y="230312"/>
                </a:lnTo>
                <a:lnTo>
                  <a:pt x="395322" y="245614"/>
                </a:lnTo>
                <a:lnTo>
                  <a:pt x="395999" y="244842"/>
                </a:lnTo>
                <a:lnTo>
                  <a:pt x="381222" y="259267"/>
                </a:lnTo>
                <a:lnTo>
                  <a:pt x="362658" y="273364"/>
                </a:lnTo>
                <a:lnTo>
                  <a:pt x="340628" y="286952"/>
                </a:lnTo>
                <a:lnTo>
                  <a:pt x="315459" y="299869"/>
                </a:lnTo>
                <a:lnTo>
                  <a:pt x="287475" y="311971"/>
                </a:lnTo>
                <a:lnTo>
                  <a:pt x="256996" y="323123"/>
                </a:lnTo>
                <a:lnTo>
                  <a:pt x="224338" y="333195"/>
                </a:lnTo>
                <a:lnTo>
                  <a:pt x="189819" y="342057"/>
                </a:lnTo>
                <a:lnTo>
                  <a:pt x="153755" y="349584"/>
                </a:lnTo>
                <a:lnTo>
                  <a:pt x="116459" y="355654"/>
                </a:lnTo>
                <a:lnTo>
                  <a:pt x="78245" y="360142"/>
                </a:lnTo>
                <a:lnTo>
                  <a:pt x="39425" y="362927"/>
                </a:lnTo>
                <a:lnTo>
                  <a:pt x="0" y="363887"/>
                </a:lnTo>
                <a:lnTo>
                  <a:pt x="310" y="376626"/>
                </a:lnTo>
                <a:moveTo>
                  <a:pt x="791420" y="37313"/>
                </a:moveTo>
                <a:lnTo>
                  <a:pt x="767288" y="76411"/>
                </a:lnTo>
                <a:lnTo>
                  <a:pt x="842358" y="35529"/>
                </a:lnTo>
                <a:lnTo>
                  <a:pt x="764612" y="0"/>
                </a:lnTo>
                <a:lnTo>
                  <a:pt x="791420" y="37313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6" name="path-530">
            <a:extLst xmlns:a="http://schemas.openxmlformats.org/drawingml/2006/main">
              <a:ext uri="{FF2B5EF4-FFF2-40B4-BE49-F238E27FC236}">
                <a16:creationId xmlns:a16="http://schemas.microsoft.com/office/drawing/2014/main" id="{E6279208-2D56-4D3C-A6C2-190AFC44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096" y="7680506"/>
            <a:ext cx="896304" cy="324170"/>
          </a:xfrm>
          <a:custGeom xmlns:a="http://schemas.openxmlformats.org/drawingml/2006/main">
            <a:pathLst>
              <a:path w="1365463" h="493853">
                <a:moveTo>
                  <a:pt x="0" y="82311"/>
                </a:moveTo>
                <a:cubicBezTo>
                  <a:pt x="0" y="36851"/>
                  <a:pt x="36852" y="0"/>
                  <a:pt x="82311" y="0"/>
                </a:cubicBezTo>
                <a:lnTo>
                  <a:pt x="1283153" y="0"/>
                </a:lnTo>
                <a:cubicBezTo>
                  <a:pt x="1328612" y="0"/>
                  <a:pt x="1365463" y="36851"/>
                  <a:pt x="1365463" y="82311"/>
                </a:cubicBezTo>
                <a:lnTo>
                  <a:pt x="1365463" y="411543"/>
                </a:lnTo>
                <a:cubicBezTo>
                  <a:pt x="1365463" y="457002"/>
                  <a:pt x="1328612" y="493853"/>
                  <a:pt x="1283153" y="493853"/>
                </a:cubicBezTo>
                <a:lnTo>
                  <a:pt x="82311" y="493853"/>
                </a:lnTo>
                <a:cubicBezTo>
                  <a:pt x="36852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7" name="path-531">
            <a:extLst xmlns:a="http://schemas.openxmlformats.org/drawingml/2006/main">
              <a:ext uri="{FF2B5EF4-FFF2-40B4-BE49-F238E27FC236}">
                <a16:creationId xmlns:a16="http://schemas.microsoft.com/office/drawing/2014/main" id="{75F62293-A195-4E82-BFEA-247CE418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096" y="7680506"/>
            <a:ext cx="896304" cy="324170"/>
          </a:xfrm>
          <a:custGeom xmlns:a="http://schemas.openxmlformats.org/drawingml/2006/main">
            <a:pathLst>
              <a:path w="1365463" h="493853">
                <a:moveTo>
                  <a:pt x="0" y="82311"/>
                </a:moveTo>
                <a:cubicBezTo>
                  <a:pt x="0" y="36852"/>
                  <a:pt x="36852" y="0"/>
                  <a:pt x="82310" y="0"/>
                </a:cubicBezTo>
                <a:lnTo>
                  <a:pt x="1283153" y="0"/>
                </a:lnTo>
                <a:cubicBezTo>
                  <a:pt x="1328612" y="0"/>
                  <a:pt x="1365463" y="36852"/>
                  <a:pt x="1365463" y="82311"/>
                </a:cubicBezTo>
                <a:lnTo>
                  <a:pt x="1365463" y="411543"/>
                </a:lnTo>
                <a:cubicBezTo>
                  <a:pt x="1365463" y="457002"/>
                  <a:pt x="1328612" y="493853"/>
                  <a:pt x="1283153" y="493853"/>
                </a:cubicBezTo>
                <a:lnTo>
                  <a:pt x="82310" y="493853"/>
                </a:lnTo>
                <a:cubicBezTo>
                  <a:pt x="36852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528" name="text-532 1.6 m">
            <a:extLst xmlns:a="http://schemas.openxmlformats.org/drawingml/2006/main">
              <a:ext uri="{FF2B5EF4-FFF2-40B4-BE49-F238E27FC236}">
                <a16:creationId xmlns:a16="http://schemas.microsoft.com/office/drawing/2014/main" id="{A2BE430A-6615-41AB-A301-2E48D532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9667" y="7761287"/>
            <a:ext cx="300320" cy="164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1.6 m</a:t>
            </a:r>
          </a:p>
        </p:txBody>
      </p:sp>
      <p:sp>
        <p:nvSpPr>
          <p:cNvPr id="529" name="path-533">
            <a:extLst xmlns:a="http://schemas.openxmlformats.org/drawingml/2006/main">
              <a:ext uri="{FF2B5EF4-FFF2-40B4-BE49-F238E27FC236}">
                <a16:creationId xmlns:a16="http://schemas.microsoft.com/office/drawing/2014/main" id="{69606D13-09CC-49D1-8089-9844E36C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9926" y="7818112"/>
            <a:ext cx="301169" cy="50183"/>
          </a:xfrm>
          <a:custGeom xmlns:a="http://schemas.openxmlformats.org/drawingml/2006/main">
            <a:pathLst>
              <a:path w="458813" h="76451">
                <a:moveTo>
                  <a:pt x="156" y="49257"/>
                </a:moveTo>
                <a:lnTo>
                  <a:pt x="407924" y="44286"/>
                </a:lnTo>
                <a:lnTo>
                  <a:pt x="407769" y="31543"/>
                </a:lnTo>
                <a:lnTo>
                  <a:pt x="0" y="36516"/>
                </a:lnTo>
                <a:lnTo>
                  <a:pt x="156" y="49257"/>
                </a:lnTo>
                <a:moveTo>
                  <a:pt x="407847" y="37915"/>
                </a:moveTo>
                <a:lnTo>
                  <a:pt x="382828" y="76451"/>
                </a:lnTo>
                <a:lnTo>
                  <a:pt x="458813" y="37292"/>
                </a:lnTo>
                <a:lnTo>
                  <a:pt x="381897" y="0"/>
                </a:lnTo>
                <a:lnTo>
                  <a:pt x="407847" y="3791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0" name="path-534">
            <a:extLst xmlns:a="http://schemas.openxmlformats.org/drawingml/2006/main">
              <a:ext uri="{FF2B5EF4-FFF2-40B4-BE49-F238E27FC236}">
                <a16:creationId xmlns:a16="http://schemas.microsoft.com/office/drawing/2014/main" id="{606BF7FF-AAAC-4067-93DC-DB79B368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44" y="7633522"/>
            <a:ext cx="321678" cy="50184"/>
          </a:xfrm>
          <a:custGeom xmlns:a="http://schemas.openxmlformats.org/drawingml/2006/main">
            <a:pathLst>
              <a:path w="490056" h="76452">
                <a:moveTo>
                  <a:pt x="148" y="49375"/>
                </a:moveTo>
                <a:lnTo>
                  <a:pt x="439163" y="44301"/>
                </a:lnTo>
                <a:lnTo>
                  <a:pt x="439016" y="31561"/>
                </a:lnTo>
                <a:lnTo>
                  <a:pt x="0" y="36632"/>
                </a:lnTo>
                <a:lnTo>
                  <a:pt x="148" y="49375"/>
                </a:lnTo>
                <a:moveTo>
                  <a:pt x="439089" y="37932"/>
                </a:moveTo>
                <a:lnTo>
                  <a:pt x="414047" y="76452"/>
                </a:lnTo>
                <a:lnTo>
                  <a:pt x="490056" y="37343"/>
                </a:lnTo>
                <a:lnTo>
                  <a:pt x="413164" y="0"/>
                </a:lnTo>
                <a:lnTo>
                  <a:pt x="439089" y="37932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1" name="path-535">
            <a:extLst xmlns:a="http://schemas.openxmlformats.org/drawingml/2006/main">
              <a:ext uri="{FF2B5EF4-FFF2-40B4-BE49-F238E27FC236}">
                <a16:creationId xmlns:a16="http://schemas.microsoft.com/office/drawing/2014/main" id="{D640300B-7509-43F5-84A0-0BD4C2E7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50" y="8038112"/>
            <a:ext cx="321672" cy="50184"/>
          </a:xfrm>
          <a:custGeom xmlns:a="http://schemas.openxmlformats.org/drawingml/2006/main">
            <a:pathLst>
              <a:path w="490047" h="76452">
                <a:moveTo>
                  <a:pt x="130" y="48820"/>
                </a:moveTo>
                <a:lnTo>
                  <a:pt x="439145" y="44337"/>
                </a:lnTo>
                <a:lnTo>
                  <a:pt x="439014" y="31594"/>
                </a:lnTo>
                <a:lnTo>
                  <a:pt x="0" y="36078"/>
                </a:lnTo>
                <a:lnTo>
                  <a:pt x="130" y="48820"/>
                </a:lnTo>
                <a:moveTo>
                  <a:pt x="439080" y="37966"/>
                </a:moveTo>
                <a:lnTo>
                  <a:pt x="413986" y="76452"/>
                </a:lnTo>
                <a:lnTo>
                  <a:pt x="490047" y="37445"/>
                </a:lnTo>
                <a:lnTo>
                  <a:pt x="413205" y="0"/>
                </a:lnTo>
                <a:lnTo>
                  <a:pt x="439080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2" name="text-536 VGEG:">
            <a:extLst xmlns:a="http://schemas.openxmlformats.org/drawingml/2006/main">
              <a:ext uri="{FF2B5EF4-FFF2-40B4-BE49-F238E27FC236}">
                <a16:creationId xmlns:a16="http://schemas.microsoft.com/office/drawing/2014/main" id="{6EE9AE9B-E513-4784-8B83-EDB32318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330" y="7743917"/>
            <a:ext cx="411971" cy="18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533" name="path-537">
            <a:extLst xmlns:a="http://schemas.openxmlformats.org/drawingml/2006/main">
              <a:ext uri="{FF2B5EF4-FFF2-40B4-BE49-F238E27FC236}">
                <a16:creationId xmlns:a16="http://schemas.microsoft.com/office/drawing/2014/main" id="{4ACE93FB-DD6B-4E46-B58B-DAD468EB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22" y="7496531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7"/>
                </a:moveTo>
                <a:cubicBezTo>
                  <a:pt x="0" y="34231"/>
                  <a:pt x="34240" y="0"/>
                  <a:pt x="76456" y="0"/>
                </a:cubicBezTo>
                <a:lnTo>
                  <a:pt x="2035641" y="0"/>
                </a:lnTo>
                <a:cubicBezTo>
                  <a:pt x="2077869" y="0"/>
                  <a:pt x="2112097" y="34231"/>
                  <a:pt x="2112097" y="76457"/>
                </a:cubicBezTo>
                <a:lnTo>
                  <a:pt x="2112097" y="382279"/>
                </a:lnTo>
                <a:cubicBezTo>
                  <a:pt x="2112097" y="424505"/>
                  <a:pt x="2077869" y="458736"/>
                  <a:pt x="2035641" y="458736"/>
                </a:cubicBezTo>
                <a:lnTo>
                  <a:pt x="76456" y="458736"/>
                </a:lnTo>
                <a:cubicBezTo>
                  <a:pt x="34240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4" name="path-538">
            <a:extLst xmlns:a="http://schemas.openxmlformats.org/drawingml/2006/main">
              <a:ext uri="{FF2B5EF4-FFF2-40B4-BE49-F238E27FC236}">
                <a16:creationId xmlns:a16="http://schemas.microsoft.com/office/drawing/2014/main" id="{59E07BEC-3D74-4FE2-98D2-9228CC6B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22" y="7496531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535" name="text-539 Tokyo Tower">
            <a:extLst xmlns:a="http://schemas.openxmlformats.org/drawingml/2006/main">
              <a:ext uri="{FF2B5EF4-FFF2-40B4-BE49-F238E27FC236}">
                <a16:creationId xmlns:a16="http://schemas.microsoft.com/office/drawing/2014/main" id="{BEE7D803-0103-44C7-8E78-843F3FC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2980" y="7572379"/>
            <a:ext cx="738330" cy="167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Tokyo Tower</a:t>
            </a:r>
          </a:p>
        </p:txBody>
      </p:sp>
      <p:sp>
        <p:nvSpPr>
          <p:cNvPr id="536" name="path-540">
            <a:extLst xmlns:a="http://schemas.openxmlformats.org/drawingml/2006/main">
              <a:ext uri="{FF2B5EF4-FFF2-40B4-BE49-F238E27FC236}">
                <a16:creationId xmlns:a16="http://schemas.microsoft.com/office/drawing/2014/main" id="{CBAC5461-E343-45DC-8E86-8C4F3EEA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22" y="7904478"/>
            <a:ext cx="1386402" cy="301118"/>
          </a:xfrm>
          <a:custGeom xmlns:a="http://schemas.openxmlformats.org/drawingml/2006/main">
            <a:pathLst>
              <a:path w="2112097" h="458735">
                <a:moveTo>
                  <a:pt x="0" y="76457"/>
                </a:moveTo>
                <a:cubicBezTo>
                  <a:pt x="0" y="34230"/>
                  <a:pt x="34240" y="0"/>
                  <a:pt x="76456" y="0"/>
                </a:cubicBezTo>
                <a:lnTo>
                  <a:pt x="2035641" y="0"/>
                </a:lnTo>
                <a:cubicBezTo>
                  <a:pt x="2077869" y="0"/>
                  <a:pt x="2112097" y="34230"/>
                  <a:pt x="2112097" y="76457"/>
                </a:cubicBezTo>
                <a:lnTo>
                  <a:pt x="2112097" y="382277"/>
                </a:lnTo>
                <a:cubicBezTo>
                  <a:pt x="2112097" y="424504"/>
                  <a:pt x="2077869" y="458735"/>
                  <a:pt x="2035641" y="458735"/>
                </a:cubicBezTo>
                <a:lnTo>
                  <a:pt x="76456" y="458735"/>
                </a:lnTo>
                <a:cubicBezTo>
                  <a:pt x="34240" y="458735"/>
                  <a:pt x="0" y="424504"/>
                  <a:pt x="0" y="382277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7" name="path-541">
            <a:extLst xmlns:a="http://schemas.openxmlformats.org/drawingml/2006/main">
              <a:ext uri="{FF2B5EF4-FFF2-40B4-BE49-F238E27FC236}">
                <a16:creationId xmlns:a16="http://schemas.microsoft.com/office/drawing/2014/main" id="{ECE28B66-F954-483D-8C0F-9BF3D92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922" y="7904478"/>
            <a:ext cx="1386402" cy="301119"/>
          </a:xfrm>
          <a:custGeom xmlns:a="http://schemas.openxmlformats.org/drawingml/2006/main">
            <a:pathLst>
              <a:path w="2112097" h="458736">
                <a:moveTo>
                  <a:pt x="0" y="76458"/>
                </a:moveTo>
                <a:cubicBezTo>
                  <a:pt x="0" y="34231"/>
                  <a:pt x="34231" y="0"/>
                  <a:pt x="76458" y="0"/>
                </a:cubicBezTo>
                <a:lnTo>
                  <a:pt x="2035639" y="0"/>
                </a:lnTo>
                <a:cubicBezTo>
                  <a:pt x="2077866" y="0"/>
                  <a:pt x="2112097" y="34231"/>
                  <a:pt x="2112097" y="76458"/>
                </a:cubicBezTo>
                <a:lnTo>
                  <a:pt x="2112097" y="382279"/>
                </a:lnTo>
                <a:cubicBezTo>
                  <a:pt x="2112097" y="424504"/>
                  <a:pt x="2077866" y="458736"/>
                  <a:pt x="2035639" y="458736"/>
                </a:cubicBezTo>
                <a:lnTo>
                  <a:pt x="76458" y="458736"/>
                </a:lnTo>
                <a:cubicBezTo>
                  <a:pt x="34231" y="458736"/>
                  <a:pt x="0" y="424504"/>
                  <a:pt x="0" y="382279"/>
                </a:cubicBezTo>
                <a:lnTo>
                  <a:pt x="0" y="76458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557DD5"/>
            </a:solidFill>
            <a:prstDash val="solid"/>
          </a:ln>
        </p:spPr>
      </p:sp>
      <p:sp>
        <p:nvSpPr>
          <p:cNvPr id="538" name="text-542 Tokyo Skytree">
            <a:extLst xmlns:a="http://schemas.openxmlformats.org/drawingml/2006/main">
              <a:ext uri="{FF2B5EF4-FFF2-40B4-BE49-F238E27FC236}">
                <a16:creationId xmlns:a16="http://schemas.microsoft.com/office/drawing/2014/main" id="{4BDA7040-0258-44F7-A863-9B7D7F7F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0175" y="7979910"/>
            <a:ext cx="843506" cy="1671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40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Tokyo Skytree</a:t>
            </a:r>
          </a:p>
        </p:txBody>
      </p:sp>
      <p:sp>
        <p:nvSpPr>
          <p:cNvPr id="539" name="path-543">
            <a:extLst xmlns:a="http://schemas.openxmlformats.org/drawingml/2006/main">
              <a:ext uri="{FF2B5EF4-FFF2-40B4-BE49-F238E27FC236}">
                <a16:creationId xmlns:a16="http://schemas.microsoft.com/office/drawing/2014/main" id="{0B319BC3-4C01-41FB-A358-0CAD793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0393" y="7669561"/>
            <a:ext cx="1085283" cy="331516"/>
          </a:xfrm>
          <a:custGeom xmlns:a="http://schemas.openxmlformats.org/drawingml/2006/main">
            <a:pathLst>
              <a:path w="1653360" h="505044">
                <a:moveTo>
                  <a:pt x="0" y="93964"/>
                </a:moveTo>
                <a:cubicBezTo>
                  <a:pt x="0" y="42070"/>
                  <a:pt x="42076" y="0"/>
                  <a:pt x="93964" y="0"/>
                </a:cubicBezTo>
                <a:lnTo>
                  <a:pt x="1559396" y="0"/>
                </a:lnTo>
                <a:cubicBezTo>
                  <a:pt x="1611297" y="0"/>
                  <a:pt x="1653360" y="42070"/>
                  <a:pt x="1653360" y="93964"/>
                </a:cubicBezTo>
                <a:lnTo>
                  <a:pt x="1653360" y="411080"/>
                </a:lnTo>
                <a:cubicBezTo>
                  <a:pt x="1653360" y="462973"/>
                  <a:pt x="1611297" y="505044"/>
                  <a:pt x="1559396" y="505044"/>
                </a:cubicBezTo>
                <a:lnTo>
                  <a:pt x="93964" y="505044"/>
                </a:lnTo>
                <a:cubicBezTo>
                  <a:pt x="42076" y="505044"/>
                  <a:pt x="0" y="462973"/>
                  <a:pt x="0" y="411080"/>
                </a:cubicBezTo>
                <a:lnTo>
                  <a:pt x="0" y="93964"/>
                </a:lnTo>
              </a:path>
            </a:pathLst>
          </a:custGeom>
          <a:solidFill xmlns:a="http://schemas.openxmlformats.org/drawingml/2006/main">
            <a:srgbClr val="F7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0" name="path-544">
            <a:extLst xmlns:a="http://schemas.openxmlformats.org/drawingml/2006/main">
              <a:ext uri="{FF2B5EF4-FFF2-40B4-BE49-F238E27FC236}">
                <a16:creationId xmlns:a16="http://schemas.microsoft.com/office/drawing/2014/main" id="{5A6FEBE5-A012-4A77-BC33-9976EE8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0393" y="7669561"/>
            <a:ext cx="1085283" cy="331515"/>
          </a:xfrm>
          <a:custGeom xmlns:a="http://schemas.openxmlformats.org/drawingml/2006/main">
            <a:pathLst>
              <a:path w="1653360" h="505043">
                <a:moveTo>
                  <a:pt x="0" y="93964"/>
                </a:moveTo>
                <a:cubicBezTo>
                  <a:pt x="0" y="42069"/>
                  <a:pt x="42069" y="0"/>
                  <a:pt x="93964" y="0"/>
                </a:cubicBezTo>
                <a:lnTo>
                  <a:pt x="1559398" y="0"/>
                </a:lnTo>
                <a:cubicBezTo>
                  <a:pt x="1611292" y="0"/>
                  <a:pt x="1653360" y="42069"/>
                  <a:pt x="1653360" y="93964"/>
                </a:cubicBezTo>
                <a:lnTo>
                  <a:pt x="1653360" y="411080"/>
                </a:lnTo>
                <a:cubicBezTo>
                  <a:pt x="1653360" y="462974"/>
                  <a:pt x="1611292" y="505043"/>
                  <a:pt x="1559398" y="505043"/>
                </a:cubicBezTo>
                <a:lnTo>
                  <a:pt x="93964" y="505043"/>
                </a:lnTo>
                <a:cubicBezTo>
                  <a:pt x="42069" y="505043"/>
                  <a:pt x="0" y="462974"/>
                  <a:pt x="0" y="411080"/>
                </a:cubicBezTo>
                <a:lnTo>
                  <a:pt x="0" y="93964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B5A0DE"/>
            </a:solidFill>
            <a:prstDash val="solid"/>
          </a:ln>
        </p:spPr>
      </p:sp>
      <p:sp>
        <p:nvSpPr>
          <p:cNvPr id="541" name="text-545 MAX">
            <a:extLst xmlns:a="http://schemas.openxmlformats.org/drawingml/2006/main">
              <a:ext uri="{FF2B5EF4-FFF2-40B4-BE49-F238E27FC236}">
                <a16:creationId xmlns:a16="http://schemas.microsoft.com/office/drawing/2014/main" id="{FDCCAB19-4C37-469C-BE44-3D2456F4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76138" y="7674501"/>
            <a:ext cx="316230" cy="1758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MAX</a:t>
            </a:r>
          </a:p>
        </p:txBody>
      </p:sp>
      <p:sp>
        <p:nvSpPr>
          <p:cNvPr id="542" name="text-546 (333, 634)">
            <a:extLst xmlns:a="http://schemas.openxmlformats.org/drawingml/2006/main">
              <a:ext uri="{FF2B5EF4-FFF2-40B4-BE49-F238E27FC236}">
                <a16:creationId xmlns:a16="http://schemas.microsoft.com/office/drawing/2014/main" id="{31844C18-37BD-4C7A-82C6-F86860D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11986" y="7825480"/>
            <a:ext cx="644786" cy="175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86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(333, 634)</a:t>
            </a:r>
          </a:p>
        </p:txBody>
      </p:sp>
      <p:sp>
        <p:nvSpPr>
          <p:cNvPr id="543" name="path-547">
            <a:extLst xmlns:a="http://schemas.openxmlformats.org/drawingml/2006/main">
              <a:ext uri="{FF2B5EF4-FFF2-40B4-BE49-F238E27FC236}">
                <a16:creationId xmlns:a16="http://schemas.microsoft.com/office/drawing/2014/main" id="{2F6853C3-732B-4F65-95B0-3B00FD07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187" y="756925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2" y="0"/>
                  <a:pt x="124240" y="0"/>
                </a:cubicBezTo>
                <a:cubicBezTo>
                  <a:pt x="192861" y="0"/>
                  <a:pt x="248482" y="55624"/>
                  <a:pt x="248482" y="124241"/>
                </a:cubicBezTo>
                <a:cubicBezTo>
                  <a:pt x="248482" y="192858"/>
                  <a:pt x="192861" y="248482"/>
                  <a:pt x="124240" y="248482"/>
                </a:cubicBezTo>
                <a:cubicBezTo>
                  <a:pt x="55622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557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4" name="path-548">
            <a:extLst xmlns:a="http://schemas.openxmlformats.org/drawingml/2006/main">
              <a:ext uri="{FF2B5EF4-FFF2-40B4-BE49-F238E27FC236}">
                <a16:creationId xmlns:a16="http://schemas.microsoft.com/office/drawing/2014/main" id="{93916911-3EF9-4124-9A49-ADB21E8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187" y="7569253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545" name="text-549 1">
            <a:extLst xmlns:a="http://schemas.openxmlformats.org/drawingml/2006/main">
              <a:ext uri="{FF2B5EF4-FFF2-40B4-BE49-F238E27FC236}">
                <a16:creationId xmlns:a16="http://schemas.microsoft.com/office/drawing/2014/main" id="{4C80282A-8694-41B4-AEC2-03E86124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5875" y="7588015"/>
            <a:ext cx="57978" cy="128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</a:t>
            </a:r>
          </a:p>
        </p:txBody>
      </p:sp>
      <p:sp>
        <p:nvSpPr>
          <p:cNvPr id="546" name="path-550">
            <a:extLst xmlns:a="http://schemas.openxmlformats.org/drawingml/2006/main">
              <a:ext uri="{FF2B5EF4-FFF2-40B4-BE49-F238E27FC236}">
                <a16:creationId xmlns:a16="http://schemas.microsoft.com/office/drawing/2014/main" id="{31262FAA-0AB6-46D6-9A10-69635F4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21" y="7972271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5"/>
                  <a:pt x="55622" y="0"/>
                  <a:pt x="124240" y="0"/>
                </a:cubicBezTo>
                <a:cubicBezTo>
                  <a:pt x="192861" y="0"/>
                  <a:pt x="248482" y="55625"/>
                  <a:pt x="248482" y="124241"/>
                </a:cubicBezTo>
                <a:cubicBezTo>
                  <a:pt x="248482" y="192858"/>
                  <a:pt x="192861" y="248482"/>
                  <a:pt x="124240" y="248482"/>
                </a:cubicBezTo>
                <a:cubicBezTo>
                  <a:pt x="55622" y="248482"/>
                  <a:pt x="0" y="192858"/>
                  <a:pt x="0" y="124241"/>
                </a:cubicBezTo>
              </a:path>
            </a:pathLst>
          </a:custGeom>
          <a:solidFill xmlns:a="http://schemas.openxmlformats.org/drawingml/2006/main">
            <a:srgbClr val="23A2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7" name="path-551">
            <a:extLst xmlns:a="http://schemas.openxmlformats.org/drawingml/2006/main">
              <a:ext uri="{FF2B5EF4-FFF2-40B4-BE49-F238E27FC236}">
                <a16:creationId xmlns:a16="http://schemas.microsoft.com/office/drawing/2014/main" id="{6F24BFC8-3EB1-408F-B2C0-54047E17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821" y="7972271"/>
            <a:ext cx="163106" cy="163106"/>
          </a:xfrm>
          <a:custGeom xmlns:a="http://schemas.openxmlformats.org/drawingml/2006/main">
            <a:pathLst>
              <a:path w="248482" h="248482">
                <a:moveTo>
                  <a:pt x="0" y="124241"/>
                </a:moveTo>
                <a:cubicBezTo>
                  <a:pt x="0" y="55624"/>
                  <a:pt x="55625" y="0"/>
                  <a:pt x="124240" y="0"/>
                </a:cubicBezTo>
                <a:cubicBezTo>
                  <a:pt x="192857" y="0"/>
                  <a:pt x="248482" y="55624"/>
                  <a:pt x="248482" y="124241"/>
                </a:cubicBezTo>
                <a:cubicBezTo>
                  <a:pt x="248482" y="192857"/>
                  <a:pt x="192857" y="248482"/>
                  <a:pt x="124240" y="248482"/>
                </a:cubicBezTo>
                <a:cubicBezTo>
                  <a:pt x="55625" y="248482"/>
                  <a:pt x="0" y="192857"/>
                  <a:pt x="0" y="12424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2547">
            <a:solidFill>
              <a:srgbClr val="FFFFFF"/>
            </a:solidFill>
            <a:prstDash val="solid"/>
          </a:ln>
        </p:spPr>
      </p:sp>
      <p:sp>
        <p:nvSpPr>
          <p:cNvPr id="548" name="text-552 2">
            <a:extLst xmlns:a="http://schemas.openxmlformats.org/drawingml/2006/main">
              <a:ext uri="{FF2B5EF4-FFF2-40B4-BE49-F238E27FC236}">
                <a16:creationId xmlns:a16="http://schemas.microsoft.com/office/drawing/2014/main" id="{199DA1D8-6BC6-4F31-830A-838D100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4717" y="7991395"/>
            <a:ext cx="72735" cy="1289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72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</a:t>
            </a:r>
          </a:p>
        </p:txBody>
      </p:sp>
      <p:sp>
        <p:nvSpPr>
          <p:cNvPr id="549" name="path-553">
            <a:extLst xmlns:a="http://schemas.openxmlformats.org/drawingml/2006/main">
              <a:ext uri="{FF2B5EF4-FFF2-40B4-BE49-F238E27FC236}">
                <a16:creationId xmlns:a16="http://schemas.microsoft.com/office/drawing/2014/main" id="{37D24C4F-A7EB-4D51-8D4F-CA39CF84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804" y="7496531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0"/>
                  <a:pt x="34228" y="0"/>
                  <a:pt x="76456" y="0"/>
                </a:cubicBezTo>
                <a:lnTo>
                  <a:pt x="1261524" y="0"/>
                </a:lnTo>
                <a:cubicBezTo>
                  <a:pt x="1303752" y="0"/>
                  <a:pt x="1337980" y="34230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52" y="458736"/>
                  <a:pt x="1261524" y="458736"/>
                </a:cubicBezTo>
                <a:lnTo>
                  <a:pt x="76456" y="458736"/>
                </a:lnTo>
                <a:cubicBezTo>
                  <a:pt x="34228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0" name="path-554">
            <a:extLst xmlns:a="http://schemas.openxmlformats.org/drawingml/2006/main">
              <a:ext uri="{FF2B5EF4-FFF2-40B4-BE49-F238E27FC236}">
                <a16:creationId xmlns:a16="http://schemas.microsoft.com/office/drawing/2014/main" id="{049F5304-0E37-4062-981B-79B62E12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3804" y="7496531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2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2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551" name="text-555 333 m">
            <a:extLst xmlns:a="http://schemas.openxmlformats.org/drawingml/2006/main">
              <a:ext uri="{FF2B5EF4-FFF2-40B4-BE49-F238E27FC236}">
                <a16:creationId xmlns:a16="http://schemas.microsoft.com/office/drawing/2014/main" id="{136D1EF7-31E6-4C6E-BD78-3139405A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8857" y="7572594"/>
            <a:ext cx="367592" cy="166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39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333 m</a:t>
            </a:r>
          </a:p>
        </p:txBody>
      </p:sp>
      <p:sp>
        <p:nvSpPr>
          <p:cNvPr id="552" name="path-556">
            <a:extLst xmlns:a="http://schemas.openxmlformats.org/drawingml/2006/main">
              <a:ext uri="{FF2B5EF4-FFF2-40B4-BE49-F238E27FC236}">
                <a16:creationId xmlns:a16="http://schemas.microsoft.com/office/drawing/2014/main" id="{A0441BE4-A305-4D68-85E5-42B3B318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299" y="7904478"/>
            <a:ext cx="878264" cy="301118"/>
          </a:xfrm>
          <a:custGeom xmlns:a="http://schemas.openxmlformats.org/drawingml/2006/main">
            <a:pathLst>
              <a:path w="1337980" h="458735">
                <a:moveTo>
                  <a:pt x="0" y="76455"/>
                </a:moveTo>
                <a:cubicBezTo>
                  <a:pt x="0" y="34230"/>
                  <a:pt x="34228" y="0"/>
                  <a:pt x="76456" y="0"/>
                </a:cubicBezTo>
                <a:lnTo>
                  <a:pt x="1261524" y="0"/>
                </a:lnTo>
                <a:cubicBezTo>
                  <a:pt x="1303741" y="0"/>
                  <a:pt x="1337980" y="34230"/>
                  <a:pt x="1337980" y="76455"/>
                </a:cubicBezTo>
                <a:lnTo>
                  <a:pt x="1337980" y="382278"/>
                </a:lnTo>
                <a:cubicBezTo>
                  <a:pt x="1337980" y="424504"/>
                  <a:pt x="1303741" y="458735"/>
                  <a:pt x="1261524" y="458735"/>
                </a:cubicBezTo>
                <a:lnTo>
                  <a:pt x="76456" y="458735"/>
                </a:lnTo>
                <a:cubicBezTo>
                  <a:pt x="34228" y="458735"/>
                  <a:pt x="0" y="424504"/>
                  <a:pt x="0" y="382278"/>
                </a:cubicBezTo>
                <a:lnTo>
                  <a:pt x="0" y="76455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3" name="path-557">
            <a:extLst xmlns:a="http://schemas.openxmlformats.org/drawingml/2006/main">
              <a:ext uri="{FF2B5EF4-FFF2-40B4-BE49-F238E27FC236}">
                <a16:creationId xmlns:a16="http://schemas.microsoft.com/office/drawing/2014/main" id="{DF29E761-B896-4360-9684-0B77FF4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9299" y="7904478"/>
            <a:ext cx="878264" cy="301119"/>
          </a:xfrm>
          <a:custGeom xmlns:a="http://schemas.openxmlformats.org/drawingml/2006/main">
            <a:pathLst>
              <a:path w="1337980" h="458736">
                <a:moveTo>
                  <a:pt x="0" y="76457"/>
                </a:moveTo>
                <a:cubicBezTo>
                  <a:pt x="0" y="34231"/>
                  <a:pt x="34231" y="0"/>
                  <a:pt x="76456" y="0"/>
                </a:cubicBezTo>
                <a:lnTo>
                  <a:pt x="1261522" y="0"/>
                </a:lnTo>
                <a:cubicBezTo>
                  <a:pt x="1303749" y="0"/>
                  <a:pt x="1337980" y="34231"/>
                  <a:pt x="1337980" y="76457"/>
                </a:cubicBezTo>
                <a:lnTo>
                  <a:pt x="1337980" y="382279"/>
                </a:lnTo>
                <a:cubicBezTo>
                  <a:pt x="1337980" y="424505"/>
                  <a:pt x="1303749" y="458736"/>
                  <a:pt x="1261522" y="458736"/>
                </a:cubicBezTo>
                <a:lnTo>
                  <a:pt x="76456" y="458736"/>
                </a:lnTo>
                <a:cubicBezTo>
                  <a:pt x="34231" y="458736"/>
                  <a:pt x="0" y="424505"/>
                  <a:pt x="0" y="382279"/>
                </a:cubicBezTo>
                <a:lnTo>
                  <a:pt x="0" y="76457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554" name="text-558 634 m">
            <a:extLst xmlns:a="http://schemas.openxmlformats.org/drawingml/2006/main">
              <a:ext uri="{FF2B5EF4-FFF2-40B4-BE49-F238E27FC236}">
                <a16:creationId xmlns:a16="http://schemas.microsoft.com/office/drawing/2014/main" id="{7977E003-767B-46EA-85C8-EC1E164B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18526" y="7974240"/>
            <a:ext cx="360926" cy="163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634 m</a:t>
            </a:r>
          </a:p>
        </p:txBody>
      </p:sp>
      <p:sp>
        <p:nvSpPr>
          <p:cNvPr id="555" name="path-559">
            <a:extLst xmlns:a="http://schemas.openxmlformats.org/drawingml/2006/main">
              <a:ext uri="{FF2B5EF4-FFF2-40B4-BE49-F238E27FC236}">
                <a16:creationId xmlns:a16="http://schemas.microsoft.com/office/drawing/2014/main" id="{1F6076AE-8427-4BC8-95C9-44D4EEF7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324" y="7621998"/>
            <a:ext cx="768480" cy="50187"/>
          </a:xfrm>
          <a:custGeom xmlns:a="http://schemas.openxmlformats.org/drawingml/2006/main">
            <a:pathLst>
              <a:path w="1170732" h="76456">
                <a:moveTo>
                  <a:pt x="0" y="31855"/>
                </a:moveTo>
                <a:lnTo>
                  <a:pt x="1119761" y="31857"/>
                </a:lnTo>
                <a:lnTo>
                  <a:pt x="1119761" y="44599"/>
                </a:lnTo>
                <a:lnTo>
                  <a:pt x="0" y="44598"/>
                </a:lnTo>
                <a:lnTo>
                  <a:pt x="0" y="31855"/>
                </a:lnTo>
                <a:moveTo>
                  <a:pt x="1119761" y="38228"/>
                </a:moveTo>
                <a:lnTo>
                  <a:pt x="1094276" y="0"/>
                </a:lnTo>
                <a:lnTo>
                  <a:pt x="1170732" y="38228"/>
                </a:lnTo>
                <a:lnTo>
                  <a:pt x="1094276" y="76456"/>
                </a:lnTo>
                <a:lnTo>
                  <a:pt x="1119761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6" name="path-560">
            <a:extLst xmlns:a="http://schemas.openxmlformats.org/drawingml/2006/main">
              <a:ext uri="{FF2B5EF4-FFF2-40B4-BE49-F238E27FC236}">
                <a16:creationId xmlns:a16="http://schemas.microsoft.com/office/drawing/2014/main" id="{9FFBF26F-12F2-4FE0-9EF9-030B5D9C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5324" y="8029945"/>
            <a:ext cx="773975" cy="50187"/>
          </a:xfrm>
          <a:custGeom xmlns:a="http://schemas.openxmlformats.org/drawingml/2006/main">
            <a:pathLst>
              <a:path w="1179103" h="76456">
                <a:moveTo>
                  <a:pt x="0" y="31855"/>
                </a:moveTo>
                <a:lnTo>
                  <a:pt x="1128132" y="31857"/>
                </a:lnTo>
                <a:lnTo>
                  <a:pt x="1128132" y="44599"/>
                </a:lnTo>
                <a:lnTo>
                  <a:pt x="0" y="44598"/>
                </a:lnTo>
                <a:lnTo>
                  <a:pt x="0" y="31855"/>
                </a:lnTo>
                <a:moveTo>
                  <a:pt x="1128132" y="38228"/>
                </a:moveTo>
                <a:lnTo>
                  <a:pt x="1102647" y="0"/>
                </a:lnTo>
                <a:lnTo>
                  <a:pt x="1179103" y="38228"/>
                </a:lnTo>
                <a:lnTo>
                  <a:pt x="1102647" y="76456"/>
                </a:lnTo>
                <a:lnTo>
                  <a:pt x="1128132" y="38228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7" name="text-561 height">
            <a:extLst xmlns:a="http://schemas.openxmlformats.org/drawingml/2006/main">
              <a:ext uri="{FF2B5EF4-FFF2-40B4-BE49-F238E27FC236}">
                <a16:creationId xmlns:a16="http://schemas.microsoft.com/office/drawing/2014/main" id="{6F274948-E3C4-482B-86AA-E4783C4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1682" y="7881251"/>
            <a:ext cx="339291" cy="150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58" name="text-562 height">
            <a:extLst xmlns:a="http://schemas.openxmlformats.org/drawingml/2006/main">
              <a:ext uri="{FF2B5EF4-FFF2-40B4-BE49-F238E27FC236}">
                <a16:creationId xmlns:a16="http://schemas.microsoft.com/office/drawing/2014/main" id="{B2835D64-472B-4251-8249-22674EEC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04827" y="7485780"/>
            <a:ext cx="339291" cy="150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defRPr>
            </a:pPr>
            <a:r>
              <a:rPr sz="845" b="0" i="0">
                <a:solidFill>
                  <a:srgbClr val="697497"/>
                </a:solidFill>
                <a:latin typeface="Comic Sans MS"/>
                <a:ea typeface="Comic Sans MS"/>
                <a:cs typeface="Comic Sans MS"/>
              </a:rPr>
              <a:t>height</a:t>
            </a:r>
          </a:p>
        </p:txBody>
      </p:sp>
      <p:sp>
        <p:nvSpPr>
          <p:cNvPr id="559" name="path-563">
            <a:extLst xmlns:a="http://schemas.openxmlformats.org/drawingml/2006/main">
              <a:ext uri="{FF2B5EF4-FFF2-40B4-BE49-F238E27FC236}">
                <a16:creationId xmlns:a16="http://schemas.microsoft.com/office/drawing/2014/main" id="{FF2B4A70-03AC-4AE9-AD06-6131AFEB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1984" y="7642911"/>
            <a:ext cx="558408" cy="216017"/>
          </a:xfrm>
          <a:custGeom xmlns:a="http://schemas.openxmlformats.org/drawingml/2006/main">
            <a:pathLst>
              <a:path w="850700" h="329088">
                <a:moveTo>
                  <a:pt x="254" y="0"/>
                </a:moveTo>
                <a:lnTo>
                  <a:pt x="40076" y="822"/>
                </a:lnTo>
                <a:lnTo>
                  <a:pt x="79846" y="3230"/>
                </a:lnTo>
                <a:lnTo>
                  <a:pt x="118966" y="7118"/>
                </a:lnTo>
                <a:lnTo>
                  <a:pt x="157156" y="12379"/>
                </a:lnTo>
                <a:lnTo>
                  <a:pt x="194098" y="18910"/>
                </a:lnTo>
                <a:lnTo>
                  <a:pt x="229495" y="26606"/>
                </a:lnTo>
                <a:lnTo>
                  <a:pt x="263022" y="35368"/>
                </a:lnTo>
                <a:lnTo>
                  <a:pt x="294393" y="45090"/>
                </a:lnTo>
                <a:lnTo>
                  <a:pt x="323307" y="55676"/>
                </a:lnTo>
                <a:lnTo>
                  <a:pt x="349455" y="67035"/>
                </a:lnTo>
                <a:lnTo>
                  <a:pt x="372557" y="79079"/>
                </a:lnTo>
                <a:lnTo>
                  <a:pt x="392309" y="91740"/>
                </a:lnTo>
                <a:lnTo>
                  <a:pt x="408440" y="104978"/>
                </a:lnTo>
                <a:cubicBezTo>
                  <a:pt x="408709" y="105198"/>
                  <a:pt x="408950" y="105439"/>
                  <a:pt x="409181" y="105699"/>
                </a:cubicBezTo>
                <a:lnTo>
                  <a:pt x="420661" y="118807"/>
                </a:lnTo>
                <a:cubicBezTo>
                  <a:pt x="420890" y="119069"/>
                  <a:pt x="421095" y="119349"/>
                  <a:pt x="421273" y="119645"/>
                </a:cubicBezTo>
                <a:lnTo>
                  <a:pt x="425401" y="126283"/>
                </a:lnTo>
                <a:lnTo>
                  <a:pt x="428791" y="133719"/>
                </a:lnTo>
                <a:cubicBezTo>
                  <a:pt x="428918" y="134021"/>
                  <a:pt x="429034" y="134331"/>
                  <a:pt x="429122" y="134651"/>
                </a:cubicBezTo>
                <a:lnTo>
                  <a:pt x="430944" y="141357"/>
                </a:lnTo>
                <a:cubicBezTo>
                  <a:pt x="431046" y="141714"/>
                  <a:pt x="431111" y="142078"/>
                  <a:pt x="431149" y="142447"/>
                </a:cubicBezTo>
                <a:lnTo>
                  <a:pt x="431760" y="149165"/>
                </a:lnTo>
                <a:lnTo>
                  <a:pt x="432372" y="155883"/>
                </a:lnTo>
                <a:lnTo>
                  <a:pt x="432181" y="154793"/>
                </a:lnTo>
                <a:lnTo>
                  <a:pt x="434003" y="161499"/>
                </a:lnTo>
                <a:lnTo>
                  <a:pt x="433673" y="160567"/>
                </a:lnTo>
                <a:lnTo>
                  <a:pt x="436667" y="167246"/>
                </a:lnTo>
                <a:lnTo>
                  <a:pt x="440375" y="173131"/>
                </a:lnTo>
                <a:lnTo>
                  <a:pt x="439762" y="172294"/>
                </a:lnTo>
                <a:lnTo>
                  <a:pt x="451232" y="185403"/>
                </a:lnTo>
                <a:lnTo>
                  <a:pt x="450492" y="184683"/>
                </a:lnTo>
                <a:lnTo>
                  <a:pt x="466013" y="197477"/>
                </a:lnTo>
                <a:lnTo>
                  <a:pt x="484667" y="209408"/>
                </a:lnTo>
                <a:lnTo>
                  <a:pt x="506864" y="220969"/>
                </a:lnTo>
                <a:lnTo>
                  <a:pt x="532249" y="231993"/>
                </a:lnTo>
                <a:lnTo>
                  <a:pt x="560513" y="242337"/>
                </a:lnTo>
                <a:lnTo>
                  <a:pt x="591299" y="251878"/>
                </a:lnTo>
                <a:lnTo>
                  <a:pt x="624302" y="260497"/>
                </a:lnTo>
                <a:lnTo>
                  <a:pt x="659191" y="268084"/>
                </a:lnTo>
                <a:lnTo>
                  <a:pt x="695648" y="274529"/>
                </a:lnTo>
                <a:lnTo>
                  <a:pt x="733365" y="279724"/>
                </a:lnTo>
                <a:lnTo>
                  <a:pt x="772002" y="283564"/>
                </a:lnTo>
                <a:lnTo>
                  <a:pt x="800136" y="285266"/>
                </a:lnTo>
                <a:lnTo>
                  <a:pt x="799361" y="297986"/>
                </a:lnTo>
                <a:lnTo>
                  <a:pt x="770740" y="296244"/>
                </a:lnTo>
                <a:lnTo>
                  <a:pt x="731621" y="292347"/>
                </a:lnTo>
                <a:lnTo>
                  <a:pt x="693430" y="287076"/>
                </a:lnTo>
                <a:lnTo>
                  <a:pt x="656477" y="280534"/>
                </a:lnTo>
                <a:lnTo>
                  <a:pt x="621078" y="272826"/>
                </a:lnTo>
                <a:lnTo>
                  <a:pt x="587526" y="264048"/>
                </a:lnTo>
                <a:lnTo>
                  <a:pt x="556129" y="254301"/>
                </a:lnTo>
                <a:lnTo>
                  <a:pt x="527177" y="243678"/>
                </a:lnTo>
                <a:lnTo>
                  <a:pt x="500967" y="232264"/>
                </a:lnTo>
                <a:lnTo>
                  <a:pt x="477774" y="220128"/>
                </a:lnTo>
                <a:lnTo>
                  <a:pt x="457908" y="207310"/>
                </a:lnTo>
                <a:lnTo>
                  <a:pt x="442388" y="194517"/>
                </a:lnTo>
                <a:cubicBezTo>
                  <a:pt x="442121" y="194296"/>
                  <a:pt x="441877" y="194055"/>
                  <a:pt x="441648" y="193795"/>
                </a:cubicBezTo>
                <a:lnTo>
                  <a:pt x="430168" y="180687"/>
                </a:lnTo>
                <a:cubicBezTo>
                  <a:pt x="429937" y="180426"/>
                  <a:pt x="429734" y="180145"/>
                  <a:pt x="429556" y="179850"/>
                </a:cubicBezTo>
                <a:lnTo>
                  <a:pt x="425032" y="172455"/>
                </a:lnTo>
                <a:lnTo>
                  <a:pt x="422036" y="165776"/>
                </a:lnTo>
                <a:cubicBezTo>
                  <a:pt x="421909" y="165474"/>
                  <a:pt x="421797" y="165163"/>
                  <a:pt x="421706" y="164843"/>
                </a:cubicBezTo>
                <a:lnTo>
                  <a:pt x="419884" y="158138"/>
                </a:lnTo>
                <a:cubicBezTo>
                  <a:pt x="419782" y="157781"/>
                  <a:pt x="419718" y="157416"/>
                  <a:pt x="419693" y="157048"/>
                </a:cubicBezTo>
                <a:lnTo>
                  <a:pt x="419070" y="150329"/>
                </a:lnTo>
                <a:lnTo>
                  <a:pt x="418456" y="143611"/>
                </a:lnTo>
                <a:lnTo>
                  <a:pt x="418648" y="144700"/>
                </a:lnTo>
                <a:lnTo>
                  <a:pt x="416826" y="137996"/>
                </a:lnTo>
                <a:lnTo>
                  <a:pt x="417157" y="138928"/>
                </a:lnTo>
                <a:lnTo>
                  <a:pt x="414571" y="133004"/>
                </a:lnTo>
                <a:lnTo>
                  <a:pt x="410455" y="126364"/>
                </a:lnTo>
                <a:lnTo>
                  <a:pt x="411067" y="127200"/>
                </a:lnTo>
                <a:lnTo>
                  <a:pt x="399598" y="114091"/>
                </a:lnTo>
                <a:lnTo>
                  <a:pt x="400337" y="114811"/>
                </a:lnTo>
                <a:lnTo>
                  <a:pt x="385429" y="102461"/>
                </a:lnTo>
                <a:lnTo>
                  <a:pt x="366658" y="90373"/>
                </a:lnTo>
                <a:lnTo>
                  <a:pt x="344383" y="78721"/>
                </a:lnTo>
                <a:lnTo>
                  <a:pt x="318925" y="67640"/>
                </a:lnTo>
                <a:lnTo>
                  <a:pt x="290622" y="57260"/>
                </a:lnTo>
                <a:lnTo>
                  <a:pt x="259812" y="47696"/>
                </a:lnTo>
                <a:lnTo>
                  <a:pt x="226781" y="39058"/>
                </a:lnTo>
                <a:lnTo>
                  <a:pt x="191880" y="31458"/>
                </a:lnTo>
                <a:lnTo>
                  <a:pt x="155423" y="25002"/>
                </a:lnTo>
                <a:lnTo>
                  <a:pt x="117705" y="19798"/>
                </a:lnTo>
                <a:lnTo>
                  <a:pt x="79069" y="15950"/>
                </a:lnTo>
                <a:lnTo>
                  <a:pt x="39821" y="13562"/>
                </a:lnTo>
                <a:lnTo>
                  <a:pt x="0" y="12739"/>
                </a:lnTo>
                <a:lnTo>
                  <a:pt x="254" y="0"/>
                </a:lnTo>
                <a:moveTo>
                  <a:pt x="799757" y="291626"/>
                </a:moveTo>
                <a:lnTo>
                  <a:pt x="775405" y="252665"/>
                </a:lnTo>
                <a:lnTo>
                  <a:pt x="850700" y="293124"/>
                </a:lnTo>
                <a:lnTo>
                  <a:pt x="773149" y="329088"/>
                </a:lnTo>
                <a:lnTo>
                  <a:pt x="799757" y="29162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0" name="path-564">
            <a:extLst xmlns:a="http://schemas.openxmlformats.org/drawingml/2006/main">
              <a:ext uri="{FF2B5EF4-FFF2-40B4-BE49-F238E27FC236}">
                <a16:creationId xmlns:a16="http://schemas.microsoft.com/office/drawing/2014/main" id="{0C80D64F-E6F8-44C7-880F-A9B96C10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7463" y="7811997"/>
            <a:ext cx="552930" cy="247220"/>
          </a:xfrm>
          <a:custGeom xmlns:a="http://schemas.openxmlformats.org/drawingml/2006/main">
            <a:pathLst>
              <a:path w="842354" h="376625">
                <a:moveTo>
                  <a:pt x="307" y="376625"/>
                </a:moveTo>
                <a:lnTo>
                  <a:pt x="39732" y="375665"/>
                </a:lnTo>
                <a:lnTo>
                  <a:pt x="79159" y="372852"/>
                </a:lnTo>
                <a:lnTo>
                  <a:pt x="117947" y="368310"/>
                </a:lnTo>
                <a:lnTo>
                  <a:pt x="155806" y="362162"/>
                </a:lnTo>
                <a:lnTo>
                  <a:pt x="192414" y="354531"/>
                </a:lnTo>
                <a:lnTo>
                  <a:pt x="227508" y="345537"/>
                </a:lnTo>
                <a:lnTo>
                  <a:pt x="260742" y="335300"/>
                </a:lnTo>
                <a:lnTo>
                  <a:pt x="291846" y="323939"/>
                </a:lnTo>
                <a:lnTo>
                  <a:pt x="320516" y="311565"/>
                </a:lnTo>
                <a:lnTo>
                  <a:pt x="346436" y="298291"/>
                </a:lnTo>
                <a:lnTo>
                  <a:pt x="369334" y="284215"/>
                </a:lnTo>
                <a:lnTo>
                  <a:pt x="388919" y="269425"/>
                </a:lnTo>
                <a:lnTo>
                  <a:pt x="404874" y="253981"/>
                </a:lnTo>
                <a:cubicBezTo>
                  <a:pt x="405128" y="253743"/>
                  <a:pt x="405346" y="253486"/>
                  <a:pt x="405549" y="253209"/>
                </a:cubicBezTo>
                <a:lnTo>
                  <a:pt x="416915" y="237907"/>
                </a:lnTo>
                <a:cubicBezTo>
                  <a:pt x="417108" y="237644"/>
                  <a:pt x="417284" y="237367"/>
                  <a:pt x="417438" y="237078"/>
                </a:cubicBezTo>
                <a:lnTo>
                  <a:pt x="421515" y="229326"/>
                </a:lnTo>
                <a:lnTo>
                  <a:pt x="424789" y="220826"/>
                </a:lnTo>
                <a:lnTo>
                  <a:pt x="426854" y="212167"/>
                </a:lnTo>
                <a:cubicBezTo>
                  <a:pt x="426931" y="211858"/>
                  <a:pt x="426969" y="211545"/>
                  <a:pt x="426994" y="211229"/>
                </a:cubicBezTo>
                <a:lnTo>
                  <a:pt x="427607" y="203387"/>
                </a:lnTo>
                <a:lnTo>
                  <a:pt x="428217" y="195544"/>
                </a:lnTo>
                <a:lnTo>
                  <a:pt x="428077" y="196482"/>
                </a:lnTo>
                <a:lnTo>
                  <a:pt x="429874" y="188654"/>
                </a:lnTo>
                <a:lnTo>
                  <a:pt x="432588" y="181689"/>
                </a:lnTo>
                <a:lnTo>
                  <a:pt x="436349" y="174644"/>
                </a:lnTo>
                <a:lnTo>
                  <a:pt x="435826" y="175473"/>
                </a:lnTo>
                <a:lnTo>
                  <a:pt x="447191" y="160171"/>
                </a:lnTo>
                <a:lnTo>
                  <a:pt x="446517" y="160943"/>
                </a:lnTo>
                <a:lnTo>
                  <a:pt x="461883" y="146009"/>
                </a:lnTo>
                <a:lnTo>
                  <a:pt x="480361" y="132073"/>
                </a:lnTo>
                <a:lnTo>
                  <a:pt x="502317" y="118588"/>
                </a:lnTo>
                <a:lnTo>
                  <a:pt x="527431" y="105738"/>
                </a:lnTo>
                <a:lnTo>
                  <a:pt x="555377" y="93679"/>
                </a:lnTo>
                <a:lnTo>
                  <a:pt x="585833" y="82558"/>
                </a:lnTo>
                <a:lnTo>
                  <a:pt x="618467" y="72508"/>
                </a:lnTo>
                <a:lnTo>
                  <a:pt x="652974" y="63663"/>
                </a:lnTo>
                <a:lnTo>
                  <a:pt x="689035" y="56148"/>
                </a:lnTo>
                <a:lnTo>
                  <a:pt x="726333" y="50091"/>
                </a:lnTo>
                <a:lnTo>
                  <a:pt x="764561" y="45617"/>
                </a:lnTo>
                <a:lnTo>
                  <a:pt x="791867" y="43668"/>
                </a:lnTo>
                <a:lnTo>
                  <a:pt x="790964" y="30957"/>
                </a:lnTo>
                <a:lnTo>
                  <a:pt x="763071" y="32960"/>
                </a:lnTo>
                <a:lnTo>
                  <a:pt x="724293" y="37515"/>
                </a:lnTo>
                <a:lnTo>
                  <a:pt x="686435" y="43675"/>
                </a:lnTo>
                <a:lnTo>
                  <a:pt x="649813" y="51320"/>
                </a:lnTo>
                <a:lnTo>
                  <a:pt x="614719" y="60331"/>
                </a:lnTo>
                <a:lnTo>
                  <a:pt x="581449" y="70590"/>
                </a:lnTo>
                <a:lnTo>
                  <a:pt x="550319" y="81982"/>
                </a:lnTo>
                <a:lnTo>
                  <a:pt x="521623" y="94398"/>
                </a:lnTo>
                <a:lnTo>
                  <a:pt x="495640" y="107739"/>
                </a:lnTo>
                <a:lnTo>
                  <a:pt x="472664" y="121916"/>
                </a:lnTo>
                <a:lnTo>
                  <a:pt x="453003" y="136869"/>
                </a:lnTo>
                <a:lnTo>
                  <a:pt x="437635" y="151804"/>
                </a:lnTo>
                <a:cubicBezTo>
                  <a:pt x="437392" y="152042"/>
                  <a:pt x="437163" y="152301"/>
                  <a:pt x="436959" y="152574"/>
                </a:cubicBezTo>
                <a:lnTo>
                  <a:pt x="425594" y="167878"/>
                </a:lnTo>
                <a:cubicBezTo>
                  <a:pt x="425403" y="168140"/>
                  <a:pt x="425223" y="168418"/>
                  <a:pt x="425070" y="168707"/>
                </a:cubicBezTo>
                <a:lnTo>
                  <a:pt x="420674" y="177163"/>
                </a:lnTo>
                <a:lnTo>
                  <a:pt x="417464" y="185791"/>
                </a:lnTo>
                <a:lnTo>
                  <a:pt x="415654" y="193617"/>
                </a:lnTo>
                <a:cubicBezTo>
                  <a:pt x="415591" y="193926"/>
                  <a:pt x="415540" y="194240"/>
                  <a:pt x="415514" y="194556"/>
                </a:cubicBezTo>
                <a:lnTo>
                  <a:pt x="414902" y="202399"/>
                </a:lnTo>
                <a:lnTo>
                  <a:pt x="414290" y="210241"/>
                </a:lnTo>
                <a:lnTo>
                  <a:pt x="414444" y="209302"/>
                </a:lnTo>
                <a:lnTo>
                  <a:pt x="412889" y="216299"/>
                </a:lnTo>
                <a:lnTo>
                  <a:pt x="410238" y="223391"/>
                </a:lnTo>
                <a:lnTo>
                  <a:pt x="406162" y="231142"/>
                </a:lnTo>
                <a:lnTo>
                  <a:pt x="406683" y="230311"/>
                </a:lnTo>
                <a:lnTo>
                  <a:pt x="395316" y="245614"/>
                </a:lnTo>
                <a:lnTo>
                  <a:pt x="395993" y="244842"/>
                </a:lnTo>
                <a:lnTo>
                  <a:pt x="381223" y="259267"/>
                </a:lnTo>
                <a:lnTo>
                  <a:pt x="362656" y="273365"/>
                </a:lnTo>
                <a:lnTo>
                  <a:pt x="340624" y="286951"/>
                </a:lnTo>
                <a:lnTo>
                  <a:pt x="315459" y="299868"/>
                </a:lnTo>
                <a:lnTo>
                  <a:pt x="287475" y="311970"/>
                </a:lnTo>
                <a:lnTo>
                  <a:pt x="256994" y="323123"/>
                </a:lnTo>
                <a:lnTo>
                  <a:pt x="224336" y="333194"/>
                </a:lnTo>
                <a:lnTo>
                  <a:pt x="189816" y="342057"/>
                </a:lnTo>
                <a:lnTo>
                  <a:pt x="153753" y="349584"/>
                </a:lnTo>
                <a:lnTo>
                  <a:pt x="116457" y="355653"/>
                </a:lnTo>
                <a:lnTo>
                  <a:pt x="78240" y="360142"/>
                </a:lnTo>
                <a:lnTo>
                  <a:pt x="39427" y="362927"/>
                </a:lnTo>
                <a:lnTo>
                  <a:pt x="0" y="363886"/>
                </a:lnTo>
                <a:lnTo>
                  <a:pt x="307" y="376625"/>
                </a:lnTo>
                <a:moveTo>
                  <a:pt x="791423" y="37313"/>
                </a:moveTo>
                <a:lnTo>
                  <a:pt x="767288" y="76409"/>
                </a:lnTo>
                <a:lnTo>
                  <a:pt x="842354" y="35529"/>
                </a:lnTo>
                <a:lnTo>
                  <a:pt x="764612" y="0"/>
                </a:lnTo>
                <a:lnTo>
                  <a:pt x="791423" y="37313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1" name="path-565">
            <a:extLst xmlns:a="http://schemas.openxmlformats.org/drawingml/2006/main">
              <a:ext uri="{FF2B5EF4-FFF2-40B4-BE49-F238E27FC236}">
                <a16:creationId xmlns:a16="http://schemas.microsoft.com/office/drawing/2014/main" id="{D8F0AAAE-08C6-439C-870E-2D13A6D5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6795" y="7669562"/>
            <a:ext cx="896305" cy="324170"/>
          </a:xfrm>
          <a:custGeom xmlns:a="http://schemas.openxmlformats.org/drawingml/2006/main">
            <a:pathLst>
              <a:path w="1365465" h="493853">
                <a:moveTo>
                  <a:pt x="0" y="82310"/>
                </a:moveTo>
                <a:cubicBezTo>
                  <a:pt x="0" y="36852"/>
                  <a:pt x="36853" y="0"/>
                  <a:pt x="82317" y="0"/>
                </a:cubicBezTo>
                <a:lnTo>
                  <a:pt x="1283163" y="0"/>
                </a:lnTo>
                <a:cubicBezTo>
                  <a:pt x="1328618" y="0"/>
                  <a:pt x="1365465" y="36852"/>
                  <a:pt x="1365465" y="82310"/>
                </a:cubicBezTo>
                <a:lnTo>
                  <a:pt x="1365465" y="411544"/>
                </a:lnTo>
                <a:cubicBezTo>
                  <a:pt x="1365465" y="457002"/>
                  <a:pt x="1328618" y="493853"/>
                  <a:pt x="1283163" y="493853"/>
                </a:cubicBezTo>
                <a:lnTo>
                  <a:pt x="82317" y="493853"/>
                </a:lnTo>
                <a:cubicBezTo>
                  <a:pt x="36853" y="493853"/>
                  <a:pt x="0" y="457002"/>
                  <a:pt x="0" y="411544"/>
                </a:cubicBezTo>
                <a:lnTo>
                  <a:pt x="0" y="82310"/>
                </a:lnTo>
              </a:path>
            </a:pathLst>
          </a:custGeom>
          <a:solidFill xmlns:a="http://schemas.openxmlformats.org/drawingml/2006/main">
            <a:srgbClr val="F5FA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2" name="path-566">
            <a:extLst xmlns:a="http://schemas.openxmlformats.org/drawingml/2006/main">
              <a:ext uri="{FF2B5EF4-FFF2-40B4-BE49-F238E27FC236}">
                <a16:creationId xmlns:a16="http://schemas.microsoft.com/office/drawing/2014/main" id="{E96BF402-F66E-42DC-BE12-1D48EC22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66795" y="7669562"/>
            <a:ext cx="896303" cy="324170"/>
          </a:xfrm>
          <a:custGeom xmlns:a="http://schemas.openxmlformats.org/drawingml/2006/main">
            <a:pathLst>
              <a:path w="1365462" h="493853">
                <a:moveTo>
                  <a:pt x="0" y="82311"/>
                </a:moveTo>
                <a:cubicBezTo>
                  <a:pt x="0" y="36852"/>
                  <a:pt x="36851" y="0"/>
                  <a:pt x="82310" y="0"/>
                </a:cubicBezTo>
                <a:lnTo>
                  <a:pt x="1283152" y="0"/>
                </a:lnTo>
                <a:cubicBezTo>
                  <a:pt x="1328611" y="0"/>
                  <a:pt x="1365462" y="36852"/>
                  <a:pt x="1365462" y="82311"/>
                </a:cubicBezTo>
                <a:lnTo>
                  <a:pt x="1365462" y="411543"/>
                </a:lnTo>
                <a:cubicBezTo>
                  <a:pt x="1365462" y="457002"/>
                  <a:pt x="1328611" y="493853"/>
                  <a:pt x="1283152" y="493853"/>
                </a:cubicBezTo>
                <a:lnTo>
                  <a:pt x="82310" y="493853"/>
                </a:lnTo>
                <a:cubicBezTo>
                  <a:pt x="36851" y="493853"/>
                  <a:pt x="0" y="457002"/>
                  <a:pt x="0" y="411543"/>
                </a:cubicBezTo>
                <a:lnTo>
                  <a:pt x="0" y="82311"/>
                </a:lnTo>
              </a:path>
            </a:pathLst>
          </a:custGeom>
          <a:noFill xmlns:a="http://schemas.openxmlformats.org/drawingml/2006/main"/>
          <a:ln xmlns:a="http://schemas.openxmlformats.org/drawingml/2006/main" w="8156">
            <a:solidFill>
              <a:srgbClr val="A0C4AE"/>
            </a:solidFill>
            <a:prstDash val="solid"/>
          </a:ln>
        </p:spPr>
      </p:sp>
      <p:sp>
        <p:nvSpPr>
          <p:cNvPr id="563" name="text-567 634 m">
            <a:extLst xmlns:a="http://schemas.openxmlformats.org/drawingml/2006/main">
              <a:ext uri="{FF2B5EF4-FFF2-40B4-BE49-F238E27FC236}">
                <a16:creationId xmlns:a16="http://schemas.microsoft.com/office/drawing/2014/main" id="{67B096CA-2F66-4FF4-A4B1-9D8F5CB1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445046" y="7751411"/>
            <a:ext cx="360927" cy="163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922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634 m</a:t>
            </a:r>
          </a:p>
        </p:txBody>
      </p:sp>
      <p:sp>
        <p:nvSpPr>
          <p:cNvPr id="564" name="path-568">
            <a:extLst xmlns:a="http://schemas.openxmlformats.org/drawingml/2006/main">
              <a:ext uri="{FF2B5EF4-FFF2-40B4-BE49-F238E27FC236}">
                <a16:creationId xmlns:a16="http://schemas.microsoft.com/office/drawing/2014/main" id="{F2E634E1-1E5E-4160-8203-B41AB7E2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65625" y="7807169"/>
            <a:ext cx="301169" cy="50182"/>
          </a:xfrm>
          <a:custGeom xmlns:a="http://schemas.openxmlformats.org/drawingml/2006/main">
            <a:pathLst>
              <a:path w="458813" h="76450">
                <a:moveTo>
                  <a:pt x="153" y="49257"/>
                </a:moveTo>
                <a:lnTo>
                  <a:pt x="407933" y="44285"/>
                </a:lnTo>
                <a:lnTo>
                  <a:pt x="407764" y="31543"/>
                </a:lnTo>
                <a:lnTo>
                  <a:pt x="0" y="36514"/>
                </a:lnTo>
                <a:lnTo>
                  <a:pt x="153" y="49257"/>
                </a:lnTo>
                <a:moveTo>
                  <a:pt x="407855" y="37915"/>
                </a:moveTo>
                <a:lnTo>
                  <a:pt x="382829" y="76450"/>
                </a:lnTo>
                <a:lnTo>
                  <a:pt x="458813" y="37292"/>
                </a:lnTo>
                <a:lnTo>
                  <a:pt x="381899" y="0"/>
                </a:lnTo>
                <a:lnTo>
                  <a:pt x="407855" y="37915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5" name="path-569">
            <a:extLst xmlns:a="http://schemas.openxmlformats.org/drawingml/2006/main">
              <a:ext uri="{FF2B5EF4-FFF2-40B4-BE49-F238E27FC236}">
                <a16:creationId xmlns:a16="http://schemas.microsoft.com/office/drawing/2014/main" id="{5AC4F32E-FEEC-48B6-9742-50D5891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243" y="7622578"/>
            <a:ext cx="321679" cy="50184"/>
          </a:xfrm>
          <a:custGeom xmlns:a="http://schemas.openxmlformats.org/drawingml/2006/main">
            <a:pathLst>
              <a:path w="490057" h="76452">
                <a:moveTo>
                  <a:pt x="154" y="49374"/>
                </a:moveTo>
                <a:lnTo>
                  <a:pt x="439163" y="44302"/>
                </a:lnTo>
                <a:lnTo>
                  <a:pt x="439023" y="31561"/>
                </a:lnTo>
                <a:lnTo>
                  <a:pt x="0" y="36633"/>
                </a:lnTo>
                <a:lnTo>
                  <a:pt x="154" y="49374"/>
                </a:lnTo>
                <a:moveTo>
                  <a:pt x="439087" y="37931"/>
                </a:moveTo>
                <a:lnTo>
                  <a:pt x="414048" y="76452"/>
                </a:lnTo>
                <a:lnTo>
                  <a:pt x="490057" y="37342"/>
                </a:lnTo>
                <a:lnTo>
                  <a:pt x="413169" y="0"/>
                </a:lnTo>
                <a:lnTo>
                  <a:pt x="439087" y="37931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6" name="path-570">
            <a:extLst xmlns:a="http://schemas.openxmlformats.org/drawingml/2006/main">
              <a:ext uri="{FF2B5EF4-FFF2-40B4-BE49-F238E27FC236}">
                <a16:creationId xmlns:a16="http://schemas.microsoft.com/office/drawing/2014/main" id="{217618CE-145A-4E02-B182-DDE70927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7252" y="8027169"/>
            <a:ext cx="321670" cy="50184"/>
          </a:xfrm>
          <a:custGeom xmlns:a="http://schemas.openxmlformats.org/drawingml/2006/main">
            <a:pathLst>
              <a:path w="490045" h="76452">
                <a:moveTo>
                  <a:pt x="127" y="48821"/>
                </a:moveTo>
                <a:lnTo>
                  <a:pt x="439137" y="44337"/>
                </a:lnTo>
                <a:lnTo>
                  <a:pt x="439010" y="31595"/>
                </a:lnTo>
                <a:lnTo>
                  <a:pt x="0" y="36078"/>
                </a:lnTo>
                <a:lnTo>
                  <a:pt x="127" y="48821"/>
                </a:lnTo>
                <a:moveTo>
                  <a:pt x="439074" y="37966"/>
                </a:moveTo>
                <a:lnTo>
                  <a:pt x="413985" y="76452"/>
                </a:lnTo>
                <a:lnTo>
                  <a:pt x="490045" y="37446"/>
                </a:lnTo>
                <a:lnTo>
                  <a:pt x="413205" y="0"/>
                </a:lnTo>
                <a:lnTo>
                  <a:pt x="439074" y="37966"/>
                </a:lnTo>
              </a:path>
            </a:pathLst>
          </a:custGeom>
          <a:solidFill xmlns:a="http://schemas.openxmlformats.org/drawingml/2006/main">
            <a:srgbClr val="91A3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7" name="text-571 VGEG:">
            <a:extLst xmlns:a="http://schemas.openxmlformats.org/drawingml/2006/main">
              <a:ext uri="{FF2B5EF4-FFF2-40B4-BE49-F238E27FC236}">
                <a16:creationId xmlns:a16="http://schemas.microsoft.com/office/drawing/2014/main" id="{045B7126-29EF-4075-9F24-DA2743C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69250" y="7753954"/>
            <a:ext cx="411972" cy="18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568" name="text-572 Single">
            <a:extLst xmlns:a="http://schemas.openxmlformats.org/drawingml/2006/main">
              <a:ext uri="{FF2B5EF4-FFF2-40B4-BE49-F238E27FC236}">
                <a16:creationId xmlns:a16="http://schemas.microsoft.com/office/drawing/2014/main" id="{D5468E0C-934E-4505-8911-ADA4D300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333" y="2028193"/>
            <a:ext cx="414672" cy="1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Single</a:t>
            </a:r>
          </a:p>
        </p:txBody>
      </p:sp>
      <p:sp>
        <p:nvSpPr>
          <p:cNvPr id="569" name="text-573 -">
            <a:extLst xmlns:a="http://schemas.openxmlformats.org/drawingml/2006/main">
              <a:ext uri="{FF2B5EF4-FFF2-40B4-BE49-F238E27FC236}">
                <a16:creationId xmlns:a16="http://schemas.microsoft.com/office/drawing/2014/main" id="{39CA2EC0-9E03-4734-A910-2B040CBE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415" y="2031215"/>
            <a:ext cx="79839" cy="187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0" name="text-574 anchor ">
            <a:extLst xmlns:a="http://schemas.openxmlformats.org/drawingml/2006/main">
              <a:ext uri="{FF2B5EF4-FFF2-40B4-BE49-F238E27FC236}">
                <a16:creationId xmlns:a16="http://schemas.microsoft.com/office/drawing/2014/main" id="{64884B87-5D33-442B-80C6-00EFD957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921" y="2027839"/>
            <a:ext cx="495552" cy="192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71" name="text-575 Lookup">
            <a:extLst xmlns:a="http://schemas.openxmlformats.org/drawingml/2006/main">
              <a:ext uri="{FF2B5EF4-FFF2-40B4-BE49-F238E27FC236}">
                <a16:creationId xmlns:a16="http://schemas.microsoft.com/office/drawing/2014/main" id="{321A3372-AFCD-4226-BE9F-AE87220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810" y="2186467"/>
            <a:ext cx="463284" cy="19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Lookup</a:t>
            </a:r>
          </a:p>
        </p:txBody>
      </p:sp>
      <p:sp>
        <p:nvSpPr>
          <p:cNvPr id="572" name="text-576 VGEG:">
            <a:extLst xmlns:a="http://schemas.openxmlformats.org/drawingml/2006/main">
              <a:ext uri="{FF2B5EF4-FFF2-40B4-BE49-F238E27FC236}">
                <a16:creationId xmlns:a16="http://schemas.microsoft.com/office/drawing/2014/main" id="{19713CBE-AF30-4490-9025-C30BBE0E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330" y="2683110"/>
            <a:ext cx="411971" cy="185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defRPr>
            </a:pPr>
            <a:r>
              <a:rPr sz="1043" b="0" i="0">
                <a:solidFill>
                  <a:srgbClr val="263153"/>
                </a:solidFill>
                <a:latin typeface="Comic Sans MS"/>
                <a:ea typeface="Comic Sans MS"/>
                <a:cs typeface="Comic Sans MS"/>
              </a:rPr>
              <a:t>VGEG:</a:t>
            </a:r>
          </a:p>
        </p:txBody>
      </p:sp>
      <p:sp>
        <p:nvSpPr>
          <p:cNvPr id="573" name="text-577 Multi">
            <a:extLst xmlns:a="http://schemas.openxmlformats.org/drawingml/2006/main">
              <a:ext uri="{FF2B5EF4-FFF2-40B4-BE49-F238E27FC236}">
                <a16:creationId xmlns:a16="http://schemas.microsoft.com/office/drawing/2014/main" id="{C8AE21D4-EDF1-4486-A10C-47B8EBA4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6594" y="2061895"/>
            <a:ext cx="358099" cy="19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74" name="text-578 -">
            <a:extLst xmlns:a="http://schemas.openxmlformats.org/drawingml/2006/main">
              <a:ext uri="{FF2B5EF4-FFF2-40B4-BE49-F238E27FC236}">
                <a16:creationId xmlns:a16="http://schemas.microsoft.com/office/drawing/2014/main" id="{B7B5595A-62AA-4255-86C7-9056813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11163" y="2065341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5" name="text-579 hop ">
            <a:extLst xmlns:a="http://schemas.openxmlformats.org/drawingml/2006/main">
              <a:ext uri="{FF2B5EF4-FFF2-40B4-BE49-F238E27FC236}">
                <a16:creationId xmlns:a16="http://schemas.microsoft.com/office/drawing/2014/main" id="{FC143A70-617A-4DB5-96FE-18AC2A60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8676" y="2062511"/>
            <a:ext cx="289356" cy="19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hop </a:t>
            </a:r>
          </a:p>
        </p:txBody>
      </p:sp>
      <p:sp>
        <p:nvSpPr>
          <p:cNvPr id="576" name="text-580 Retrieval">
            <a:extLst xmlns:a="http://schemas.openxmlformats.org/drawingml/2006/main">
              <a:ext uri="{FF2B5EF4-FFF2-40B4-BE49-F238E27FC236}">
                <a16:creationId xmlns:a16="http://schemas.microsoft.com/office/drawing/2014/main" id="{EDDBCE1E-8C5F-4729-84E4-BE800C04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778" y="2222496"/>
            <a:ext cx="605158" cy="192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Retrieval</a:t>
            </a:r>
          </a:p>
        </p:txBody>
      </p:sp>
      <p:sp>
        <p:nvSpPr>
          <p:cNvPr id="577" name="text-581 Multi">
            <a:extLst xmlns:a="http://schemas.openxmlformats.org/drawingml/2006/main">
              <a:ext uri="{FF2B5EF4-FFF2-40B4-BE49-F238E27FC236}">
                <a16:creationId xmlns:a16="http://schemas.microsoft.com/office/drawing/2014/main" id="{AD9D7D56-4DDA-46DD-8717-4ED56344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1399" y="4312257"/>
            <a:ext cx="358099" cy="19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78" name="text-582 -">
            <a:extLst xmlns:a="http://schemas.openxmlformats.org/drawingml/2006/main">
              <a:ext uri="{FF2B5EF4-FFF2-40B4-BE49-F238E27FC236}">
                <a16:creationId xmlns:a16="http://schemas.microsoft.com/office/drawing/2014/main" id="{98C1189C-CAF2-4A78-B174-104876EA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5976" y="4315703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79" name="text-583 Anchor ">
            <a:extLst xmlns:a="http://schemas.openxmlformats.org/drawingml/2006/main">
              <a:ext uri="{FF2B5EF4-FFF2-40B4-BE49-F238E27FC236}">
                <a16:creationId xmlns:a16="http://schemas.microsoft.com/office/drawing/2014/main" id="{F800688E-B1E1-4AF7-8F97-40A40BCC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3481" y="4312326"/>
            <a:ext cx="525745" cy="192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80" name="text-584 Join">
            <a:extLst xmlns:a="http://schemas.openxmlformats.org/drawingml/2006/main">
              <a:ext uri="{FF2B5EF4-FFF2-40B4-BE49-F238E27FC236}">
                <a16:creationId xmlns:a16="http://schemas.microsoft.com/office/drawing/2014/main" id="{413551EC-D3E3-41C6-A951-6043D0D5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50883" y="4471274"/>
            <a:ext cx="297647" cy="19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Join</a:t>
            </a:r>
          </a:p>
        </p:txBody>
      </p:sp>
      <p:sp>
        <p:nvSpPr>
          <p:cNvPr id="581" name="text-585 Multi">
            <a:extLst xmlns:a="http://schemas.openxmlformats.org/drawingml/2006/main">
              <a:ext uri="{FF2B5EF4-FFF2-40B4-BE49-F238E27FC236}">
                <a16:creationId xmlns:a16="http://schemas.microsoft.com/office/drawing/2014/main" id="{7F87B26C-E5E8-4C85-837E-634D68B0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0145" y="6952066"/>
            <a:ext cx="358099" cy="19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82" name="text-586 -">
            <a:extLst xmlns:a="http://schemas.openxmlformats.org/drawingml/2006/main">
              <a:ext uri="{FF2B5EF4-FFF2-40B4-BE49-F238E27FC236}">
                <a16:creationId xmlns:a16="http://schemas.microsoft.com/office/drawing/2014/main" id="{DCCEFD9D-73DF-451F-95B5-2364C27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4723" y="6955512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83" name="text-587 Anchor ">
            <a:extLst xmlns:a="http://schemas.openxmlformats.org/drawingml/2006/main">
              <a:ext uri="{FF2B5EF4-FFF2-40B4-BE49-F238E27FC236}">
                <a16:creationId xmlns:a16="http://schemas.microsoft.com/office/drawing/2014/main" id="{2CE4E912-2C93-4000-90BA-EF0DE1E8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2228" y="6952136"/>
            <a:ext cx="525745" cy="192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84" name="text-588 Comparison">
            <a:extLst xmlns:a="http://schemas.openxmlformats.org/drawingml/2006/main">
              <a:ext uri="{FF2B5EF4-FFF2-40B4-BE49-F238E27FC236}">
                <a16:creationId xmlns:a16="http://schemas.microsoft.com/office/drawing/2014/main" id="{56034B82-7A49-487A-916F-1AFF1720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6926" y="7111072"/>
            <a:ext cx="743078" cy="191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Comparison</a:t>
            </a:r>
          </a:p>
        </p:txBody>
      </p:sp>
      <p:sp>
        <p:nvSpPr>
          <p:cNvPr id="585" name="text-589 Multi">
            <a:extLst xmlns:a="http://schemas.openxmlformats.org/drawingml/2006/main">
              <a:ext uri="{FF2B5EF4-FFF2-40B4-BE49-F238E27FC236}">
                <a16:creationId xmlns:a16="http://schemas.microsoft.com/office/drawing/2014/main" id="{77566510-C94A-4F9E-B38C-2A88B62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52" y="6954074"/>
            <a:ext cx="358100" cy="192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586" name="text-590 -">
            <a:extLst xmlns:a="http://schemas.openxmlformats.org/drawingml/2006/main">
              <a:ext uri="{FF2B5EF4-FFF2-40B4-BE49-F238E27FC236}">
                <a16:creationId xmlns:a16="http://schemas.microsoft.com/office/drawing/2014/main" id="{11D495B7-E454-4575-94D0-8F7AF3F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428" y="6957521"/>
            <a:ext cx="79839" cy="187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87" name="text-591 Anchor ">
            <a:extLst xmlns:a="http://schemas.openxmlformats.org/drawingml/2006/main">
              <a:ext uri="{FF2B5EF4-FFF2-40B4-BE49-F238E27FC236}">
                <a16:creationId xmlns:a16="http://schemas.microsoft.com/office/drawing/2014/main" id="{994B6920-E359-4C89-ABFD-39EB3A8F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5934" y="6954144"/>
            <a:ext cx="525745" cy="192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 </a:t>
            </a:r>
          </a:p>
        </p:txBody>
      </p:sp>
      <p:sp>
        <p:nvSpPr>
          <p:cNvPr id="588" name="text-592 Arithmetic">
            <a:extLst xmlns:a="http://schemas.openxmlformats.org/drawingml/2006/main">
              <a:ext uri="{FF2B5EF4-FFF2-40B4-BE49-F238E27FC236}">
                <a16:creationId xmlns:a16="http://schemas.microsoft.com/office/drawing/2014/main" id="{C829F369-56BB-4125-AD45-56E74B30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951" y="7112888"/>
            <a:ext cx="727914" cy="19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Arithmetic</a:t>
            </a:r>
          </a:p>
        </p:txBody>
      </p:sp>
      <p:sp>
        <p:nvSpPr>
          <p:cNvPr id="589" name="text-593 Knowledge">
            <a:extLst xmlns:a="http://schemas.openxmlformats.org/drawingml/2006/main">
              <a:ext uri="{FF2B5EF4-FFF2-40B4-BE49-F238E27FC236}">
                <a16:creationId xmlns:a16="http://schemas.microsoft.com/office/drawing/2014/main" id="{92B34D28-75AF-4DD8-A09C-27E18F83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966" y="4252967"/>
            <a:ext cx="713026" cy="199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Knowledge</a:t>
            </a:r>
          </a:p>
        </p:txBody>
      </p:sp>
      <p:sp>
        <p:nvSpPr>
          <p:cNvPr id="590" name="text-594 -">
            <a:extLst xmlns:a="http://schemas.openxmlformats.org/drawingml/2006/main">
              <a:ext uri="{FF2B5EF4-FFF2-40B4-BE49-F238E27FC236}">
                <a16:creationId xmlns:a16="http://schemas.microsoft.com/office/drawing/2014/main" id="{AC2280BE-F8B6-46F4-99A6-6D5426E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7939" y="4253152"/>
            <a:ext cx="84811" cy="199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591" name="text-595 conditioned">
            <a:extLst xmlns:a="http://schemas.openxmlformats.org/drawingml/2006/main">
              <a:ext uri="{FF2B5EF4-FFF2-40B4-BE49-F238E27FC236}">
                <a16:creationId xmlns:a16="http://schemas.microsoft.com/office/drawing/2014/main" id="{7CB322B3-5DFA-471C-8C32-E8C2D4F7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602" y="4429462"/>
            <a:ext cx="790004" cy="1994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2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conditioned</a:t>
            </a:r>
          </a:p>
        </p:txBody>
      </p:sp>
      <p:sp>
        <p:nvSpPr>
          <p:cNvPr id="592" name="text-596 Counting">
            <a:extLst xmlns:a="http://schemas.openxmlformats.org/drawingml/2006/main">
              <a:ext uri="{FF2B5EF4-FFF2-40B4-BE49-F238E27FC236}">
                <a16:creationId xmlns:a16="http://schemas.microsoft.com/office/drawing/2014/main" id="{CEAB3560-B746-4154-9604-ABE1894D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929" y="4596254"/>
            <a:ext cx="591420" cy="1992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2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Counting</a:t>
            </a:r>
          </a:p>
        </p:txBody>
      </p:sp>
      <p:pic>
        <p:nvPicPr>
          <p:cNvPr id="593" name="">
            <a:extLst xmlns:a="http://schemas.openxmlformats.org/drawingml/2006/main">
              <a:ext uri="{FF2B5EF4-FFF2-40B4-BE49-F238E27FC236}">
                <a16:creationId xmlns:a16="http://schemas.microsoft.com/office/drawing/2014/main" id="{54429ECD-56F7-4438-A5BB-BCA0792337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174a223894dce"/>
          <a:stretch xmlns:a="http://schemas.openxmlformats.org/drawingml/2006/main"/>
        </p:blipFill>
        <p:spPr>
          <a:xfrm xmlns:a="http://schemas.openxmlformats.org/drawingml/2006/main">
            <a:off x="11347938" y="1574995"/>
            <a:ext cx="350129" cy="350129"/>
          </a:xfrm>
          <a:prstGeom xmlns:a="http://schemas.openxmlformats.org/drawingml/2006/main" prst="rect">
            <a:avLst/>
          </a:prstGeom>
        </p:spPr>
      </p:pic>
      <p:pic>
        <p:nvPic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708A6192-3059-45F4-8FC7-2D0F2618A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f6c1bd7c04607"/>
          <a:stretch xmlns:a="http://schemas.openxmlformats.org/drawingml/2006/main"/>
        </p:blipFill>
        <p:spPr>
          <a:xfrm xmlns:a="http://schemas.openxmlformats.org/drawingml/2006/main">
            <a:off x="487680" y="1593752"/>
            <a:ext cx="350129" cy="343877"/>
          </a:xfrm>
          <a:prstGeom xmlns:a="http://schemas.openxmlformats.org/drawingml/2006/main" prst="rect">
            <a:avLst/>
          </a:prstGeom>
        </p:spPr>
      </p:pic>
      <p:sp>
        <p:nvSpPr>
          <p:cNvPr id="595" name="path-599">
            <a:extLst xmlns:a="http://schemas.openxmlformats.org/drawingml/2006/main">
              <a:ext uri="{FF2B5EF4-FFF2-40B4-BE49-F238E27FC236}">
                <a16:creationId xmlns:a16="http://schemas.microsoft.com/office/drawing/2014/main" id="{D7BCFAAA-032B-470F-BD8B-76FC2D3B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65" y="3739628"/>
            <a:ext cx="533479" cy="533478"/>
          </a:xfrm>
          <a:custGeom xmlns:a="http://schemas.openxmlformats.org/drawingml/2006/main">
            <a:pathLst>
              <a:path w="812722" h="812721">
                <a:moveTo>
                  <a:pt x="0" y="406360"/>
                </a:moveTo>
                <a:cubicBezTo>
                  <a:pt x="0" y="181934"/>
                  <a:pt x="181934" y="0"/>
                  <a:pt x="406361" y="0"/>
                </a:cubicBezTo>
                <a:cubicBezTo>
                  <a:pt x="630787" y="0"/>
                  <a:pt x="812722" y="181934"/>
                  <a:pt x="812722" y="406360"/>
                </a:cubicBezTo>
                <a:cubicBezTo>
                  <a:pt x="812722" y="630788"/>
                  <a:pt x="630787" y="812721"/>
                  <a:pt x="406361" y="812721"/>
                </a:cubicBezTo>
                <a:cubicBezTo>
                  <a:pt x="181934" y="812721"/>
                  <a:pt x="0" y="630788"/>
                  <a:pt x="0" y="406360"/>
                </a:cubicBezTo>
              </a:path>
            </a:pathLst>
          </a:custGeom>
          <a:solidFill xmlns:a="http://schemas.openxmlformats.org/drawingml/2006/main">
            <a:srgbClr val="5779D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6" name="">
            <a:extLst xmlns:a="http://schemas.openxmlformats.org/drawingml/2006/main">
              <a:ext uri="{FF2B5EF4-FFF2-40B4-BE49-F238E27FC236}">
                <a16:creationId xmlns:a16="http://schemas.microsoft.com/office/drawing/2014/main" id="{1B3D986F-86A6-4697-BB3A-2C286CEBD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d3883afa043e9"/>
          <a:stretch xmlns:a="http://schemas.openxmlformats.org/drawingml/2006/main"/>
        </p:blipFill>
        <p:spPr>
          <a:xfrm xmlns:a="http://schemas.openxmlformats.org/drawingml/2006/main">
            <a:off x="493932" y="3807069"/>
            <a:ext cx="368886" cy="362634"/>
          </a:xfrm>
          <a:prstGeom xmlns:a="http://schemas.openxmlformats.org/drawingml/2006/main" prst="rect">
            <a:avLst/>
          </a:prstGeom>
        </p:spPr>
      </p:pic>
      <p:sp>
        <p:nvSpPr>
          <p:cNvPr id="597" name="path-601">
            <a:extLst xmlns:a="http://schemas.openxmlformats.org/drawingml/2006/main">
              <a:ext uri="{FF2B5EF4-FFF2-40B4-BE49-F238E27FC236}">
                <a16:creationId xmlns:a16="http://schemas.microsoft.com/office/drawing/2014/main" id="{FF2AAF1D-0E81-46F9-AF27-775FCF9B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65" y="6369400"/>
            <a:ext cx="533479" cy="533478"/>
          </a:xfrm>
          <a:custGeom xmlns:a="http://schemas.openxmlformats.org/drawingml/2006/main">
            <a:pathLst>
              <a:path w="812722" h="812721">
                <a:moveTo>
                  <a:pt x="0" y="406361"/>
                </a:moveTo>
                <a:cubicBezTo>
                  <a:pt x="0" y="181934"/>
                  <a:pt x="181934" y="0"/>
                  <a:pt x="406361" y="0"/>
                </a:cubicBezTo>
                <a:cubicBezTo>
                  <a:pt x="630787" y="0"/>
                  <a:pt x="812722" y="181934"/>
                  <a:pt x="812722" y="406361"/>
                </a:cubicBezTo>
                <a:cubicBezTo>
                  <a:pt x="812722" y="630787"/>
                  <a:pt x="630787" y="812721"/>
                  <a:pt x="406361" y="812721"/>
                </a:cubicBezTo>
                <a:cubicBezTo>
                  <a:pt x="181934" y="812721"/>
                  <a:pt x="0" y="630787"/>
                  <a:pt x="0" y="406361"/>
                </a:cubicBezTo>
              </a:path>
            </a:pathLst>
          </a:custGeom>
          <a:solidFill xmlns:a="http://schemas.openxmlformats.org/drawingml/2006/main">
            <a:srgbClr val="5779D6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8" name="">
            <a:extLst xmlns:a="http://schemas.openxmlformats.org/drawingml/2006/main">
              <a:ext uri="{FF2B5EF4-FFF2-40B4-BE49-F238E27FC236}">
                <a16:creationId xmlns:a16="http://schemas.microsoft.com/office/drawing/2014/main" id="{9A6D29E1-EB80-4A1D-B56E-D4D87E2DE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64195116429a"/>
          <a:stretch xmlns:a="http://schemas.openxmlformats.org/drawingml/2006/main"/>
        </p:blipFill>
        <p:spPr>
          <a:xfrm xmlns:a="http://schemas.openxmlformats.org/drawingml/2006/main">
            <a:off x="493932" y="6464300"/>
            <a:ext cx="368886" cy="375138"/>
          </a:xfrm>
          <a:prstGeom xmlns:a="http://schemas.openxmlformats.org/drawingml/2006/main" prst="rect">
            <a:avLst/>
          </a:prstGeom>
        </p:spPr>
      </p:pic>
      <p:sp>
        <p:nvSpPr>
          <p:cNvPr id="599" name="path-603">
            <a:extLst xmlns:a="http://schemas.openxmlformats.org/drawingml/2006/main">
              <a:ext uri="{FF2B5EF4-FFF2-40B4-BE49-F238E27FC236}">
                <a16:creationId xmlns:a16="http://schemas.microsoft.com/office/drawing/2014/main" id="{F07964F8-98F7-4292-8091-E25225C5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8494" y="3767234"/>
            <a:ext cx="532638" cy="534548"/>
          </a:xfrm>
          <a:custGeom xmlns:a="http://schemas.openxmlformats.org/drawingml/2006/main">
            <a:pathLst>
              <a:path w="811440" h="814351">
                <a:moveTo>
                  <a:pt x="0" y="407175"/>
                </a:moveTo>
                <a:cubicBezTo>
                  <a:pt x="0" y="182298"/>
                  <a:pt x="181648" y="0"/>
                  <a:pt x="405713" y="0"/>
                </a:cubicBezTo>
                <a:cubicBezTo>
                  <a:pt x="629794" y="0"/>
                  <a:pt x="811440" y="182298"/>
                  <a:pt x="811440" y="407175"/>
                </a:cubicBezTo>
                <a:cubicBezTo>
                  <a:pt x="811440" y="632053"/>
                  <a:pt x="629794" y="814351"/>
                  <a:pt x="405713" y="814351"/>
                </a:cubicBezTo>
                <a:cubicBezTo>
                  <a:pt x="181648" y="814351"/>
                  <a:pt x="0" y="632053"/>
                  <a:pt x="0" y="407175"/>
                </a:cubicBezTo>
              </a:path>
            </a:pathLst>
          </a:custGeom>
          <a:solidFill xmlns:a="http://schemas.openxmlformats.org/drawingml/2006/main">
            <a:srgbClr val="8964D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0" name="">
            <a:extLst xmlns:a="http://schemas.openxmlformats.org/drawingml/2006/main">
              <a:ext uri="{FF2B5EF4-FFF2-40B4-BE49-F238E27FC236}">
                <a16:creationId xmlns:a16="http://schemas.microsoft.com/office/drawing/2014/main" id="{B2549D8F-59BB-449C-B82D-13DDA11917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7c675d9094087"/>
          <a:stretch xmlns:a="http://schemas.openxmlformats.org/drawingml/2006/main"/>
        </p:blipFill>
        <p:spPr>
          <a:xfrm xmlns:a="http://schemas.openxmlformats.org/drawingml/2006/main">
            <a:off x="11341686" y="3857088"/>
            <a:ext cx="356382" cy="356382"/>
          </a:xfrm>
          <a:prstGeom xmlns:a="http://schemas.openxmlformats.org/drawingml/2006/main" prst="rect">
            <a:avLst/>
          </a:prstGeom>
        </p:spPr>
      </p:pic>
      <p:sp>
        <p:nvSpPr>
          <p:cNvPr id="601" name="path-605">
            <a:extLst xmlns:a="http://schemas.openxmlformats.org/drawingml/2006/main">
              <a:ext uri="{FF2B5EF4-FFF2-40B4-BE49-F238E27FC236}">
                <a16:creationId xmlns:a16="http://schemas.microsoft.com/office/drawing/2014/main" id="{FE0A520B-D304-410D-8BA4-28AA80B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8494" y="6398167"/>
            <a:ext cx="532638" cy="534548"/>
          </a:xfrm>
          <a:custGeom xmlns:a="http://schemas.openxmlformats.org/drawingml/2006/main">
            <a:pathLst>
              <a:path w="811440" h="814351">
                <a:moveTo>
                  <a:pt x="0" y="407175"/>
                </a:moveTo>
                <a:cubicBezTo>
                  <a:pt x="0" y="182298"/>
                  <a:pt x="181648" y="0"/>
                  <a:pt x="405713" y="0"/>
                </a:cubicBezTo>
                <a:cubicBezTo>
                  <a:pt x="629794" y="0"/>
                  <a:pt x="811440" y="182298"/>
                  <a:pt x="811440" y="407175"/>
                </a:cubicBezTo>
                <a:cubicBezTo>
                  <a:pt x="811440" y="632053"/>
                  <a:pt x="629794" y="814351"/>
                  <a:pt x="405713" y="814351"/>
                </a:cubicBezTo>
                <a:cubicBezTo>
                  <a:pt x="181648" y="814351"/>
                  <a:pt x="0" y="632053"/>
                  <a:pt x="0" y="407175"/>
                </a:cubicBezTo>
              </a:path>
            </a:pathLst>
          </a:custGeom>
          <a:solidFill xmlns:a="http://schemas.openxmlformats.org/drawingml/2006/main">
            <a:srgbClr val="8964D8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2" name="">
            <a:extLst xmlns:a="http://schemas.openxmlformats.org/drawingml/2006/main">
              <a:ext uri="{FF2B5EF4-FFF2-40B4-BE49-F238E27FC236}">
                <a16:creationId xmlns:a16="http://schemas.microsoft.com/office/drawing/2014/main" id="{9950DE55-EC98-4D2E-9155-01AFB814B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17a8069ca4c70"/>
          <a:stretch xmlns:a="http://schemas.openxmlformats.org/drawingml/2006/main"/>
        </p:blipFill>
        <p:spPr>
          <a:xfrm xmlns:a="http://schemas.openxmlformats.org/drawingml/2006/main">
            <a:off x="11310425" y="6458048"/>
            <a:ext cx="418905" cy="425157"/>
          </a:xfrm>
          <a:prstGeom xmlns:a="http://schemas.openxmlformats.org/drawingml/2006/main" prst="rect">
            <a:avLst/>
          </a:prstGeom>
        </p:spPr>
      </p:pic>
      <p:sp>
        <p:nvSpPr>
          <p:cNvPr id="603" name="Editable benchmark sector: Knowledge-conditioned count">
            <a:extLst xmlns:a="http://schemas.openxmlformats.org/drawingml/2006/main">
              <a:ext uri="{FF2B5EF4-FFF2-40B4-BE49-F238E27FC236}">
                <a16:creationId xmlns:a16="http://schemas.microsoft.com/office/drawing/2014/main" id="{B4FA5D8A-E283-452B-A67A-68015D5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593" y="2827645"/>
            <a:ext cx="3531303" cy="3531303"/>
          </a:xfrm>
          <a:custGeom xmlns:a="http://schemas.openxmlformats.org/drawingml/2006/main">
            <a:pathLst>
              <a:path w="5379720" h="5379720">
                <a:moveTo>
                  <a:pt x="2689860" y="0"/>
                </a:moveTo>
                <a:cubicBezTo>
                  <a:pt x="3240818" y="0"/>
                  <a:pt x="3778488" y="169187"/>
                  <a:pt x="4230169" y="484686"/>
                </a:cubicBezTo>
                <a:cubicBezTo>
                  <a:pt x="4681850" y="800184"/>
                  <a:pt x="5025755" y="1246774"/>
                  <a:pt x="5215382" y="1764071"/>
                </a:cubicBezTo>
                <a:lnTo>
                  <a:pt x="3746036" y="2302694"/>
                </a:lnTo>
                <a:cubicBezTo>
                  <a:pt x="3666734" y="2086360"/>
                  <a:pt x="3522913" y="1899595"/>
                  <a:pt x="3334019" y="1767654"/>
                </a:cubicBezTo>
                <a:cubicBezTo>
                  <a:pt x="3145126" y="1635712"/>
                  <a:pt x="2920271" y="1564957"/>
                  <a:pt x="2689860" y="1564957"/>
                </a:cubicBezTo>
                <a:close/>
              </a:path>
            </a:pathLst>
          </a:custGeom>
          <a:solidFill xmlns:a="http://schemas.openxmlformats.org/drawingml/2006/main">
            <a:srgbClr val="56AADD"/>
          </a:solidFill>
          <a:ln xmlns:a="http://schemas.openxmlformats.org/drawingml/2006/main" w="19382">
            <a:solidFill>
              <a:srgbClr val="FFFFFF"/>
            </a:solidFill>
            <a:prstDash val="solid"/>
          </a:ln>
        </p:spPr>
      </p:sp>
      <p:sp>
        <p:nvSpPr>
          <p:cNvPr id="604" name="Editable benchmark sector: Multi-anchor join">
            <a:extLst xmlns:a="http://schemas.openxmlformats.org/drawingml/2006/main">
              <a:ext uri="{FF2B5EF4-FFF2-40B4-BE49-F238E27FC236}">
                <a16:creationId xmlns:a16="http://schemas.microsoft.com/office/drawing/2014/main" id="{F0C22D18-CC88-4138-AA39-4229FE3B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593" y="2827645"/>
            <a:ext cx="3531303" cy="3531303"/>
          </a:xfrm>
          <a:custGeom xmlns:a="http://schemas.openxmlformats.org/drawingml/2006/main">
            <a:pathLst>
              <a:path w="5379720" h="5379720">
                <a:moveTo>
                  <a:pt x="5215382" y="1764071"/>
                </a:moveTo>
                <a:cubicBezTo>
                  <a:pt x="5391972" y="2245804"/>
                  <a:pt x="5427102" y="2767992"/>
                  <a:pt x="5316626" y="3269036"/>
                </a:cubicBezTo>
                <a:cubicBezTo>
                  <a:pt x="5206151" y="3770081"/>
                  <a:pt x="4954680" y="4229077"/>
                  <a:pt x="4591878" y="4591878"/>
                </a:cubicBezTo>
                <a:lnTo>
                  <a:pt x="3485286" y="3485286"/>
                </a:lnTo>
                <a:cubicBezTo>
                  <a:pt x="3637010" y="3333562"/>
                  <a:pt x="3742176" y="3141609"/>
                  <a:pt x="3788377" y="2932072"/>
                </a:cubicBezTo>
                <a:cubicBezTo>
                  <a:pt x="3834578" y="2722535"/>
                  <a:pt x="3819886" y="2504155"/>
                  <a:pt x="3746036" y="2302694"/>
                </a:cubicBezTo>
                <a:close/>
              </a:path>
            </a:pathLst>
          </a:custGeom>
          <a:solidFill xmlns:a="http://schemas.openxmlformats.org/drawingml/2006/main">
            <a:srgbClr val="7655D8"/>
          </a:solidFill>
          <a:ln xmlns:a="http://schemas.openxmlformats.org/drawingml/2006/main" w="19382">
            <a:solidFill>
              <a:srgbClr val="FFFFFF"/>
            </a:solidFill>
            <a:prstDash val="solid"/>
          </a:ln>
        </p:spPr>
      </p:sp>
      <p:sp>
        <p:nvSpPr>
          <p:cNvPr id="605" name="Editable benchmark sector: Multi-anchor arithmetic">
            <a:extLst xmlns:a="http://schemas.openxmlformats.org/drawingml/2006/main">
              <a:ext uri="{FF2B5EF4-FFF2-40B4-BE49-F238E27FC236}">
                <a16:creationId xmlns:a16="http://schemas.microsoft.com/office/drawing/2014/main" id="{7955BF08-A49B-4DB5-9BD4-15D21FB7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593" y="2827645"/>
            <a:ext cx="3531303" cy="3531303"/>
          </a:xfrm>
          <a:custGeom xmlns:a="http://schemas.openxmlformats.org/drawingml/2006/main">
            <a:pathLst>
              <a:path w="5379720" h="5379720">
                <a:moveTo>
                  <a:pt x="4591878" y="4591878"/>
                </a:moveTo>
                <a:cubicBezTo>
                  <a:pt x="4242439" y="4941318"/>
                  <a:pt x="3803488" y="5187738"/>
                  <a:pt x="3323200" y="5304096"/>
                </a:cubicBezTo>
                <a:cubicBezTo>
                  <a:pt x="2842912" y="5420453"/>
                  <a:pt x="2339851" y="5402249"/>
                  <a:pt x="1869229" y="5251483"/>
                </a:cubicBezTo>
                <a:lnTo>
                  <a:pt x="2346671" y="3761134"/>
                </a:lnTo>
                <a:cubicBezTo>
                  <a:pt x="2543486" y="3824184"/>
                  <a:pt x="2753866" y="3831797"/>
                  <a:pt x="2954723" y="3783136"/>
                </a:cubicBezTo>
                <a:cubicBezTo>
                  <a:pt x="3155580" y="3734475"/>
                  <a:pt x="3339150" y="3631422"/>
                  <a:pt x="3485286" y="3485286"/>
                </a:cubicBezTo>
                <a:close/>
              </a:path>
            </a:pathLst>
          </a:custGeom>
          <a:solidFill xmlns:a="http://schemas.openxmlformats.org/drawingml/2006/main">
            <a:srgbClr val="9B73D5"/>
          </a:solidFill>
          <a:ln xmlns:a="http://schemas.openxmlformats.org/drawingml/2006/main" w="19382">
            <a:solidFill>
              <a:srgbClr val="FFFFFF"/>
            </a:solidFill>
            <a:prstDash val="solid"/>
          </a:ln>
        </p:spPr>
      </p:sp>
      <p:sp>
        <p:nvSpPr>
          <p:cNvPr id="606" name="Editable benchmark sector: Multi-anchor comparison">
            <a:extLst xmlns:a="http://schemas.openxmlformats.org/drawingml/2006/main">
              <a:ext uri="{FF2B5EF4-FFF2-40B4-BE49-F238E27FC236}">
                <a16:creationId xmlns:a16="http://schemas.microsoft.com/office/drawing/2014/main" id="{A63A31EF-14ED-4D4B-92CA-7C09CB34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593" y="2827645"/>
            <a:ext cx="3531303" cy="3531303"/>
          </a:xfrm>
          <a:custGeom xmlns:a="http://schemas.openxmlformats.org/drawingml/2006/main">
            <a:pathLst>
              <a:path w="5379720" h="5379720">
                <a:moveTo>
                  <a:pt x="1869229" y="5251483"/>
                </a:moveTo>
                <a:cubicBezTo>
                  <a:pt x="1308350" y="5071802"/>
                  <a:pt x="821944" y="4713003"/>
                  <a:pt x="484686" y="4230169"/>
                </a:cubicBezTo>
                <a:cubicBezTo>
                  <a:pt x="147427" y="3747336"/>
                  <a:pt x="-22041" y="3167156"/>
                  <a:pt x="2298" y="2578702"/>
                </a:cubicBezTo>
                <a:lnTo>
                  <a:pt x="1565918" y="2643373"/>
                </a:lnTo>
                <a:cubicBezTo>
                  <a:pt x="1555740" y="2889466"/>
                  <a:pt x="1626612" y="3132098"/>
                  <a:pt x="1767654" y="3334019"/>
                </a:cubicBezTo>
                <a:cubicBezTo>
                  <a:pt x="1908695" y="3535941"/>
                  <a:pt x="2112111" y="3685991"/>
                  <a:pt x="2346671" y="3761134"/>
                </a:cubicBezTo>
                <a:close/>
              </a:path>
            </a:pathLst>
          </a:custGeom>
          <a:solidFill xmlns:a="http://schemas.openxmlformats.org/drawingml/2006/main">
            <a:srgbClr val="7895DC"/>
          </a:solidFill>
          <a:ln xmlns:a="http://schemas.openxmlformats.org/drawingml/2006/main" w="19382">
            <a:solidFill>
              <a:srgbClr val="FFFFFF"/>
            </a:solidFill>
            <a:prstDash val="solid"/>
          </a:ln>
        </p:spPr>
      </p:sp>
      <p:sp>
        <p:nvSpPr>
          <p:cNvPr id="607" name="Editable benchmark sector: Single-anchor lookup">
            <a:extLst xmlns:a="http://schemas.openxmlformats.org/drawingml/2006/main">
              <a:ext uri="{FF2B5EF4-FFF2-40B4-BE49-F238E27FC236}">
                <a16:creationId xmlns:a16="http://schemas.microsoft.com/office/drawing/2014/main" id="{3478E2E8-C377-4E75-93A3-99C228FE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593" y="2827645"/>
            <a:ext cx="3531303" cy="3531303"/>
          </a:xfrm>
          <a:custGeom xmlns:a="http://schemas.openxmlformats.org/drawingml/2006/main">
            <a:pathLst>
              <a:path w="5379720" h="5379720">
                <a:moveTo>
                  <a:pt x="2298" y="2578702"/>
                </a:moveTo>
                <a:cubicBezTo>
                  <a:pt x="22720" y="2084942"/>
                  <a:pt x="178770" y="1606351"/>
                  <a:pt x="453323" y="1195454"/>
                </a:cubicBezTo>
                <a:lnTo>
                  <a:pt x="1754538" y="2064898"/>
                </a:lnTo>
                <a:cubicBezTo>
                  <a:pt x="1639720" y="2236735"/>
                  <a:pt x="1574459" y="2436883"/>
                  <a:pt x="1565918" y="2643373"/>
                </a:cubicBezTo>
                <a:close/>
              </a:path>
            </a:pathLst>
          </a:custGeom>
          <a:solidFill xmlns:a="http://schemas.openxmlformats.org/drawingml/2006/main">
            <a:srgbClr val="3B7FE4"/>
          </a:solidFill>
          <a:ln xmlns:a="http://schemas.openxmlformats.org/drawingml/2006/main" w="19382">
            <a:solidFill>
              <a:srgbClr val="FFFFFF"/>
            </a:solidFill>
            <a:prstDash val="solid"/>
          </a:ln>
        </p:spPr>
      </p:sp>
      <p:sp>
        <p:nvSpPr>
          <p:cNvPr id="608" name="Editable benchmark sector: Multi-hop retrieval">
            <a:extLst xmlns:a="http://schemas.openxmlformats.org/drawingml/2006/main">
              <a:ext uri="{FF2B5EF4-FFF2-40B4-BE49-F238E27FC236}">
                <a16:creationId xmlns:a16="http://schemas.microsoft.com/office/drawing/2014/main" id="{B2362DC7-1BA0-4983-87B4-EC4DFD84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593" y="2827645"/>
            <a:ext cx="3531303" cy="3531303"/>
          </a:xfrm>
          <a:custGeom xmlns:a="http://schemas.openxmlformats.org/drawingml/2006/main">
            <a:pathLst>
              <a:path w="5379720" h="5379720">
                <a:moveTo>
                  <a:pt x="453323" y="1195454"/>
                </a:moveTo>
                <a:cubicBezTo>
                  <a:pt x="699080" y="827653"/>
                  <a:pt x="1031751" y="526138"/>
                  <a:pt x="1421869" y="317615"/>
                </a:cubicBezTo>
                <a:cubicBezTo>
                  <a:pt x="1811987" y="109093"/>
                  <a:pt x="2247510" y="0"/>
                  <a:pt x="2689860" y="0"/>
                </a:cubicBezTo>
                <a:lnTo>
                  <a:pt x="2689860" y="1564957"/>
                </a:lnTo>
                <a:cubicBezTo>
                  <a:pt x="2504869" y="1564957"/>
                  <a:pt x="2322732" y="1610580"/>
                  <a:pt x="2159585" y="1697785"/>
                </a:cubicBezTo>
                <a:cubicBezTo>
                  <a:pt x="1996437" y="1784989"/>
                  <a:pt x="1857313" y="1911083"/>
                  <a:pt x="1754538" y="2064898"/>
                </a:cubicBezTo>
                <a:close/>
              </a:path>
            </a:pathLst>
          </a:custGeom>
          <a:solidFill xmlns:a="http://schemas.openxmlformats.org/drawingml/2006/main">
            <a:srgbClr val="2C67D3"/>
          </a:solidFill>
          <a:ln xmlns:a="http://schemas.openxmlformats.org/drawingml/2006/main" w="19382">
            <a:solidFill>
              <a:srgbClr val="FFFFFF"/>
            </a:solidFill>
            <a:prstDash val="solid"/>
          </a:ln>
        </p:spPr>
      </p:sp>
      <p:pic>
        <p:nvPicPr>
          <p:cNvPr id="609" name="">
            <a:extLst xmlns:a="http://schemas.openxmlformats.org/drawingml/2006/main">
              <a:ext uri="{FF2B5EF4-FFF2-40B4-BE49-F238E27FC236}">
                <a16:creationId xmlns:a16="http://schemas.microsoft.com/office/drawing/2014/main" id="{1E027F23-0BCA-4A12-90FB-EBC907CFF2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d392484fa4b0a"/>
          <a:stretch xmlns:a="http://schemas.openxmlformats.org/drawingml/2006/main"/>
        </p:blipFill>
        <p:spPr>
          <a:xfrm xmlns:a="http://schemas.openxmlformats.org/drawingml/2006/main">
            <a:off x="8334326" y="3069297"/>
            <a:ext cx="431409" cy="431409"/>
          </a:xfrm>
          <a:prstGeom xmlns:a="http://schemas.openxmlformats.org/drawingml/2006/main" prst="rect">
            <a:avLst/>
          </a:prstGeom>
        </p:spPr>
      </p:pic>
      <p:sp>
        <p:nvSpPr>
          <p:cNvPr id="610" name="text-614 Multi">
            <a:extLst xmlns:a="http://schemas.openxmlformats.org/drawingml/2006/main">
              <a:ext uri="{FF2B5EF4-FFF2-40B4-BE49-F238E27FC236}">
                <a16:creationId xmlns:a16="http://schemas.microsoft.com/office/drawing/2014/main" id="{70B6F13A-D045-4202-9A36-BC99CC86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4802" y="3569497"/>
            <a:ext cx="358099" cy="192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81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11" name="text-615 -">
            <a:extLst xmlns:a="http://schemas.openxmlformats.org/drawingml/2006/main">
              <a:ext uri="{FF2B5EF4-FFF2-40B4-BE49-F238E27FC236}">
                <a16:creationId xmlns:a16="http://schemas.microsoft.com/office/drawing/2014/main" id="{82135145-BBC8-431A-BCEC-5809903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49382" y="3572943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12" name="text-616 hop ">
            <a:extLst xmlns:a="http://schemas.openxmlformats.org/drawingml/2006/main">
              <a:ext uri="{FF2B5EF4-FFF2-40B4-BE49-F238E27FC236}">
                <a16:creationId xmlns:a16="http://schemas.microsoft.com/office/drawing/2014/main" id="{3E606973-5ED1-4023-9AB0-A3C0B55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6887" y="3570114"/>
            <a:ext cx="289356" cy="19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hop </a:t>
            </a:r>
          </a:p>
        </p:txBody>
      </p:sp>
      <p:sp>
        <p:nvSpPr>
          <p:cNvPr id="613" name="text-617 15.6%">
            <a:extLst xmlns:a="http://schemas.openxmlformats.org/drawingml/2006/main">
              <a:ext uri="{FF2B5EF4-FFF2-40B4-BE49-F238E27FC236}">
                <a16:creationId xmlns:a16="http://schemas.microsoft.com/office/drawing/2014/main" id="{D34AF3BC-D165-4532-8713-E3E487E6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5452" y="3729162"/>
            <a:ext cx="397767" cy="190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15.6%</a:t>
            </a:r>
          </a:p>
        </p:txBody>
      </p:sp>
      <p:pic>
        <p:nvPicPr>
          <p:cNvPr id="614" name="">
            <a:extLst xmlns:a="http://schemas.openxmlformats.org/drawingml/2006/main">
              <a:ext uri="{FF2B5EF4-FFF2-40B4-BE49-F238E27FC236}">
                <a16:creationId xmlns:a16="http://schemas.microsoft.com/office/drawing/2014/main" id="{CF5F3A1C-3852-486E-8EA5-D28DB1F17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8c70321fd4a65"/>
          <a:stretch xmlns:a="http://schemas.openxmlformats.org/drawingml/2006/main"/>
        </p:blipFill>
        <p:spPr>
          <a:xfrm xmlns:a="http://schemas.openxmlformats.org/drawingml/2006/main">
            <a:off x="7571545" y="3813322"/>
            <a:ext cx="362634" cy="362634"/>
          </a:xfrm>
          <a:prstGeom xmlns:a="http://schemas.openxmlformats.org/drawingml/2006/main" prst="rect">
            <a:avLst/>
          </a:prstGeom>
        </p:spPr>
      </p:pic>
      <p:sp>
        <p:nvSpPr>
          <p:cNvPr id="615" name="text-619 Lookup ">
            <a:extLst xmlns:a="http://schemas.openxmlformats.org/drawingml/2006/main">
              <a:ext uri="{FF2B5EF4-FFF2-40B4-BE49-F238E27FC236}">
                <a16:creationId xmlns:a16="http://schemas.microsoft.com/office/drawing/2014/main" id="{1D731F80-F8B8-4823-BB56-4BC6C6AC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6201" y="4133512"/>
            <a:ext cx="505002" cy="192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8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Lookup </a:t>
            </a:r>
          </a:p>
        </p:txBody>
      </p:sp>
      <p:sp>
        <p:nvSpPr>
          <p:cNvPr id="616" name="text-620 8.7%">
            <a:extLst xmlns:a="http://schemas.openxmlformats.org/drawingml/2006/main">
              <a:ext uri="{FF2B5EF4-FFF2-40B4-BE49-F238E27FC236}">
                <a16:creationId xmlns:a16="http://schemas.microsoft.com/office/drawing/2014/main" id="{A07DB634-AD5E-4045-B827-A7F1989B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9344" y="4293414"/>
            <a:ext cx="336097" cy="190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8.7%</a:t>
            </a:r>
          </a:p>
        </p:txBody>
      </p:sp>
      <p:pic>
        <p:nvPicPr>
          <p:cNvPr id="617" name="">
            <a:extLst xmlns:a="http://schemas.openxmlformats.org/drawingml/2006/main">
              <a:ext uri="{FF2B5EF4-FFF2-40B4-BE49-F238E27FC236}">
                <a16:creationId xmlns:a16="http://schemas.microsoft.com/office/drawing/2014/main" id="{0E818BFD-606E-4F82-8EC1-ED9FB4EBBF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1ba5f988940d1"/>
          <a:stretch xmlns:a="http://schemas.openxmlformats.org/drawingml/2006/main"/>
        </p:blipFill>
        <p:spPr>
          <a:xfrm xmlns:a="http://schemas.openxmlformats.org/drawingml/2006/main">
            <a:off x="9572283" y="3125568"/>
            <a:ext cx="437662" cy="437662"/>
          </a:xfrm>
          <a:prstGeom xmlns:a="http://schemas.openxmlformats.org/drawingml/2006/main" prst="rect">
            <a:avLst/>
          </a:prstGeom>
        </p:spPr>
      </p:pic>
      <p:pic>
        <p:nvPicPr>
          <p:cNvPr id="618" name="">
            <a:extLst xmlns:a="http://schemas.openxmlformats.org/drawingml/2006/main">
              <a:ext uri="{FF2B5EF4-FFF2-40B4-BE49-F238E27FC236}">
                <a16:creationId xmlns:a16="http://schemas.microsoft.com/office/drawing/2014/main" id="{F475EFB1-8716-4C64-B4EC-83E1CD7ECF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274b0804d4cad"/>
          <a:stretch xmlns:a="http://schemas.openxmlformats.org/drawingml/2006/main"/>
        </p:blipFill>
        <p:spPr>
          <a:xfrm xmlns:a="http://schemas.openxmlformats.org/drawingml/2006/main">
            <a:off x="10128738" y="4413543"/>
            <a:ext cx="468923" cy="481428"/>
          </a:xfrm>
          <a:prstGeom xmlns:a="http://schemas.openxmlformats.org/drawingml/2006/main" prst="rect">
            <a:avLst/>
          </a:prstGeom>
        </p:spPr>
      </p:pic>
      <p:pic>
        <p:nvPicPr>
          <p:cNvPr id="619" name="">
            <a:extLst xmlns:a="http://schemas.openxmlformats.org/drawingml/2006/main">
              <a:ext uri="{FF2B5EF4-FFF2-40B4-BE49-F238E27FC236}">
                <a16:creationId xmlns:a16="http://schemas.microsoft.com/office/drawing/2014/main" id="{4BB4965B-29C0-4EB4-9DDA-9851092F4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d60f7eb864e8b"/>
          <a:stretch xmlns:a="http://schemas.openxmlformats.org/drawingml/2006/main"/>
        </p:blipFill>
        <p:spPr>
          <a:xfrm xmlns:a="http://schemas.openxmlformats.org/drawingml/2006/main">
            <a:off x="9234658" y="5382651"/>
            <a:ext cx="425157" cy="425157"/>
          </a:xfrm>
          <a:prstGeom xmlns:a="http://schemas.openxmlformats.org/drawingml/2006/main" prst="rect">
            <a:avLst/>
          </a:prstGeom>
        </p:spPr>
      </p:pic>
      <p:pic>
        <p:nvPicPr>
          <p:cNvPr id="620" name="">
            <a:extLst xmlns:a="http://schemas.openxmlformats.org/drawingml/2006/main">
              <a:ext uri="{FF2B5EF4-FFF2-40B4-BE49-F238E27FC236}">
                <a16:creationId xmlns:a16="http://schemas.microsoft.com/office/drawing/2014/main" id="{8AEADC9F-C024-48A1-BEB5-DC944CEA0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bcac17794411d"/>
          <a:stretch xmlns:a="http://schemas.openxmlformats.org/drawingml/2006/main"/>
        </p:blipFill>
        <p:spPr>
          <a:xfrm xmlns:a="http://schemas.openxmlformats.org/drawingml/2006/main">
            <a:off x="7877908" y="4832448"/>
            <a:ext cx="456418" cy="450166"/>
          </a:xfrm>
          <a:prstGeom xmlns:a="http://schemas.openxmlformats.org/drawingml/2006/main" prst="rect">
            <a:avLst/>
          </a:prstGeom>
        </p:spPr>
      </p:pic>
      <p:sp>
        <p:nvSpPr>
          <p:cNvPr id="621" name="text-625 MA">
            <a:extLst xmlns:a="http://schemas.openxmlformats.org/drawingml/2006/main">
              <a:ext uri="{FF2B5EF4-FFF2-40B4-BE49-F238E27FC236}">
                <a16:creationId xmlns:a16="http://schemas.microsoft.com/office/drawing/2014/main" id="{5D1C1845-DB52-4DCF-9B36-6F9C460D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8092" y="5309505"/>
            <a:ext cx="24360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MA</a:t>
            </a:r>
          </a:p>
        </p:txBody>
      </p:sp>
      <p:sp>
        <p:nvSpPr>
          <p:cNvPr id="622" name="text-626 -">
            <a:extLst xmlns:a="http://schemas.openxmlformats.org/drawingml/2006/main">
              <a:ext uri="{FF2B5EF4-FFF2-40B4-BE49-F238E27FC236}">
                <a16:creationId xmlns:a16="http://schemas.microsoft.com/office/drawing/2014/main" id="{6B66374C-9B28-4978-A31C-6CAF835E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748" y="5311402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23" name="text-627 Comp.">
            <a:extLst xmlns:a="http://schemas.openxmlformats.org/drawingml/2006/main">
              <a:ext uri="{FF2B5EF4-FFF2-40B4-BE49-F238E27FC236}">
                <a16:creationId xmlns:a16="http://schemas.microsoft.com/office/drawing/2014/main" id="{27D216D7-18D0-40BE-8184-F9A9112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253" y="5308382"/>
            <a:ext cx="392652" cy="191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Comp.</a:t>
            </a:r>
          </a:p>
        </p:txBody>
      </p:sp>
      <p:sp>
        <p:nvSpPr>
          <p:cNvPr id="624" name="text-628 20.">
            <a:extLst xmlns:a="http://schemas.openxmlformats.org/drawingml/2006/main">
              <a:ext uri="{FF2B5EF4-FFF2-40B4-BE49-F238E27FC236}">
                <a16:creationId xmlns:a16="http://schemas.microsoft.com/office/drawing/2014/main" id="{58AEE8AA-F7C3-4A0F-BF23-66A84DCF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056" y="5467371"/>
            <a:ext cx="225185" cy="191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5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20.</a:t>
            </a:r>
          </a:p>
        </p:txBody>
      </p:sp>
      <p:sp>
        <p:nvSpPr>
          <p:cNvPr id="625" name="text-629 7">
            <a:extLst xmlns:a="http://schemas.openxmlformats.org/drawingml/2006/main">
              <a:ext uri="{FF2B5EF4-FFF2-40B4-BE49-F238E27FC236}">
                <a16:creationId xmlns:a16="http://schemas.microsoft.com/office/drawing/2014/main" id="{BE4B6EE3-F024-44D2-95BA-6099CEF7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4848" y="5469952"/>
            <a:ext cx="105789" cy="187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7</a:t>
            </a:r>
          </a:p>
        </p:txBody>
      </p:sp>
      <p:sp>
        <p:nvSpPr>
          <p:cNvPr id="626" name="text-630 %">
            <a:extLst xmlns:a="http://schemas.openxmlformats.org/drawingml/2006/main">
              <a:ext uri="{FF2B5EF4-FFF2-40B4-BE49-F238E27FC236}">
                <a16:creationId xmlns:a16="http://schemas.microsoft.com/office/drawing/2014/main" id="{324B2B88-2ECB-4110-A964-1693115F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8492" y="5469973"/>
            <a:ext cx="133885" cy="18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%</a:t>
            </a:r>
          </a:p>
        </p:txBody>
      </p:sp>
      <p:sp>
        <p:nvSpPr>
          <p:cNvPr id="627" name="text-631 MA">
            <a:extLst xmlns:a="http://schemas.openxmlformats.org/drawingml/2006/main">
              <a:ext uri="{FF2B5EF4-FFF2-40B4-BE49-F238E27FC236}">
                <a16:creationId xmlns:a16="http://schemas.microsoft.com/office/drawing/2014/main" id="{BAD0A75F-1E83-4CC7-AE49-6339D857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4996" y="5831446"/>
            <a:ext cx="24360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MA</a:t>
            </a:r>
          </a:p>
        </p:txBody>
      </p:sp>
      <p:sp>
        <p:nvSpPr>
          <p:cNvPr id="628" name="text-632 -">
            <a:extLst xmlns:a="http://schemas.openxmlformats.org/drawingml/2006/main">
              <a:ext uri="{FF2B5EF4-FFF2-40B4-BE49-F238E27FC236}">
                <a16:creationId xmlns:a16="http://schemas.microsoft.com/office/drawing/2014/main" id="{B8762DC7-FB6A-4DD6-94B1-8CAE4A3E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6653" y="5833343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29" name="text-633 Arith">
            <a:extLst xmlns:a="http://schemas.openxmlformats.org/drawingml/2006/main">
              <a:ext uri="{FF2B5EF4-FFF2-40B4-BE49-F238E27FC236}">
                <a16:creationId xmlns:a16="http://schemas.microsoft.com/office/drawing/2014/main" id="{9CB194E8-84B9-4C84-A307-E27CC44E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4158" y="5830625"/>
            <a:ext cx="371562" cy="19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6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Arith</a:t>
            </a:r>
          </a:p>
        </p:txBody>
      </p:sp>
      <p:sp>
        <p:nvSpPr>
          <p:cNvPr id="630" name="text-634 .">
            <a:extLst xmlns:a="http://schemas.openxmlformats.org/drawingml/2006/main">
              <a:ext uri="{FF2B5EF4-FFF2-40B4-BE49-F238E27FC236}">
                <a16:creationId xmlns:a16="http://schemas.microsoft.com/office/drawing/2014/main" id="{EC20E93A-8EB6-4617-8B02-1E8875F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3373" y="5833436"/>
            <a:ext cx="57408" cy="187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631" name="text-635 17.4%">
            <a:extLst xmlns:a="http://schemas.openxmlformats.org/drawingml/2006/main">
              <a:ext uri="{FF2B5EF4-FFF2-40B4-BE49-F238E27FC236}">
                <a16:creationId xmlns:a16="http://schemas.microsoft.com/office/drawing/2014/main" id="{69DD77CA-A49E-4605-B6C7-1E5FD82F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8237" y="5991569"/>
            <a:ext cx="397767" cy="190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17.4%</a:t>
            </a:r>
          </a:p>
        </p:txBody>
      </p:sp>
      <p:sp>
        <p:nvSpPr>
          <p:cNvPr id="632" name="text-636 MA">
            <a:extLst xmlns:a="http://schemas.openxmlformats.org/drawingml/2006/main">
              <a:ext uri="{FF2B5EF4-FFF2-40B4-BE49-F238E27FC236}">
                <a16:creationId xmlns:a16="http://schemas.microsoft.com/office/drawing/2014/main" id="{5B159025-6CFF-496B-A2D1-314358FC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44160" y="4918052"/>
            <a:ext cx="243607" cy="1900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MA</a:t>
            </a:r>
          </a:p>
        </p:txBody>
      </p:sp>
      <p:sp>
        <p:nvSpPr>
          <p:cNvPr id="633" name="text-637 -">
            <a:extLst xmlns:a="http://schemas.openxmlformats.org/drawingml/2006/main">
              <a:ext uri="{FF2B5EF4-FFF2-40B4-BE49-F238E27FC236}">
                <a16:creationId xmlns:a16="http://schemas.microsoft.com/office/drawing/2014/main" id="{09AFB0C4-B642-47C2-88DF-FDCBC61B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5817" y="4919949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4" name="text-638 Join">
            <a:extLst xmlns:a="http://schemas.openxmlformats.org/drawingml/2006/main">
              <a:ext uri="{FF2B5EF4-FFF2-40B4-BE49-F238E27FC236}">
                <a16:creationId xmlns:a16="http://schemas.microsoft.com/office/drawing/2014/main" id="{467788A4-C362-4914-8B6F-CD2BDB9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3322" y="4916931"/>
            <a:ext cx="297647" cy="191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8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Join</a:t>
            </a:r>
          </a:p>
        </p:txBody>
      </p:sp>
      <p:sp>
        <p:nvSpPr>
          <p:cNvPr id="635" name="text-640 18.1%">
            <a:extLst xmlns:a="http://schemas.openxmlformats.org/drawingml/2006/main">
              <a:ext uri="{FF2B5EF4-FFF2-40B4-BE49-F238E27FC236}">
                <a16:creationId xmlns:a16="http://schemas.microsoft.com/office/drawing/2014/main" id="{5C766F0C-CCD0-49B3-B1CB-77D560E9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4399" y="5076218"/>
            <a:ext cx="375810" cy="1906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2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18.1%</a:t>
            </a:r>
          </a:p>
        </p:txBody>
      </p:sp>
      <p:sp>
        <p:nvSpPr>
          <p:cNvPr id="636" name="text-641 Know.">
            <a:extLst xmlns:a="http://schemas.openxmlformats.org/drawingml/2006/main">
              <a:ext uri="{FF2B5EF4-FFF2-40B4-BE49-F238E27FC236}">
                <a16:creationId xmlns:a16="http://schemas.microsoft.com/office/drawing/2014/main" id="{15806AB8-7926-4B56-AEB1-B0F2CBE7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78051" y="3569780"/>
            <a:ext cx="379991" cy="191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Know.</a:t>
            </a:r>
          </a:p>
        </p:txBody>
      </p:sp>
      <p:sp>
        <p:nvSpPr>
          <p:cNvPr id="637" name="text-642 -">
            <a:extLst xmlns:a="http://schemas.openxmlformats.org/drawingml/2006/main">
              <a:ext uri="{FF2B5EF4-FFF2-40B4-BE49-F238E27FC236}">
                <a16:creationId xmlns:a16="http://schemas.microsoft.com/office/drawing/2014/main" id="{6108BADF-1744-4A94-AA0F-ECA90B17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4585" y="3572943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38" name="text-643 Count">
            <a:extLst xmlns:a="http://schemas.openxmlformats.org/drawingml/2006/main">
              <a:ext uri="{FF2B5EF4-FFF2-40B4-BE49-F238E27FC236}">
                <a16:creationId xmlns:a16="http://schemas.microsoft.com/office/drawing/2014/main" id="{6E11B1E3-D114-4BD4-9437-47B2621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2090" y="3569782"/>
            <a:ext cx="386812" cy="191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9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Count</a:t>
            </a:r>
          </a:p>
        </p:txBody>
      </p:sp>
      <p:sp>
        <p:nvSpPr>
          <p:cNvPr id="639" name="text-645 19.4%">
            <a:extLst xmlns:a="http://schemas.openxmlformats.org/drawingml/2006/main">
              <a:ext uri="{FF2B5EF4-FFF2-40B4-BE49-F238E27FC236}">
                <a16:creationId xmlns:a16="http://schemas.microsoft.com/office/drawing/2014/main" id="{554C614A-8D38-431D-8651-21A1FC66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99166" y="3729162"/>
            <a:ext cx="397767" cy="190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19.4%</a:t>
            </a:r>
          </a:p>
        </p:txBody>
      </p:sp>
      <p:pic>
        <p:nvPicPr>
          <p:cNvPr id="640" name="">
            <a:extLst xmlns:a="http://schemas.openxmlformats.org/drawingml/2006/main">
              <a:ext uri="{FF2B5EF4-FFF2-40B4-BE49-F238E27FC236}">
                <a16:creationId xmlns:a16="http://schemas.microsoft.com/office/drawing/2014/main" id="{E46AEB05-DE75-4407-9B99-57111E9E9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3a01988de44fc"/>
          <a:stretch xmlns:a="http://schemas.openxmlformats.org/drawingml/2006/main"/>
        </p:blipFill>
        <p:spPr>
          <a:xfrm xmlns:a="http://schemas.openxmlformats.org/drawingml/2006/main">
            <a:off x="8077982" y="6508066"/>
            <a:ext cx="700258" cy="700258"/>
          </a:xfrm>
          <a:prstGeom xmlns:a="http://schemas.openxmlformats.org/drawingml/2006/main" prst="rect">
            <a:avLst/>
          </a:prstGeom>
        </p:spPr>
      </p:pic>
      <p:sp>
        <p:nvSpPr>
          <p:cNvPr id="641" name="text-647 301 Samples">
            <a:extLst xmlns:a="http://schemas.openxmlformats.org/drawingml/2006/main">
              <a:ext uri="{FF2B5EF4-FFF2-40B4-BE49-F238E27FC236}">
                <a16:creationId xmlns:a16="http://schemas.microsoft.com/office/drawing/2014/main" id="{2A69D150-0D5C-48D6-AD28-D02991A0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0610" y="7280791"/>
            <a:ext cx="1001381" cy="2346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301 Samples</a:t>
            </a:r>
          </a:p>
        </p:txBody>
      </p:sp>
      <p:sp>
        <p:nvSpPr>
          <p:cNvPr id="642" name="text-648 Multi">
            <a:extLst xmlns:a="http://schemas.openxmlformats.org/drawingml/2006/main">
              <a:ext uri="{FF2B5EF4-FFF2-40B4-BE49-F238E27FC236}">
                <a16:creationId xmlns:a16="http://schemas.microsoft.com/office/drawing/2014/main" id="{D0E4D7A6-DD37-465A-AB27-20B3791B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0439" y="7483425"/>
            <a:ext cx="349244" cy="1875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055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Multi</a:t>
            </a:r>
          </a:p>
        </p:txBody>
      </p:sp>
      <p:sp>
        <p:nvSpPr>
          <p:cNvPr id="643" name="text-649 -">
            <a:extLst xmlns:a="http://schemas.openxmlformats.org/drawingml/2006/main">
              <a:ext uri="{FF2B5EF4-FFF2-40B4-BE49-F238E27FC236}">
                <a16:creationId xmlns:a16="http://schemas.microsoft.com/office/drawing/2014/main" id="{984FFD4F-ED3E-4F23-B6EB-D84E0D5A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5605" y="7483475"/>
            <a:ext cx="79840" cy="187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054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644" name="text-650 Image">
            <a:extLst xmlns:a="http://schemas.openxmlformats.org/drawingml/2006/main">
              <a:ext uri="{FF2B5EF4-FFF2-40B4-BE49-F238E27FC236}">
                <a16:creationId xmlns:a16="http://schemas.microsoft.com/office/drawing/2014/main" id="{164B7398-5B3F-4794-880F-166B6066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1020" y="7483092"/>
            <a:ext cx="415281" cy="1879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057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pic>
        <p:nvPicPr>
          <p:cNvPr id="645" name="">
            <a:extLst xmlns:a="http://schemas.openxmlformats.org/drawingml/2006/main">
              <a:ext uri="{FF2B5EF4-FFF2-40B4-BE49-F238E27FC236}">
                <a16:creationId xmlns:a16="http://schemas.microsoft.com/office/drawing/2014/main" id="{2EC7D392-FAEE-45AB-8F0E-BA14C88574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f91668b2a488d"/>
          <a:stretch xmlns:a="http://schemas.openxmlformats.org/drawingml/2006/main"/>
        </p:blipFill>
        <p:spPr>
          <a:xfrm xmlns:a="http://schemas.openxmlformats.org/drawingml/2006/main">
            <a:off x="9309686" y="6445543"/>
            <a:ext cx="837809" cy="837809"/>
          </a:xfrm>
          <a:prstGeom xmlns:a="http://schemas.openxmlformats.org/drawingml/2006/main" prst="rect">
            <a:avLst/>
          </a:prstGeom>
        </p:spPr>
      </p:pic>
      <p:sp>
        <p:nvSpPr>
          <p:cNvPr id="646" name="text-652 307 Samples">
            <a:extLst xmlns:a="http://schemas.openxmlformats.org/drawingml/2006/main">
              <a:ext uri="{FF2B5EF4-FFF2-40B4-BE49-F238E27FC236}">
                <a16:creationId xmlns:a16="http://schemas.microsoft.com/office/drawing/2014/main" id="{FE9DE0D7-53B2-4A7B-BA95-E56D68F7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3760" y="7298877"/>
            <a:ext cx="1028178" cy="23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320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307 Samples</a:t>
            </a:r>
          </a:p>
        </p:txBody>
      </p:sp>
      <p:sp>
        <p:nvSpPr>
          <p:cNvPr id="647" name="text-653 Video">
            <a:extLst xmlns:a="http://schemas.openxmlformats.org/drawingml/2006/main">
              <a:ext uri="{FF2B5EF4-FFF2-40B4-BE49-F238E27FC236}">
                <a16:creationId xmlns:a16="http://schemas.microsoft.com/office/drawing/2014/main" id="{DAE36488-094A-416E-AD8D-D2E21CC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4744" y="7504471"/>
            <a:ext cx="379504" cy="191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defRPr>
            </a:pPr>
            <a:r>
              <a:rPr sz="1079" b="0" i="0">
                <a:solidFill>
                  <a:srgbClr val="557DD6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648" name="text-654 OneSearch">
            <a:extLst xmlns:a="http://schemas.openxmlformats.org/drawingml/2006/main">
              <a:ext uri="{FF2B5EF4-FFF2-40B4-BE49-F238E27FC236}">
                <a16:creationId xmlns:a16="http://schemas.microsoft.com/office/drawing/2014/main" id="{6A16C29F-AD8E-4B4D-A84C-05876F1D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0517" y="4621547"/>
            <a:ext cx="1078379" cy="2810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pPr>
            <a:r>
              <a:rPr sz="1581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rPr>
              <a:t>OneSearch</a:t>
            </a:r>
          </a:p>
        </p:txBody>
      </p:sp>
      <p:sp>
        <p:nvSpPr>
          <p:cNvPr id="649" name="text-655 Bench">
            <a:extLst xmlns:a="http://schemas.openxmlformats.org/drawingml/2006/main">
              <a:ext uri="{FF2B5EF4-FFF2-40B4-BE49-F238E27FC236}">
                <a16:creationId xmlns:a16="http://schemas.microsoft.com/office/drawing/2014/main" id="{9C1859F2-985A-4B41-8E30-53ECBD67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0993" y="4862100"/>
            <a:ext cx="597573" cy="2815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defRPr>
            </a:pPr>
            <a:r>
              <a:rPr sz="1584" b="0" i="0">
                <a:solidFill>
                  <a:srgbClr val="223DBA"/>
                </a:solidFill>
                <a:latin typeface="Comic Sans MS"/>
                <a:ea typeface="Comic Sans MS"/>
                <a:cs typeface="Comic Sans MS"/>
              </a:rPr>
              <a:t>Bench</a:t>
            </a:r>
          </a:p>
        </p:txBody>
      </p:sp>
      <p:pic>
        <p:nvPicPr>
          <p:cNvPr id="650" name="">
            <a:extLst xmlns:a="http://schemas.openxmlformats.org/drawingml/2006/main">
              <a:ext uri="{FF2B5EF4-FFF2-40B4-BE49-F238E27FC236}">
                <a16:creationId xmlns:a16="http://schemas.microsoft.com/office/drawing/2014/main" id="{9EFF24C3-F68B-4CB0-9323-C7B6A5EF15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91fdbdc9c4727"/>
          <a:stretch xmlns:a="http://schemas.openxmlformats.org/drawingml/2006/main"/>
        </p:blipFill>
        <p:spPr>
          <a:xfrm xmlns:a="http://schemas.openxmlformats.org/drawingml/2006/main">
            <a:off x="8759483" y="3938368"/>
            <a:ext cx="687754" cy="6877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4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8" name="path-1">
            <a:extLst xmlns:a="http://schemas.openxmlformats.org/drawingml/2006/main">
              <a:ext uri="{FF2B5EF4-FFF2-40B4-BE49-F238E27FC236}">
                <a16:creationId xmlns:a16="http://schemas.microsoft.com/office/drawing/2014/main" id="{5AB7642C-3544-49E4-9ADE-9E7D486F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39379"/>
            <a:ext cx="18288000" cy="5809157"/>
          </a:xfrm>
          <a:custGeom xmlns:a="http://schemas.openxmlformats.org/drawingml/2006/main">
            <a:pathLst>
              <a:path w="17526000" h="5567108">
                <a:moveTo>
                  <a:pt x="17526000" y="5567108"/>
                </a:moveTo>
                <a:lnTo>
                  <a:pt x="17526000" y="0"/>
                </a:lnTo>
                <a:lnTo>
                  <a:pt x="0" y="0"/>
                </a:lnTo>
                <a:lnTo>
                  <a:pt x="0" y="5567108"/>
                </a:lnTo>
                <a:lnTo>
                  <a:pt x="17526000" y="55671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B7C88820-5CB8-4FDC-96DC-18A160EE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39379"/>
            <a:ext cx="18288000" cy="5804805"/>
          </a:xfrm>
          <a:custGeom xmlns:a="http://schemas.openxmlformats.org/drawingml/2006/main">
            <a:pathLst>
              <a:path w="17526000" h="5562938">
                <a:moveTo>
                  <a:pt x="17526000" y="5562938"/>
                </a:moveTo>
                <a:lnTo>
                  <a:pt x="17526000" y="0"/>
                </a:lnTo>
                <a:lnTo>
                  <a:pt x="0" y="0"/>
                </a:lnTo>
                <a:lnTo>
                  <a:pt x="0" y="5562938"/>
                </a:lnTo>
                <a:lnTo>
                  <a:pt x="17526000" y="556293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th-3">
            <a:extLst xmlns:a="http://schemas.openxmlformats.org/drawingml/2006/main">
              <a:ext uri="{FF2B5EF4-FFF2-40B4-BE49-F238E27FC236}">
                <a16:creationId xmlns:a16="http://schemas.microsoft.com/office/drawing/2014/main" id="{C5F3E8D5-A4E3-47DA-A62C-423F7FB4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52" y="2305229"/>
            <a:ext cx="5851093" cy="5665683"/>
          </a:xfrm>
          <a:custGeom xmlns:a="http://schemas.openxmlformats.org/drawingml/2006/main">
            <a:pathLst>
              <a:path w="5607298" h="5429613">
                <a:moveTo>
                  <a:pt x="0" y="304330"/>
                </a:moveTo>
                <a:cubicBezTo>
                  <a:pt x="0" y="136253"/>
                  <a:pt x="136253" y="0"/>
                  <a:pt x="304330" y="0"/>
                </a:cubicBezTo>
                <a:lnTo>
                  <a:pt x="5302968" y="0"/>
                </a:lnTo>
                <a:cubicBezTo>
                  <a:pt x="5471045" y="0"/>
                  <a:pt x="5607298" y="136253"/>
                  <a:pt x="5607298" y="304330"/>
                </a:cubicBezTo>
                <a:lnTo>
                  <a:pt x="5607298" y="5125283"/>
                </a:lnTo>
                <a:cubicBezTo>
                  <a:pt x="5607298" y="5293360"/>
                  <a:pt x="5471045" y="5429613"/>
                  <a:pt x="5302968" y="5429613"/>
                </a:cubicBezTo>
                <a:lnTo>
                  <a:pt x="304330" y="5429613"/>
                </a:lnTo>
                <a:cubicBezTo>
                  <a:pt x="136253" y="5429613"/>
                  <a:pt x="0" y="5293360"/>
                  <a:pt x="0" y="5125283"/>
                </a:cubicBezTo>
                <a:lnTo>
                  <a:pt x="0" y="304330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4" name="text-4 Multimodal">
            <a:extLst xmlns:a="http://schemas.openxmlformats.org/drawingml/2006/main">
              <a:ext uri="{FF2B5EF4-FFF2-40B4-BE49-F238E27FC236}">
                <a16:creationId xmlns:a16="http://schemas.microsoft.com/office/drawing/2014/main" id="{16450118-12A3-4A5A-A8D1-6E42D872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592" y="2462816"/>
            <a:ext cx="1351549" cy="3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Multimodal</a:t>
            </a:r>
          </a:p>
        </p:txBody>
      </p:sp>
      <p:sp>
        <p:nvSpPr>
          <p:cNvPr id="5" name="text-5 Rollout">
            <a:extLst xmlns:a="http://schemas.openxmlformats.org/drawingml/2006/main">
              <a:ext uri="{FF2B5EF4-FFF2-40B4-BE49-F238E27FC236}">
                <a16:creationId xmlns:a16="http://schemas.microsoft.com/office/drawing/2014/main" id="{6CE55AF2-4BEB-42F4-95AF-0253EE8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1994" y="2462386"/>
            <a:ext cx="870951" cy="358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Rollout</a:t>
            </a:r>
          </a:p>
        </p:txBody>
      </p:sp>
      <p:sp>
        <p:nvSpPr>
          <p:cNvPr id="6" name="text-6 Samples">
            <a:extLst xmlns:a="http://schemas.openxmlformats.org/drawingml/2006/main">
              <a:ext uri="{FF2B5EF4-FFF2-40B4-BE49-F238E27FC236}">
                <a16:creationId xmlns:a16="http://schemas.microsoft.com/office/drawing/2014/main" id="{C3A78B86-F2AA-41ED-9865-AFB9ADC8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2793" y="2462269"/>
            <a:ext cx="1026626" cy="358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Samples</a:t>
            </a:r>
          </a:p>
        </p:txBody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AC7FAC19-BF4D-4D3A-8E9E-EE0A0EAD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28" y="2956649"/>
            <a:ext cx="1710307" cy="1215047"/>
          </a:xfrm>
          <a:custGeom xmlns:a="http://schemas.openxmlformats.org/drawingml/2006/main">
            <a:pathLst>
              <a:path w="1639044" h="1164420">
                <a:moveTo>
                  <a:pt x="0" y="65266"/>
                </a:moveTo>
                <a:cubicBezTo>
                  <a:pt x="0" y="29221"/>
                  <a:pt x="29221" y="0"/>
                  <a:pt x="65266" y="0"/>
                </a:cubicBezTo>
                <a:lnTo>
                  <a:pt x="1573778" y="0"/>
                </a:lnTo>
                <a:cubicBezTo>
                  <a:pt x="1609824" y="0"/>
                  <a:pt x="1639044" y="29221"/>
                  <a:pt x="1639044" y="65266"/>
                </a:cubicBezTo>
                <a:lnTo>
                  <a:pt x="1639044" y="1099153"/>
                </a:lnTo>
                <a:cubicBezTo>
                  <a:pt x="1639044" y="1135199"/>
                  <a:pt x="1609824" y="1164420"/>
                  <a:pt x="1573778" y="1164420"/>
                </a:cubicBezTo>
                <a:lnTo>
                  <a:pt x="65266" y="1164420"/>
                </a:lnTo>
                <a:cubicBezTo>
                  <a:pt x="29221" y="1164420"/>
                  <a:pt x="0" y="1135199"/>
                  <a:pt x="0" y="1099153"/>
                </a:cubicBezTo>
                <a:lnTo>
                  <a:pt x="0" y="65266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8" name="text-8 Image">
            <a:extLst xmlns:a="http://schemas.openxmlformats.org/drawingml/2006/main">
              <a:ext uri="{FF2B5EF4-FFF2-40B4-BE49-F238E27FC236}">
                <a16:creationId xmlns:a16="http://schemas.microsoft.com/office/drawing/2014/main" id="{DA0F0434-77A1-47F9-A83F-1F9289E0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9834" y="3041155"/>
            <a:ext cx="475188" cy="215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9" name="path-10">
            <a:extLst xmlns:a="http://schemas.openxmlformats.org/drawingml/2006/main">
              <a:ext uri="{FF2B5EF4-FFF2-40B4-BE49-F238E27FC236}">
                <a16:creationId xmlns:a16="http://schemas.microsoft.com/office/drawing/2014/main" id="{632AE5D8-93E6-41C6-B453-BC39A4CF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34" y="3058273"/>
            <a:ext cx="66200" cy="136500"/>
          </a:xfrm>
          <a:custGeom xmlns:a="http://schemas.openxmlformats.org/drawingml/2006/main">
            <a:pathLst>
              <a:path w="63442" h="130813">
                <a:moveTo>
                  <a:pt x="32008" y="102925"/>
                </a:moveTo>
                <a:cubicBezTo>
                  <a:pt x="31178" y="106695"/>
                  <a:pt x="30635" y="109681"/>
                  <a:pt x="30379" y="111885"/>
                </a:cubicBezTo>
                <a:cubicBezTo>
                  <a:pt x="30124" y="114090"/>
                  <a:pt x="29996" y="116086"/>
                  <a:pt x="29996" y="117875"/>
                </a:cubicBezTo>
                <a:cubicBezTo>
                  <a:pt x="29996" y="120750"/>
                  <a:pt x="30715" y="122779"/>
                  <a:pt x="32152" y="123960"/>
                </a:cubicBezTo>
                <a:cubicBezTo>
                  <a:pt x="33590" y="125142"/>
                  <a:pt x="36001" y="125861"/>
                  <a:pt x="39388" y="126117"/>
                </a:cubicBezTo>
                <a:lnTo>
                  <a:pt x="38333" y="130813"/>
                </a:lnTo>
                <a:lnTo>
                  <a:pt x="0" y="130813"/>
                </a:lnTo>
                <a:lnTo>
                  <a:pt x="1054" y="126117"/>
                </a:lnTo>
                <a:cubicBezTo>
                  <a:pt x="3482" y="125733"/>
                  <a:pt x="5303" y="125110"/>
                  <a:pt x="6517" y="124248"/>
                </a:cubicBezTo>
                <a:cubicBezTo>
                  <a:pt x="7731" y="123385"/>
                  <a:pt x="8753" y="122188"/>
                  <a:pt x="9583" y="120654"/>
                </a:cubicBezTo>
                <a:cubicBezTo>
                  <a:pt x="10414" y="119121"/>
                  <a:pt x="11181" y="117252"/>
                  <a:pt x="11883" y="115048"/>
                </a:cubicBezTo>
                <a:cubicBezTo>
                  <a:pt x="12586" y="112844"/>
                  <a:pt x="13640" y="108579"/>
                  <a:pt x="15046" y="102254"/>
                </a:cubicBezTo>
                <a:lnTo>
                  <a:pt x="31338" y="28463"/>
                </a:lnTo>
                <a:cubicBezTo>
                  <a:pt x="32743" y="22074"/>
                  <a:pt x="33446" y="16931"/>
                  <a:pt x="33446" y="13033"/>
                </a:cubicBezTo>
                <a:cubicBezTo>
                  <a:pt x="33446" y="10031"/>
                  <a:pt x="32695" y="7938"/>
                  <a:pt x="31194" y="6756"/>
                </a:cubicBezTo>
                <a:cubicBezTo>
                  <a:pt x="29692" y="5574"/>
                  <a:pt x="27313" y="4887"/>
                  <a:pt x="24054" y="4696"/>
                </a:cubicBezTo>
                <a:lnTo>
                  <a:pt x="25108" y="0"/>
                </a:lnTo>
                <a:lnTo>
                  <a:pt x="63442" y="0"/>
                </a:lnTo>
                <a:lnTo>
                  <a:pt x="62388" y="4696"/>
                </a:lnTo>
                <a:cubicBezTo>
                  <a:pt x="59960" y="5207"/>
                  <a:pt x="58219" y="5782"/>
                  <a:pt x="57165" y="6421"/>
                </a:cubicBezTo>
                <a:cubicBezTo>
                  <a:pt x="56110" y="7060"/>
                  <a:pt x="55168" y="8018"/>
                  <a:pt x="54338" y="9296"/>
                </a:cubicBezTo>
                <a:cubicBezTo>
                  <a:pt x="53507" y="10574"/>
                  <a:pt x="52644" y="12570"/>
                  <a:pt x="51750" y="15285"/>
                </a:cubicBezTo>
                <a:cubicBezTo>
                  <a:pt x="50856" y="18001"/>
                  <a:pt x="49738" y="22425"/>
                  <a:pt x="48396" y="28558"/>
                </a:cubicBezTo>
                <a:lnTo>
                  <a:pt x="32008" y="1029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-11">
            <a:extLst xmlns:a="http://schemas.openxmlformats.org/drawingml/2006/main">
              <a:ext uri="{FF2B5EF4-FFF2-40B4-BE49-F238E27FC236}">
                <a16:creationId xmlns:a16="http://schemas.microsoft.com/office/drawing/2014/main" id="{9FD80580-ADF5-44EE-ABDF-B280173D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66" y="3140656"/>
            <a:ext cx="67350" cy="98700"/>
          </a:xfrm>
          <a:custGeom xmlns:a="http://schemas.openxmlformats.org/drawingml/2006/main">
            <a:pathLst>
              <a:path w="64544" h="94588">
                <a:moveTo>
                  <a:pt x="31481" y="94588"/>
                </a:moveTo>
                <a:cubicBezTo>
                  <a:pt x="20844" y="94588"/>
                  <a:pt x="12938" y="90730"/>
                  <a:pt x="7763" y="83016"/>
                </a:cubicBezTo>
                <a:cubicBezTo>
                  <a:pt x="2588" y="75301"/>
                  <a:pt x="0" y="63609"/>
                  <a:pt x="0" y="47941"/>
                </a:cubicBezTo>
                <a:cubicBezTo>
                  <a:pt x="0" y="39747"/>
                  <a:pt x="803" y="32655"/>
                  <a:pt x="2408" y="26666"/>
                </a:cubicBezTo>
                <a:cubicBezTo>
                  <a:pt x="4013" y="20676"/>
                  <a:pt x="6265" y="15705"/>
                  <a:pt x="9164" y="11752"/>
                </a:cubicBezTo>
                <a:cubicBezTo>
                  <a:pt x="12063" y="7798"/>
                  <a:pt x="15501" y="4852"/>
                  <a:pt x="19478" y="2911"/>
                </a:cubicBezTo>
                <a:cubicBezTo>
                  <a:pt x="23455" y="970"/>
                  <a:pt x="27816" y="0"/>
                  <a:pt x="32559" y="0"/>
                </a:cubicBezTo>
                <a:cubicBezTo>
                  <a:pt x="38261" y="0"/>
                  <a:pt x="43137" y="1066"/>
                  <a:pt x="47186" y="3198"/>
                </a:cubicBezTo>
                <a:cubicBezTo>
                  <a:pt x="51235" y="5331"/>
                  <a:pt x="54541" y="8373"/>
                  <a:pt x="57105" y="12327"/>
                </a:cubicBezTo>
                <a:cubicBezTo>
                  <a:pt x="59668" y="16280"/>
                  <a:pt x="61549" y="21107"/>
                  <a:pt x="62747" y="26809"/>
                </a:cubicBezTo>
                <a:cubicBezTo>
                  <a:pt x="63945" y="32511"/>
                  <a:pt x="64544" y="38956"/>
                  <a:pt x="64544" y="46144"/>
                </a:cubicBezTo>
                <a:cubicBezTo>
                  <a:pt x="64544" y="62100"/>
                  <a:pt x="61717" y="74163"/>
                  <a:pt x="56063" y="82333"/>
                </a:cubicBezTo>
                <a:cubicBezTo>
                  <a:pt x="50408" y="90503"/>
                  <a:pt x="42215" y="94588"/>
                  <a:pt x="31481" y="94588"/>
                </a:cubicBezTo>
                <a:moveTo>
                  <a:pt x="14878" y="46216"/>
                </a:moveTo>
                <a:cubicBezTo>
                  <a:pt x="14878" y="53355"/>
                  <a:pt x="15226" y="59525"/>
                  <a:pt x="15920" y="64723"/>
                </a:cubicBezTo>
                <a:cubicBezTo>
                  <a:pt x="16615" y="69922"/>
                  <a:pt x="17693" y="74199"/>
                  <a:pt x="19155" y="77553"/>
                </a:cubicBezTo>
                <a:cubicBezTo>
                  <a:pt x="20616" y="80907"/>
                  <a:pt x="22449" y="83375"/>
                  <a:pt x="24653" y="84956"/>
                </a:cubicBezTo>
                <a:cubicBezTo>
                  <a:pt x="26857" y="86538"/>
                  <a:pt x="29493" y="87328"/>
                  <a:pt x="32559" y="87328"/>
                </a:cubicBezTo>
                <a:cubicBezTo>
                  <a:pt x="35434" y="87328"/>
                  <a:pt x="37950" y="86585"/>
                  <a:pt x="40106" y="85100"/>
                </a:cubicBezTo>
                <a:cubicBezTo>
                  <a:pt x="42263" y="83615"/>
                  <a:pt x="44047" y="81303"/>
                  <a:pt x="45461" y="78164"/>
                </a:cubicBezTo>
                <a:cubicBezTo>
                  <a:pt x="46875" y="75026"/>
                  <a:pt x="47941" y="71048"/>
                  <a:pt x="48659" y="66233"/>
                </a:cubicBezTo>
                <a:cubicBezTo>
                  <a:pt x="49378" y="61417"/>
                  <a:pt x="49738" y="55727"/>
                  <a:pt x="49738" y="49163"/>
                </a:cubicBezTo>
                <a:cubicBezTo>
                  <a:pt x="49738" y="41783"/>
                  <a:pt x="49342" y="35434"/>
                  <a:pt x="48552" y="30116"/>
                </a:cubicBezTo>
                <a:cubicBezTo>
                  <a:pt x="47761" y="24797"/>
                  <a:pt x="46647" y="20424"/>
                  <a:pt x="45209" y="16998"/>
                </a:cubicBezTo>
                <a:cubicBezTo>
                  <a:pt x="43772" y="13572"/>
                  <a:pt x="41963" y="11045"/>
                  <a:pt x="39783" y="9416"/>
                </a:cubicBezTo>
                <a:cubicBezTo>
                  <a:pt x="37603" y="7786"/>
                  <a:pt x="35099" y="6972"/>
                  <a:pt x="32272" y="6972"/>
                </a:cubicBezTo>
                <a:cubicBezTo>
                  <a:pt x="28918" y="6972"/>
                  <a:pt x="26115" y="7846"/>
                  <a:pt x="23863" y="9595"/>
                </a:cubicBezTo>
                <a:cubicBezTo>
                  <a:pt x="21610" y="11344"/>
                  <a:pt x="19826" y="13908"/>
                  <a:pt x="18508" y="17286"/>
                </a:cubicBezTo>
                <a:cubicBezTo>
                  <a:pt x="17190" y="20664"/>
                  <a:pt x="16256" y="24785"/>
                  <a:pt x="15705" y="29648"/>
                </a:cubicBezTo>
                <a:cubicBezTo>
                  <a:pt x="15154" y="34512"/>
                  <a:pt x="14878" y="40034"/>
                  <a:pt x="14878" y="46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C4398B-5721-4AEB-A472-897AAD3B13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7c17c647c480a"/>
          <a:stretch xmlns:a="http://schemas.openxmlformats.org/drawingml/2006/main"/>
        </p:blipFill>
        <p:spPr>
          <a:xfrm xmlns:a="http://schemas.openxmlformats.org/drawingml/2006/main">
            <a:off x="407504" y="3314700"/>
            <a:ext cx="1361661" cy="834887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28C80-EA3D-4B4E-87BB-14A7411E30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60aaa417a416a"/>
          <a:stretch xmlns:a="http://schemas.openxmlformats.org/drawingml/2006/main"/>
        </p:blipFill>
        <p:spPr>
          <a:xfrm xmlns:a="http://schemas.openxmlformats.org/drawingml/2006/main">
            <a:off x="4721087" y="3374335"/>
            <a:ext cx="775252" cy="675861"/>
          </a:xfrm>
          <a:prstGeom xmlns:a="http://schemas.openxmlformats.org/drawingml/2006/main" prst="rect">
            <a:avLst/>
          </a:prstGeom>
        </p:spPr>
      </p:pic>
      <p:sp>
        <p:nvSpPr>
          <p:cNvPr id="13" name="path-14">
            <a:extLst xmlns:a="http://schemas.openxmlformats.org/drawingml/2006/main">
              <a:ext uri="{FF2B5EF4-FFF2-40B4-BE49-F238E27FC236}">
                <a16:creationId xmlns:a16="http://schemas.microsoft.com/office/drawing/2014/main" id="{6627DCE1-067F-426A-AD08-5E96470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278" y="2956649"/>
            <a:ext cx="2125601" cy="1215047"/>
          </a:xfrm>
          <a:custGeom xmlns:a="http://schemas.openxmlformats.org/drawingml/2006/main">
            <a:pathLst>
              <a:path w="2037034" h="1164420">
                <a:moveTo>
                  <a:pt x="0" y="65266"/>
                </a:moveTo>
                <a:cubicBezTo>
                  <a:pt x="0" y="29221"/>
                  <a:pt x="29220" y="0"/>
                  <a:pt x="65266" y="0"/>
                </a:cubicBezTo>
                <a:lnTo>
                  <a:pt x="1971769" y="0"/>
                </a:lnTo>
                <a:cubicBezTo>
                  <a:pt x="2007813" y="0"/>
                  <a:pt x="2037034" y="29221"/>
                  <a:pt x="2037034" y="65266"/>
                </a:cubicBezTo>
                <a:lnTo>
                  <a:pt x="2037034" y="1099154"/>
                </a:lnTo>
                <a:cubicBezTo>
                  <a:pt x="2037034" y="1135199"/>
                  <a:pt x="2007813" y="1164420"/>
                  <a:pt x="1971769" y="1164420"/>
                </a:cubicBezTo>
                <a:lnTo>
                  <a:pt x="65266" y="1164420"/>
                </a:lnTo>
                <a:cubicBezTo>
                  <a:pt x="29220" y="1164420"/>
                  <a:pt x="0" y="1135199"/>
                  <a:pt x="0" y="1099154"/>
                </a:cubicBezTo>
                <a:lnTo>
                  <a:pt x="0" y="65266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14" name="text-15 Video">
            <a:extLst xmlns:a="http://schemas.openxmlformats.org/drawingml/2006/main">
              <a:ext uri="{FF2B5EF4-FFF2-40B4-BE49-F238E27FC236}">
                <a16:creationId xmlns:a16="http://schemas.microsoft.com/office/drawing/2014/main" id="{BE2A897D-0B7E-46FC-86A9-03581DFE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03727" y="3038206"/>
            <a:ext cx="425312" cy="214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5" name="path-17">
            <a:extLst xmlns:a="http://schemas.openxmlformats.org/drawingml/2006/main">
              <a:ext uri="{FF2B5EF4-FFF2-40B4-BE49-F238E27FC236}">
                <a16:creationId xmlns:a16="http://schemas.microsoft.com/office/drawing/2014/main" id="{2E266399-4B16-44F8-9F8E-CCC82FC6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28" y="3055201"/>
            <a:ext cx="117100" cy="138100"/>
          </a:xfrm>
          <a:custGeom xmlns:a="http://schemas.openxmlformats.org/drawingml/2006/main">
            <a:pathLst>
              <a:path w="112221" h="132346">
                <a:moveTo>
                  <a:pt x="40729" y="0"/>
                </a:moveTo>
                <a:lnTo>
                  <a:pt x="39675" y="4696"/>
                </a:lnTo>
                <a:cubicBezTo>
                  <a:pt x="36864" y="5015"/>
                  <a:pt x="34676" y="5846"/>
                  <a:pt x="33110" y="7188"/>
                </a:cubicBezTo>
                <a:cubicBezTo>
                  <a:pt x="31545" y="8529"/>
                  <a:pt x="30443" y="10398"/>
                  <a:pt x="29804" y="12794"/>
                </a:cubicBezTo>
                <a:cubicBezTo>
                  <a:pt x="29165" y="15190"/>
                  <a:pt x="28846" y="18400"/>
                  <a:pt x="28846" y="22425"/>
                </a:cubicBezTo>
                <a:cubicBezTo>
                  <a:pt x="28846" y="23383"/>
                  <a:pt x="28942" y="26258"/>
                  <a:pt x="29133" y="31050"/>
                </a:cubicBezTo>
                <a:lnTo>
                  <a:pt x="31817" y="101200"/>
                </a:lnTo>
                <a:lnTo>
                  <a:pt x="31817" y="108867"/>
                </a:lnTo>
                <a:lnTo>
                  <a:pt x="32775" y="108867"/>
                </a:lnTo>
                <a:lnTo>
                  <a:pt x="74271" y="34021"/>
                </a:lnTo>
                <a:cubicBezTo>
                  <a:pt x="76699" y="29613"/>
                  <a:pt x="78519" y="25827"/>
                  <a:pt x="79733" y="22665"/>
                </a:cubicBezTo>
                <a:cubicBezTo>
                  <a:pt x="80947" y="19502"/>
                  <a:pt x="81554" y="16707"/>
                  <a:pt x="81554" y="14279"/>
                </a:cubicBezTo>
                <a:cubicBezTo>
                  <a:pt x="81554" y="8912"/>
                  <a:pt x="78360" y="5718"/>
                  <a:pt x="71971" y="4696"/>
                </a:cubicBezTo>
                <a:lnTo>
                  <a:pt x="73025" y="0"/>
                </a:lnTo>
                <a:lnTo>
                  <a:pt x="112221" y="0"/>
                </a:lnTo>
                <a:lnTo>
                  <a:pt x="111167" y="4696"/>
                </a:lnTo>
                <a:cubicBezTo>
                  <a:pt x="109442" y="4951"/>
                  <a:pt x="107797" y="5606"/>
                  <a:pt x="106231" y="6660"/>
                </a:cubicBezTo>
                <a:cubicBezTo>
                  <a:pt x="104666" y="7715"/>
                  <a:pt x="102909" y="9472"/>
                  <a:pt x="100960" y="11931"/>
                </a:cubicBezTo>
                <a:cubicBezTo>
                  <a:pt x="99012" y="14391"/>
                  <a:pt x="95993" y="19135"/>
                  <a:pt x="91904" y="26163"/>
                </a:cubicBezTo>
                <a:lnTo>
                  <a:pt x="30571" y="132346"/>
                </a:lnTo>
                <a:lnTo>
                  <a:pt x="17825" y="132346"/>
                </a:lnTo>
                <a:lnTo>
                  <a:pt x="11404" y="25492"/>
                </a:lnTo>
                <a:cubicBezTo>
                  <a:pt x="11149" y="21339"/>
                  <a:pt x="10685" y="17777"/>
                  <a:pt x="10015" y="14806"/>
                </a:cubicBezTo>
                <a:cubicBezTo>
                  <a:pt x="9344" y="11835"/>
                  <a:pt x="8290" y="9519"/>
                  <a:pt x="6852" y="7858"/>
                </a:cubicBezTo>
                <a:cubicBezTo>
                  <a:pt x="5415" y="6197"/>
                  <a:pt x="3131" y="5143"/>
                  <a:pt x="0" y="4696"/>
                </a:cubicBezTo>
                <a:lnTo>
                  <a:pt x="1054" y="0"/>
                </a:lnTo>
                <a:lnTo>
                  <a:pt x="407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th-18">
            <a:extLst xmlns:a="http://schemas.openxmlformats.org/drawingml/2006/main">
              <a:ext uri="{FF2B5EF4-FFF2-40B4-BE49-F238E27FC236}">
                <a16:creationId xmlns:a16="http://schemas.microsoft.com/office/drawing/2014/main" id="{48561F17-9F47-4A13-92A4-03A0B9C8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928" y="3134512"/>
            <a:ext cx="67350" cy="98700"/>
          </a:xfrm>
          <a:custGeom xmlns:a="http://schemas.openxmlformats.org/drawingml/2006/main">
            <a:pathLst>
              <a:path w="64544" h="94588">
                <a:moveTo>
                  <a:pt x="31481" y="94588"/>
                </a:moveTo>
                <a:cubicBezTo>
                  <a:pt x="20844" y="94588"/>
                  <a:pt x="12938" y="90730"/>
                  <a:pt x="7763" y="83016"/>
                </a:cubicBezTo>
                <a:cubicBezTo>
                  <a:pt x="2588" y="75301"/>
                  <a:pt x="0" y="63609"/>
                  <a:pt x="0" y="47941"/>
                </a:cubicBezTo>
                <a:cubicBezTo>
                  <a:pt x="0" y="39747"/>
                  <a:pt x="803" y="32655"/>
                  <a:pt x="2408" y="26666"/>
                </a:cubicBezTo>
                <a:cubicBezTo>
                  <a:pt x="4013" y="20676"/>
                  <a:pt x="6265" y="15705"/>
                  <a:pt x="9164" y="11752"/>
                </a:cubicBezTo>
                <a:cubicBezTo>
                  <a:pt x="12063" y="7798"/>
                  <a:pt x="15501" y="4852"/>
                  <a:pt x="19478" y="2911"/>
                </a:cubicBezTo>
                <a:cubicBezTo>
                  <a:pt x="23455" y="970"/>
                  <a:pt x="27816" y="0"/>
                  <a:pt x="32559" y="0"/>
                </a:cubicBezTo>
                <a:cubicBezTo>
                  <a:pt x="38261" y="0"/>
                  <a:pt x="43137" y="1066"/>
                  <a:pt x="47186" y="3198"/>
                </a:cubicBezTo>
                <a:cubicBezTo>
                  <a:pt x="51235" y="5331"/>
                  <a:pt x="54541" y="8373"/>
                  <a:pt x="57105" y="12327"/>
                </a:cubicBezTo>
                <a:cubicBezTo>
                  <a:pt x="59668" y="16280"/>
                  <a:pt x="61549" y="21107"/>
                  <a:pt x="62747" y="26809"/>
                </a:cubicBezTo>
                <a:cubicBezTo>
                  <a:pt x="63945" y="32511"/>
                  <a:pt x="64544" y="38956"/>
                  <a:pt x="64544" y="46144"/>
                </a:cubicBezTo>
                <a:cubicBezTo>
                  <a:pt x="64544" y="62100"/>
                  <a:pt x="61717" y="74163"/>
                  <a:pt x="56063" y="82333"/>
                </a:cubicBezTo>
                <a:cubicBezTo>
                  <a:pt x="50408" y="90503"/>
                  <a:pt x="42215" y="94588"/>
                  <a:pt x="31481" y="94588"/>
                </a:cubicBezTo>
                <a:moveTo>
                  <a:pt x="14878" y="46216"/>
                </a:moveTo>
                <a:cubicBezTo>
                  <a:pt x="14878" y="53355"/>
                  <a:pt x="15226" y="59525"/>
                  <a:pt x="15920" y="64723"/>
                </a:cubicBezTo>
                <a:cubicBezTo>
                  <a:pt x="16615" y="69922"/>
                  <a:pt x="17693" y="74199"/>
                  <a:pt x="19155" y="77553"/>
                </a:cubicBezTo>
                <a:cubicBezTo>
                  <a:pt x="20616" y="80907"/>
                  <a:pt x="22449" y="83375"/>
                  <a:pt x="24653" y="84956"/>
                </a:cubicBezTo>
                <a:cubicBezTo>
                  <a:pt x="26857" y="86538"/>
                  <a:pt x="29493" y="87328"/>
                  <a:pt x="32559" y="87328"/>
                </a:cubicBezTo>
                <a:cubicBezTo>
                  <a:pt x="35434" y="87328"/>
                  <a:pt x="37950" y="86585"/>
                  <a:pt x="40106" y="85100"/>
                </a:cubicBezTo>
                <a:cubicBezTo>
                  <a:pt x="42263" y="83615"/>
                  <a:pt x="44047" y="81303"/>
                  <a:pt x="45461" y="78164"/>
                </a:cubicBezTo>
                <a:cubicBezTo>
                  <a:pt x="46875" y="75026"/>
                  <a:pt x="47941" y="71048"/>
                  <a:pt x="48659" y="66233"/>
                </a:cubicBezTo>
                <a:cubicBezTo>
                  <a:pt x="49378" y="61417"/>
                  <a:pt x="49738" y="55727"/>
                  <a:pt x="49738" y="49163"/>
                </a:cubicBezTo>
                <a:cubicBezTo>
                  <a:pt x="49738" y="41783"/>
                  <a:pt x="49342" y="35434"/>
                  <a:pt x="48552" y="30116"/>
                </a:cubicBezTo>
                <a:cubicBezTo>
                  <a:pt x="47761" y="24797"/>
                  <a:pt x="46647" y="20424"/>
                  <a:pt x="45209" y="16998"/>
                </a:cubicBezTo>
                <a:cubicBezTo>
                  <a:pt x="43772" y="13572"/>
                  <a:pt x="41963" y="11045"/>
                  <a:pt x="39783" y="9416"/>
                </a:cubicBezTo>
                <a:cubicBezTo>
                  <a:pt x="37603" y="7786"/>
                  <a:pt x="35099" y="6972"/>
                  <a:pt x="32272" y="6972"/>
                </a:cubicBezTo>
                <a:cubicBezTo>
                  <a:pt x="28918" y="6972"/>
                  <a:pt x="26115" y="7846"/>
                  <a:pt x="23863" y="9595"/>
                </a:cubicBezTo>
                <a:cubicBezTo>
                  <a:pt x="21610" y="11344"/>
                  <a:pt x="19826" y="13908"/>
                  <a:pt x="18508" y="17286"/>
                </a:cubicBezTo>
                <a:cubicBezTo>
                  <a:pt x="17190" y="20664"/>
                  <a:pt x="16256" y="24785"/>
                  <a:pt x="15705" y="29648"/>
                </a:cubicBezTo>
                <a:cubicBezTo>
                  <a:pt x="15154" y="34512"/>
                  <a:pt x="14878" y="40034"/>
                  <a:pt x="14878" y="46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7CB3D-E9BB-488D-99AD-619672FDF3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d3da0817a4f69"/>
          <a:stretch xmlns:a="http://schemas.openxmlformats.org/drawingml/2006/main"/>
        </p:blipFill>
        <p:spPr>
          <a:xfrm xmlns:a="http://schemas.openxmlformats.org/drawingml/2006/main">
            <a:off x="2117035" y="3314700"/>
            <a:ext cx="2027583" cy="705678"/>
          </a:xfrm>
          <a:prstGeom xmlns:a="http://schemas.openxmlformats.org/drawingml/2006/main" prst="rect">
            <a:avLst/>
          </a:prstGeom>
        </p:spPr>
      </p:pic>
      <p:sp>
        <p:nvSpPr>
          <p:cNvPr id="18" name="path-20">
            <a:extLst xmlns:a="http://schemas.openxmlformats.org/drawingml/2006/main">
              <a:ext uri="{FF2B5EF4-FFF2-40B4-BE49-F238E27FC236}">
                <a16:creationId xmlns:a16="http://schemas.microsoft.com/office/drawing/2014/main" id="{4822E794-D4B0-4181-A973-CF9181B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84" y="2960699"/>
            <a:ext cx="1401926" cy="1215047"/>
          </a:xfrm>
          <a:custGeom xmlns:a="http://schemas.openxmlformats.org/drawingml/2006/main">
            <a:pathLst>
              <a:path w="1343513" h="1164420">
                <a:moveTo>
                  <a:pt x="0" y="65265"/>
                </a:moveTo>
                <a:cubicBezTo>
                  <a:pt x="0" y="29220"/>
                  <a:pt x="29220" y="0"/>
                  <a:pt x="65266" y="0"/>
                </a:cubicBezTo>
                <a:lnTo>
                  <a:pt x="1278248" y="0"/>
                </a:lnTo>
                <a:cubicBezTo>
                  <a:pt x="1314292" y="0"/>
                  <a:pt x="1343513" y="29220"/>
                  <a:pt x="1343513" y="65265"/>
                </a:cubicBezTo>
                <a:lnTo>
                  <a:pt x="1343513" y="1099154"/>
                </a:lnTo>
                <a:cubicBezTo>
                  <a:pt x="1343513" y="1135199"/>
                  <a:pt x="1314292" y="1164420"/>
                  <a:pt x="1278248" y="1164420"/>
                </a:cubicBezTo>
                <a:lnTo>
                  <a:pt x="65266" y="1164420"/>
                </a:lnTo>
                <a:cubicBezTo>
                  <a:pt x="29220" y="1164420"/>
                  <a:pt x="0" y="1135199"/>
                  <a:pt x="0" y="1099154"/>
                </a:cubicBezTo>
                <a:lnTo>
                  <a:pt x="0" y="65265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19" name="text-21 Question">
            <a:extLst xmlns:a="http://schemas.openxmlformats.org/drawingml/2006/main">
              <a:ext uri="{FF2B5EF4-FFF2-40B4-BE49-F238E27FC236}">
                <a16:creationId xmlns:a16="http://schemas.microsoft.com/office/drawing/2014/main" id="{D1149FDC-35A2-4881-805A-F4C89529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248" y="3038073"/>
            <a:ext cx="677756" cy="215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Question</a:t>
            </a:r>
          </a:p>
        </p:txBody>
      </p:sp>
      <p:sp>
        <p:nvSpPr>
          <p:cNvPr id="20" name="path-23">
            <a:extLst xmlns:a="http://schemas.openxmlformats.org/drawingml/2006/main">
              <a:ext uri="{FF2B5EF4-FFF2-40B4-BE49-F238E27FC236}">
                <a16:creationId xmlns:a16="http://schemas.microsoft.com/office/drawing/2014/main" id="{2A9CEC19-1F0E-4DDD-8C98-B783182B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149" y="3053601"/>
            <a:ext cx="111500" cy="176300"/>
          </a:xfrm>
          <a:custGeom xmlns:a="http://schemas.openxmlformats.org/drawingml/2006/main">
            <a:pathLst>
              <a:path w="106854" h="168954">
                <a:moveTo>
                  <a:pt x="52804" y="132250"/>
                </a:moveTo>
                <a:cubicBezTo>
                  <a:pt x="54274" y="136914"/>
                  <a:pt x="55647" y="140763"/>
                  <a:pt x="56925" y="143798"/>
                </a:cubicBezTo>
                <a:cubicBezTo>
                  <a:pt x="58203" y="146833"/>
                  <a:pt x="59433" y="149292"/>
                  <a:pt x="60615" y="151177"/>
                </a:cubicBezTo>
                <a:cubicBezTo>
                  <a:pt x="61797" y="153062"/>
                  <a:pt x="62963" y="154467"/>
                  <a:pt x="64113" y="155394"/>
                </a:cubicBezTo>
                <a:cubicBezTo>
                  <a:pt x="65263" y="156320"/>
                  <a:pt x="66413" y="156943"/>
                  <a:pt x="67563" y="157263"/>
                </a:cubicBezTo>
                <a:cubicBezTo>
                  <a:pt x="68713" y="157582"/>
                  <a:pt x="70054" y="157742"/>
                  <a:pt x="71588" y="157742"/>
                </a:cubicBezTo>
                <a:cubicBezTo>
                  <a:pt x="74015" y="157742"/>
                  <a:pt x="76475" y="157039"/>
                  <a:pt x="78967" y="155633"/>
                </a:cubicBezTo>
                <a:cubicBezTo>
                  <a:pt x="81458" y="154228"/>
                  <a:pt x="84238" y="151800"/>
                  <a:pt x="87304" y="148350"/>
                </a:cubicBezTo>
                <a:lnTo>
                  <a:pt x="92288" y="153717"/>
                </a:lnTo>
                <a:cubicBezTo>
                  <a:pt x="87176" y="159275"/>
                  <a:pt x="82417" y="163204"/>
                  <a:pt x="78008" y="165504"/>
                </a:cubicBezTo>
                <a:cubicBezTo>
                  <a:pt x="73600" y="167804"/>
                  <a:pt x="69064" y="168954"/>
                  <a:pt x="64400" y="168954"/>
                </a:cubicBezTo>
                <a:cubicBezTo>
                  <a:pt x="59097" y="168954"/>
                  <a:pt x="54769" y="167772"/>
                  <a:pt x="51415" y="165408"/>
                </a:cubicBezTo>
                <a:cubicBezTo>
                  <a:pt x="48060" y="163045"/>
                  <a:pt x="45154" y="159275"/>
                  <a:pt x="42694" y="154100"/>
                </a:cubicBezTo>
                <a:cubicBezTo>
                  <a:pt x="40234" y="148925"/>
                  <a:pt x="37854" y="142153"/>
                  <a:pt x="35554" y="133783"/>
                </a:cubicBezTo>
                <a:cubicBezTo>
                  <a:pt x="23990" y="133145"/>
                  <a:pt x="15174" y="129311"/>
                  <a:pt x="9104" y="122283"/>
                </a:cubicBezTo>
                <a:cubicBezTo>
                  <a:pt x="3035" y="115256"/>
                  <a:pt x="0" y="105353"/>
                  <a:pt x="0" y="92575"/>
                </a:cubicBezTo>
                <a:cubicBezTo>
                  <a:pt x="0" y="82992"/>
                  <a:pt x="1613" y="72163"/>
                  <a:pt x="4840" y="60088"/>
                </a:cubicBezTo>
                <a:cubicBezTo>
                  <a:pt x="8066" y="48013"/>
                  <a:pt x="12730" y="37359"/>
                  <a:pt x="18831" y="28127"/>
                </a:cubicBezTo>
                <a:cubicBezTo>
                  <a:pt x="24933" y="18895"/>
                  <a:pt x="32216" y="11899"/>
                  <a:pt x="40681" y="7140"/>
                </a:cubicBezTo>
                <a:cubicBezTo>
                  <a:pt x="49147" y="2380"/>
                  <a:pt x="58363" y="0"/>
                  <a:pt x="68329" y="0"/>
                </a:cubicBezTo>
                <a:cubicBezTo>
                  <a:pt x="80660" y="0"/>
                  <a:pt x="90163" y="3578"/>
                  <a:pt x="96840" y="10733"/>
                </a:cubicBezTo>
                <a:cubicBezTo>
                  <a:pt x="103516" y="17889"/>
                  <a:pt x="106854" y="28239"/>
                  <a:pt x="106854" y="41783"/>
                </a:cubicBezTo>
                <a:cubicBezTo>
                  <a:pt x="106854" y="50728"/>
                  <a:pt x="105449" y="60726"/>
                  <a:pt x="102638" y="71779"/>
                </a:cubicBezTo>
                <a:cubicBezTo>
                  <a:pt x="99826" y="82832"/>
                  <a:pt x="95961" y="92591"/>
                  <a:pt x="91042" y="101056"/>
                </a:cubicBezTo>
                <a:cubicBezTo>
                  <a:pt x="86122" y="109522"/>
                  <a:pt x="80420" y="116342"/>
                  <a:pt x="73935" y="121517"/>
                </a:cubicBezTo>
                <a:cubicBezTo>
                  <a:pt x="67451" y="126692"/>
                  <a:pt x="60407" y="130270"/>
                  <a:pt x="52804" y="132250"/>
                </a:cubicBezTo>
                <a:moveTo>
                  <a:pt x="88742" y="37758"/>
                </a:moveTo>
                <a:cubicBezTo>
                  <a:pt x="88742" y="28239"/>
                  <a:pt x="86985" y="20972"/>
                  <a:pt x="83471" y="15956"/>
                </a:cubicBezTo>
                <a:cubicBezTo>
                  <a:pt x="79957" y="10941"/>
                  <a:pt x="74558" y="8433"/>
                  <a:pt x="67275" y="8433"/>
                </a:cubicBezTo>
                <a:cubicBezTo>
                  <a:pt x="60375" y="8433"/>
                  <a:pt x="53938" y="10893"/>
                  <a:pt x="47965" y="15813"/>
                </a:cubicBezTo>
                <a:cubicBezTo>
                  <a:pt x="41991" y="20732"/>
                  <a:pt x="36752" y="27760"/>
                  <a:pt x="32248" y="36896"/>
                </a:cubicBezTo>
                <a:cubicBezTo>
                  <a:pt x="27744" y="46032"/>
                  <a:pt x="24246" y="56063"/>
                  <a:pt x="21754" y="66988"/>
                </a:cubicBezTo>
                <a:cubicBezTo>
                  <a:pt x="19263" y="77913"/>
                  <a:pt x="18017" y="87560"/>
                  <a:pt x="18017" y="95929"/>
                </a:cubicBezTo>
                <a:cubicBezTo>
                  <a:pt x="18017" y="115671"/>
                  <a:pt x="25204" y="125542"/>
                  <a:pt x="39579" y="125542"/>
                </a:cubicBezTo>
                <a:cubicBezTo>
                  <a:pt x="48460" y="125542"/>
                  <a:pt x="56606" y="121405"/>
                  <a:pt x="64017" y="113131"/>
                </a:cubicBezTo>
                <a:cubicBezTo>
                  <a:pt x="71428" y="104858"/>
                  <a:pt x="77401" y="93406"/>
                  <a:pt x="81938" y="78775"/>
                </a:cubicBezTo>
                <a:cubicBezTo>
                  <a:pt x="86474" y="64144"/>
                  <a:pt x="88742" y="50472"/>
                  <a:pt x="88742" y="377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4">
            <a:extLst xmlns:a="http://schemas.openxmlformats.org/drawingml/2006/main">
              <a:ext uri="{FF2B5EF4-FFF2-40B4-BE49-F238E27FC236}">
                <a16:creationId xmlns:a16="http://schemas.microsoft.com/office/drawing/2014/main" id="{D8E19A50-72D1-4BB3-A5CA-379A50C0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11" y="4443272"/>
            <a:ext cx="5514798" cy="1992424"/>
          </a:xfrm>
          <a:custGeom xmlns:a="http://schemas.openxmlformats.org/drawingml/2006/main">
            <a:pathLst>
              <a:path w="5285015" h="1909407">
                <a:moveTo>
                  <a:pt x="0" y="250588"/>
                </a:moveTo>
                <a:cubicBezTo>
                  <a:pt x="0" y="112192"/>
                  <a:pt x="112192" y="0"/>
                  <a:pt x="250587" y="0"/>
                </a:cubicBezTo>
                <a:lnTo>
                  <a:pt x="5034428" y="0"/>
                </a:lnTo>
                <a:cubicBezTo>
                  <a:pt x="5172823" y="0"/>
                  <a:pt x="5285015" y="112192"/>
                  <a:pt x="5285015" y="250588"/>
                </a:cubicBezTo>
                <a:lnTo>
                  <a:pt x="5285015" y="1658819"/>
                </a:lnTo>
                <a:cubicBezTo>
                  <a:pt x="5285015" y="1797215"/>
                  <a:pt x="5172823" y="1909407"/>
                  <a:pt x="5034428" y="1909407"/>
                </a:cubicBezTo>
                <a:lnTo>
                  <a:pt x="250587" y="1909407"/>
                </a:lnTo>
                <a:cubicBezTo>
                  <a:pt x="112192" y="1909407"/>
                  <a:pt x="0" y="1797215"/>
                  <a:pt x="0" y="1658819"/>
                </a:cubicBezTo>
                <a:lnTo>
                  <a:pt x="0" y="250588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1F5FBF"/>
            </a:solidFill>
            <a:prstDash val="dash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F3CBB-9EAA-4E5C-8D57-72676A970F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565cbf35649ca"/>
          <a:stretch xmlns:a="http://schemas.openxmlformats.org/drawingml/2006/main"/>
        </p:blipFill>
        <p:spPr>
          <a:xfrm xmlns:a="http://schemas.openxmlformats.org/drawingml/2006/main">
            <a:off x="616226" y="4835387"/>
            <a:ext cx="526774" cy="477078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11C67-952E-4DF2-9454-D691CBEF65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8c049a14342db"/>
          <a:stretch xmlns:a="http://schemas.openxmlformats.org/drawingml/2006/main"/>
        </p:blipFill>
        <p:spPr>
          <a:xfrm xmlns:a="http://schemas.openxmlformats.org/drawingml/2006/main">
            <a:off x="1759226" y="4875143"/>
            <a:ext cx="407504" cy="407504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88578F-4758-4AC4-9368-AF0B24940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cf11006a04473"/>
          <a:stretch xmlns:a="http://schemas.openxmlformats.org/drawingml/2006/main"/>
        </p:blipFill>
        <p:spPr>
          <a:xfrm xmlns:a="http://schemas.openxmlformats.org/drawingml/2006/main">
            <a:off x="2792896" y="4885083"/>
            <a:ext cx="467139" cy="387626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FDD14-4900-4610-98EE-EA97D92E9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1d118db75453c"/>
          <a:stretch xmlns:a="http://schemas.openxmlformats.org/drawingml/2006/main"/>
        </p:blipFill>
        <p:spPr>
          <a:xfrm xmlns:a="http://schemas.openxmlformats.org/drawingml/2006/main">
            <a:off x="3886200" y="4855265"/>
            <a:ext cx="437322" cy="447261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392E7-E886-48D6-8CF7-A1BD7C16B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d0a980fb04326"/>
          <a:stretch xmlns:a="http://schemas.openxmlformats.org/drawingml/2006/main"/>
        </p:blipFill>
        <p:spPr>
          <a:xfrm xmlns:a="http://schemas.openxmlformats.org/drawingml/2006/main">
            <a:off x="4939748" y="4855265"/>
            <a:ext cx="437322" cy="437322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60F8D-540A-4584-87B5-109B7EC9E7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95e452a964c89"/>
          <a:stretch xmlns:a="http://schemas.openxmlformats.org/drawingml/2006/main"/>
        </p:blipFill>
        <p:spPr>
          <a:xfrm xmlns:a="http://schemas.openxmlformats.org/drawingml/2006/main">
            <a:off x="1510748" y="5680213"/>
            <a:ext cx="437322" cy="437322"/>
          </a:xfrm>
          <a:prstGeom xmlns:a="http://schemas.openxmlformats.org/drawingml/2006/main" prst="rect">
            <a:avLst/>
          </a:prstGeom>
        </p:spPr>
      </p:pic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0E7002-55E7-4609-9B51-5C40CB15A1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344ee52a344ea"/>
          <a:stretch xmlns:a="http://schemas.openxmlformats.org/drawingml/2006/main"/>
        </p:blipFill>
        <p:spPr>
          <a:xfrm xmlns:a="http://schemas.openxmlformats.org/drawingml/2006/main">
            <a:off x="665922" y="5680213"/>
            <a:ext cx="397565" cy="437322"/>
          </a:xfrm>
          <a:prstGeom xmlns:a="http://schemas.openxmlformats.org/drawingml/2006/main" prst="rect">
            <a:avLst/>
          </a:prstGeom>
        </p:spPr>
      </p:pic>
      <p:sp>
        <p:nvSpPr>
          <p:cNvPr id="29" name="text-32 Image">
            <a:extLst xmlns:a="http://schemas.openxmlformats.org/drawingml/2006/main">
              <a:ext uri="{FF2B5EF4-FFF2-40B4-BE49-F238E27FC236}">
                <a16:creationId xmlns:a16="http://schemas.microsoft.com/office/drawing/2014/main" id="{22736FB9-13DF-472A-9FB3-E0C280C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287" y="5338424"/>
            <a:ext cx="420039" cy="190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30" name="text-32 Search">
            <a:extLst xmlns:a="http://schemas.openxmlformats.org/drawingml/2006/main">
              <a:ext uri="{FF2B5EF4-FFF2-40B4-BE49-F238E27FC236}">
                <a16:creationId xmlns:a16="http://schemas.microsoft.com/office/drawing/2014/main" id="{2FAF0B87-239A-47AD-A37C-90EC86B0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290" y="5339037"/>
            <a:ext cx="473641" cy="1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31" name="text-33 Text">
            <a:extLst xmlns:a="http://schemas.openxmlformats.org/drawingml/2006/main">
              <a:ext uri="{FF2B5EF4-FFF2-40B4-BE49-F238E27FC236}">
                <a16:creationId xmlns:a16="http://schemas.microsoft.com/office/drawing/2014/main" id="{3ECB4000-73BD-4F87-9B8B-CB42F9C1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8751" y="5338316"/>
            <a:ext cx="335527" cy="190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Text</a:t>
            </a:r>
          </a:p>
        </p:txBody>
      </p:sp>
      <p:sp>
        <p:nvSpPr>
          <p:cNvPr id="32" name="text-33 Search">
            <a:extLst xmlns:a="http://schemas.openxmlformats.org/drawingml/2006/main">
              <a:ext uri="{FF2B5EF4-FFF2-40B4-BE49-F238E27FC236}">
                <a16:creationId xmlns:a16="http://schemas.microsoft.com/office/drawing/2014/main" id="{D62E3A00-C5E4-4A66-B512-1DBAA75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7443" y="5339037"/>
            <a:ext cx="473641" cy="18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Search</a:t>
            </a:r>
          </a:p>
        </p:txBody>
      </p:sp>
      <p:sp>
        <p:nvSpPr>
          <p:cNvPr id="33" name="text-34 Page">
            <a:extLst xmlns:a="http://schemas.openxmlformats.org/drawingml/2006/main">
              <a:ext uri="{FF2B5EF4-FFF2-40B4-BE49-F238E27FC236}">
                <a16:creationId xmlns:a16="http://schemas.microsoft.com/office/drawing/2014/main" id="{F60FC698-FAC2-429B-A5E7-E33894E1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3523" y="5337588"/>
            <a:ext cx="312927" cy="1912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34" name="text-34 Visit">
            <a:extLst xmlns:a="http://schemas.openxmlformats.org/drawingml/2006/main">
              <a:ext uri="{FF2B5EF4-FFF2-40B4-BE49-F238E27FC236}">
                <a16:creationId xmlns:a16="http://schemas.microsoft.com/office/drawing/2014/main" id="{F11FA5AA-E08B-4E7C-9C95-8195E562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8348" y="5337292"/>
            <a:ext cx="321476" cy="191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Visit</a:t>
            </a:r>
          </a:p>
        </p:txBody>
      </p:sp>
      <p:sp>
        <p:nvSpPr>
          <p:cNvPr id="35" name="text-35 Python">
            <a:extLst xmlns:a="http://schemas.openxmlformats.org/drawingml/2006/main">
              <a:ext uri="{FF2B5EF4-FFF2-40B4-BE49-F238E27FC236}">
                <a16:creationId xmlns:a16="http://schemas.microsoft.com/office/drawing/2014/main" id="{16A3558D-3808-4501-BB70-B5F01A49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2142" y="5338040"/>
            <a:ext cx="451898" cy="19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Python</a:t>
            </a:r>
          </a:p>
        </p:txBody>
      </p:sp>
      <p:sp>
        <p:nvSpPr>
          <p:cNvPr id="36" name="text-36 Image">
            <a:extLst xmlns:a="http://schemas.openxmlformats.org/drawingml/2006/main">
              <a:ext uri="{FF2B5EF4-FFF2-40B4-BE49-F238E27FC236}">
                <a16:creationId xmlns:a16="http://schemas.microsoft.com/office/drawing/2014/main" id="{87C035DB-9836-494F-8018-ADCA7DBE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0269" y="5338424"/>
            <a:ext cx="420039" cy="190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37" name="text-36 Crop">
            <a:extLst xmlns:a="http://schemas.openxmlformats.org/drawingml/2006/main">
              <a:ext uri="{FF2B5EF4-FFF2-40B4-BE49-F238E27FC236}">
                <a16:creationId xmlns:a16="http://schemas.microsoft.com/office/drawing/2014/main" id="{128F3E7B-2AD3-498C-B1D2-6E6F2AD0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2272" y="5338283"/>
            <a:ext cx="315747" cy="190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Crop</a:t>
            </a:r>
          </a:p>
        </p:txBody>
      </p:sp>
      <p:sp>
        <p:nvSpPr>
          <p:cNvPr id="38" name="text-37 OCR">
            <a:extLst xmlns:a="http://schemas.openxmlformats.org/drawingml/2006/main">
              <a:ext uri="{FF2B5EF4-FFF2-40B4-BE49-F238E27FC236}">
                <a16:creationId xmlns:a16="http://schemas.microsoft.com/office/drawing/2014/main" id="{2B625C03-2ED2-4087-B8C0-65902F65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7200" y="6191595"/>
            <a:ext cx="301857" cy="191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OCR</a:t>
            </a:r>
          </a:p>
        </p:txBody>
      </p:sp>
      <p:sp>
        <p:nvSpPr>
          <p:cNvPr id="39" name="text-38 Sharpen">
            <a:extLst xmlns:a="http://schemas.openxmlformats.org/drawingml/2006/main">
              <a:ext uri="{FF2B5EF4-FFF2-40B4-BE49-F238E27FC236}">
                <a16:creationId xmlns:a16="http://schemas.microsoft.com/office/drawing/2014/main" id="{C4FC424E-879C-4B0A-853E-3CE80DA9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0306" y="6192940"/>
            <a:ext cx="547709" cy="1893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Sharpen</a:t>
            </a: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ACB208-5587-476D-BA65-E683AADB9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db1e8ac3540f2"/>
          <a:stretch xmlns:a="http://schemas.openxmlformats.org/drawingml/2006/main"/>
        </p:blipFill>
        <p:spPr>
          <a:xfrm xmlns:a="http://schemas.openxmlformats.org/drawingml/2006/main">
            <a:off x="4184374" y="5670274"/>
            <a:ext cx="327991" cy="457200"/>
          </a:xfrm>
          <a:prstGeom xmlns:a="http://schemas.openxmlformats.org/drawingml/2006/main" prst="rect">
            <a:avLst/>
          </a:prstGeom>
        </p:spPr>
      </p:pic>
      <p:sp>
        <p:nvSpPr>
          <p:cNvPr id="41" name="text-40 Clip">
            <a:extLst xmlns:a="http://schemas.openxmlformats.org/drawingml/2006/main">
              <a:ext uri="{FF2B5EF4-FFF2-40B4-BE49-F238E27FC236}">
                <a16:creationId xmlns:a16="http://schemas.microsoft.com/office/drawing/2014/main" id="{3E5925C9-B9E8-4AFA-B893-65E83F9D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0708" y="6191000"/>
            <a:ext cx="256761" cy="19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42" name="text-40 Crop">
            <a:extLst xmlns:a="http://schemas.openxmlformats.org/drawingml/2006/main">
              <a:ext uri="{FF2B5EF4-FFF2-40B4-BE49-F238E27FC236}">
                <a16:creationId xmlns:a16="http://schemas.microsoft.com/office/drawing/2014/main" id="{BD571891-62EB-42D2-B0CD-FD0C7911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39566" y="6192339"/>
            <a:ext cx="315656" cy="1902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Crop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E16DAA-6564-4584-A132-F5047A4155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ee4e4971b412a"/>
          <a:stretch xmlns:a="http://schemas.openxmlformats.org/drawingml/2006/main"/>
        </p:blipFill>
        <p:spPr>
          <a:xfrm xmlns:a="http://schemas.openxmlformats.org/drawingml/2006/main">
            <a:off x="5019261" y="5680213"/>
            <a:ext cx="407504" cy="437322"/>
          </a:xfrm>
          <a:prstGeom xmlns:a="http://schemas.openxmlformats.org/drawingml/2006/main" prst="rect">
            <a:avLst/>
          </a:prstGeom>
        </p:spPr>
      </p:pic>
      <p:sp>
        <p:nvSpPr>
          <p:cNvPr id="44" name="text-42 Select">
            <a:extLst xmlns:a="http://schemas.openxmlformats.org/drawingml/2006/main">
              <a:ext uri="{FF2B5EF4-FFF2-40B4-BE49-F238E27FC236}">
                <a16:creationId xmlns:a16="http://schemas.microsoft.com/office/drawing/2014/main" id="{62314701-DE76-49FF-820B-2491567F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0809" y="6193000"/>
            <a:ext cx="436417" cy="18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Select</a:t>
            </a:r>
          </a:p>
        </p:txBody>
      </p:sp>
      <p:sp>
        <p:nvSpPr>
          <p:cNvPr id="45" name="text-42 Frame">
            <a:extLst xmlns:a="http://schemas.openxmlformats.org/drawingml/2006/main">
              <a:ext uri="{FF2B5EF4-FFF2-40B4-BE49-F238E27FC236}">
                <a16:creationId xmlns:a16="http://schemas.microsoft.com/office/drawing/2014/main" id="{7C3708CA-2F35-4DD3-A604-2E28A5E5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0483" y="6192979"/>
            <a:ext cx="419744" cy="189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46" name="text-43 Agent">
            <a:extLst xmlns:a="http://schemas.openxmlformats.org/drawingml/2006/main">
              <a:ext uri="{FF2B5EF4-FFF2-40B4-BE49-F238E27FC236}">
                <a16:creationId xmlns:a16="http://schemas.microsoft.com/office/drawing/2014/main" id="{0526A548-8D74-414A-94AD-A925B712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2065" y="4498157"/>
            <a:ext cx="611725" cy="286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Agent</a:t>
            </a:r>
          </a:p>
        </p:txBody>
      </p:sp>
      <p:sp>
        <p:nvSpPr>
          <p:cNvPr id="47" name="text-43 Tool">
            <a:extLst xmlns:a="http://schemas.openxmlformats.org/drawingml/2006/main">
              <a:ext uri="{FF2B5EF4-FFF2-40B4-BE49-F238E27FC236}">
                <a16:creationId xmlns:a16="http://schemas.microsoft.com/office/drawing/2014/main" id="{689C9F5E-1468-4F78-A006-540D4726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7028" y="4498870"/>
            <a:ext cx="446392" cy="28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48" name="text-43 Set">
            <a:extLst xmlns:a="http://schemas.openxmlformats.org/drawingml/2006/main">
              <a:ext uri="{FF2B5EF4-FFF2-40B4-BE49-F238E27FC236}">
                <a16:creationId xmlns:a16="http://schemas.microsoft.com/office/drawing/2014/main" id="{ECB2094C-91BF-44FC-91C8-1632FA36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7248" y="4498261"/>
            <a:ext cx="387696" cy="28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Set</a:t>
            </a:r>
          </a:p>
        </p:txBody>
      </p:sp>
      <p:sp>
        <p:nvSpPr>
          <p:cNvPr id="49" name="text-44 Super">
            <a:extLst xmlns:a="http://schemas.openxmlformats.org/drawingml/2006/main">
              <a:ext uri="{FF2B5EF4-FFF2-40B4-BE49-F238E27FC236}">
                <a16:creationId xmlns:a16="http://schemas.microsoft.com/office/drawing/2014/main" id="{29D8E8B5-1D26-43CE-9DCE-F4400359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0455" y="6137021"/>
            <a:ext cx="338206" cy="1601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Super</a:t>
            </a:r>
          </a:p>
        </p:txBody>
      </p:sp>
      <p:sp>
        <p:nvSpPr>
          <p:cNvPr id="50" name="text-45 Resolution">
            <a:extLst xmlns:a="http://schemas.openxmlformats.org/drawingml/2006/main">
              <a:ext uri="{FF2B5EF4-FFF2-40B4-BE49-F238E27FC236}">
                <a16:creationId xmlns:a16="http://schemas.microsoft.com/office/drawing/2014/main" id="{EDBBA209-AB4A-4026-8F81-9454E5D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4487" y="6262377"/>
            <a:ext cx="570714" cy="16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Resolution</a:t>
            </a:r>
          </a:p>
        </p:txBody>
      </p:sp>
      <p:pic>
        <p:nvPic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963C0D-5FBE-45DA-B9D8-B2EC94266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784351b5e4ff7"/>
          <a:stretch xmlns:a="http://schemas.openxmlformats.org/drawingml/2006/main"/>
        </p:blipFill>
        <p:spPr>
          <a:xfrm xmlns:a="http://schemas.openxmlformats.org/drawingml/2006/main">
            <a:off x="3250096" y="5690152"/>
            <a:ext cx="447261" cy="417443"/>
          </a:xfrm>
          <a:prstGeom xmlns:a="http://schemas.openxmlformats.org/drawingml/2006/main" prst="rect">
            <a:avLst/>
          </a:prstGeom>
        </p:spPr>
      </p:pic>
      <p:sp>
        <p:nvSpPr>
          <p:cNvPr id="52" name="text-47 Perspective">
            <a:extLst xmlns:a="http://schemas.openxmlformats.org/drawingml/2006/main">
              <a:ext uri="{FF2B5EF4-FFF2-40B4-BE49-F238E27FC236}">
                <a16:creationId xmlns:a16="http://schemas.microsoft.com/office/drawing/2014/main" id="{EFCFAB0F-760C-4089-B7EF-8AC606EC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0522" y="6152054"/>
            <a:ext cx="642137" cy="160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Perspective</a:t>
            </a:r>
          </a:p>
        </p:txBody>
      </p:sp>
      <p:sp>
        <p:nvSpPr>
          <p:cNvPr id="53" name="text-48 Correct">
            <a:extLst xmlns:a="http://schemas.openxmlformats.org/drawingml/2006/main">
              <a:ext uri="{FF2B5EF4-FFF2-40B4-BE49-F238E27FC236}">
                <a16:creationId xmlns:a16="http://schemas.microsoft.com/office/drawing/2014/main" id="{B40FB0DF-D064-4B95-B8DC-7717420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2090" y="6280506"/>
            <a:ext cx="438283" cy="161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9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Correct</a:t>
            </a:r>
          </a:p>
        </p:txBody>
      </p:sp>
      <p:sp>
        <p:nvSpPr>
          <p:cNvPr id="54" name="path-49">
            <a:extLst xmlns:a="http://schemas.openxmlformats.org/drawingml/2006/main">
              <a:ext uri="{FF2B5EF4-FFF2-40B4-BE49-F238E27FC236}">
                <a16:creationId xmlns:a16="http://schemas.microsoft.com/office/drawing/2014/main" id="{1A4D175D-5FC9-40B1-AB9F-0E6ED726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10" y="6730330"/>
            <a:ext cx="5514798" cy="1079893"/>
          </a:xfrm>
          <a:custGeom xmlns:a="http://schemas.openxmlformats.org/drawingml/2006/main">
            <a:pathLst>
              <a:path w="5285014" h="1034897">
                <a:moveTo>
                  <a:pt x="0" y="135819"/>
                </a:moveTo>
                <a:cubicBezTo>
                  <a:pt x="0" y="60808"/>
                  <a:pt x="60808" y="0"/>
                  <a:pt x="135819" y="0"/>
                </a:cubicBezTo>
                <a:lnTo>
                  <a:pt x="5149196" y="0"/>
                </a:lnTo>
                <a:cubicBezTo>
                  <a:pt x="5224206" y="0"/>
                  <a:pt x="5285014" y="60808"/>
                  <a:pt x="5285014" y="135819"/>
                </a:cubicBezTo>
                <a:lnTo>
                  <a:pt x="5285014" y="899078"/>
                </a:lnTo>
                <a:cubicBezTo>
                  <a:pt x="5285014" y="974089"/>
                  <a:pt x="5224206" y="1034897"/>
                  <a:pt x="5149196" y="1034897"/>
                </a:cubicBezTo>
                <a:lnTo>
                  <a:pt x="135819" y="1034897"/>
                </a:lnTo>
                <a:cubicBezTo>
                  <a:pt x="60808" y="1034897"/>
                  <a:pt x="0" y="974089"/>
                  <a:pt x="0" y="899078"/>
                </a:cubicBezTo>
                <a:lnTo>
                  <a:pt x="0" y="135819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1F5FBF"/>
            </a:solidFill>
            <a:prstDash val="solid"/>
          </a:ln>
        </p:spPr>
      </p:sp>
      <p:pic>
        <p:nvPic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2928700-C9B9-402C-93C8-375A531377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8126766934db2"/>
          <a:stretch xmlns:a="http://schemas.openxmlformats.org/drawingml/2006/main"/>
        </p:blipFill>
        <p:spPr>
          <a:xfrm xmlns:a="http://schemas.openxmlformats.org/drawingml/2006/main">
            <a:off x="367748" y="7061752"/>
            <a:ext cx="457200" cy="447261"/>
          </a:xfrm>
          <a:prstGeom xmlns:a="http://schemas.openxmlformats.org/drawingml/2006/main" prst="rect">
            <a:avLst/>
          </a:prstGeom>
        </p:spPr>
      </p:pic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F73BD9-3F87-484E-9F9B-4686B30D7F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c6bbe23d140ec"/>
          <a:stretch xmlns:a="http://schemas.openxmlformats.org/drawingml/2006/main"/>
        </p:blipFill>
        <p:spPr>
          <a:xfrm xmlns:a="http://schemas.openxmlformats.org/drawingml/2006/main">
            <a:off x="1053548" y="7061752"/>
            <a:ext cx="457200" cy="447261"/>
          </a:xfrm>
          <a:prstGeom xmlns:a="http://schemas.openxmlformats.org/drawingml/2006/main" prst="rect">
            <a:avLst/>
          </a:prstGeom>
        </p:spPr>
      </p:pic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2FA07E-988C-46C4-A7D5-56B84EB3A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b9f94da094d81"/>
          <a:stretch xmlns:a="http://schemas.openxmlformats.org/drawingml/2006/main"/>
        </p:blipFill>
        <p:spPr>
          <a:xfrm xmlns:a="http://schemas.openxmlformats.org/drawingml/2006/main">
            <a:off x="1759226" y="7161143"/>
            <a:ext cx="417443" cy="248478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263192-F397-42B9-8538-D74BA3D1C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94ebaa9634d94"/>
          <a:stretch xmlns:a="http://schemas.openxmlformats.org/drawingml/2006/main"/>
        </p:blipFill>
        <p:spPr>
          <a:xfrm xmlns:a="http://schemas.openxmlformats.org/drawingml/2006/main">
            <a:off x="2425148" y="7061752"/>
            <a:ext cx="457200" cy="447261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5A2E06-B8EE-4FFC-A963-00D29A399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3cb71964f4804"/>
          <a:stretch xmlns:a="http://schemas.openxmlformats.org/drawingml/2006/main"/>
        </p:blipFill>
        <p:spPr>
          <a:xfrm xmlns:a="http://schemas.openxmlformats.org/drawingml/2006/main">
            <a:off x="3110948" y="7061752"/>
            <a:ext cx="457200" cy="447261"/>
          </a:xfrm>
          <a:prstGeom xmlns:a="http://schemas.openxmlformats.org/drawingml/2006/main" prst="rect">
            <a:avLst/>
          </a:prstGeom>
        </p:spPr>
      </p:pic>
      <p:sp>
        <p:nvSpPr>
          <p:cNvPr id="60" name="path-55">
            <a:extLst xmlns:a="http://schemas.openxmlformats.org/drawingml/2006/main">
              <a:ext uri="{FF2B5EF4-FFF2-40B4-BE49-F238E27FC236}">
                <a16:creationId xmlns:a16="http://schemas.microsoft.com/office/drawing/2014/main" id="{E20EED45-15D5-472F-9C98-E7D817B1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087" y="7003850"/>
            <a:ext cx="480576" cy="513888"/>
          </a:xfrm>
          <a:custGeom xmlns:a="http://schemas.openxmlformats.org/drawingml/2006/main">
            <a:pathLst>
              <a:path w="460552" h="492476">
                <a:moveTo>
                  <a:pt x="0" y="60442"/>
                </a:moveTo>
                <a:cubicBezTo>
                  <a:pt x="0" y="27061"/>
                  <a:pt x="27061" y="0"/>
                  <a:pt x="60443" y="0"/>
                </a:cubicBezTo>
                <a:lnTo>
                  <a:pt x="400109" y="0"/>
                </a:lnTo>
                <a:cubicBezTo>
                  <a:pt x="433491" y="0"/>
                  <a:pt x="460552" y="27061"/>
                  <a:pt x="460552" y="60442"/>
                </a:cubicBezTo>
                <a:lnTo>
                  <a:pt x="460552" y="432034"/>
                </a:lnTo>
                <a:cubicBezTo>
                  <a:pt x="460552" y="465415"/>
                  <a:pt x="433491" y="492476"/>
                  <a:pt x="400109" y="492476"/>
                </a:cubicBezTo>
                <a:lnTo>
                  <a:pt x="60443" y="492476"/>
                </a:lnTo>
                <a:cubicBezTo>
                  <a:pt x="27061" y="492476"/>
                  <a:pt x="0" y="465415"/>
                  <a:pt x="0" y="432034"/>
                </a:cubicBezTo>
                <a:lnTo>
                  <a:pt x="0" y="60442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3B7D23"/>
            </a:solidFill>
            <a:prstDash val="solid"/>
          </a:ln>
        </p:spPr>
      </p:sp>
      <p:sp>
        <p:nvSpPr>
          <p:cNvPr id="61" name="text-56 Think">
            <a:extLst xmlns:a="http://schemas.openxmlformats.org/drawingml/2006/main">
              <a:ext uri="{FF2B5EF4-FFF2-40B4-BE49-F238E27FC236}">
                <a16:creationId xmlns:a16="http://schemas.microsoft.com/office/drawing/2014/main" id="{86D4F1A0-8448-4BF2-9C19-B4E43581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973" y="7549802"/>
            <a:ext cx="378894" cy="190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62" name="text-57 Tool">
            <a:extLst xmlns:a="http://schemas.openxmlformats.org/drawingml/2006/main">
              <a:ext uri="{FF2B5EF4-FFF2-40B4-BE49-F238E27FC236}">
                <a16:creationId xmlns:a16="http://schemas.microsoft.com/office/drawing/2014/main" id="{DC8E0DFE-2915-4E52-89F3-20F466B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063" y="7541929"/>
            <a:ext cx="294762" cy="18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63" name="text-58 Observation">
            <a:extLst xmlns:a="http://schemas.openxmlformats.org/drawingml/2006/main">
              <a:ext uri="{FF2B5EF4-FFF2-40B4-BE49-F238E27FC236}">
                <a16:creationId xmlns:a16="http://schemas.microsoft.com/office/drawing/2014/main" id="{FDB01A45-8695-4853-8FF0-330EE091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8629" y="7538556"/>
            <a:ext cx="795700" cy="18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64" name="text-59 Think">
            <a:extLst xmlns:a="http://schemas.openxmlformats.org/drawingml/2006/main">
              <a:ext uri="{FF2B5EF4-FFF2-40B4-BE49-F238E27FC236}">
                <a16:creationId xmlns:a16="http://schemas.microsoft.com/office/drawing/2014/main" id="{4E6B7053-9F69-4357-9BB6-D3CBD627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5078" y="7540586"/>
            <a:ext cx="378894" cy="190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65" name="text-60 Tool">
            <a:extLst xmlns:a="http://schemas.openxmlformats.org/drawingml/2006/main">
              <a:ext uri="{FF2B5EF4-FFF2-40B4-BE49-F238E27FC236}">
                <a16:creationId xmlns:a16="http://schemas.microsoft.com/office/drawing/2014/main" id="{4A431C08-5125-4191-A2ED-3AFD5290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9719" y="7541930"/>
            <a:ext cx="294761" cy="188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66" name="text-61 Answer">
            <a:extLst xmlns:a="http://schemas.openxmlformats.org/drawingml/2006/main">
              <a:ext uri="{FF2B5EF4-FFF2-40B4-BE49-F238E27FC236}">
                <a16:creationId xmlns:a16="http://schemas.microsoft.com/office/drawing/2014/main" id="{41F96F43-702E-4106-B091-EE38F9D6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7211" y="7541882"/>
            <a:ext cx="490404" cy="18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sp>
        <p:nvSpPr>
          <p:cNvPr id="67" name="path-62">
            <a:extLst xmlns:a="http://schemas.openxmlformats.org/drawingml/2006/main">
              <a:ext uri="{FF2B5EF4-FFF2-40B4-BE49-F238E27FC236}">
                <a16:creationId xmlns:a16="http://schemas.microsoft.com/office/drawing/2014/main" id="{679B520A-410C-4038-BC5B-1CB5D53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4" y="7302213"/>
            <a:ext cx="166436" cy="48001"/>
          </a:xfrm>
          <a:custGeom xmlns:a="http://schemas.openxmlformats.org/drawingml/2006/main">
            <a:pathLst>
              <a:path w="159501" h="46001">
                <a:moveTo>
                  <a:pt x="0" y="0"/>
                </a:moveTo>
                <a:lnTo>
                  <a:pt x="98167" y="1"/>
                </a:lnTo>
                <a:lnTo>
                  <a:pt x="98167" y="18401"/>
                </a:lnTo>
                <a:lnTo>
                  <a:pt x="0" y="18400"/>
                </a:lnTo>
                <a:lnTo>
                  <a:pt x="0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901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63">
            <a:extLst xmlns:a="http://schemas.openxmlformats.org/drawingml/2006/main">
              <a:ext uri="{FF2B5EF4-FFF2-40B4-BE49-F238E27FC236}">
                <a16:creationId xmlns:a16="http://schemas.microsoft.com/office/drawing/2014/main" id="{A15BD876-9B15-467A-88EF-5B7ABC81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309" y="7297558"/>
            <a:ext cx="166436" cy="48001"/>
          </a:xfrm>
          <a:custGeom xmlns:a="http://schemas.openxmlformats.org/drawingml/2006/main">
            <a:pathLst>
              <a:path w="159501" h="46001">
                <a:moveTo>
                  <a:pt x="0" y="0"/>
                </a:moveTo>
                <a:lnTo>
                  <a:pt x="98168" y="1"/>
                </a:lnTo>
                <a:lnTo>
                  <a:pt x="98168" y="18401"/>
                </a:lnTo>
                <a:lnTo>
                  <a:pt x="0" y="18400"/>
                </a:lnTo>
                <a:lnTo>
                  <a:pt x="0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901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path-64">
            <a:extLst xmlns:a="http://schemas.openxmlformats.org/drawingml/2006/main">
              <a:ext uri="{FF2B5EF4-FFF2-40B4-BE49-F238E27FC236}">
                <a16:creationId xmlns:a16="http://schemas.microsoft.com/office/drawing/2014/main" id="{FAA669C1-402A-4026-88CC-73B969E9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83" y="7288250"/>
            <a:ext cx="166436" cy="48001"/>
          </a:xfrm>
          <a:custGeom xmlns:a="http://schemas.openxmlformats.org/drawingml/2006/main">
            <a:pathLst>
              <a:path w="159501" h="46001">
                <a:moveTo>
                  <a:pt x="0" y="0"/>
                </a:moveTo>
                <a:lnTo>
                  <a:pt x="98168" y="1"/>
                </a:lnTo>
                <a:lnTo>
                  <a:pt x="98168" y="18401"/>
                </a:lnTo>
                <a:lnTo>
                  <a:pt x="0" y="18400"/>
                </a:lnTo>
                <a:lnTo>
                  <a:pt x="0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901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th-65">
            <a:extLst xmlns:a="http://schemas.openxmlformats.org/drawingml/2006/main">
              <a:ext uri="{FF2B5EF4-FFF2-40B4-BE49-F238E27FC236}">
                <a16:creationId xmlns:a16="http://schemas.microsoft.com/office/drawing/2014/main" id="{2AC4F4F4-5548-4CEA-A315-6E9E053C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056" y="7278941"/>
            <a:ext cx="166436" cy="48001"/>
          </a:xfrm>
          <a:custGeom xmlns:a="http://schemas.openxmlformats.org/drawingml/2006/main">
            <a:pathLst>
              <a:path w="159501" h="46001">
                <a:moveTo>
                  <a:pt x="0" y="0"/>
                </a:moveTo>
                <a:lnTo>
                  <a:pt x="98167" y="1"/>
                </a:lnTo>
                <a:lnTo>
                  <a:pt x="98167" y="18401"/>
                </a:lnTo>
                <a:lnTo>
                  <a:pt x="0" y="18400"/>
                </a:lnTo>
                <a:lnTo>
                  <a:pt x="0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901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path-66">
            <a:extLst xmlns:a="http://schemas.openxmlformats.org/drawingml/2006/main">
              <a:ext uri="{FF2B5EF4-FFF2-40B4-BE49-F238E27FC236}">
                <a16:creationId xmlns:a16="http://schemas.microsoft.com/office/drawing/2014/main" id="{B37BABF2-2F4B-46C9-82AA-ECC24443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8930" y="7269632"/>
            <a:ext cx="166436" cy="48001"/>
          </a:xfrm>
          <a:custGeom xmlns:a="http://schemas.openxmlformats.org/drawingml/2006/main">
            <a:pathLst>
              <a:path w="159501" h="46001">
                <a:moveTo>
                  <a:pt x="0" y="0"/>
                </a:moveTo>
                <a:lnTo>
                  <a:pt x="98168" y="1"/>
                </a:lnTo>
                <a:lnTo>
                  <a:pt x="98168" y="18401"/>
                </a:lnTo>
                <a:lnTo>
                  <a:pt x="0" y="18400"/>
                </a:lnTo>
                <a:lnTo>
                  <a:pt x="0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901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8C45DA-3332-45D7-A713-5E50A4BE7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2747e0ae9436a"/>
          <a:stretch xmlns:a="http://schemas.openxmlformats.org/drawingml/2006/main"/>
        </p:blipFill>
        <p:spPr>
          <a:xfrm xmlns:a="http://schemas.openxmlformats.org/drawingml/2006/main">
            <a:off x="5297557" y="7101509"/>
            <a:ext cx="308113" cy="308113"/>
          </a:xfrm>
          <a:prstGeom xmlns:a="http://schemas.openxmlformats.org/drawingml/2006/main" prst="rect">
            <a:avLst/>
          </a:prstGeom>
        </p:spPr>
      </p:pic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E7A2162-566E-4AAC-A7D6-2981F77020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42584d35c4666"/>
          <a:stretch xmlns:a="http://schemas.openxmlformats.org/drawingml/2006/main"/>
        </p:blipFill>
        <p:spPr>
          <a:xfrm xmlns:a="http://schemas.openxmlformats.org/drawingml/2006/main">
            <a:off x="3866322" y="7171083"/>
            <a:ext cx="417443" cy="248478"/>
          </a:xfrm>
          <a:prstGeom xmlns:a="http://schemas.openxmlformats.org/drawingml/2006/main" prst="rect">
            <a:avLst/>
          </a:prstGeom>
        </p:spPr>
      </p:pic>
      <p:sp>
        <p:nvSpPr>
          <p:cNvPr id="74" name="text-69 Observation">
            <a:extLst xmlns:a="http://schemas.openxmlformats.org/drawingml/2006/main">
              <a:ext uri="{FF2B5EF4-FFF2-40B4-BE49-F238E27FC236}">
                <a16:creationId xmlns:a16="http://schemas.microsoft.com/office/drawing/2014/main" id="{368D13CD-931A-4108-97E6-ABB70B1B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5357" y="7544700"/>
            <a:ext cx="795700" cy="18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Observation</a:t>
            </a:r>
          </a:p>
        </p:txBody>
      </p:sp>
      <p:sp>
        <p:nvSpPr>
          <p:cNvPr id="75" name="path-70">
            <a:extLst xmlns:a="http://schemas.openxmlformats.org/drawingml/2006/main">
              <a:ext uri="{FF2B5EF4-FFF2-40B4-BE49-F238E27FC236}">
                <a16:creationId xmlns:a16="http://schemas.microsoft.com/office/drawing/2014/main" id="{DDF50713-94E1-4234-8653-1BA69B3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484" y="7297144"/>
            <a:ext cx="166436" cy="48001"/>
          </a:xfrm>
          <a:custGeom xmlns:a="http://schemas.openxmlformats.org/drawingml/2006/main">
            <a:pathLst>
              <a:path w="159501" h="46001">
                <a:moveTo>
                  <a:pt x="0" y="0"/>
                </a:moveTo>
                <a:lnTo>
                  <a:pt x="98167" y="1"/>
                </a:lnTo>
                <a:lnTo>
                  <a:pt x="98167" y="18401"/>
                </a:lnTo>
                <a:lnTo>
                  <a:pt x="0" y="18400"/>
                </a:lnTo>
                <a:lnTo>
                  <a:pt x="0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899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6F73C62-CA77-40D7-8DA2-F208F40C91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0cd3045ad46b0"/>
          <a:stretch xmlns:a="http://schemas.openxmlformats.org/drawingml/2006/main"/>
        </p:blipFill>
        <p:spPr>
          <a:xfrm xmlns:a="http://schemas.openxmlformats.org/drawingml/2006/main">
            <a:off x="4572000" y="7061752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7" name="text-72 Think">
            <a:extLst xmlns:a="http://schemas.openxmlformats.org/drawingml/2006/main">
              <a:ext uri="{FF2B5EF4-FFF2-40B4-BE49-F238E27FC236}">
                <a16:creationId xmlns:a16="http://schemas.microsoft.com/office/drawing/2014/main" id="{4D05A9F3-D47F-4228-9590-BC5D2F7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2530" y="7546730"/>
            <a:ext cx="378894" cy="190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Think</a:t>
            </a:r>
          </a:p>
        </p:txBody>
      </p:sp>
      <p:sp>
        <p:nvSpPr>
          <p:cNvPr id="78" name="path-73">
            <a:extLst xmlns:a="http://schemas.openxmlformats.org/drawingml/2006/main">
              <a:ext uri="{FF2B5EF4-FFF2-40B4-BE49-F238E27FC236}">
                <a16:creationId xmlns:a16="http://schemas.microsoft.com/office/drawing/2014/main" id="{EA5D3218-DB72-4C80-B8E3-9DCCB490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508" y="7312115"/>
            <a:ext cx="166436" cy="48001"/>
          </a:xfrm>
          <a:custGeom xmlns:a="http://schemas.openxmlformats.org/drawingml/2006/main">
            <a:pathLst>
              <a:path w="159501" h="46001">
                <a:moveTo>
                  <a:pt x="1" y="0"/>
                </a:moveTo>
                <a:lnTo>
                  <a:pt x="98167" y="1"/>
                </a:lnTo>
                <a:lnTo>
                  <a:pt x="98167" y="18401"/>
                </a:lnTo>
                <a:lnTo>
                  <a:pt x="0" y="18400"/>
                </a:lnTo>
                <a:lnTo>
                  <a:pt x="1" y="0"/>
                </a:lnTo>
                <a:moveTo>
                  <a:pt x="85901" y="-27599"/>
                </a:moveTo>
                <a:lnTo>
                  <a:pt x="159501" y="9201"/>
                </a:lnTo>
                <a:lnTo>
                  <a:pt x="85901" y="46001"/>
                </a:lnTo>
                <a:lnTo>
                  <a:pt x="85901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-74 Agentic">
            <a:extLst xmlns:a="http://schemas.openxmlformats.org/drawingml/2006/main">
              <a:ext uri="{FF2B5EF4-FFF2-40B4-BE49-F238E27FC236}">
                <a16:creationId xmlns:a16="http://schemas.microsoft.com/office/drawing/2014/main" id="{8B4496B5-2ED6-4746-83E8-5C1936AC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6762" y="6737776"/>
            <a:ext cx="773961" cy="28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Agentic</a:t>
            </a:r>
          </a:p>
        </p:txBody>
      </p:sp>
      <p:sp>
        <p:nvSpPr>
          <p:cNvPr id="80" name="text-74 Tool">
            <a:extLst xmlns:a="http://schemas.openxmlformats.org/drawingml/2006/main">
              <a:ext uri="{FF2B5EF4-FFF2-40B4-BE49-F238E27FC236}">
                <a16:creationId xmlns:a16="http://schemas.microsoft.com/office/drawing/2014/main" id="{0CA16582-80E4-4601-BF5B-3CDAAA9A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4909" y="6738359"/>
            <a:ext cx="446392" cy="285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Tool</a:t>
            </a:r>
          </a:p>
        </p:txBody>
      </p:sp>
      <p:sp>
        <p:nvSpPr>
          <p:cNvPr id="81" name="text-74 Use">
            <a:extLst xmlns:a="http://schemas.openxmlformats.org/drawingml/2006/main">
              <a:ext uri="{FF2B5EF4-FFF2-40B4-BE49-F238E27FC236}">
                <a16:creationId xmlns:a16="http://schemas.microsoft.com/office/drawing/2014/main" id="{C6F871A8-2933-4ECE-B047-589A25B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5130" y="6738377"/>
            <a:ext cx="398573" cy="2859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Use</a:t>
            </a:r>
          </a:p>
        </p:txBody>
      </p:sp>
      <p:sp>
        <p:nvSpPr>
          <p:cNvPr id="82" name="text-75 ReAct">
            <a:extLst xmlns:a="http://schemas.openxmlformats.org/drawingml/2006/main">
              <a:ext uri="{FF2B5EF4-FFF2-40B4-BE49-F238E27FC236}">
                <a16:creationId xmlns:a16="http://schemas.microsoft.com/office/drawing/2014/main" id="{902E0A1E-6A33-4BC2-9756-E326F6A3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964" y="6737757"/>
            <a:ext cx="629400" cy="286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ReAct</a:t>
            </a:r>
          </a:p>
        </p:txBody>
      </p:sp>
      <p:sp>
        <p:nvSpPr>
          <p:cNvPr id="83" name="text-77 Rollout">
            <a:extLst xmlns:a="http://schemas.openxmlformats.org/drawingml/2006/main">
              <a:ext uri="{FF2B5EF4-FFF2-40B4-BE49-F238E27FC236}">
                <a16:creationId xmlns:a16="http://schemas.microsoft.com/office/drawing/2014/main" id="{3490B3FE-424E-4F56-BEC3-3AD5BF58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0764" y="6738303"/>
            <a:ext cx="694429" cy="286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Rollout</a:t>
            </a:r>
          </a:p>
        </p:txBody>
      </p:sp>
      <p:sp>
        <p:nvSpPr>
          <p:cNvPr id="84" name="path-78">
            <a:extLst xmlns:a="http://schemas.openxmlformats.org/drawingml/2006/main">
              <a:ext uri="{FF2B5EF4-FFF2-40B4-BE49-F238E27FC236}">
                <a16:creationId xmlns:a16="http://schemas.microsoft.com/office/drawing/2014/main" id="{A36F844B-9343-40B7-95BA-14E7795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14" y="4198410"/>
            <a:ext cx="48000" cy="209411"/>
          </a:xfrm>
          <a:custGeom xmlns:a="http://schemas.openxmlformats.org/drawingml/2006/main">
            <a:pathLst>
              <a:path w="46000" h="200686">
                <a:moveTo>
                  <a:pt x="46000" y="0"/>
                </a:moveTo>
                <a:lnTo>
                  <a:pt x="46000" y="139353"/>
                </a:lnTo>
                <a:lnTo>
                  <a:pt x="27600" y="139353"/>
                </a:lnTo>
                <a:lnTo>
                  <a:pt x="27599" y="0"/>
                </a:lnTo>
                <a:lnTo>
                  <a:pt x="46000" y="0"/>
                </a:lnTo>
                <a:moveTo>
                  <a:pt x="73600" y="127086"/>
                </a:moveTo>
                <a:lnTo>
                  <a:pt x="36800" y="200686"/>
                </a:lnTo>
                <a:lnTo>
                  <a:pt x="0" y="127087"/>
                </a:lnTo>
                <a:lnTo>
                  <a:pt x="73600" y="1270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ath-79">
            <a:extLst xmlns:a="http://schemas.openxmlformats.org/drawingml/2006/main">
              <a:ext uri="{FF2B5EF4-FFF2-40B4-BE49-F238E27FC236}">
                <a16:creationId xmlns:a16="http://schemas.microsoft.com/office/drawing/2014/main" id="{681695F3-7E3D-4334-89F7-2BC4E57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061" y="4198410"/>
            <a:ext cx="48000" cy="209411"/>
          </a:xfrm>
          <a:custGeom xmlns:a="http://schemas.openxmlformats.org/drawingml/2006/main">
            <a:pathLst>
              <a:path w="46000" h="200686">
                <a:moveTo>
                  <a:pt x="45999" y="0"/>
                </a:moveTo>
                <a:lnTo>
                  <a:pt x="46000" y="139353"/>
                </a:lnTo>
                <a:lnTo>
                  <a:pt x="27600" y="139353"/>
                </a:lnTo>
                <a:lnTo>
                  <a:pt x="27599" y="0"/>
                </a:lnTo>
                <a:lnTo>
                  <a:pt x="45999" y="0"/>
                </a:lnTo>
                <a:moveTo>
                  <a:pt x="73600" y="127086"/>
                </a:moveTo>
                <a:lnTo>
                  <a:pt x="36800" y="200686"/>
                </a:lnTo>
                <a:lnTo>
                  <a:pt x="0" y="127087"/>
                </a:lnTo>
                <a:lnTo>
                  <a:pt x="73600" y="1270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ath-80">
            <a:extLst xmlns:a="http://schemas.openxmlformats.org/drawingml/2006/main">
              <a:ext uri="{FF2B5EF4-FFF2-40B4-BE49-F238E27FC236}">
                <a16:creationId xmlns:a16="http://schemas.microsoft.com/office/drawing/2014/main" id="{94BB04A3-BF45-4E8D-B4F2-EEAD9D99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0242" y="4198410"/>
            <a:ext cx="47999" cy="209411"/>
          </a:xfrm>
          <a:custGeom xmlns:a="http://schemas.openxmlformats.org/drawingml/2006/main">
            <a:pathLst>
              <a:path w="46000" h="200686">
                <a:moveTo>
                  <a:pt x="46000" y="0"/>
                </a:moveTo>
                <a:lnTo>
                  <a:pt x="46000" y="139353"/>
                </a:lnTo>
                <a:lnTo>
                  <a:pt x="27601" y="139353"/>
                </a:lnTo>
                <a:lnTo>
                  <a:pt x="27599" y="0"/>
                </a:lnTo>
                <a:lnTo>
                  <a:pt x="46000" y="0"/>
                </a:lnTo>
                <a:moveTo>
                  <a:pt x="73600" y="127086"/>
                </a:moveTo>
                <a:lnTo>
                  <a:pt x="36800" y="200686"/>
                </a:lnTo>
                <a:lnTo>
                  <a:pt x="0" y="127087"/>
                </a:lnTo>
                <a:lnTo>
                  <a:pt x="73600" y="1270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ath-81">
            <a:extLst xmlns:a="http://schemas.openxmlformats.org/drawingml/2006/main">
              <a:ext uri="{FF2B5EF4-FFF2-40B4-BE49-F238E27FC236}">
                <a16:creationId xmlns:a16="http://schemas.microsoft.com/office/drawing/2014/main" id="{8F16C560-7A7F-46EE-97B3-2387EC85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955" y="6477259"/>
            <a:ext cx="48000" cy="209412"/>
          </a:xfrm>
          <a:custGeom xmlns:a="http://schemas.openxmlformats.org/drawingml/2006/main">
            <a:pathLst>
              <a:path w="46000" h="200687">
                <a:moveTo>
                  <a:pt x="45999" y="0"/>
                </a:moveTo>
                <a:lnTo>
                  <a:pt x="46000" y="139353"/>
                </a:lnTo>
                <a:lnTo>
                  <a:pt x="27600" y="139353"/>
                </a:lnTo>
                <a:lnTo>
                  <a:pt x="27599" y="0"/>
                </a:lnTo>
                <a:lnTo>
                  <a:pt x="45999" y="0"/>
                </a:lnTo>
                <a:moveTo>
                  <a:pt x="73600" y="127086"/>
                </a:moveTo>
                <a:lnTo>
                  <a:pt x="36800" y="200687"/>
                </a:lnTo>
                <a:lnTo>
                  <a:pt x="0" y="127086"/>
                </a:lnTo>
                <a:lnTo>
                  <a:pt x="73600" y="1270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ath-82">
            <a:extLst xmlns:a="http://schemas.openxmlformats.org/drawingml/2006/main">
              <a:ext uri="{FF2B5EF4-FFF2-40B4-BE49-F238E27FC236}">
                <a16:creationId xmlns:a16="http://schemas.microsoft.com/office/drawing/2014/main" id="{7D6245D4-31BA-4E5F-8B02-C2EDAE56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886" y="5911312"/>
            <a:ext cx="5514798" cy="1998477"/>
          </a:xfrm>
          <a:custGeom xmlns:a="http://schemas.openxmlformats.org/drawingml/2006/main">
            <a:pathLst>
              <a:path w="5285015" h="1915207">
                <a:moveTo>
                  <a:pt x="0" y="251350"/>
                </a:moveTo>
                <a:cubicBezTo>
                  <a:pt x="0" y="112533"/>
                  <a:pt x="112533" y="0"/>
                  <a:pt x="251350" y="0"/>
                </a:cubicBezTo>
                <a:lnTo>
                  <a:pt x="5033665" y="0"/>
                </a:lnTo>
                <a:cubicBezTo>
                  <a:pt x="5172481" y="0"/>
                  <a:pt x="5285015" y="112533"/>
                  <a:pt x="5285015" y="251350"/>
                </a:cubicBezTo>
                <a:lnTo>
                  <a:pt x="5285015" y="1663856"/>
                </a:lnTo>
                <a:cubicBezTo>
                  <a:pt x="5285015" y="1802673"/>
                  <a:pt x="5172481" y="1915207"/>
                  <a:pt x="5033665" y="1915207"/>
                </a:cubicBezTo>
                <a:lnTo>
                  <a:pt x="251350" y="1915207"/>
                </a:lnTo>
                <a:cubicBezTo>
                  <a:pt x="112533" y="1915207"/>
                  <a:pt x="0" y="1802673"/>
                  <a:pt x="0" y="1663856"/>
                </a:cubicBezTo>
                <a:lnTo>
                  <a:pt x="0" y="251350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1F5FBF"/>
            </a:solidFill>
            <a:prstDash val="solid"/>
          </a:ln>
        </p:spPr>
      </p:sp>
      <p:sp>
        <p:nvSpPr>
          <p:cNvPr id="89" name="text-83 Evidence">
            <a:extLst xmlns:a="http://schemas.openxmlformats.org/drawingml/2006/main">
              <a:ext uri="{FF2B5EF4-FFF2-40B4-BE49-F238E27FC236}">
                <a16:creationId xmlns:a16="http://schemas.microsoft.com/office/drawing/2014/main" id="{D4D7DE95-4019-461F-841A-B422D7AC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3" y="5927145"/>
            <a:ext cx="878659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90" name="text-83 Ledger">
            <a:extLst xmlns:a="http://schemas.openxmlformats.org/drawingml/2006/main">
              <a:ext uri="{FF2B5EF4-FFF2-40B4-BE49-F238E27FC236}">
                <a16:creationId xmlns:a16="http://schemas.microsoft.com/office/drawing/2014/main" id="{9475100D-45A7-4773-BD7A-F17933CC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63" y="5927044"/>
            <a:ext cx="701673" cy="286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Ledger</a:t>
            </a:r>
          </a:p>
        </p:txBody>
      </p:sp>
      <p:sp>
        <p:nvSpPr>
          <p:cNvPr id="91" name="text-84 Evidence">
            <a:extLst xmlns:a="http://schemas.openxmlformats.org/drawingml/2006/main">
              <a:ext uri="{FF2B5EF4-FFF2-40B4-BE49-F238E27FC236}">
                <a16:creationId xmlns:a16="http://schemas.microsoft.com/office/drawing/2014/main" id="{535AA57A-D805-43A6-8CC0-22D15D99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3" y="5927145"/>
            <a:ext cx="878659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92" name="text-84 Ledger">
            <a:extLst xmlns:a="http://schemas.openxmlformats.org/drawingml/2006/main">
              <a:ext uri="{FF2B5EF4-FFF2-40B4-BE49-F238E27FC236}">
                <a16:creationId xmlns:a16="http://schemas.microsoft.com/office/drawing/2014/main" id="{3DFE9CB1-1FE4-4E7C-B28A-464CCE2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41563" y="5927044"/>
            <a:ext cx="701673" cy="286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Ledger</a:t>
            </a:r>
          </a:p>
        </p:txBody>
      </p:sp>
      <p:sp>
        <p:nvSpPr>
          <p:cNvPr id="93" name="path-85">
            <a:extLst xmlns:a="http://schemas.openxmlformats.org/drawingml/2006/main">
              <a:ext uri="{FF2B5EF4-FFF2-40B4-BE49-F238E27FC236}">
                <a16:creationId xmlns:a16="http://schemas.microsoft.com/office/drawing/2014/main" id="{C159766F-4CB6-4312-818D-93F7D74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6252530"/>
            <a:ext cx="999601" cy="286906"/>
          </a:xfrm>
          <a:custGeom xmlns:a="http://schemas.openxmlformats.org/drawingml/2006/main">
            <a:pathLst>
              <a:path w="957951" h="274951">
                <a:moveTo>
                  <a:pt x="0" y="0"/>
                </a:moveTo>
                <a:lnTo>
                  <a:pt x="957951" y="0"/>
                </a:lnTo>
                <a:lnTo>
                  <a:pt x="957951" y="274951"/>
                </a:lnTo>
                <a:lnTo>
                  <a:pt x="0" y="2749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ath-86">
            <a:extLst xmlns:a="http://schemas.openxmlformats.org/drawingml/2006/main">
              <a:ext uri="{FF2B5EF4-FFF2-40B4-BE49-F238E27FC236}">
                <a16:creationId xmlns:a16="http://schemas.microsoft.com/office/drawing/2014/main" id="{A5AA47D5-62A7-451C-AAE9-47F9B81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43" y="6252530"/>
            <a:ext cx="999601" cy="286906"/>
          </a:xfrm>
          <a:custGeom xmlns:a="http://schemas.openxmlformats.org/drawingml/2006/main">
            <a:pathLst>
              <a:path w="957951" h="274951">
                <a:moveTo>
                  <a:pt x="0" y="0"/>
                </a:moveTo>
                <a:lnTo>
                  <a:pt x="957951" y="0"/>
                </a:lnTo>
                <a:lnTo>
                  <a:pt x="957951" y="274951"/>
                </a:lnTo>
                <a:lnTo>
                  <a:pt x="0" y="2749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ath-87">
            <a:extLst xmlns:a="http://schemas.openxmlformats.org/drawingml/2006/main">
              <a:ext uri="{FF2B5EF4-FFF2-40B4-BE49-F238E27FC236}">
                <a16:creationId xmlns:a16="http://schemas.microsoft.com/office/drawing/2014/main" id="{A58DBA3F-3CD8-4330-ADF7-1695DBB9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845" y="6252530"/>
            <a:ext cx="999601" cy="286906"/>
          </a:xfrm>
          <a:custGeom xmlns:a="http://schemas.openxmlformats.org/drawingml/2006/main">
            <a:pathLst>
              <a:path w="957951" h="274951">
                <a:moveTo>
                  <a:pt x="0" y="0"/>
                </a:moveTo>
                <a:lnTo>
                  <a:pt x="957951" y="0"/>
                </a:lnTo>
                <a:lnTo>
                  <a:pt x="957951" y="274951"/>
                </a:lnTo>
                <a:lnTo>
                  <a:pt x="0" y="2749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ath-88">
            <a:extLst xmlns:a="http://schemas.openxmlformats.org/drawingml/2006/main">
              <a:ext uri="{FF2B5EF4-FFF2-40B4-BE49-F238E27FC236}">
                <a16:creationId xmlns:a16="http://schemas.microsoft.com/office/drawing/2014/main" id="{69009E96-5A3F-42D8-A4EE-AF00678A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46" y="6252530"/>
            <a:ext cx="1213983" cy="286906"/>
          </a:xfrm>
          <a:custGeom xmlns:a="http://schemas.openxmlformats.org/drawingml/2006/main">
            <a:pathLst>
              <a:path w="1163400" h="274951">
                <a:moveTo>
                  <a:pt x="0" y="0"/>
                </a:moveTo>
                <a:lnTo>
                  <a:pt x="1163400" y="0"/>
                </a:lnTo>
                <a:lnTo>
                  <a:pt x="1163400" y="274951"/>
                </a:lnTo>
                <a:lnTo>
                  <a:pt x="0" y="2749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th-89">
            <a:extLst xmlns:a="http://schemas.openxmlformats.org/drawingml/2006/main">
              <a:ext uri="{FF2B5EF4-FFF2-40B4-BE49-F238E27FC236}">
                <a16:creationId xmlns:a16="http://schemas.microsoft.com/office/drawing/2014/main" id="{1B39B70D-D2E0-4240-B642-AEAD0BD2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29" y="6252530"/>
            <a:ext cx="1039957" cy="286906"/>
          </a:xfrm>
          <a:custGeom xmlns:a="http://schemas.openxmlformats.org/drawingml/2006/main">
            <a:pathLst>
              <a:path w="996625" h="274951">
                <a:moveTo>
                  <a:pt x="0" y="0"/>
                </a:moveTo>
                <a:lnTo>
                  <a:pt x="996625" y="0"/>
                </a:lnTo>
                <a:lnTo>
                  <a:pt x="996625" y="274951"/>
                </a:lnTo>
                <a:lnTo>
                  <a:pt x="0" y="2749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ath-90">
            <a:extLst xmlns:a="http://schemas.openxmlformats.org/drawingml/2006/main">
              <a:ext uri="{FF2B5EF4-FFF2-40B4-BE49-F238E27FC236}">
                <a16:creationId xmlns:a16="http://schemas.microsoft.com/office/drawing/2014/main" id="{2B8F0881-CAF1-4B56-AE03-CD7F77D2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6539435"/>
            <a:ext cx="999601" cy="423333"/>
          </a:xfrm>
          <a:custGeom xmlns:a="http://schemas.openxmlformats.org/drawingml/2006/main">
            <a:pathLst>
              <a:path w="957951" h="405694">
                <a:moveTo>
                  <a:pt x="0" y="0"/>
                </a:moveTo>
                <a:lnTo>
                  <a:pt x="957951" y="0"/>
                </a:lnTo>
                <a:lnTo>
                  <a:pt x="957951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ath-91">
            <a:extLst xmlns:a="http://schemas.openxmlformats.org/drawingml/2006/main">
              <a:ext uri="{FF2B5EF4-FFF2-40B4-BE49-F238E27FC236}">
                <a16:creationId xmlns:a16="http://schemas.microsoft.com/office/drawing/2014/main" id="{0C7DC9DE-5BAE-47ED-9672-68EA01FD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43" y="6539435"/>
            <a:ext cx="999601" cy="423333"/>
          </a:xfrm>
          <a:custGeom xmlns:a="http://schemas.openxmlformats.org/drawingml/2006/main">
            <a:pathLst>
              <a:path w="957951" h="405694">
                <a:moveTo>
                  <a:pt x="0" y="0"/>
                </a:moveTo>
                <a:lnTo>
                  <a:pt x="957951" y="0"/>
                </a:lnTo>
                <a:lnTo>
                  <a:pt x="957951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92">
            <a:extLst xmlns:a="http://schemas.openxmlformats.org/drawingml/2006/main">
              <a:ext uri="{FF2B5EF4-FFF2-40B4-BE49-F238E27FC236}">
                <a16:creationId xmlns:a16="http://schemas.microsoft.com/office/drawing/2014/main" id="{412D0E7F-5505-4FAE-BA49-8833202F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845" y="6539435"/>
            <a:ext cx="999601" cy="423333"/>
          </a:xfrm>
          <a:custGeom xmlns:a="http://schemas.openxmlformats.org/drawingml/2006/main">
            <a:pathLst>
              <a:path w="957951" h="405694">
                <a:moveTo>
                  <a:pt x="0" y="0"/>
                </a:moveTo>
                <a:lnTo>
                  <a:pt x="957951" y="0"/>
                </a:lnTo>
                <a:lnTo>
                  <a:pt x="957951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ath-93">
            <a:extLst xmlns:a="http://schemas.openxmlformats.org/drawingml/2006/main">
              <a:ext uri="{FF2B5EF4-FFF2-40B4-BE49-F238E27FC236}">
                <a16:creationId xmlns:a16="http://schemas.microsoft.com/office/drawing/2014/main" id="{7DB6FC31-18C2-412B-9B02-0C6A46A1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46" y="6539435"/>
            <a:ext cx="1213983" cy="423333"/>
          </a:xfrm>
          <a:custGeom xmlns:a="http://schemas.openxmlformats.org/drawingml/2006/main">
            <a:pathLst>
              <a:path w="1163400" h="405694">
                <a:moveTo>
                  <a:pt x="0" y="0"/>
                </a:moveTo>
                <a:lnTo>
                  <a:pt x="1163400" y="0"/>
                </a:lnTo>
                <a:lnTo>
                  <a:pt x="1163400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th-94">
            <a:extLst xmlns:a="http://schemas.openxmlformats.org/drawingml/2006/main">
              <a:ext uri="{FF2B5EF4-FFF2-40B4-BE49-F238E27FC236}">
                <a16:creationId xmlns:a16="http://schemas.microsoft.com/office/drawing/2014/main" id="{25CD7377-72C3-41BE-8F38-8FC2E6ED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29" y="6539435"/>
            <a:ext cx="1039957" cy="423333"/>
          </a:xfrm>
          <a:custGeom xmlns:a="http://schemas.openxmlformats.org/drawingml/2006/main">
            <a:pathLst>
              <a:path w="996625" h="405694">
                <a:moveTo>
                  <a:pt x="0" y="0"/>
                </a:moveTo>
                <a:lnTo>
                  <a:pt x="996625" y="0"/>
                </a:lnTo>
                <a:lnTo>
                  <a:pt x="996625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ath-95">
            <a:extLst xmlns:a="http://schemas.openxmlformats.org/drawingml/2006/main">
              <a:ext uri="{FF2B5EF4-FFF2-40B4-BE49-F238E27FC236}">
                <a16:creationId xmlns:a16="http://schemas.microsoft.com/office/drawing/2014/main" id="{7217D190-8CA7-4B7E-910D-3DC9F20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6962769"/>
            <a:ext cx="999601" cy="423334"/>
          </a:xfrm>
          <a:custGeom xmlns:a="http://schemas.openxmlformats.org/drawingml/2006/main">
            <a:pathLst>
              <a:path w="957951" h="405695">
                <a:moveTo>
                  <a:pt x="0" y="0"/>
                </a:moveTo>
                <a:lnTo>
                  <a:pt x="957951" y="0"/>
                </a:lnTo>
                <a:lnTo>
                  <a:pt x="957951" y="405695"/>
                </a:lnTo>
                <a:lnTo>
                  <a:pt x="0" y="405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ath-96">
            <a:extLst xmlns:a="http://schemas.openxmlformats.org/drawingml/2006/main">
              <a:ext uri="{FF2B5EF4-FFF2-40B4-BE49-F238E27FC236}">
                <a16:creationId xmlns:a16="http://schemas.microsoft.com/office/drawing/2014/main" id="{9C17CCCC-8F97-4F5F-84D3-275B78A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43" y="6962769"/>
            <a:ext cx="999601" cy="423334"/>
          </a:xfrm>
          <a:custGeom xmlns:a="http://schemas.openxmlformats.org/drawingml/2006/main">
            <a:pathLst>
              <a:path w="957951" h="405695">
                <a:moveTo>
                  <a:pt x="0" y="0"/>
                </a:moveTo>
                <a:lnTo>
                  <a:pt x="957951" y="0"/>
                </a:lnTo>
                <a:lnTo>
                  <a:pt x="957951" y="405695"/>
                </a:lnTo>
                <a:lnTo>
                  <a:pt x="0" y="405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ath-97">
            <a:extLst xmlns:a="http://schemas.openxmlformats.org/drawingml/2006/main">
              <a:ext uri="{FF2B5EF4-FFF2-40B4-BE49-F238E27FC236}">
                <a16:creationId xmlns:a16="http://schemas.microsoft.com/office/drawing/2014/main" id="{277CEA76-C90A-4CE0-8719-268003AB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845" y="6962769"/>
            <a:ext cx="999601" cy="423334"/>
          </a:xfrm>
          <a:custGeom xmlns:a="http://schemas.openxmlformats.org/drawingml/2006/main">
            <a:pathLst>
              <a:path w="957951" h="405695">
                <a:moveTo>
                  <a:pt x="0" y="0"/>
                </a:moveTo>
                <a:lnTo>
                  <a:pt x="957951" y="0"/>
                </a:lnTo>
                <a:lnTo>
                  <a:pt x="957951" y="405695"/>
                </a:lnTo>
                <a:lnTo>
                  <a:pt x="0" y="405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ath-98">
            <a:extLst xmlns:a="http://schemas.openxmlformats.org/drawingml/2006/main">
              <a:ext uri="{FF2B5EF4-FFF2-40B4-BE49-F238E27FC236}">
                <a16:creationId xmlns:a16="http://schemas.microsoft.com/office/drawing/2014/main" id="{BC4C1D02-B035-4660-920B-0052E9B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46" y="6962769"/>
            <a:ext cx="1213983" cy="423334"/>
          </a:xfrm>
          <a:custGeom xmlns:a="http://schemas.openxmlformats.org/drawingml/2006/main">
            <a:pathLst>
              <a:path w="1163400" h="405695">
                <a:moveTo>
                  <a:pt x="0" y="0"/>
                </a:moveTo>
                <a:lnTo>
                  <a:pt x="1163400" y="0"/>
                </a:lnTo>
                <a:lnTo>
                  <a:pt x="1163400" y="405695"/>
                </a:lnTo>
                <a:lnTo>
                  <a:pt x="0" y="405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th-99">
            <a:extLst xmlns:a="http://schemas.openxmlformats.org/drawingml/2006/main">
              <a:ext uri="{FF2B5EF4-FFF2-40B4-BE49-F238E27FC236}">
                <a16:creationId xmlns:a16="http://schemas.microsoft.com/office/drawing/2014/main" id="{A4F987F6-A77C-4912-93E5-D80ACDD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29" y="6962769"/>
            <a:ext cx="1039957" cy="423334"/>
          </a:xfrm>
          <a:custGeom xmlns:a="http://schemas.openxmlformats.org/drawingml/2006/main">
            <a:pathLst>
              <a:path w="996625" h="405695">
                <a:moveTo>
                  <a:pt x="0" y="0"/>
                </a:moveTo>
                <a:lnTo>
                  <a:pt x="996625" y="0"/>
                </a:lnTo>
                <a:lnTo>
                  <a:pt x="996625" y="405695"/>
                </a:lnTo>
                <a:lnTo>
                  <a:pt x="0" y="4056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path-100">
            <a:extLst xmlns:a="http://schemas.openxmlformats.org/drawingml/2006/main">
              <a:ext uri="{FF2B5EF4-FFF2-40B4-BE49-F238E27FC236}">
                <a16:creationId xmlns:a16="http://schemas.microsoft.com/office/drawing/2014/main" id="{F8856F49-10BB-4D80-B19E-5FC5D8D6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7386102"/>
            <a:ext cx="999601" cy="423333"/>
          </a:xfrm>
          <a:custGeom xmlns:a="http://schemas.openxmlformats.org/drawingml/2006/main">
            <a:pathLst>
              <a:path w="957951" h="405694">
                <a:moveTo>
                  <a:pt x="0" y="0"/>
                </a:moveTo>
                <a:lnTo>
                  <a:pt x="957951" y="0"/>
                </a:lnTo>
                <a:lnTo>
                  <a:pt x="957951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path-101">
            <a:extLst xmlns:a="http://schemas.openxmlformats.org/drawingml/2006/main">
              <a:ext uri="{FF2B5EF4-FFF2-40B4-BE49-F238E27FC236}">
                <a16:creationId xmlns:a16="http://schemas.microsoft.com/office/drawing/2014/main" id="{31914C95-5CF0-4341-AAF6-055BF761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43" y="7386102"/>
            <a:ext cx="999601" cy="423333"/>
          </a:xfrm>
          <a:custGeom xmlns:a="http://schemas.openxmlformats.org/drawingml/2006/main">
            <a:pathLst>
              <a:path w="957951" h="405694">
                <a:moveTo>
                  <a:pt x="0" y="0"/>
                </a:moveTo>
                <a:lnTo>
                  <a:pt x="957951" y="0"/>
                </a:lnTo>
                <a:lnTo>
                  <a:pt x="957951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ath-102">
            <a:extLst xmlns:a="http://schemas.openxmlformats.org/drawingml/2006/main">
              <a:ext uri="{FF2B5EF4-FFF2-40B4-BE49-F238E27FC236}">
                <a16:creationId xmlns:a16="http://schemas.microsoft.com/office/drawing/2014/main" id="{AB50B299-828D-45B3-9C48-67DA5DAF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845" y="7386102"/>
            <a:ext cx="999601" cy="423333"/>
          </a:xfrm>
          <a:custGeom xmlns:a="http://schemas.openxmlformats.org/drawingml/2006/main">
            <a:pathLst>
              <a:path w="957951" h="405694">
                <a:moveTo>
                  <a:pt x="0" y="0"/>
                </a:moveTo>
                <a:lnTo>
                  <a:pt x="957951" y="0"/>
                </a:lnTo>
                <a:lnTo>
                  <a:pt x="957951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ath-103">
            <a:extLst xmlns:a="http://schemas.openxmlformats.org/drawingml/2006/main">
              <a:ext uri="{FF2B5EF4-FFF2-40B4-BE49-F238E27FC236}">
                <a16:creationId xmlns:a16="http://schemas.microsoft.com/office/drawing/2014/main" id="{F361E568-2859-4FE2-8AB1-935A0490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46" y="7386102"/>
            <a:ext cx="1213983" cy="423333"/>
          </a:xfrm>
          <a:custGeom xmlns:a="http://schemas.openxmlformats.org/drawingml/2006/main">
            <a:pathLst>
              <a:path w="1163400" h="405694">
                <a:moveTo>
                  <a:pt x="0" y="0"/>
                </a:moveTo>
                <a:lnTo>
                  <a:pt x="1163400" y="0"/>
                </a:lnTo>
                <a:lnTo>
                  <a:pt x="1163400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th-104">
            <a:extLst xmlns:a="http://schemas.openxmlformats.org/drawingml/2006/main">
              <a:ext uri="{FF2B5EF4-FFF2-40B4-BE49-F238E27FC236}">
                <a16:creationId xmlns:a16="http://schemas.microsoft.com/office/drawing/2014/main" id="{26F88FF8-CBED-4098-ABF5-97FAB06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29" y="7386102"/>
            <a:ext cx="1039957" cy="423333"/>
          </a:xfrm>
          <a:custGeom xmlns:a="http://schemas.openxmlformats.org/drawingml/2006/main">
            <a:pathLst>
              <a:path w="996625" h="405694">
                <a:moveTo>
                  <a:pt x="0" y="0"/>
                </a:moveTo>
                <a:lnTo>
                  <a:pt x="996625" y="0"/>
                </a:lnTo>
                <a:lnTo>
                  <a:pt x="996625" y="405694"/>
                </a:lnTo>
                <a:lnTo>
                  <a:pt x="0" y="4056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ath-105">
            <a:extLst xmlns:a="http://schemas.openxmlformats.org/drawingml/2006/main">
              <a:ext uri="{FF2B5EF4-FFF2-40B4-BE49-F238E27FC236}">
                <a16:creationId xmlns:a16="http://schemas.microsoft.com/office/drawing/2014/main" id="{C967E557-2D93-4A06-B8D2-BCCDB555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43" y="6252530"/>
            <a:ext cx="191" cy="1556907"/>
          </a:xfrm>
          <a:custGeom xmlns:a="http://schemas.openxmlformats.org/drawingml/2006/main">
            <a:pathLst>
              <a:path w="191" h="1492036">
                <a:moveTo>
                  <a:pt x="0" y="0"/>
                </a:moveTo>
                <a:lnTo>
                  <a:pt x="0" y="1492036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14" name="path-106">
            <a:extLst xmlns:a="http://schemas.openxmlformats.org/drawingml/2006/main">
              <a:ext uri="{FF2B5EF4-FFF2-40B4-BE49-F238E27FC236}">
                <a16:creationId xmlns:a16="http://schemas.microsoft.com/office/drawing/2014/main" id="{3F03CD21-9311-4941-BF44-15EDB397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2844" y="6252530"/>
            <a:ext cx="191" cy="1556907"/>
          </a:xfrm>
          <a:custGeom xmlns:a="http://schemas.openxmlformats.org/drawingml/2006/main">
            <a:pathLst>
              <a:path w="191" h="1492036">
                <a:moveTo>
                  <a:pt x="0" y="0"/>
                </a:moveTo>
                <a:lnTo>
                  <a:pt x="0" y="1492036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15" name="path-107">
            <a:extLst xmlns:a="http://schemas.openxmlformats.org/drawingml/2006/main">
              <a:ext uri="{FF2B5EF4-FFF2-40B4-BE49-F238E27FC236}">
                <a16:creationId xmlns:a16="http://schemas.microsoft.com/office/drawing/2014/main" id="{9A82CDE1-0D57-4B37-BF5D-8660167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446" y="6252530"/>
            <a:ext cx="191" cy="1556907"/>
          </a:xfrm>
          <a:custGeom xmlns:a="http://schemas.openxmlformats.org/drawingml/2006/main">
            <a:pathLst>
              <a:path w="191" h="1492036">
                <a:moveTo>
                  <a:pt x="0" y="0"/>
                </a:moveTo>
                <a:lnTo>
                  <a:pt x="0" y="1492036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16" name="path-108">
            <a:extLst xmlns:a="http://schemas.openxmlformats.org/drawingml/2006/main">
              <a:ext uri="{FF2B5EF4-FFF2-40B4-BE49-F238E27FC236}">
                <a16:creationId xmlns:a16="http://schemas.microsoft.com/office/drawing/2014/main" id="{6774EBD5-AEE7-4273-A4E4-5F53411D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429" y="6252530"/>
            <a:ext cx="191" cy="1556907"/>
          </a:xfrm>
          <a:custGeom xmlns:a="http://schemas.openxmlformats.org/drawingml/2006/main">
            <a:pathLst>
              <a:path w="191" h="1492036">
                <a:moveTo>
                  <a:pt x="0" y="0"/>
                </a:moveTo>
                <a:lnTo>
                  <a:pt x="0" y="1492036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17" name="path-109">
            <a:extLst xmlns:a="http://schemas.openxmlformats.org/drawingml/2006/main">
              <a:ext uri="{FF2B5EF4-FFF2-40B4-BE49-F238E27FC236}">
                <a16:creationId xmlns:a16="http://schemas.microsoft.com/office/drawing/2014/main" id="{1202BCCE-B128-47A9-9E4F-3972699E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6539435"/>
            <a:ext cx="5252743" cy="191"/>
          </a:xfrm>
          <a:custGeom xmlns:a="http://schemas.openxmlformats.org/drawingml/2006/main">
            <a:pathLst>
              <a:path w="5033879" h="191">
                <a:moveTo>
                  <a:pt x="0" y="0"/>
                </a:moveTo>
                <a:lnTo>
                  <a:pt x="5033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18" name="path-110">
            <a:extLst xmlns:a="http://schemas.openxmlformats.org/drawingml/2006/main">
              <a:ext uri="{FF2B5EF4-FFF2-40B4-BE49-F238E27FC236}">
                <a16:creationId xmlns:a16="http://schemas.microsoft.com/office/drawing/2014/main" id="{AC2ABA79-50FD-4C3F-B4C6-8B3C7D5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6962769"/>
            <a:ext cx="5252743" cy="191"/>
          </a:xfrm>
          <a:custGeom xmlns:a="http://schemas.openxmlformats.org/drawingml/2006/main">
            <a:pathLst>
              <a:path w="5033879" h="191">
                <a:moveTo>
                  <a:pt x="0" y="0"/>
                </a:moveTo>
                <a:lnTo>
                  <a:pt x="5033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19" name="path-111">
            <a:extLst xmlns:a="http://schemas.openxmlformats.org/drawingml/2006/main">
              <a:ext uri="{FF2B5EF4-FFF2-40B4-BE49-F238E27FC236}">
                <a16:creationId xmlns:a16="http://schemas.microsoft.com/office/drawing/2014/main" id="{4A879C37-03A0-41AE-9BAA-EBBE229E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3642" y="7386102"/>
            <a:ext cx="5252743" cy="191"/>
          </a:xfrm>
          <a:custGeom xmlns:a="http://schemas.openxmlformats.org/drawingml/2006/main">
            <a:pathLst>
              <a:path w="5033879" h="191">
                <a:moveTo>
                  <a:pt x="0" y="0"/>
                </a:moveTo>
                <a:lnTo>
                  <a:pt x="50338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800">
            <a:solidFill>
              <a:srgbClr val="156082"/>
            </a:solidFill>
            <a:prstDash val="solid"/>
          </a:ln>
        </p:spPr>
      </p:sp>
      <p:sp>
        <p:nvSpPr>
          <p:cNvPr id="120" name="text-112 Source">
            <a:extLst xmlns:a="http://schemas.openxmlformats.org/drawingml/2006/main">
              <a:ext uri="{FF2B5EF4-FFF2-40B4-BE49-F238E27FC236}">
                <a16:creationId xmlns:a16="http://schemas.microsoft.com/office/drawing/2014/main" id="{73C89B62-4794-4F43-A3FB-8C18AB3B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73443" y="6306685"/>
            <a:ext cx="467905" cy="189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Source</a:t>
            </a:r>
          </a:p>
        </p:txBody>
      </p:sp>
      <p:sp>
        <p:nvSpPr>
          <p:cNvPr id="121" name="text-113 Title">
            <a:extLst xmlns:a="http://schemas.openxmlformats.org/drawingml/2006/main">
              <a:ext uri="{FF2B5EF4-FFF2-40B4-BE49-F238E27FC236}">
                <a16:creationId xmlns:a16="http://schemas.microsoft.com/office/drawing/2014/main" id="{4A45C59D-A6C4-4673-95E8-8066387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1045" y="6305333"/>
            <a:ext cx="332177" cy="191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Title</a:t>
            </a:r>
          </a:p>
        </p:txBody>
      </p:sp>
      <p:sp>
        <p:nvSpPr>
          <p:cNvPr id="122" name="text-114 Summary">
            <a:extLst xmlns:a="http://schemas.openxmlformats.org/drawingml/2006/main">
              <a:ext uri="{FF2B5EF4-FFF2-40B4-BE49-F238E27FC236}">
                <a16:creationId xmlns:a16="http://schemas.microsoft.com/office/drawing/2014/main" id="{EFA02DBD-76A1-4324-81D7-F59C6FAA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05445" y="6307013"/>
            <a:ext cx="601431" cy="1888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Summary</a:t>
            </a:r>
          </a:p>
        </p:txBody>
      </p:sp>
      <p:sp>
        <p:nvSpPr>
          <p:cNvPr id="123" name="text-115 Frame">
            <a:extLst xmlns:a="http://schemas.openxmlformats.org/drawingml/2006/main">
              <a:ext uri="{FF2B5EF4-FFF2-40B4-BE49-F238E27FC236}">
                <a16:creationId xmlns:a16="http://schemas.microsoft.com/office/drawing/2014/main" id="{4A904BCE-6213-49A9-B22F-EE661BF9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7036" y="6306614"/>
            <a:ext cx="419835" cy="189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124" name="text-116 idx">
            <a:extLst xmlns:a="http://schemas.openxmlformats.org/drawingml/2006/main">
              <a:ext uri="{FF2B5EF4-FFF2-40B4-BE49-F238E27FC236}">
                <a16:creationId xmlns:a16="http://schemas.microsoft.com/office/drawing/2014/main" id="{28E118A7-CB49-4A0A-890D-9F3CAB9A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29037" y="6304759"/>
            <a:ext cx="224580" cy="191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idx</a:t>
            </a:r>
          </a:p>
        </p:txBody>
      </p:sp>
      <p:sp>
        <p:nvSpPr>
          <p:cNvPr id="125" name="text-117 /Time">
            <a:extLst xmlns:a="http://schemas.openxmlformats.org/drawingml/2006/main">
              <a:ext uri="{FF2B5EF4-FFF2-40B4-BE49-F238E27FC236}">
                <a16:creationId xmlns:a16="http://schemas.microsoft.com/office/drawing/2014/main" id="{3E5A88AC-18ED-4471-84D9-C12735E8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837" y="6306150"/>
            <a:ext cx="403922" cy="1900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/Time</a:t>
            </a:r>
          </a:p>
        </p:txBody>
      </p:sp>
      <p:sp>
        <p:nvSpPr>
          <p:cNvPr id="126" name="text-118 BBox">
            <a:extLst xmlns:a="http://schemas.openxmlformats.org/drawingml/2006/main">
              <a:ext uri="{FF2B5EF4-FFF2-40B4-BE49-F238E27FC236}">
                <a16:creationId xmlns:a16="http://schemas.microsoft.com/office/drawing/2014/main" id="{9C52DA49-317B-4618-AAB1-0AEF5242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95207" y="6305895"/>
            <a:ext cx="347646" cy="190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BBox</a:t>
            </a:r>
          </a:p>
        </p:txBody>
      </p:sp>
      <p:sp>
        <p:nvSpPr>
          <p:cNvPr id="127" name="text-119 /OCR">
            <a:extLst xmlns:a="http://schemas.openxmlformats.org/drawingml/2006/main">
              <a:ext uri="{FF2B5EF4-FFF2-40B4-BE49-F238E27FC236}">
                <a16:creationId xmlns:a16="http://schemas.microsoft.com/office/drawing/2014/main" id="{88A782D6-DD90-466E-9140-AF8598F8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207" y="6305661"/>
            <a:ext cx="370637" cy="1907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/OCR</a:t>
            </a:r>
          </a:p>
        </p:txBody>
      </p:sp>
      <p:sp>
        <p:nvSpPr>
          <p:cNvPr id="128" name="text-120 Video">
            <a:extLst xmlns:a="http://schemas.openxmlformats.org/drawingml/2006/main">
              <a:ext uri="{FF2B5EF4-FFF2-40B4-BE49-F238E27FC236}">
                <a16:creationId xmlns:a16="http://schemas.microsoft.com/office/drawing/2014/main" id="{D74A5049-4E81-42FE-8191-6758DF0F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1955" y="6662164"/>
            <a:ext cx="377038" cy="190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129" name="text-121 Clip">
            <a:extLst xmlns:a="http://schemas.openxmlformats.org/drawingml/2006/main">
              <a:ext uri="{FF2B5EF4-FFF2-40B4-BE49-F238E27FC236}">
                <a16:creationId xmlns:a16="http://schemas.microsoft.com/office/drawing/2014/main" id="{AB1F39C4-E149-41CF-938D-A220A5C7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0755" y="6661017"/>
            <a:ext cx="256760" cy="192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8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130" name="path-122">
            <a:extLst xmlns:a="http://schemas.openxmlformats.org/drawingml/2006/main">
              <a:ext uri="{FF2B5EF4-FFF2-40B4-BE49-F238E27FC236}">
                <a16:creationId xmlns:a16="http://schemas.microsoft.com/office/drawing/2014/main" id="{35B0B466-B97D-48D6-836C-72550B0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86" y="6704388"/>
            <a:ext cx="80506" cy="94944"/>
          </a:xfrm>
          <a:custGeom xmlns:a="http://schemas.openxmlformats.org/drawingml/2006/main">
            <a:pathLst>
              <a:path w="77152" h="90988">
                <a:moveTo>
                  <a:pt x="28001" y="0"/>
                </a:moveTo>
                <a:lnTo>
                  <a:pt x="27277" y="3228"/>
                </a:lnTo>
                <a:cubicBezTo>
                  <a:pt x="25344" y="3448"/>
                  <a:pt x="23840" y="4019"/>
                  <a:pt x="22763" y="4941"/>
                </a:cubicBezTo>
                <a:cubicBezTo>
                  <a:pt x="21687" y="5864"/>
                  <a:pt x="20930" y="7149"/>
                  <a:pt x="20490" y="8796"/>
                </a:cubicBezTo>
                <a:cubicBezTo>
                  <a:pt x="20051" y="10443"/>
                  <a:pt x="19832" y="12650"/>
                  <a:pt x="19832" y="15417"/>
                </a:cubicBezTo>
                <a:cubicBezTo>
                  <a:pt x="19832" y="16076"/>
                  <a:pt x="19897" y="18053"/>
                  <a:pt x="20029" y="21347"/>
                </a:cubicBezTo>
                <a:lnTo>
                  <a:pt x="21874" y="69575"/>
                </a:lnTo>
                <a:lnTo>
                  <a:pt x="21874" y="74846"/>
                </a:lnTo>
                <a:lnTo>
                  <a:pt x="22533" y="74846"/>
                </a:lnTo>
                <a:lnTo>
                  <a:pt x="51061" y="23389"/>
                </a:lnTo>
                <a:cubicBezTo>
                  <a:pt x="52730" y="20359"/>
                  <a:pt x="53982" y="17756"/>
                  <a:pt x="54817" y="15582"/>
                </a:cubicBezTo>
                <a:cubicBezTo>
                  <a:pt x="55651" y="13408"/>
                  <a:pt x="56069" y="11486"/>
                  <a:pt x="56069" y="9817"/>
                </a:cubicBezTo>
                <a:cubicBezTo>
                  <a:pt x="56069" y="6127"/>
                  <a:pt x="53872" y="3931"/>
                  <a:pt x="49480" y="3228"/>
                </a:cubicBezTo>
                <a:lnTo>
                  <a:pt x="50205" y="0"/>
                </a:lnTo>
                <a:lnTo>
                  <a:pt x="77152" y="0"/>
                </a:lnTo>
                <a:lnTo>
                  <a:pt x="76427" y="3228"/>
                </a:lnTo>
                <a:cubicBezTo>
                  <a:pt x="75241" y="3404"/>
                  <a:pt x="74110" y="3854"/>
                  <a:pt x="73034" y="4579"/>
                </a:cubicBezTo>
                <a:cubicBezTo>
                  <a:pt x="71958" y="5304"/>
                  <a:pt x="70750" y="6512"/>
                  <a:pt x="69410" y="8203"/>
                </a:cubicBezTo>
                <a:cubicBezTo>
                  <a:pt x="68071" y="9894"/>
                  <a:pt x="65995" y="13155"/>
                  <a:pt x="63184" y="17987"/>
                </a:cubicBezTo>
                <a:lnTo>
                  <a:pt x="21017" y="90988"/>
                </a:lnTo>
                <a:lnTo>
                  <a:pt x="12255" y="90988"/>
                </a:lnTo>
                <a:lnTo>
                  <a:pt x="7840" y="17526"/>
                </a:lnTo>
                <a:cubicBezTo>
                  <a:pt x="7665" y="14670"/>
                  <a:pt x="7346" y="12222"/>
                  <a:pt x="6885" y="10179"/>
                </a:cubicBezTo>
                <a:cubicBezTo>
                  <a:pt x="6424" y="8137"/>
                  <a:pt x="5699" y="6545"/>
                  <a:pt x="4711" y="5403"/>
                </a:cubicBezTo>
                <a:cubicBezTo>
                  <a:pt x="3723" y="4261"/>
                  <a:pt x="2152" y="3536"/>
                  <a:pt x="0" y="3228"/>
                </a:cubicBezTo>
                <a:lnTo>
                  <a:pt x="725" y="0"/>
                </a:lnTo>
                <a:lnTo>
                  <a:pt x="280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ath-123">
            <a:extLst xmlns:a="http://schemas.openxmlformats.org/drawingml/2006/main">
              <a:ext uri="{FF2B5EF4-FFF2-40B4-BE49-F238E27FC236}">
                <a16:creationId xmlns:a16="http://schemas.microsoft.com/office/drawing/2014/main" id="{348E3CE1-5104-4F9A-B14B-55246DD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14" y="6761480"/>
            <a:ext cx="42400" cy="64400"/>
          </a:xfrm>
          <a:custGeom xmlns:a="http://schemas.openxmlformats.org/drawingml/2006/main">
            <a:pathLst>
              <a:path w="40633" h="61717">
                <a:moveTo>
                  <a:pt x="26258" y="49067"/>
                </a:moveTo>
                <a:cubicBezTo>
                  <a:pt x="26258" y="50057"/>
                  <a:pt x="26290" y="50911"/>
                  <a:pt x="26354" y="51630"/>
                </a:cubicBezTo>
                <a:cubicBezTo>
                  <a:pt x="26418" y="52349"/>
                  <a:pt x="26522" y="52956"/>
                  <a:pt x="26666" y="53451"/>
                </a:cubicBezTo>
                <a:cubicBezTo>
                  <a:pt x="26809" y="53946"/>
                  <a:pt x="27001" y="54369"/>
                  <a:pt x="27241" y="54721"/>
                </a:cubicBezTo>
                <a:cubicBezTo>
                  <a:pt x="27480" y="55072"/>
                  <a:pt x="27760" y="55376"/>
                  <a:pt x="28079" y="55631"/>
                </a:cubicBezTo>
                <a:cubicBezTo>
                  <a:pt x="28463" y="56015"/>
                  <a:pt x="28974" y="56310"/>
                  <a:pt x="29613" y="56518"/>
                </a:cubicBezTo>
                <a:cubicBezTo>
                  <a:pt x="30251" y="56725"/>
                  <a:pt x="31066" y="56901"/>
                  <a:pt x="32056" y="57045"/>
                </a:cubicBezTo>
                <a:cubicBezTo>
                  <a:pt x="33047" y="57189"/>
                  <a:pt x="34236" y="57300"/>
                  <a:pt x="35626" y="57380"/>
                </a:cubicBezTo>
                <a:cubicBezTo>
                  <a:pt x="37016" y="57460"/>
                  <a:pt x="38685" y="57516"/>
                  <a:pt x="40633" y="57548"/>
                </a:cubicBezTo>
                <a:lnTo>
                  <a:pt x="40633" y="61717"/>
                </a:lnTo>
                <a:lnTo>
                  <a:pt x="2635" y="61717"/>
                </a:lnTo>
                <a:lnTo>
                  <a:pt x="2635" y="57548"/>
                </a:lnTo>
                <a:cubicBezTo>
                  <a:pt x="4520" y="57484"/>
                  <a:pt x="6117" y="57412"/>
                  <a:pt x="7427" y="57332"/>
                </a:cubicBezTo>
                <a:cubicBezTo>
                  <a:pt x="8737" y="57252"/>
                  <a:pt x="9855" y="57141"/>
                  <a:pt x="10781" y="56997"/>
                </a:cubicBezTo>
                <a:cubicBezTo>
                  <a:pt x="11708" y="56853"/>
                  <a:pt x="12450" y="56693"/>
                  <a:pt x="13009" y="56518"/>
                </a:cubicBezTo>
                <a:cubicBezTo>
                  <a:pt x="13568" y="56342"/>
                  <a:pt x="14056" y="56126"/>
                  <a:pt x="14471" y="55871"/>
                </a:cubicBezTo>
                <a:cubicBezTo>
                  <a:pt x="14918" y="55583"/>
                  <a:pt x="15301" y="55272"/>
                  <a:pt x="15621" y="54936"/>
                </a:cubicBezTo>
                <a:cubicBezTo>
                  <a:pt x="15940" y="54601"/>
                  <a:pt x="16196" y="54178"/>
                  <a:pt x="16388" y="53667"/>
                </a:cubicBezTo>
                <a:cubicBezTo>
                  <a:pt x="16579" y="53156"/>
                  <a:pt x="16731" y="52533"/>
                  <a:pt x="16843" y="51798"/>
                </a:cubicBezTo>
                <a:cubicBezTo>
                  <a:pt x="16955" y="51063"/>
                  <a:pt x="17010" y="50153"/>
                  <a:pt x="17010" y="49067"/>
                </a:cubicBezTo>
                <a:lnTo>
                  <a:pt x="17010" y="14710"/>
                </a:lnTo>
                <a:cubicBezTo>
                  <a:pt x="17010" y="13465"/>
                  <a:pt x="16771" y="12586"/>
                  <a:pt x="16292" y="12075"/>
                </a:cubicBezTo>
                <a:cubicBezTo>
                  <a:pt x="15813" y="11564"/>
                  <a:pt x="15126" y="11308"/>
                  <a:pt x="14231" y="11308"/>
                </a:cubicBezTo>
                <a:cubicBezTo>
                  <a:pt x="13241" y="11308"/>
                  <a:pt x="11772" y="11819"/>
                  <a:pt x="9823" y="12842"/>
                </a:cubicBezTo>
                <a:cubicBezTo>
                  <a:pt x="7874" y="13864"/>
                  <a:pt x="5351" y="15381"/>
                  <a:pt x="2252" y="17394"/>
                </a:cubicBezTo>
                <a:cubicBezTo>
                  <a:pt x="1837" y="16659"/>
                  <a:pt x="1453" y="15924"/>
                  <a:pt x="1102" y="15190"/>
                </a:cubicBezTo>
                <a:cubicBezTo>
                  <a:pt x="751" y="14455"/>
                  <a:pt x="383" y="13704"/>
                  <a:pt x="0" y="12938"/>
                </a:cubicBezTo>
                <a:cubicBezTo>
                  <a:pt x="3961" y="10765"/>
                  <a:pt x="7882" y="8601"/>
                  <a:pt x="11764" y="6445"/>
                </a:cubicBezTo>
                <a:cubicBezTo>
                  <a:pt x="15645" y="4289"/>
                  <a:pt x="19582" y="2140"/>
                  <a:pt x="23575" y="0"/>
                </a:cubicBezTo>
                <a:lnTo>
                  <a:pt x="26498" y="0"/>
                </a:lnTo>
                <a:cubicBezTo>
                  <a:pt x="26434" y="1757"/>
                  <a:pt x="26386" y="3330"/>
                  <a:pt x="26354" y="4720"/>
                </a:cubicBezTo>
                <a:cubicBezTo>
                  <a:pt x="26322" y="6109"/>
                  <a:pt x="26298" y="7459"/>
                  <a:pt x="26282" y="8769"/>
                </a:cubicBezTo>
                <a:cubicBezTo>
                  <a:pt x="26266" y="10078"/>
                  <a:pt x="26258" y="11372"/>
                  <a:pt x="26258" y="12650"/>
                </a:cubicBezTo>
                <a:lnTo>
                  <a:pt x="26258" y="49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ext-124 Sailboat">
            <a:extLst xmlns:a="http://schemas.openxmlformats.org/drawingml/2006/main">
              <a:ext uri="{FF2B5EF4-FFF2-40B4-BE49-F238E27FC236}">
                <a16:creationId xmlns:a16="http://schemas.microsoft.com/office/drawing/2014/main" id="{6871A9A9-0016-4DCF-A69F-79B4BD5D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45" y="6584668"/>
            <a:ext cx="515464" cy="17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Sailboat</a:t>
            </a:r>
          </a:p>
        </p:txBody>
      </p:sp>
      <p:sp>
        <p:nvSpPr>
          <p:cNvPr id="133" name="text-124 Race">
            <a:extLst xmlns:a="http://schemas.openxmlformats.org/drawingml/2006/main">
              <a:ext uri="{FF2B5EF4-FFF2-40B4-BE49-F238E27FC236}">
                <a16:creationId xmlns:a16="http://schemas.microsoft.com/office/drawing/2014/main" id="{FA51BA86-E356-4A37-8070-24F412B4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8165" y="6584379"/>
            <a:ext cx="304400" cy="1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Race</a:t>
            </a:r>
          </a:p>
        </p:txBody>
      </p:sp>
      <p:sp>
        <p:nvSpPr>
          <p:cNvPr id="134" name="text-125 Highlights">
            <a:extLst xmlns:a="http://schemas.openxmlformats.org/drawingml/2006/main">
              <a:ext uri="{FF2B5EF4-FFF2-40B4-BE49-F238E27FC236}">
                <a16:creationId xmlns:a16="http://schemas.microsoft.com/office/drawing/2014/main" id="{9F6C290A-6E6F-4042-9227-8B3139A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9045" y="6738514"/>
            <a:ext cx="631083" cy="178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Highlights</a:t>
            </a:r>
          </a:p>
        </p:txBody>
      </p:sp>
      <p:sp>
        <p:nvSpPr>
          <p:cNvPr id="135" name="text-126 Clip">
            <a:extLst xmlns:a="http://schemas.openxmlformats.org/drawingml/2006/main">
              <a:ext uri="{FF2B5EF4-FFF2-40B4-BE49-F238E27FC236}">
                <a16:creationId xmlns:a16="http://schemas.microsoft.com/office/drawing/2014/main" id="{357DA86D-854F-4F7B-B3BA-7897ED73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6614384"/>
            <a:ext cx="142860" cy="106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Clip</a:t>
            </a:r>
          </a:p>
        </p:txBody>
      </p:sp>
      <p:sp>
        <p:nvSpPr>
          <p:cNvPr id="136" name="text-127 shows">
            <a:extLst xmlns:a="http://schemas.openxmlformats.org/drawingml/2006/main">
              <a:ext uri="{FF2B5EF4-FFF2-40B4-BE49-F238E27FC236}">
                <a16:creationId xmlns:a16="http://schemas.microsoft.com/office/drawing/2014/main" id="{13D1D67A-9FEE-47B1-9652-CBAA0170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8030" y="6613999"/>
            <a:ext cx="225592" cy="1073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shows</a:t>
            </a:r>
          </a:p>
        </p:txBody>
      </p:sp>
      <p:sp>
        <p:nvSpPr>
          <p:cNvPr id="137" name="text-128 the">
            <a:extLst xmlns:a="http://schemas.openxmlformats.org/drawingml/2006/main">
              <a:ext uri="{FF2B5EF4-FFF2-40B4-BE49-F238E27FC236}">
                <a16:creationId xmlns:a16="http://schemas.microsoft.com/office/drawing/2014/main" id="{F697B3F0-CF75-49D7-A94A-7613485A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718" y="6613234"/>
            <a:ext cx="137614" cy="108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38" name="text-129 sailboat">
            <a:extLst xmlns:a="http://schemas.openxmlformats.org/drawingml/2006/main">
              <a:ext uri="{FF2B5EF4-FFF2-40B4-BE49-F238E27FC236}">
                <a16:creationId xmlns:a16="http://schemas.microsoft.com/office/drawing/2014/main" id="{3C79EE10-1B26-4C17-8C00-DEBA2C95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9406" y="6614235"/>
            <a:ext cx="293286" cy="107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sailboat</a:t>
            </a:r>
          </a:p>
        </p:txBody>
      </p:sp>
      <p:sp>
        <p:nvSpPr>
          <p:cNvPr id="139" name="text-130 near">
            <a:extLst xmlns:a="http://schemas.openxmlformats.org/drawingml/2006/main">
              <a:ext uri="{FF2B5EF4-FFF2-40B4-BE49-F238E27FC236}">
                <a16:creationId xmlns:a16="http://schemas.microsoft.com/office/drawing/2014/main" id="{18AC34E5-ACDE-47CC-B151-5C8E6BE5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6700662"/>
            <a:ext cx="177566" cy="110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near</a:t>
            </a:r>
          </a:p>
        </p:txBody>
      </p:sp>
      <p:sp>
        <p:nvSpPr>
          <p:cNvPr id="140" name="text-131 the">
            <a:extLst xmlns:a="http://schemas.openxmlformats.org/drawingml/2006/main">
              <a:ext uri="{FF2B5EF4-FFF2-40B4-BE49-F238E27FC236}">
                <a16:creationId xmlns:a16="http://schemas.microsoft.com/office/drawing/2014/main" id="{057A635F-8405-4767-AA71-E11CA1ED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89806" y="6700321"/>
            <a:ext cx="141168" cy="111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2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41" name="text-132 buoy">
            <a:extLst xmlns:a="http://schemas.openxmlformats.org/drawingml/2006/main">
              <a:ext uri="{FF2B5EF4-FFF2-40B4-BE49-F238E27FC236}">
                <a16:creationId xmlns:a16="http://schemas.microsoft.com/office/drawing/2014/main" id="{5638BC19-9C94-4505-9DDA-C98E8988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7805" y="6701226"/>
            <a:ext cx="183802" cy="1100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buoy</a:t>
            </a:r>
          </a:p>
        </p:txBody>
      </p:sp>
      <p:sp>
        <p:nvSpPr>
          <p:cNvPr id="142" name="text-133 during">
            <a:extLst xmlns:a="http://schemas.openxmlformats.org/drawingml/2006/main">
              <a:ext uri="{FF2B5EF4-FFF2-40B4-BE49-F238E27FC236}">
                <a16:creationId xmlns:a16="http://schemas.microsoft.com/office/drawing/2014/main" id="{E8C78686-9858-41E6-99B8-5A9EE9FB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9006" y="6700666"/>
            <a:ext cx="245471" cy="1107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2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during</a:t>
            </a:r>
          </a:p>
        </p:txBody>
      </p:sp>
      <p:sp>
        <p:nvSpPr>
          <p:cNvPr id="143" name="text-134 the">
            <a:extLst xmlns:a="http://schemas.openxmlformats.org/drawingml/2006/main">
              <a:ext uri="{FF2B5EF4-FFF2-40B4-BE49-F238E27FC236}">
                <a16:creationId xmlns:a16="http://schemas.microsoft.com/office/drawing/2014/main" id="{1FF65452-36DD-4218-B82C-ADBAFD0B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6791409"/>
            <a:ext cx="137614" cy="108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44" name="text-135 race">
            <a:extLst xmlns:a="http://schemas.openxmlformats.org/drawingml/2006/main">
              <a:ext uri="{FF2B5EF4-FFF2-40B4-BE49-F238E27FC236}">
                <a16:creationId xmlns:a16="http://schemas.microsoft.com/office/drawing/2014/main" id="{A6A711FC-7B5D-4538-B924-E674E71E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606" y="6791502"/>
            <a:ext cx="172863" cy="108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race</a:t>
            </a:r>
          </a:p>
        </p:txBody>
      </p:sp>
      <p:sp>
        <p:nvSpPr>
          <p:cNvPr id="145" name="text-136 .">
            <a:extLst xmlns:a="http://schemas.openxmlformats.org/drawingml/2006/main">
              <a:ext uri="{FF2B5EF4-FFF2-40B4-BE49-F238E27FC236}">
                <a16:creationId xmlns:a16="http://schemas.microsoft.com/office/drawing/2014/main" id="{7C5398ED-3EC6-4CE1-AA23-F391E26D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9006" y="6792169"/>
            <a:ext cx="32934" cy="107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46" name="text-137 12.4s">
            <a:extLst xmlns:a="http://schemas.openxmlformats.org/drawingml/2006/main">
              <a:ext uri="{FF2B5EF4-FFF2-40B4-BE49-F238E27FC236}">
                <a16:creationId xmlns:a16="http://schemas.microsoft.com/office/drawing/2014/main" id="{95EA2643-ED9D-4130-A4A9-0BA7C68A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237" y="6662655"/>
            <a:ext cx="350640" cy="18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12.4s</a:t>
            </a:r>
          </a:p>
        </p:txBody>
      </p:sp>
      <p:sp>
        <p:nvSpPr>
          <p:cNvPr id="147" name="text-138 -">
            <a:extLst xmlns:a="http://schemas.openxmlformats.org/drawingml/2006/main">
              <a:ext uri="{FF2B5EF4-FFF2-40B4-BE49-F238E27FC236}">
                <a16:creationId xmlns:a16="http://schemas.microsoft.com/office/drawing/2014/main" id="{4A0633F1-48D9-4BC8-A155-71B999BA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1437" y="6657505"/>
            <a:ext cx="83974" cy="197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48" name="text-139 18.4s">
            <a:extLst xmlns:a="http://schemas.openxmlformats.org/drawingml/2006/main">
              <a:ext uri="{FF2B5EF4-FFF2-40B4-BE49-F238E27FC236}">
                <a16:creationId xmlns:a16="http://schemas.microsoft.com/office/drawing/2014/main" id="{27FA851F-17E0-49A5-8391-5F467076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437" y="6662655"/>
            <a:ext cx="350640" cy="18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18.4s</a:t>
            </a:r>
          </a:p>
        </p:txBody>
      </p:sp>
      <p:sp>
        <p:nvSpPr>
          <p:cNvPr id="149" name="text-140 -">
            <a:extLst xmlns:a="http://schemas.openxmlformats.org/drawingml/2006/main">
              <a:ext uri="{FF2B5EF4-FFF2-40B4-BE49-F238E27FC236}">
                <a16:creationId xmlns:a16="http://schemas.microsoft.com/office/drawing/2014/main" id="{3F0A5FA1-3883-47FA-91EF-49494E01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407" y="6657505"/>
            <a:ext cx="83974" cy="197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50" name="text-141 Image">
            <a:extLst xmlns:a="http://schemas.openxmlformats.org/drawingml/2006/main">
              <a:ext uri="{FF2B5EF4-FFF2-40B4-BE49-F238E27FC236}">
                <a16:creationId xmlns:a16="http://schemas.microsoft.com/office/drawing/2014/main" id="{0207B5F1-3935-41DD-9724-818F805E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2163" y="7086393"/>
            <a:ext cx="420039" cy="190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151" name="path-142">
            <a:extLst xmlns:a="http://schemas.openxmlformats.org/drawingml/2006/main">
              <a:ext uri="{FF2B5EF4-FFF2-40B4-BE49-F238E27FC236}">
                <a16:creationId xmlns:a16="http://schemas.microsoft.com/office/drawing/2014/main" id="{1179BBDE-463F-478B-BCA7-C6CAD020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881" y="7128324"/>
            <a:ext cx="45513" cy="93844"/>
          </a:xfrm>
          <a:custGeom xmlns:a="http://schemas.openxmlformats.org/drawingml/2006/main">
            <a:pathLst>
              <a:path w="43616" h="89934">
                <a:moveTo>
                  <a:pt x="22006" y="70761"/>
                </a:moveTo>
                <a:cubicBezTo>
                  <a:pt x="21435" y="73352"/>
                  <a:pt x="21061" y="75406"/>
                  <a:pt x="20886" y="76921"/>
                </a:cubicBezTo>
                <a:cubicBezTo>
                  <a:pt x="20710" y="78437"/>
                  <a:pt x="20622" y="79809"/>
                  <a:pt x="20622" y="81039"/>
                </a:cubicBezTo>
                <a:cubicBezTo>
                  <a:pt x="20622" y="83016"/>
                  <a:pt x="21116" y="84410"/>
                  <a:pt x="22105" y="85223"/>
                </a:cubicBezTo>
                <a:cubicBezTo>
                  <a:pt x="23093" y="86035"/>
                  <a:pt x="24751" y="86530"/>
                  <a:pt x="27079" y="86705"/>
                </a:cubicBezTo>
                <a:lnTo>
                  <a:pt x="26354" y="89934"/>
                </a:lnTo>
                <a:lnTo>
                  <a:pt x="0" y="89934"/>
                </a:lnTo>
                <a:lnTo>
                  <a:pt x="725" y="86705"/>
                </a:lnTo>
                <a:cubicBezTo>
                  <a:pt x="2394" y="86442"/>
                  <a:pt x="3646" y="86013"/>
                  <a:pt x="4480" y="85420"/>
                </a:cubicBezTo>
                <a:cubicBezTo>
                  <a:pt x="5315" y="84828"/>
                  <a:pt x="6018" y="84004"/>
                  <a:pt x="6589" y="82950"/>
                </a:cubicBezTo>
                <a:cubicBezTo>
                  <a:pt x="7160" y="81896"/>
                  <a:pt x="7687" y="80611"/>
                  <a:pt x="8170" y="79095"/>
                </a:cubicBezTo>
                <a:cubicBezTo>
                  <a:pt x="8653" y="77580"/>
                  <a:pt x="9378" y="74648"/>
                  <a:pt x="10344" y="70300"/>
                </a:cubicBezTo>
                <a:lnTo>
                  <a:pt x="21545" y="19568"/>
                </a:lnTo>
                <a:cubicBezTo>
                  <a:pt x="22511" y="15176"/>
                  <a:pt x="22994" y="11640"/>
                  <a:pt x="22994" y="8960"/>
                </a:cubicBezTo>
                <a:cubicBezTo>
                  <a:pt x="22994" y="6896"/>
                  <a:pt x="22478" y="5458"/>
                  <a:pt x="21446" y="4645"/>
                </a:cubicBezTo>
                <a:cubicBezTo>
                  <a:pt x="20414" y="3832"/>
                  <a:pt x="18777" y="3360"/>
                  <a:pt x="16537" y="3228"/>
                </a:cubicBezTo>
                <a:lnTo>
                  <a:pt x="17262" y="0"/>
                </a:lnTo>
                <a:lnTo>
                  <a:pt x="43616" y="0"/>
                </a:lnTo>
                <a:lnTo>
                  <a:pt x="42891" y="3228"/>
                </a:lnTo>
                <a:cubicBezTo>
                  <a:pt x="41222" y="3580"/>
                  <a:pt x="40025" y="3975"/>
                  <a:pt x="39301" y="4414"/>
                </a:cubicBezTo>
                <a:cubicBezTo>
                  <a:pt x="38576" y="4854"/>
                  <a:pt x="37928" y="5512"/>
                  <a:pt x="37357" y="6391"/>
                </a:cubicBezTo>
                <a:cubicBezTo>
                  <a:pt x="36786" y="7269"/>
                  <a:pt x="36193" y="8642"/>
                  <a:pt x="35578" y="10509"/>
                </a:cubicBezTo>
                <a:cubicBezTo>
                  <a:pt x="34963" y="12375"/>
                  <a:pt x="34195" y="15417"/>
                  <a:pt x="33272" y="19634"/>
                </a:cubicBezTo>
                <a:lnTo>
                  <a:pt x="22006" y="707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ath-143">
            <a:extLst xmlns:a="http://schemas.openxmlformats.org/drawingml/2006/main">
              <a:ext uri="{FF2B5EF4-FFF2-40B4-BE49-F238E27FC236}">
                <a16:creationId xmlns:a16="http://schemas.microsoft.com/office/drawing/2014/main" id="{0851C80C-FED4-4715-B54A-2896642C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306" y="7185416"/>
            <a:ext cx="42400" cy="64400"/>
          </a:xfrm>
          <a:custGeom xmlns:a="http://schemas.openxmlformats.org/drawingml/2006/main">
            <a:pathLst>
              <a:path w="40633" h="61717">
                <a:moveTo>
                  <a:pt x="26258" y="49067"/>
                </a:moveTo>
                <a:cubicBezTo>
                  <a:pt x="26258" y="50057"/>
                  <a:pt x="26290" y="50911"/>
                  <a:pt x="26354" y="51630"/>
                </a:cubicBezTo>
                <a:cubicBezTo>
                  <a:pt x="26418" y="52349"/>
                  <a:pt x="26522" y="52956"/>
                  <a:pt x="26666" y="53451"/>
                </a:cubicBezTo>
                <a:cubicBezTo>
                  <a:pt x="26809" y="53946"/>
                  <a:pt x="27001" y="54369"/>
                  <a:pt x="27241" y="54721"/>
                </a:cubicBezTo>
                <a:cubicBezTo>
                  <a:pt x="27480" y="55072"/>
                  <a:pt x="27760" y="55376"/>
                  <a:pt x="28079" y="55631"/>
                </a:cubicBezTo>
                <a:cubicBezTo>
                  <a:pt x="28463" y="56015"/>
                  <a:pt x="28974" y="56310"/>
                  <a:pt x="29613" y="56518"/>
                </a:cubicBezTo>
                <a:cubicBezTo>
                  <a:pt x="30251" y="56725"/>
                  <a:pt x="31066" y="56901"/>
                  <a:pt x="32056" y="57045"/>
                </a:cubicBezTo>
                <a:cubicBezTo>
                  <a:pt x="33047" y="57189"/>
                  <a:pt x="34236" y="57300"/>
                  <a:pt x="35626" y="57380"/>
                </a:cubicBezTo>
                <a:cubicBezTo>
                  <a:pt x="37016" y="57460"/>
                  <a:pt x="38685" y="57516"/>
                  <a:pt x="40633" y="57548"/>
                </a:cubicBezTo>
                <a:lnTo>
                  <a:pt x="40633" y="61717"/>
                </a:lnTo>
                <a:lnTo>
                  <a:pt x="2635" y="61717"/>
                </a:lnTo>
                <a:lnTo>
                  <a:pt x="2635" y="57548"/>
                </a:lnTo>
                <a:cubicBezTo>
                  <a:pt x="4520" y="57484"/>
                  <a:pt x="6117" y="57412"/>
                  <a:pt x="7427" y="57332"/>
                </a:cubicBezTo>
                <a:cubicBezTo>
                  <a:pt x="8737" y="57252"/>
                  <a:pt x="9855" y="57141"/>
                  <a:pt x="10781" y="56997"/>
                </a:cubicBezTo>
                <a:cubicBezTo>
                  <a:pt x="11708" y="56853"/>
                  <a:pt x="12450" y="56693"/>
                  <a:pt x="13009" y="56518"/>
                </a:cubicBezTo>
                <a:cubicBezTo>
                  <a:pt x="13568" y="56342"/>
                  <a:pt x="14056" y="56126"/>
                  <a:pt x="14471" y="55871"/>
                </a:cubicBezTo>
                <a:cubicBezTo>
                  <a:pt x="14918" y="55583"/>
                  <a:pt x="15301" y="55272"/>
                  <a:pt x="15621" y="54936"/>
                </a:cubicBezTo>
                <a:cubicBezTo>
                  <a:pt x="15940" y="54601"/>
                  <a:pt x="16196" y="54178"/>
                  <a:pt x="16388" y="53667"/>
                </a:cubicBezTo>
                <a:cubicBezTo>
                  <a:pt x="16579" y="53156"/>
                  <a:pt x="16731" y="52533"/>
                  <a:pt x="16843" y="51798"/>
                </a:cubicBezTo>
                <a:cubicBezTo>
                  <a:pt x="16955" y="51063"/>
                  <a:pt x="17010" y="50153"/>
                  <a:pt x="17010" y="49067"/>
                </a:cubicBezTo>
                <a:lnTo>
                  <a:pt x="17010" y="14710"/>
                </a:lnTo>
                <a:cubicBezTo>
                  <a:pt x="17010" y="13465"/>
                  <a:pt x="16771" y="12586"/>
                  <a:pt x="16292" y="12075"/>
                </a:cubicBezTo>
                <a:cubicBezTo>
                  <a:pt x="15813" y="11564"/>
                  <a:pt x="15126" y="11308"/>
                  <a:pt x="14231" y="11308"/>
                </a:cubicBezTo>
                <a:cubicBezTo>
                  <a:pt x="13241" y="11308"/>
                  <a:pt x="11772" y="11819"/>
                  <a:pt x="9823" y="12842"/>
                </a:cubicBezTo>
                <a:cubicBezTo>
                  <a:pt x="7874" y="13864"/>
                  <a:pt x="5351" y="15381"/>
                  <a:pt x="2252" y="17394"/>
                </a:cubicBezTo>
                <a:cubicBezTo>
                  <a:pt x="1837" y="16659"/>
                  <a:pt x="1453" y="15924"/>
                  <a:pt x="1102" y="15190"/>
                </a:cubicBezTo>
                <a:cubicBezTo>
                  <a:pt x="751" y="14455"/>
                  <a:pt x="383" y="13704"/>
                  <a:pt x="0" y="12938"/>
                </a:cubicBezTo>
                <a:cubicBezTo>
                  <a:pt x="3961" y="10765"/>
                  <a:pt x="7882" y="8601"/>
                  <a:pt x="11764" y="6445"/>
                </a:cubicBezTo>
                <a:cubicBezTo>
                  <a:pt x="15645" y="4289"/>
                  <a:pt x="19582" y="2140"/>
                  <a:pt x="23575" y="0"/>
                </a:cubicBezTo>
                <a:lnTo>
                  <a:pt x="26498" y="0"/>
                </a:lnTo>
                <a:cubicBezTo>
                  <a:pt x="26434" y="1757"/>
                  <a:pt x="26386" y="3330"/>
                  <a:pt x="26354" y="4720"/>
                </a:cubicBezTo>
                <a:cubicBezTo>
                  <a:pt x="26322" y="6109"/>
                  <a:pt x="26298" y="7459"/>
                  <a:pt x="26282" y="8769"/>
                </a:cubicBezTo>
                <a:cubicBezTo>
                  <a:pt x="26266" y="10078"/>
                  <a:pt x="26258" y="11372"/>
                  <a:pt x="26258" y="12650"/>
                </a:cubicBezTo>
                <a:lnTo>
                  <a:pt x="26258" y="49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text-144 Sailboat">
            <a:extLst xmlns:a="http://schemas.openxmlformats.org/drawingml/2006/main">
              <a:ext uri="{FF2B5EF4-FFF2-40B4-BE49-F238E27FC236}">
                <a16:creationId xmlns:a16="http://schemas.microsoft.com/office/drawing/2014/main" id="{15E1F9D0-7FCF-4B57-9051-59C4C4AD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6612" y="7008604"/>
            <a:ext cx="515464" cy="17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Sailboat</a:t>
            </a:r>
          </a:p>
        </p:txBody>
      </p:sp>
      <p:sp>
        <p:nvSpPr>
          <p:cNvPr id="154" name="text-145 Near">
            <a:extLst xmlns:a="http://schemas.openxmlformats.org/drawingml/2006/main">
              <a:ext uri="{FF2B5EF4-FFF2-40B4-BE49-F238E27FC236}">
                <a16:creationId xmlns:a16="http://schemas.microsoft.com/office/drawing/2014/main" id="{0EFC0EDE-F23B-4309-98D4-4E59E74F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3444" y="7161430"/>
            <a:ext cx="322934" cy="17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Near</a:t>
            </a:r>
          </a:p>
        </p:txBody>
      </p:sp>
      <p:sp>
        <p:nvSpPr>
          <p:cNvPr id="155" name="text-145 Buoy">
            <a:extLst xmlns:a="http://schemas.openxmlformats.org/drawingml/2006/main">
              <a:ext uri="{FF2B5EF4-FFF2-40B4-BE49-F238E27FC236}">
                <a16:creationId xmlns:a16="http://schemas.microsoft.com/office/drawing/2014/main" id="{7F8A6465-C3AA-48C8-A9D6-B4C67226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20981" y="7161822"/>
            <a:ext cx="304052" cy="179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Buoy</a:t>
            </a:r>
          </a:p>
        </p:txBody>
      </p:sp>
      <p:sp>
        <p:nvSpPr>
          <p:cNvPr id="156" name="text-146 T">
            <a:extLst xmlns:a="http://schemas.openxmlformats.org/drawingml/2006/main">
              <a:ext uri="{FF2B5EF4-FFF2-40B4-BE49-F238E27FC236}">
                <a16:creationId xmlns:a16="http://schemas.microsoft.com/office/drawing/2014/main" id="{CA838A5C-5327-4A3F-9627-839A796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7034771"/>
            <a:ext cx="66025" cy="107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157" name="text-146 h">
            <a:extLst xmlns:a="http://schemas.openxmlformats.org/drawingml/2006/main">
              <a:ext uri="{FF2B5EF4-FFF2-40B4-BE49-F238E27FC236}">
                <a16:creationId xmlns:a16="http://schemas.microsoft.com/office/drawing/2014/main" id="{79476D28-1683-4D03-BF1E-A9632B47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6492" y="7034817"/>
            <a:ext cx="58179" cy="107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</a:t>
            </a:r>
          </a:p>
        </p:txBody>
      </p:sp>
      <p:sp>
        <p:nvSpPr>
          <p:cNvPr id="158" name="text-146 e">
            <a:extLst xmlns:a="http://schemas.openxmlformats.org/drawingml/2006/main">
              <a:ext uri="{FF2B5EF4-FFF2-40B4-BE49-F238E27FC236}">
                <a16:creationId xmlns:a16="http://schemas.microsoft.com/office/drawing/2014/main" id="{C5633594-763E-46F1-9EAC-AA4A3445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9913" y="7034822"/>
            <a:ext cx="55891" cy="107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</a:t>
            </a:r>
          </a:p>
        </p:txBody>
      </p:sp>
      <p:sp>
        <p:nvSpPr>
          <p:cNvPr id="159" name="text-147 s">
            <a:extLst xmlns:a="http://schemas.openxmlformats.org/drawingml/2006/main">
              <a:ext uri="{FF2B5EF4-FFF2-40B4-BE49-F238E27FC236}">
                <a16:creationId xmlns:a16="http://schemas.microsoft.com/office/drawing/2014/main" id="{B4274655-3102-4B06-879C-FA4D1B61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7166" y="7034674"/>
            <a:ext cx="51229" cy="107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160" name="text-147 a">
            <a:extLst xmlns:a="http://schemas.openxmlformats.org/drawingml/2006/main">
              <a:ext uri="{FF2B5EF4-FFF2-40B4-BE49-F238E27FC236}">
                <a16:creationId xmlns:a16="http://schemas.microsoft.com/office/drawing/2014/main" id="{B5BF7A9B-6B9F-477E-B8BA-A2CB5D51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2593" y="7034849"/>
            <a:ext cx="53111" cy="107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61" name="text-147 i">
            <a:extLst xmlns:a="http://schemas.openxmlformats.org/drawingml/2006/main">
              <a:ext uri="{FF2B5EF4-FFF2-40B4-BE49-F238E27FC236}">
                <a16:creationId xmlns:a16="http://schemas.microsoft.com/office/drawing/2014/main" id="{B5A103FC-5022-45B7-8E26-52176191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1245" y="7034782"/>
            <a:ext cx="35348" cy="1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162" name="text-147 l">
            <a:extLst xmlns:a="http://schemas.openxmlformats.org/drawingml/2006/main">
              <a:ext uri="{FF2B5EF4-FFF2-40B4-BE49-F238E27FC236}">
                <a16:creationId xmlns:a16="http://schemas.microsoft.com/office/drawing/2014/main" id="{5CF4690B-78A9-4FBA-8C1D-DF663C21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0697" y="7034824"/>
            <a:ext cx="34852" cy="10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</a:t>
            </a:r>
          </a:p>
        </p:txBody>
      </p:sp>
      <p:sp>
        <p:nvSpPr>
          <p:cNvPr id="163" name="text-147 b">
            <a:extLst xmlns:a="http://schemas.openxmlformats.org/drawingml/2006/main">
              <a:ext uri="{FF2B5EF4-FFF2-40B4-BE49-F238E27FC236}">
                <a16:creationId xmlns:a16="http://schemas.microsoft.com/office/drawing/2014/main" id="{C5C00F1A-8D7E-439C-8B18-9B0F7644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0149" y="7034720"/>
            <a:ext cx="59396" cy="1075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</a:t>
            </a:r>
          </a:p>
        </p:txBody>
      </p:sp>
      <p:sp>
        <p:nvSpPr>
          <p:cNvPr id="164" name="text-147 o">
            <a:extLst xmlns:a="http://schemas.openxmlformats.org/drawingml/2006/main">
              <a:ext uri="{FF2B5EF4-FFF2-40B4-BE49-F238E27FC236}">
                <a16:creationId xmlns:a16="http://schemas.microsoft.com/office/drawing/2014/main" id="{29EE8774-D276-4A0D-8BED-608E91C6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3563" y="7034772"/>
            <a:ext cx="54212" cy="1075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</a:t>
            </a:r>
          </a:p>
        </p:txBody>
      </p:sp>
      <p:sp>
        <p:nvSpPr>
          <p:cNvPr id="165" name="text-147 a">
            <a:extLst xmlns:a="http://schemas.openxmlformats.org/drawingml/2006/main">
              <a:ext uri="{FF2B5EF4-FFF2-40B4-BE49-F238E27FC236}">
                <a16:creationId xmlns:a16="http://schemas.microsoft.com/office/drawing/2014/main" id="{9E11A42B-5268-46FB-8F87-8370516E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2215" y="7034849"/>
            <a:ext cx="53111" cy="107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66" name="text-147 t">
            <a:extLst xmlns:a="http://schemas.openxmlformats.org/drawingml/2006/main">
              <a:ext uri="{FF2B5EF4-FFF2-40B4-BE49-F238E27FC236}">
                <a16:creationId xmlns:a16="http://schemas.microsoft.com/office/drawing/2014/main" id="{B8D8DD75-54F3-4A56-AA1F-4A1DFA30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0867" y="7034792"/>
            <a:ext cx="50008" cy="1074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</a:t>
            </a:r>
          </a:p>
        </p:txBody>
      </p:sp>
      <p:sp>
        <p:nvSpPr>
          <p:cNvPr id="167" name="text-148 i">
            <a:extLst xmlns:a="http://schemas.openxmlformats.org/drawingml/2006/main">
              <a:ext uri="{FF2B5EF4-FFF2-40B4-BE49-F238E27FC236}">
                <a16:creationId xmlns:a16="http://schemas.microsoft.com/office/drawing/2014/main" id="{EEC89B6E-732E-4DF3-815D-CE86015A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3181" y="7034782"/>
            <a:ext cx="35348" cy="107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</a:t>
            </a:r>
          </a:p>
        </p:txBody>
      </p:sp>
      <p:sp>
        <p:nvSpPr>
          <p:cNvPr id="168" name="text-148 s">
            <a:extLst xmlns:a="http://schemas.openxmlformats.org/drawingml/2006/main">
              <a:ext uri="{FF2B5EF4-FFF2-40B4-BE49-F238E27FC236}">
                <a16:creationId xmlns:a16="http://schemas.microsoft.com/office/drawing/2014/main" id="{13B816D5-27C4-4A76-9AFC-44DC65E6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2603" y="7034674"/>
            <a:ext cx="51229" cy="1076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</a:t>
            </a:r>
          </a:p>
        </p:txBody>
      </p:sp>
      <p:sp>
        <p:nvSpPr>
          <p:cNvPr id="169" name="text-149 rounding">
            <a:extLst xmlns:a="http://schemas.openxmlformats.org/drawingml/2006/main">
              <a:ext uri="{FF2B5EF4-FFF2-40B4-BE49-F238E27FC236}">
                <a16:creationId xmlns:a16="http://schemas.microsoft.com/office/drawing/2014/main" id="{4F458D93-F705-4F87-8EB6-8CF7E535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7127362"/>
            <a:ext cx="317042" cy="106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rounding</a:t>
            </a:r>
          </a:p>
        </p:txBody>
      </p:sp>
      <p:sp>
        <p:nvSpPr>
          <p:cNvPr id="170" name="text-150 a">
            <a:extLst xmlns:a="http://schemas.openxmlformats.org/drawingml/2006/main">
              <a:ext uri="{FF2B5EF4-FFF2-40B4-BE49-F238E27FC236}">
                <a16:creationId xmlns:a16="http://schemas.microsoft.com/office/drawing/2014/main" id="{4345F1CB-041B-43A8-A328-12229DC5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5630" y="7127009"/>
            <a:ext cx="53111" cy="107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71" name="text-151 buoy">
            <a:extLst xmlns:a="http://schemas.openxmlformats.org/drawingml/2006/main">
              <a:ext uri="{FF2B5EF4-FFF2-40B4-BE49-F238E27FC236}">
                <a16:creationId xmlns:a16="http://schemas.microsoft.com/office/drawing/2014/main" id="{3844C9B5-E716-4F11-BB0E-CD64ACA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3918" y="7127428"/>
            <a:ext cx="178503" cy="106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buoy</a:t>
            </a:r>
          </a:p>
        </p:txBody>
      </p:sp>
      <p:sp>
        <p:nvSpPr>
          <p:cNvPr id="172" name="text-152 during">
            <a:extLst xmlns:a="http://schemas.openxmlformats.org/drawingml/2006/main">
              <a:ext uri="{FF2B5EF4-FFF2-40B4-BE49-F238E27FC236}">
                <a16:creationId xmlns:a16="http://schemas.microsoft.com/office/drawing/2014/main" id="{1A0649C0-FB8B-4553-B8C2-817FF723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006" y="7127323"/>
            <a:ext cx="237032" cy="106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during</a:t>
            </a:r>
          </a:p>
        </p:txBody>
      </p:sp>
      <p:sp>
        <p:nvSpPr>
          <p:cNvPr id="173" name="text-153 the">
            <a:extLst xmlns:a="http://schemas.openxmlformats.org/drawingml/2006/main">
              <a:ext uri="{FF2B5EF4-FFF2-40B4-BE49-F238E27FC236}">
                <a16:creationId xmlns:a16="http://schemas.microsoft.com/office/drawing/2014/main" id="{4EB28514-946E-4DF9-BA6A-7F78729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7215346"/>
            <a:ext cx="137614" cy="108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74" name="text-154 race">
            <a:extLst xmlns:a="http://schemas.openxmlformats.org/drawingml/2006/main">
              <a:ext uri="{FF2B5EF4-FFF2-40B4-BE49-F238E27FC236}">
                <a16:creationId xmlns:a16="http://schemas.microsoft.com/office/drawing/2014/main" id="{728D792E-6C86-4D48-AFA1-0031064F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30606" y="7215439"/>
            <a:ext cx="172863" cy="108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race</a:t>
            </a:r>
          </a:p>
        </p:txBody>
      </p:sp>
      <p:sp>
        <p:nvSpPr>
          <p:cNvPr id="175" name="text-155 .">
            <a:extLst xmlns:a="http://schemas.openxmlformats.org/drawingml/2006/main">
              <a:ext uri="{FF2B5EF4-FFF2-40B4-BE49-F238E27FC236}">
                <a16:creationId xmlns:a16="http://schemas.microsoft.com/office/drawing/2014/main" id="{E0964050-3C6A-4A82-9704-C1753DE5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9006" y="7216106"/>
            <a:ext cx="32934" cy="107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76" name="text-156 14.4s">
            <a:extLst xmlns:a="http://schemas.openxmlformats.org/drawingml/2006/main">
              <a:ext uri="{FF2B5EF4-FFF2-40B4-BE49-F238E27FC236}">
                <a16:creationId xmlns:a16="http://schemas.microsoft.com/office/drawing/2014/main" id="{A26D2C58-7CCD-4B76-9A7F-CD34E1C5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7837" y="7086591"/>
            <a:ext cx="350640" cy="18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14.4s</a:t>
            </a:r>
          </a:p>
        </p:txBody>
      </p:sp>
      <p:sp>
        <p:nvSpPr>
          <p:cNvPr id="177" name="text-157 [x0,y0,x1,y1]">
            <a:extLst xmlns:a="http://schemas.openxmlformats.org/drawingml/2006/main">
              <a:ext uri="{FF2B5EF4-FFF2-40B4-BE49-F238E27FC236}">
                <a16:creationId xmlns:a16="http://schemas.microsoft.com/office/drawing/2014/main" id="{0179C13C-0D13-4884-8005-2C4D6902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7206" y="7087126"/>
            <a:ext cx="824569" cy="1890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[x0,y0,x1,y1]</a:t>
            </a:r>
          </a:p>
        </p:txBody>
      </p:sp>
      <p:sp>
        <p:nvSpPr>
          <p:cNvPr id="178" name="text-158 Web">
            <a:extLst xmlns:a="http://schemas.openxmlformats.org/drawingml/2006/main">
              <a:ext uri="{FF2B5EF4-FFF2-40B4-BE49-F238E27FC236}">
                <a16:creationId xmlns:a16="http://schemas.microsoft.com/office/drawing/2014/main" id="{4B6FA032-4A94-42E0-B0D6-F5FFC2EF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1058" y="7510204"/>
            <a:ext cx="320771" cy="190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Web</a:t>
            </a:r>
          </a:p>
        </p:txBody>
      </p:sp>
      <p:sp>
        <p:nvSpPr>
          <p:cNvPr id="179" name="text-158 Page">
            <a:extLst xmlns:a="http://schemas.openxmlformats.org/drawingml/2006/main">
              <a:ext uri="{FF2B5EF4-FFF2-40B4-BE49-F238E27FC236}">
                <a16:creationId xmlns:a16="http://schemas.microsoft.com/office/drawing/2014/main" id="{E6878936-294C-4E11-83D4-BED4981E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33966" y="7509507"/>
            <a:ext cx="312898" cy="191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7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Page</a:t>
            </a:r>
          </a:p>
        </p:txBody>
      </p:sp>
      <p:sp>
        <p:nvSpPr>
          <p:cNvPr id="180" name="path-159">
            <a:extLst xmlns:a="http://schemas.openxmlformats.org/drawingml/2006/main">
              <a:ext uri="{FF2B5EF4-FFF2-40B4-BE49-F238E27FC236}">
                <a16:creationId xmlns:a16="http://schemas.microsoft.com/office/drawing/2014/main" id="{7286DDD7-39DA-478E-BFA8-A45EE8A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579" y="7552261"/>
            <a:ext cx="77206" cy="93844"/>
          </a:xfrm>
          <a:custGeom xmlns:a="http://schemas.openxmlformats.org/drawingml/2006/main">
            <a:pathLst>
              <a:path w="73989" h="89934">
                <a:moveTo>
                  <a:pt x="46317" y="0"/>
                </a:moveTo>
                <a:cubicBezTo>
                  <a:pt x="51544" y="0"/>
                  <a:pt x="55838" y="406"/>
                  <a:pt x="59198" y="1219"/>
                </a:cubicBezTo>
                <a:cubicBezTo>
                  <a:pt x="62558" y="2031"/>
                  <a:pt x="65325" y="3283"/>
                  <a:pt x="67500" y="4974"/>
                </a:cubicBezTo>
                <a:cubicBezTo>
                  <a:pt x="69674" y="6665"/>
                  <a:pt x="71299" y="8807"/>
                  <a:pt x="72375" y="11398"/>
                </a:cubicBezTo>
                <a:cubicBezTo>
                  <a:pt x="73451" y="13990"/>
                  <a:pt x="73989" y="16998"/>
                  <a:pt x="73989" y="20424"/>
                </a:cubicBezTo>
                <a:cubicBezTo>
                  <a:pt x="73989" y="27013"/>
                  <a:pt x="72430" y="32723"/>
                  <a:pt x="69312" y="37555"/>
                </a:cubicBezTo>
                <a:cubicBezTo>
                  <a:pt x="66193" y="42386"/>
                  <a:pt x="61965" y="45944"/>
                  <a:pt x="56629" y="48228"/>
                </a:cubicBezTo>
                <a:cubicBezTo>
                  <a:pt x="51292" y="50512"/>
                  <a:pt x="44890" y="51654"/>
                  <a:pt x="37423" y="51654"/>
                </a:cubicBezTo>
                <a:cubicBezTo>
                  <a:pt x="32943" y="51654"/>
                  <a:pt x="29209" y="51566"/>
                  <a:pt x="26222" y="51391"/>
                </a:cubicBezTo>
                <a:lnTo>
                  <a:pt x="22006" y="70761"/>
                </a:lnTo>
                <a:cubicBezTo>
                  <a:pt x="21610" y="72562"/>
                  <a:pt x="21336" y="73945"/>
                  <a:pt x="21182" y="74912"/>
                </a:cubicBezTo>
                <a:cubicBezTo>
                  <a:pt x="21028" y="75878"/>
                  <a:pt x="20897" y="76921"/>
                  <a:pt x="20787" y="78041"/>
                </a:cubicBezTo>
                <a:cubicBezTo>
                  <a:pt x="20677" y="79161"/>
                  <a:pt x="20622" y="80161"/>
                  <a:pt x="20622" y="81039"/>
                </a:cubicBezTo>
                <a:cubicBezTo>
                  <a:pt x="20622" y="82401"/>
                  <a:pt x="20842" y="83466"/>
                  <a:pt x="21281" y="84235"/>
                </a:cubicBezTo>
                <a:cubicBezTo>
                  <a:pt x="21720" y="85003"/>
                  <a:pt x="22379" y="85563"/>
                  <a:pt x="23258" y="85915"/>
                </a:cubicBezTo>
                <a:cubicBezTo>
                  <a:pt x="24136" y="86266"/>
                  <a:pt x="25651" y="86530"/>
                  <a:pt x="27804" y="86705"/>
                </a:cubicBezTo>
                <a:lnTo>
                  <a:pt x="27079" y="89934"/>
                </a:lnTo>
                <a:lnTo>
                  <a:pt x="0" y="89934"/>
                </a:lnTo>
                <a:lnTo>
                  <a:pt x="725" y="86705"/>
                </a:lnTo>
                <a:cubicBezTo>
                  <a:pt x="2394" y="86442"/>
                  <a:pt x="3646" y="86013"/>
                  <a:pt x="4480" y="85420"/>
                </a:cubicBezTo>
                <a:cubicBezTo>
                  <a:pt x="5315" y="84828"/>
                  <a:pt x="6018" y="84004"/>
                  <a:pt x="6589" y="82950"/>
                </a:cubicBezTo>
                <a:cubicBezTo>
                  <a:pt x="7160" y="81896"/>
                  <a:pt x="7687" y="80611"/>
                  <a:pt x="8170" y="79095"/>
                </a:cubicBezTo>
                <a:cubicBezTo>
                  <a:pt x="8653" y="77580"/>
                  <a:pt x="9378" y="74648"/>
                  <a:pt x="10344" y="70300"/>
                </a:cubicBezTo>
                <a:lnTo>
                  <a:pt x="21545" y="19568"/>
                </a:lnTo>
                <a:cubicBezTo>
                  <a:pt x="22511" y="15176"/>
                  <a:pt x="22994" y="11706"/>
                  <a:pt x="22994" y="9158"/>
                </a:cubicBezTo>
                <a:cubicBezTo>
                  <a:pt x="22994" y="7006"/>
                  <a:pt x="22489" y="5512"/>
                  <a:pt x="21479" y="4678"/>
                </a:cubicBezTo>
                <a:cubicBezTo>
                  <a:pt x="20468" y="3843"/>
                  <a:pt x="18821" y="3360"/>
                  <a:pt x="16537" y="3228"/>
                </a:cubicBezTo>
                <a:lnTo>
                  <a:pt x="17262" y="0"/>
                </a:lnTo>
                <a:lnTo>
                  <a:pt x="46317" y="0"/>
                </a:lnTo>
                <a:moveTo>
                  <a:pt x="34195" y="45922"/>
                </a:moveTo>
                <a:cubicBezTo>
                  <a:pt x="39509" y="45922"/>
                  <a:pt x="43803" y="45373"/>
                  <a:pt x="47075" y="44275"/>
                </a:cubicBezTo>
                <a:cubicBezTo>
                  <a:pt x="50347" y="43177"/>
                  <a:pt x="53027" y="41475"/>
                  <a:pt x="55113" y="39169"/>
                </a:cubicBezTo>
                <a:cubicBezTo>
                  <a:pt x="57200" y="36863"/>
                  <a:pt x="58814" y="34129"/>
                  <a:pt x="59956" y="30966"/>
                </a:cubicBezTo>
                <a:cubicBezTo>
                  <a:pt x="61098" y="27804"/>
                  <a:pt x="61669" y="24334"/>
                  <a:pt x="61669" y="20556"/>
                </a:cubicBezTo>
                <a:cubicBezTo>
                  <a:pt x="61669" y="15461"/>
                  <a:pt x="60373" y="11728"/>
                  <a:pt x="57782" y="9356"/>
                </a:cubicBezTo>
                <a:cubicBezTo>
                  <a:pt x="55190" y="6984"/>
                  <a:pt x="50886" y="5798"/>
                  <a:pt x="44868" y="5798"/>
                </a:cubicBezTo>
                <a:cubicBezTo>
                  <a:pt x="42145" y="5798"/>
                  <a:pt x="39290" y="5864"/>
                  <a:pt x="36303" y="5996"/>
                </a:cubicBezTo>
                <a:lnTo>
                  <a:pt x="27342" y="45922"/>
                </a:lnTo>
                <a:lnTo>
                  <a:pt x="34195" y="459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path-160">
            <a:extLst xmlns:a="http://schemas.openxmlformats.org/drawingml/2006/main">
              <a:ext uri="{FF2B5EF4-FFF2-40B4-BE49-F238E27FC236}">
                <a16:creationId xmlns:a16="http://schemas.microsoft.com/office/drawing/2014/main" id="{15792352-82E2-4795-9683-84DA0FF7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409" y="7609352"/>
            <a:ext cx="42400" cy="64400"/>
          </a:xfrm>
          <a:custGeom xmlns:a="http://schemas.openxmlformats.org/drawingml/2006/main">
            <a:pathLst>
              <a:path w="40633" h="61717">
                <a:moveTo>
                  <a:pt x="26258" y="49067"/>
                </a:moveTo>
                <a:cubicBezTo>
                  <a:pt x="26258" y="50057"/>
                  <a:pt x="26290" y="50911"/>
                  <a:pt x="26354" y="51630"/>
                </a:cubicBezTo>
                <a:cubicBezTo>
                  <a:pt x="26418" y="52349"/>
                  <a:pt x="26522" y="52956"/>
                  <a:pt x="26666" y="53451"/>
                </a:cubicBezTo>
                <a:cubicBezTo>
                  <a:pt x="26809" y="53946"/>
                  <a:pt x="27001" y="54369"/>
                  <a:pt x="27241" y="54721"/>
                </a:cubicBezTo>
                <a:cubicBezTo>
                  <a:pt x="27480" y="55072"/>
                  <a:pt x="27760" y="55376"/>
                  <a:pt x="28079" y="55631"/>
                </a:cubicBezTo>
                <a:cubicBezTo>
                  <a:pt x="28463" y="56015"/>
                  <a:pt x="28974" y="56310"/>
                  <a:pt x="29613" y="56518"/>
                </a:cubicBezTo>
                <a:cubicBezTo>
                  <a:pt x="30251" y="56725"/>
                  <a:pt x="31066" y="56901"/>
                  <a:pt x="32056" y="57045"/>
                </a:cubicBezTo>
                <a:cubicBezTo>
                  <a:pt x="33047" y="57189"/>
                  <a:pt x="34236" y="57300"/>
                  <a:pt x="35626" y="57380"/>
                </a:cubicBezTo>
                <a:cubicBezTo>
                  <a:pt x="37016" y="57460"/>
                  <a:pt x="38685" y="57516"/>
                  <a:pt x="40633" y="57548"/>
                </a:cubicBezTo>
                <a:lnTo>
                  <a:pt x="40633" y="61717"/>
                </a:lnTo>
                <a:lnTo>
                  <a:pt x="2635" y="61717"/>
                </a:lnTo>
                <a:lnTo>
                  <a:pt x="2635" y="57548"/>
                </a:lnTo>
                <a:cubicBezTo>
                  <a:pt x="4520" y="57484"/>
                  <a:pt x="6117" y="57412"/>
                  <a:pt x="7427" y="57332"/>
                </a:cubicBezTo>
                <a:cubicBezTo>
                  <a:pt x="8737" y="57252"/>
                  <a:pt x="9855" y="57141"/>
                  <a:pt x="10781" y="56997"/>
                </a:cubicBezTo>
                <a:cubicBezTo>
                  <a:pt x="11708" y="56853"/>
                  <a:pt x="12450" y="56693"/>
                  <a:pt x="13009" y="56518"/>
                </a:cubicBezTo>
                <a:cubicBezTo>
                  <a:pt x="13568" y="56342"/>
                  <a:pt x="14056" y="56126"/>
                  <a:pt x="14471" y="55871"/>
                </a:cubicBezTo>
                <a:cubicBezTo>
                  <a:pt x="14918" y="55583"/>
                  <a:pt x="15301" y="55272"/>
                  <a:pt x="15621" y="54936"/>
                </a:cubicBezTo>
                <a:cubicBezTo>
                  <a:pt x="15940" y="54601"/>
                  <a:pt x="16196" y="54178"/>
                  <a:pt x="16388" y="53667"/>
                </a:cubicBezTo>
                <a:cubicBezTo>
                  <a:pt x="16579" y="53156"/>
                  <a:pt x="16731" y="52533"/>
                  <a:pt x="16843" y="51798"/>
                </a:cubicBezTo>
                <a:cubicBezTo>
                  <a:pt x="16955" y="51063"/>
                  <a:pt x="17010" y="50153"/>
                  <a:pt x="17010" y="49067"/>
                </a:cubicBezTo>
                <a:lnTo>
                  <a:pt x="17010" y="14710"/>
                </a:lnTo>
                <a:cubicBezTo>
                  <a:pt x="17010" y="13465"/>
                  <a:pt x="16771" y="12586"/>
                  <a:pt x="16292" y="12075"/>
                </a:cubicBezTo>
                <a:cubicBezTo>
                  <a:pt x="15813" y="11564"/>
                  <a:pt x="15126" y="11308"/>
                  <a:pt x="14231" y="11308"/>
                </a:cubicBezTo>
                <a:cubicBezTo>
                  <a:pt x="13241" y="11308"/>
                  <a:pt x="11772" y="11819"/>
                  <a:pt x="9823" y="12842"/>
                </a:cubicBezTo>
                <a:cubicBezTo>
                  <a:pt x="7874" y="13864"/>
                  <a:pt x="5351" y="15381"/>
                  <a:pt x="2252" y="17394"/>
                </a:cubicBezTo>
                <a:cubicBezTo>
                  <a:pt x="1837" y="16659"/>
                  <a:pt x="1453" y="15924"/>
                  <a:pt x="1102" y="15190"/>
                </a:cubicBezTo>
                <a:cubicBezTo>
                  <a:pt x="751" y="14455"/>
                  <a:pt x="383" y="13704"/>
                  <a:pt x="0" y="12938"/>
                </a:cubicBezTo>
                <a:cubicBezTo>
                  <a:pt x="3961" y="10765"/>
                  <a:pt x="7882" y="8601"/>
                  <a:pt x="11764" y="6445"/>
                </a:cubicBezTo>
                <a:cubicBezTo>
                  <a:pt x="15645" y="4289"/>
                  <a:pt x="19582" y="2140"/>
                  <a:pt x="23575" y="0"/>
                </a:cubicBezTo>
                <a:lnTo>
                  <a:pt x="26498" y="0"/>
                </a:lnTo>
                <a:cubicBezTo>
                  <a:pt x="26434" y="1757"/>
                  <a:pt x="26386" y="3330"/>
                  <a:pt x="26354" y="4720"/>
                </a:cubicBezTo>
                <a:cubicBezTo>
                  <a:pt x="26322" y="6109"/>
                  <a:pt x="26298" y="7459"/>
                  <a:pt x="26282" y="8769"/>
                </a:cubicBezTo>
                <a:cubicBezTo>
                  <a:pt x="26266" y="10078"/>
                  <a:pt x="26258" y="11372"/>
                  <a:pt x="26258" y="12650"/>
                </a:cubicBezTo>
                <a:lnTo>
                  <a:pt x="26258" y="490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text-161 Sailboat">
            <a:extLst xmlns:a="http://schemas.openxmlformats.org/drawingml/2006/main">
              <a:ext uri="{FF2B5EF4-FFF2-40B4-BE49-F238E27FC236}">
                <a16:creationId xmlns:a16="http://schemas.microsoft.com/office/drawing/2014/main" id="{3DEB3457-9F22-41BA-8DD6-5D88ACD9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6612" y="7432541"/>
            <a:ext cx="515464" cy="1785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Sailboat</a:t>
            </a:r>
          </a:p>
        </p:txBody>
      </p:sp>
      <p:sp>
        <p:nvSpPr>
          <p:cNvPr id="183" name="text-162 Tactics">
            <a:extLst xmlns:a="http://schemas.openxmlformats.org/drawingml/2006/main">
              <a:ext uri="{FF2B5EF4-FFF2-40B4-BE49-F238E27FC236}">
                <a16:creationId xmlns:a16="http://schemas.microsoft.com/office/drawing/2014/main" id="{FA7A9FA8-A5EA-4629-A649-0F04EE9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5844" y="7585900"/>
            <a:ext cx="464706" cy="178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Tactics</a:t>
            </a:r>
          </a:p>
        </p:txBody>
      </p:sp>
      <p:sp>
        <p:nvSpPr>
          <p:cNvPr id="184" name="text-162 Guide">
            <a:extLst xmlns:a="http://schemas.openxmlformats.org/drawingml/2006/main">
              <a:ext uri="{FF2B5EF4-FFF2-40B4-BE49-F238E27FC236}">
                <a16:creationId xmlns:a16="http://schemas.microsoft.com/office/drawing/2014/main" id="{CC3DB4EA-DDBB-481F-BCFC-2214EA42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66100" y="7585887"/>
            <a:ext cx="357194" cy="1789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Guide</a:t>
            </a:r>
          </a:p>
        </p:txBody>
      </p:sp>
      <p:sp>
        <p:nvSpPr>
          <p:cNvPr id="185" name="text-163 Sailboats">
            <a:extLst xmlns:a="http://schemas.openxmlformats.org/drawingml/2006/main">
              <a:ext uri="{FF2B5EF4-FFF2-40B4-BE49-F238E27FC236}">
                <a16:creationId xmlns:a16="http://schemas.microsoft.com/office/drawing/2014/main" id="{B3BC5CF0-F4FE-475A-8731-FC4C72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7450624"/>
            <a:ext cx="384398" cy="118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6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Sailboats</a:t>
            </a:r>
          </a:p>
        </p:txBody>
      </p:sp>
      <p:sp>
        <p:nvSpPr>
          <p:cNvPr id="186" name="text-164 round">
            <a:extLst xmlns:a="http://schemas.openxmlformats.org/drawingml/2006/main">
              <a:ext uri="{FF2B5EF4-FFF2-40B4-BE49-F238E27FC236}">
                <a16:creationId xmlns:a16="http://schemas.microsoft.com/office/drawing/2014/main" id="{2994BF00-EC5E-4273-880A-6C051597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0878" y="7452203"/>
            <a:ext cx="234660" cy="116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5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round</a:t>
            </a:r>
          </a:p>
        </p:txBody>
      </p:sp>
      <p:sp>
        <p:nvSpPr>
          <p:cNvPr id="187" name="text-165 the">
            <a:extLst xmlns:a="http://schemas.openxmlformats.org/drawingml/2006/main">
              <a:ext uri="{FF2B5EF4-FFF2-40B4-BE49-F238E27FC236}">
                <a16:creationId xmlns:a16="http://schemas.microsoft.com/office/drawing/2014/main" id="{B793F385-7E93-47D2-A43B-FCC51C1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67374" y="7452502"/>
            <a:ext cx="147441" cy="11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5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88" name="text-166 buoy">
            <a:extLst xmlns:a="http://schemas.openxmlformats.org/drawingml/2006/main">
              <a:ext uri="{FF2B5EF4-FFF2-40B4-BE49-F238E27FC236}">
                <a16:creationId xmlns:a16="http://schemas.microsoft.com/office/drawing/2014/main" id="{E2A124FA-F7A6-41F2-9AAB-29001928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7548293"/>
            <a:ext cx="178503" cy="106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buoy</a:t>
            </a:r>
          </a:p>
        </p:txBody>
      </p:sp>
      <p:sp>
        <p:nvSpPr>
          <p:cNvPr id="189" name="text-167 on">
            <a:extLst xmlns:a="http://schemas.openxmlformats.org/drawingml/2006/main">
              <a:ext uri="{FF2B5EF4-FFF2-40B4-BE49-F238E27FC236}">
                <a16:creationId xmlns:a16="http://schemas.microsoft.com/office/drawing/2014/main" id="{9308E5DE-CF0E-4729-BF04-66169AE2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2590" y="7548165"/>
            <a:ext cx="93957" cy="107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on</a:t>
            </a:r>
          </a:p>
        </p:txBody>
      </p:sp>
      <p:sp>
        <p:nvSpPr>
          <p:cNvPr id="190" name="text-168 a">
            <a:extLst xmlns:a="http://schemas.openxmlformats.org/drawingml/2006/main">
              <a:ext uri="{FF2B5EF4-FFF2-40B4-BE49-F238E27FC236}">
                <a16:creationId xmlns:a16="http://schemas.microsoft.com/office/drawing/2014/main" id="{50210361-C5E4-43E1-8E29-A1ADF212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5373" y="7547874"/>
            <a:ext cx="53111" cy="1074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</a:t>
            </a:r>
          </a:p>
        </p:txBody>
      </p:sp>
      <p:sp>
        <p:nvSpPr>
          <p:cNvPr id="191" name="text-169 downwind">
            <a:extLst xmlns:a="http://schemas.openxmlformats.org/drawingml/2006/main">
              <a:ext uri="{FF2B5EF4-FFF2-40B4-BE49-F238E27FC236}">
                <a16:creationId xmlns:a16="http://schemas.microsoft.com/office/drawing/2014/main" id="{2417D3F6-B71C-4884-94FF-4BF7DE93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8158" y="7548078"/>
            <a:ext cx="350121" cy="107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downwind</a:t>
            </a:r>
          </a:p>
        </p:txBody>
      </p:sp>
      <p:sp>
        <p:nvSpPr>
          <p:cNvPr id="192" name="text-170 leg">
            <a:extLst xmlns:a="http://schemas.openxmlformats.org/drawingml/2006/main">
              <a:ext uri="{FF2B5EF4-FFF2-40B4-BE49-F238E27FC236}">
                <a16:creationId xmlns:a16="http://schemas.microsoft.com/office/drawing/2014/main" id="{C906EC55-96EA-48BD-806F-AB16DCAB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7006" y="7548282"/>
            <a:ext cx="116908" cy="106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leg</a:t>
            </a:r>
          </a:p>
        </p:txBody>
      </p:sp>
      <p:sp>
        <p:nvSpPr>
          <p:cNvPr id="193" name="text-171 of">
            <a:extLst xmlns:a="http://schemas.openxmlformats.org/drawingml/2006/main">
              <a:ext uri="{FF2B5EF4-FFF2-40B4-BE49-F238E27FC236}">
                <a16:creationId xmlns:a16="http://schemas.microsoft.com/office/drawing/2014/main" id="{E2FB095B-3490-47C1-950C-0243F04A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5006" y="7640351"/>
            <a:ext cx="92789" cy="106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of</a:t>
            </a:r>
          </a:p>
        </p:txBody>
      </p:sp>
      <p:sp>
        <p:nvSpPr>
          <p:cNvPr id="194" name="text-172 the">
            <a:extLst xmlns:a="http://schemas.openxmlformats.org/drawingml/2006/main">
              <a:ext uri="{FF2B5EF4-FFF2-40B4-BE49-F238E27FC236}">
                <a16:creationId xmlns:a16="http://schemas.microsoft.com/office/drawing/2014/main" id="{2159BEAF-BD6E-4026-B625-A9F46C94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5805" y="7639283"/>
            <a:ext cx="137614" cy="108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</a:t>
            </a:r>
          </a:p>
        </p:txBody>
      </p:sp>
      <p:sp>
        <p:nvSpPr>
          <p:cNvPr id="195" name="text-173 course">
            <a:extLst xmlns:a="http://schemas.openxmlformats.org/drawingml/2006/main">
              <a:ext uri="{FF2B5EF4-FFF2-40B4-BE49-F238E27FC236}">
                <a16:creationId xmlns:a16="http://schemas.microsoft.com/office/drawing/2014/main" id="{8CC0DBF7-50A1-4ABB-A8F0-E898F1D4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1405" y="7640127"/>
            <a:ext cx="249405" cy="1072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course</a:t>
            </a:r>
          </a:p>
        </p:txBody>
      </p:sp>
      <p:sp>
        <p:nvSpPr>
          <p:cNvPr id="196" name="text-174 .">
            <a:extLst xmlns:a="http://schemas.openxmlformats.org/drawingml/2006/main">
              <a:ext uri="{FF2B5EF4-FFF2-40B4-BE49-F238E27FC236}">
                <a16:creationId xmlns:a16="http://schemas.microsoft.com/office/drawing/2014/main" id="{4904961D-5CEB-4328-BCEB-5C9D76B4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66606" y="7640042"/>
            <a:ext cx="32934" cy="107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60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</a:t>
            </a:r>
          </a:p>
        </p:txBody>
      </p:sp>
      <p:sp>
        <p:nvSpPr>
          <p:cNvPr id="197" name="text-175 -">
            <a:extLst xmlns:a="http://schemas.openxmlformats.org/drawingml/2006/main">
              <a:ext uri="{FF2B5EF4-FFF2-40B4-BE49-F238E27FC236}">
                <a16:creationId xmlns:a16="http://schemas.microsoft.com/office/drawing/2014/main" id="{1CE8A71C-B17C-4E24-957D-4F3DD7C3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1437" y="7505377"/>
            <a:ext cx="83974" cy="197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98" name="text-176 -">
            <a:extLst xmlns:a="http://schemas.openxmlformats.org/drawingml/2006/main">
              <a:ext uri="{FF2B5EF4-FFF2-40B4-BE49-F238E27FC236}">
                <a16:creationId xmlns:a16="http://schemas.microsoft.com/office/drawing/2014/main" id="{C74AD8D2-4846-45D5-9ADC-17BACC4D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8407" y="7505377"/>
            <a:ext cx="83974" cy="197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1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199" name="path-177">
            <a:extLst xmlns:a="http://schemas.openxmlformats.org/drawingml/2006/main">
              <a:ext uri="{FF2B5EF4-FFF2-40B4-BE49-F238E27FC236}">
                <a16:creationId xmlns:a16="http://schemas.microsoft.com/office/drawing/2014/main" id="{BAC89AE4-3C10-4FA7-ACEB-37CF79D8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486" y="6252536"/>
            <a:ext cx="5275071" cy="1566708"/>
          </a:xfrm>
          <a:custGeom xmlns:a="http://schemas.openxmlformats.org/drawingml/2006/main">
            <a:pathLst>
              <a:path w="5055276" h="1501429">
                <a:moveTo>
                  <a:pt x="0" y="197048"/>
                </a:moveTo>
                <a:cubicBezTo>
                  <a:pt x="0" y="88221"/>
                  <a:pt x="88221" y="0"/>
                  <a:pt x="197047" y="0"/>
                </a:cubicBezTo>
                <a:lnTo>
                  <a:pt x="4858229" y="0"/>
                </a:lnTo>
                <a:cubicBezTo>
                  <a:pt x="4967056" y="0"/>
                  <a:pt x="5055276" y="88221"/>
                  <a:pt x="5055276" y="197048"/>
                </a:cubicBezTo>
                <a:lnTo>
                  <a:pt x="5055276" y="1304380"/>
                </a:lnTo>
                <a:cubicBezTo>
                  <a:pt x="5055276" y="1413207"/>
                  <a:pt x="4967056" y="1501429"/>
                  <a:pt x="4858229" y="1501429"/>
                </a:cubicBezTo>
                <a:lnTo>
                  <a:pt x="197047" y="1501429"/>
                </a:lnTo>
                <a:cubicBezTo>
                  <a:pt x="88221" y="1501429"/>
                  <a:pt x="0" y="1413207"/>
                  <a:pt x="0" y="1304380"/>
                </a:cubicBezTo>
                <a:lnTo>
                  <a:pt x="0" y="197048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0078AE"/>
            </a:solidFill>
            <a:prstDash val="solid"/>
          </a:ln>
        </p:spPr>
      </p:sp>
      <p:sp>
        <p:nvSpPr>
          <p:cNvPr id="200" name="path-178">
            <a:extLst xmlns:a="http://schemas.openxmlformats.org/drawingml/2006/main">
              <a:ext uri="{FF2B5EF4-FFF2-40B4-BE49-F238E27FC236}">
                <a16:creationId xmlns:a16="http://schemas.microsoft.com/office/drawing/2014/main" id="{332F422D-B0DF-40EC-8A51-11D883AA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426" y="2305227"/>
            <a:ext cx="11984509" cy="5665683"/>
          </a:xfrm>
          <a:custGeom xmlns:a="http://schemas.openxmlformats.org/drawingml/2006/main">
            <a:pathLst>
              <a:path w="11485155" h="5429613">
                <a:moveTo>
                  <a:pt x="0" y="304324"/>
                </a:moveTo>
                <a:cubicBezTo>
                  <a:pt x="0" y="136250"/>
                  <a:pt x="136250" y="0"/>
                  <a:pt x="304324" y="0"/>
                </a:cubicBezTo>
                <a:lnTo>
                  <a:pt x="11180834" y="0"/>
                </a:lnTo>
                <a:cubicBezTo>
                  <a:pt x="11348907" y="0"/>
                  <a:pt x="11485155" y="136250"/>
                  <a:pt x="11485155" y="304324"/>
                </a:cubicBezTo>
                <a:lnTo>
                  <a:pt x="11485155" y="5125289"/>
                </a:lnTo>
                <a:cubicBezTo>
                  <a:pt x="11485155" y="5293363"/>
                  <a:pt x="11348907" y="5429613"/>
                  <a:pt x="11180834" y="5429613"/>
                </a:cubicBezTo>
                <a:lnTo>
                  <a:pt x="304324" y="5429613"/>
                </a:lnTo>
                <a:cubicBezTo>
                  <a:pt x="136250" y="5429613"/>
                  <a:pt x="0" y="5293363"/>
                  <a:pt x="0" y="5125289"/>
                </a:cubicBezTo>
                <a:lnTo>
                  <a:pt x="0" y="304324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201" name="text-179 Evidence">
            <a:extLst xmlns:a="http://schemas.openxmlformats.org/drawingml/2006/main">
              <a:ext uri="{FF2B5EF4-FFF2-40B4-BE49-F238E27FC236}">
                <a16:creationId xmlns:a16="http://schemas.microsoft.com/office/drawing/2014/main" id="{F8F01168-A1B6-4D10-B17E-4006F650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3314" y="2342452"/>
            <a:ext cx="1100008" cy="35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02" name="text-180 -">
            <a:extLst xmlns:a="http://schemas.openxmlformats.org/drawingml/2006/main">
              <a:ext uri="{FF2B5EF4-FFF2-40B4-BE49-F238E27FC236}">
                <a16:creationId xmlns:a16="http://schemas.microsoft.com/office/drawing/2014/main" id="{659C4066-A72A-4F4D-994E-46876BF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7715" y="2342708"/>
            <a:ext cx="152722" cy="358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03" name="text-181 aware">
            <a:extLst xmlns:a="http://schemas.openxmlformats.org/drawingml/2006/main">
              <a:ext uri="{FF2B5EF4-FFF2-40B4-BE49-F238E27FC236}">
                <a16:creationId xmlns:a16="http://schemas.microsoft.com/office/drawing/2014/main" id="{8206B2DD-3941-4B53-A36E-048B464D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34915" y="2342802"/>
            <a:ext cx="746459" cy="358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aware</a:t>
            </a:r>
          </a:p>
        </p:txBody>
      </p:sp>
      <p:sp>
        <p:nvSpPr>
          <p:cNvPr id="204" name="text-182 Visual">
            <a:extLst xmlns:a="http://schemas.openxmlformats.org/drawingml/2006/main">
              <a:ext uri="{FF2B5EF4-FFF2-40B4-BE49-F238E27FC236}">
                <a16:creationId xmlns:a16="http://schemas.microsoft.com/office/drawing/2014/main" id="{DFA280C8-E2C4-4EA0-85ED-17C9B061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12516" y="2342655"/>
            <a:ext cx="743457" cy="358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205" name="text-183 -">
            <a:extLst xmlns:a="http://schemas.openxmlformats.org/drawingml/2006/main">
              <a:ext uri="{FF2B5EF4-FFF2-40B4-BE49-F238E27FC236}">
                <a16:creationId xmlns:a16="http://schemas.microsoft.com/office/drawing/2014/main" id="{FDE10707-95BA-4B64-B9A7-39E39978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0116" y="2342708"/>
            <a:ext cx="152722" cy="358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06" name="text-184 Grounded">
            <a:extLst xmlns:a="http://schemas.openxmlformats.org/drawingml/2006/main">
              <a:ext uri="{FF2B5EF4-FFF2-40B4-BE49-F238E27FC236}">
                <a16:creationId xmlns:a16="http://schemas.microsoft.com/office/drawing/2014/main" id="{9F586B40-81F8-425E-8646-362943D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17316" y="2342535"/>
            <a:ext cx="1186994" cy="3587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Grounded</a:t>
            </a:r>
          </a:p>
        </p:txBody>
      </p:sp>
      <p:sp>
        <p:nvSpPr>
          <p:cNvPr id="207" name="text-185 Rubric">
            <a:extLst xmlns:a="http://schemas.openxmlformats.org/drawingml/2006/main">
              <a:ext uri="{FF2B5EF4-FFF2-40B4-BE49-F238E27FC236}">
                <a16:creationId xmlns:a16="http://schemas.microsoft.com/office/drawing/2014/main" id="{360DB2D6-5930-4EA9-B1CA-7D187AEE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34916" y="2342534"/>
            <a:ext cx="819038" cy="358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Rubric</a:t>
            </a:r>
          </a:p>
        </p:txBody>
      </p:sp>
      <p:sp>
        <p:nvSpPr>
          <p:cNvPr id="208" name="text-186 reward">
            <a:extLst xmlns:a="http://schemas.openxmlformats.org/drawingml/2006/main">
              <a:ext uri="{FF2B5EF4-FFF2-40B4-BE49-F238E27FC236}">
                <a16:creationId xmlns:a16="http://schemas.microsoft.com/office/drawing/2014/main" id="{240CB89B-C4DE-4D59-A427-52D1FE96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4517" y="2342672"/>
            <a:ext cx="889216" cy="358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201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reward</a:t>
            </a:r>
          </a:p>
        </p:txBody>
      </p:sp>
      <p:sp>
        <p:nvSpPr>
          <p:cNvPr id="209" name="path-187">
            <a:extLst xmlns:a="http://schemas.openxmlformats.org/drawingml/2006/main">
              <a:ext uri="{FF2B5EF4-FFF2-40B4-BE49-F238E27FC236}">
                <a16:creationId xmlns:a16="http://schemas.microsoft.com/office/drawing/2014/main" id="{D8E13E27-D7D4-4245-8BA3-73DAB650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35" y="2721587"/>
            <a:ext cx="5514798" cy="3085508"/>
          </a:xfrm>
          <a:custGeom xmlns:a="http://schemas.openxmlformats.org/drawingml/2006/main">
            <a:pathLst>
              <a:path w="5285015" h="2956945">
                <a:moveTo>
                  <a:pt x="0" y="388071"/>
                </a:moveTo>
                <a:cubicBezTo>
                  <a:pt x="0" y="173745"/>
                  <a:pt x="173745" y="0"/>
                  <a:pt x="388070" y="0"/>
                </a:cubicBezTo>
                <a:lnTo>
                  <a:pt x="4896944" y="0"/>
                </a:lnTo>
                <a:cubicBezTo>
                  <a:pt x="5111269" y="0"/>
                  <a:pt x="5285015" y="173745"/>
                  <a:pt x="5285015" y="388071"/>
                </a:cubicBezTo>
                <a:lnTo>
                  <a:pt x="5285015" y="2568875"/>
                </a:lnTo>
                <a:cubicBezTo>
                  <a:pt x="5285015" y="2783200"/>
                  <a:pt x="5111269" y="2956945"/>
                  <a:pt x="4896944" y="2956945"/>
                </a:cubicBezTo>
                <a:lnTo>
                  <a:pt x="388070" y="2956945"/>
                </a:lnTo>
                <a:cubicBezTo>
                  <a:pt x="173745" y="2956945"/>
                  <a:pt x="0" y="2783200"/>
                  <a:pt x="0" y="2568875"/>
                </a:cubicBezTo>
                <a:lnTo>
                  <a:pt x="0" y="388071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210" name="path-188">
            <a:extLst xmlns:a="http://schemas.openxmlformats.org/drawingml/2006/main">
              <a:ext uri="{FF2B5EF4-FFF2-40B4-BE49-F238E27FC236}">
                <a16:creationId xmlns:a16="http://schemas.microsoft.com/office/drawing/2014/main" id="{59596B2C-A47B-4F66-BBD2-121CA23E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2971" y="2825229"/>
            <a:ext cx="5569427" cy="1752754"/>
          </a:xfrm>
          <a:custGeom xmlns:a="http://schemas.openxmlformats.org/drawingml/2006/main">
            <a:pathLst>
              <a:path w="5337367" h="1679722">
                <a:moveTo>
                  <a:pt x="0" y="220447"/>
                </a:moveTo>
                <a:cubicBezTo>
                  <a:pt x="0" y="98697"/>
                  <a:pt x="98697" y="0"/>
                  <a:pt x="220447" y="0"/>
                </a:cubicBezTo>
                <a:lnTo>
                  <a:pt x="5116920" y="0"/>
                </a:lnTo>
                <a:cubicBezTo>
                  <a:pt x="5238669" y="0"/>
                  <a:pt x="5337367" y="98697"/>
                  <a:pt x="5337367" y="220447"/>
                </a:cubicBezTo>
                <a:lnTo>
                  <a:pt x="5337367" y="1459275"/>
                </a:lnTo>
                <a:cubicBezTo>
                  <a:pt x="5337367" y="1581025"/>
                  <a:pt x="5238669" y="1679722"/>
                  <a:pt x="5116920" y="1679722"/>
                </a:cubicBezTo>
                <a:lnTo>
                  <a:pt x="220447" y="1679722"/>
                </a:lnTo>
                <a:cubicBezTo>
                  <a:pt x="98697" y="1679722"/>
                  <a:pt x="0" y="1581025"/>
                  <a:pt x="0" y="1459275"/>
                </a:cubicBezTo>
                <a:lnTo>
                  <a:pt x="0" y="220447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DF6923"/>
            </a:solidFill>
            <a:prstDash val="solid"/>
          </a:ln>
        </p:spPr>
      </p:sp>
      <p:sp>
        <p:nvSpPr>
          <p:cNvPr id="211" name="path-189">
            <a:extLst xmlns:a="http://schemas.openxmlformats.org/drawingml/2006/main">
              <a:ext uri="{FF2B5EF4-FFF2-40B4-BE49-F238E27FC236}">
                <a16:creationId xmlns:a16="http://schemas.microsoft.com/office/drawing/2014/main" id="{D523261C-98A3-4364-AFAD-79AF2ED3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4637" y="4746931"/>
            <a:ext cx="5597765" cy="1752754"/>
          </a:xfrm>
          <a:custGeom xmlns:a="http://schemas.openxmlformats.org/drawingml/2006/main">
            <a:pathLst>
              <a:path w="5364525" h="1679722">
                <a:moveTo>
                  <a:pt x="0" y="220448"/>
                </a:moveTo>
                <a:cubicBezTo>
                  <a:pt x="0" y="98698"/>
                  <a:pt x="98697" y="0"/>
                  <a:pt x="220448" y="0"/>
                </a:cubicBezTo>
                <a:lnTo>
                  <a:pt x="5144076" y="0"/>
                </a:lnTo>
                <a:cubicBezTo>
                  <a:pt x="5265826" y="0"/>
                  <a:pt x="5364525" y="98698"/>
                  <a:pt x="5364525" y="220448"/>
                </a:cubicBezTo>
                <a:lnTo>
                  <a:pt x="5364525" y="1459274"/>
                </a:lnTo>
                <a:cubicBezTo>
                  <a:pt x="5364525" y="1581024"/>
                  <a:pt x="5265826" y="1679722"/>
                  <a:pt x="5144076" y="1679722"/>
                </a:cubicBezTo>
                <a:lnTo>
                  <a:pt x="220448" y="1679722"/>
                </a:lnTo>
                <a:cubicBezTo>
                  <a:pt x="98697" y="1679722"/>
                  <a:pt x="0" y="1581024"/>
                  <a:pt x="0" y="1459274"/>
                </a:cubicBezTo>
                <a:lnTo>
                  <a:pt x="0" y="220448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1F5FBF"/>
            </a:solidFill>
            <a:prstDash val="solid"/>
          </a:ln>
        </p:spPr>
      </p:sp>
      <p:sp>
        <p:nvSpPr>
          <p:cNvPr id="212" name="text-190 Reference">
            <a:extLst xmlns:a="http://schemas.openxmlformats.org/drawingml/2006/main">
              <a:ext uri="{FF2B5EF4-FFF2-40B4-BE49-F238E27FC236}">
                <a16:creationId xmlns:a16="http://schemas.microsoft.com/office/drawing/2014/main" id="{12748DC8-2570-40DF-BFC7-112F40AB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998" y="2768791"/>
            <a:ext cx="1030722" cy="28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Reference</a:t>
            </a:r>
          </a:p>
        </p:txBody>
      </p:sp>
      <p:sp>
        <p:nvSpPr>
          <p:cNvPr id="213" name="text-190 VGEG">
            <a:extLst xmlns:a="http://schemas.openxmlformats.org/drawingml/2006/main">
              <a:ext uri="{FF2B5EF4-FFF2-40B4-BE49-F238E27FC236}">
                <a16:creationId xmlns:a16="http://schemas.microsoft.com/office/drawing/2014/main" id="{0C60B0A4-C4ED-4DE7-9CC5-39FC5802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6410" y="2769176"/>
            <a:ext cx="576045" cy="286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214" name="text-191 Reference">
            <a:extLst xmlns:a="http://schemas.openxmlformats.org/drawingml/2006/main">
              <a:ext uri="{FF2B5EF4-FFF2-40B4-BE49-F238E27FC236}">
                <a16:creationId xmlns:a16="http://schemas.microsoft.com/office/drawing/2014/main" id="{7ACA3C3F-9466-4D44-B295-5495F859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998" y="2768791"/>
            <a:ext cx="1030722" cy="28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Reference</a:t>
            </a:r>
          </a:p>
        </p:txBody>
      </p:sp>
      <p:sp>
        <p:nvSpPr>
          <p:cNvPr id="215" name="text-191 VGEG">
            <a:extLst xmlns:a="http://schemas.openxmlformats.org/drawingml/2006/main">
              <a:ext uri="{FF2B5EF4-FFF2-40B4-BE49-F238E27FC236}">
                <a16:creationId xmlns:a16="http://schemas.microsoft.com/office/drawing/2014/main" id="{BEA99EFC-647A-4944-A404-BAFC3F3C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6410" y="2769176"/>
            <a:ext cx="576045" cy="286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3B7D23"/>
                </a:solidFill>
                <a:latin typeface="Comic Sans MS"/>
                <a:ea typeface="Comic Sans MS"/>
                <a:cs typeface="Comic Sans MS"/>
              </a:rPr>
              <a:t>VGEG</a:t>
            </a:r>
          </a:p>
        </p:txBody>
      </p:sp>
      <p:sp>
        <p:nvSpPr>
          <p:cNvPr id="216" name="text-192 Claim">
            <a:extLst xmlns:a="http://schemas.openxmlformats.org/drawingml/2006/main">
              <a:ext uri="{FF2B5EF4-FFF2-40B4-BE49-F238E27FC236}">
                <a16:creationId xmlns:a16="http://schemas.microsoft.com/office/drawing/2014/main" id="{71624E7C-94F9-4006-B414-C11ECC8F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3803" y="2950029"/>
            <a:ext cx="538426" cy="28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Claim</a:t>
            </a:r>
          </a:p>
        </p:txBody>
      </p:sp>
      <p:sp>
        <p:nvSpPr>
          <p:cNvPr id="217" name="text-192 &amp;">
            <a:extLst xmlns:a="http://schemas.openxmlformats.org/drawingml/2006/main">
              <a:ext uri="{FF2B5EF4-FFF2-40B4-BE49-F238E27FC236}">
                <a16:creationId xmlns:a16="http://schemas.microsoft.com/office/drawing/2014/main" id="{C6596673-A4E1-4557-AD5C-0E623EA8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7003" y="2950372"/>
            <a:ext cx="170859" cy="286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18" name="text-192 Evidence">
            <a:extLst xmlns:a="http://schemas.openxmlformats.org/drawingml/2006/main">
              <a:ext uri="{FF2B5EF4-FFF2-40B4-BE49-F238E27FC236}">
                <a16:creationId xmlns:a16="http://schemas.microsoft.com/office/drawing/2014/main" id="{7236E269-B84D-450B-98B4-58AB37F1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2219" y="2950374"/>
            <a:ext cx="878659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19" name="text-192 Judge">
            <a:extLst xmlns:a="http://schemas.openxmlformats.org/drawingml/2006/main">
              <a:ext uri="{FF2B5EF4-FFF2-40B4-BE49-F238E27FC236}">
                <a16:creationId xmlns:a16="http://schemas.microsoft.com/office/drawing/2014/main" id="{8ED8C8CD-256D-4302-8C62-D369F37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4631" y="2950235"/>
            <a:ext cx="621086" cy="28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sp>
        <p:nvSpPr>
          <p:cNvPr id="220" name="text-193 Claim">
            <a:extLst xmlns:a="http://schemas.openxmlformats.org/drawingml/2006/main">
              <a:ext uri="{FF2B5EF4-FFF2-40B4-BE49-F238E27FC236}">
                <a16:creationId xmlns:a16="http://schemas.microsoft.com/office/drawing/2014/main" id="{AC0009B4-6204-450E-ACCA-BF7F7C0E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3803" y="2950029"/>
            <a:ext cx="538426" cy="287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Claim</a:t>
            </a:r>
          </a:p>
        </p:txBody>
      </p:sp>
      <p:sp>
        <p:nvSpPr>
          <p:cNvPr id="221" name="text-193 &amp;">
            <a:extLst xmlns:a="http://schemas.openxmlformats.org/drawingml/2006/main">
              <a:ext uri="{FF2B5EF4-FFF2-40B4-BE49-F238E27FC236}">
                <a16:creationId xmlns:a16="http://schemas.microsoft.com/office/drawing/2014/main" id="{53176A13-4616-49E6-98AC-CA446F52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37003" y="2950372"/>
            <a:ext cx="170859" cy="286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&amp;</a:t>
            </a:r>
          </a:p>
        </p:txBody>
      </p:sp>
      <p:sp>
        <p:nvSpPr>
          <p:cNvPr id="222" name="text-193 Evidence">
            <a:extLst xmlns:a="http://schemas.openxmlformats.org/drawingml/2006/main">
              <a:ext uri="{FF2B5EF4-FFF2-40B4-BE49-F238E27FC236}">
                <a16:creationId xmlns:a16="http://schemas.microsoft.com/office/drawing/2014/main" id="{A931F243-E940-4786-89AA-1621AAED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32219" y="2950374"/>
            <a:ext cx="878659" cy="28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Evidence</a:t>
            </a:r>
          </a:p>
        </p:txBody>
      </p:sp>
      <p:sp>
        <p:nvSpPr>
          <p:cNvPr id="223" name="text-193 Judge">
            <a:extLst xmlns:a="http://schemas.openxmlformats.org/drawingml/2006/main">
              <a:ext uri="{FF2B5EF4-FFF2-40B4-BE49-F238E27FC236}">
                <a16:creationId xmlns:a16="http://schemas.microsoft.com/office/drawing/2014/main" id="{45C3A1C1-BAFE-4F51-BEE9-AAB2745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34631" y="2950235"/>
            <a:ext cx="621086" cy="28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DF6923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sp>
        <p:nvSpPr>
          <p:cNvPr id="224" name="text-194 Visual">
            <a:extLst xmlns:a="http://schemas.openxmlformats.org/drawingml/2006/main">
              <a:ext uri="{FF2B5EF4-FFF2-40B4-BE49-F238E27FC236}">
                <a16:creationId xmlns:a16="http://schemas.microsoft.com/office/drawing/2014/main" id="{09E4894B-3C9D-4595-B6FF-D6D85EC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6203" y="4793224"/>
            <a:ext cx="595398" cy="28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225" name="text-195 Visual">
            <a:extLst xmlns:a="http://schemas.openxmlformats.org/drawingml/2006/main">
              <a:ext uri="{FF2B5EF4-FFF2-40B4-BE49-F238E27FC236}">
                <a16:creationId xmlns:a16="http://schemas.microsoft.com/office/drawing/2014/main" id="{C7A7BC95-E050-4E54-8956-D05CDA2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96203" y="4793224"/>
            <a:ext cx="595398" cy="28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226" name="text-196 -">
            <a:extLst xmlns:a="http://schemas.openxmlformats.org/drawingml/2006/main">
              <a:ext uri="{FF2B5EF4-FFF2-40B4-BE49-F238E27FC236}">
                <a16:creationId xmlns:a16="http://schemas.microsoft.com/office/drawing/2014/main" id="{B03DC2BC-5202-4E4E-B1FD-19FE4080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4603" y="4793424"/>
            <a:ext cx="122187" cy="286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27" name="text-197 -">
            <a:extLst xmlns:a="http://schemas.openxmlformats.org/drawingml/2006/main">
              <a:ext uri="{FF2B5EF4-FFF2-40B4-BE49-F238E27FC236}">
                <a16:creationId xmlns:a16="http://schemas.microsoft.com/office/drawing/2014/main" id="{AEE51F6B-A11E-4E26-9F8B-DE7BDB50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54603" y="4793424"/>
            <a:ext cx="122187" cy="286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-</a:t>
            </a:r>
          </a:p>
        </p:txBody>
      </p:sp>
      <p:sp>
        <p:nvSpPr>
          <p:cNvPr id="228" name="text-198 Grounded">
            <a:extLst xmlns:a="http://schemas.openxmlformats.org/drawingml/2006/main">
              <a:ext uri="{FF2B5EF4-FFF2-40B4-BE49-F238E27FC236}">
                <a16:creationId xmlns:a16="http://schemas.microsoft.com/office/drawing/2014/main" id="{27EE24BC-84E8-4809-89E8-0C0EB998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404" y="4793388"/>
            <a:ext cx="949338" cy="286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Grounded</a:t>
            </a:r>
          </a:p>
        </p:txBody>
      </p:sp>
      <p:sp>
        <p:nvSpPr>
          <p:cNvPr id="229" name="text-198 Judge">
            <a:extLst xmlns:a="http://schemas.openxmlformats.org/drawingml/2006/main">
              <a:ext uri="{FF2B5EF4-FFF2-40B4-BE49-F238E27FC236}">
                <a16:creationId xmlns:a16="http://schemas.microsoft.com/office/drawing/2014/main" id="{1AA735CE-6E9D-4E84-8C14-5768D6F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2265" y="4793429"/>
            <a:ext cx="621109" cy="28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sp>
        <p:nvSpPr>
          <p:cNvPr id="230" name="text-199 Grounded">
            <a:extLst xmlns:a="http://schemas.openxmlformats.org/drawingml/2006/main">
              <a:ext uri="{FF2B5EF4-FFF2-40B4-BE49-F238E27FC236}">
                <a16:creationId xmlns:a16="http://schemas.microsoft.com/office/drawing/2014/main" id="{E84C3841-6121-4897-A6CB-EA15C85C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9404" y="4793388"/>
            <a:ext cx="949338" cy="286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Grounded</a:t>
            </a:r>
          </a:p>
        </p:txBody>
      </p:sp>
      <p:sp>
        <p:nvSpPr>
          <p:cNvPr id="231" name="text-199 Judge">
            <a:extLst xmlns:a="http://schemas.openxmlformats.org/drawingml/2006/main">
              <a:ext uri="{FF2B5EF4-FFF2-40B4-BE49-F238E27FC236}">
                <a16:creationId xmlns:a16="http://schemas.microsoft.com/office/drawing/2014/main" id="{DC68372E-C133-4F2E-803B-727CABF3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12265" y="4793429"/>
            <a:ext cx="621109" cy="28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163E64"/>
                </a:solidFill>
                <a:latin typeface="Comic Sans MS"/>
                <a:ea typeface="Comic Sans MS"/>
                <a:cs typeface="Comic Sans MS"/>
              </a:rPr>
              <a:t>Judge</a:t>
            </a:r>
          </a:p>
        </p:txBody>
      </p:sp>
      <p:pic>
        <p:nvPic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46CD7C7-837C-4761-9BD5-D9C9131A2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56286f9a84251"/>
          <a:stretch xmlns:a="http://schemas.openxmlformats.org/drawingml/2006/main"/>
        </p:blipFill>
        <p:spPr>
          <a:xfrm xmlns:a="http://schemas.openxmlformats.org/drawingml/2006/main">
            <a:off x="12563061" y="3096039"/>
            <a:ext cx="1033670" cy="1033670"/>
          </a:xfrm>
          <a:prstGeom xmlns:a="http://schemas.openxmlformats.org/drawingml/2006/main" prst="rect">
            <a:avLst/>
          </a:prstGeom>
        </p:spPr>
      </p:pic>
      <p:pic>
        <p:nvPic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CB7B512-E29C-408F-98D7-73CF55FE26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43c7b61db49f7"/>
          <a:stretch xmlns:a="http://schemas.openxmlformats.org/drawingml/2006/main"/>
        </p:blipFill>
        <p:spPr>
          <a:xfrm xmlns:a="http://schemas.openxmlformats.org/drawingml/2006/main">
            <a:off x="13934661" y="3324639"/>
            <a:ext cx="308113" cy="308113"/>
          </a:xfrm>
          <a:prstGeom xmlns:a="http://schemas.openxmlformats.org/drawingml/2006/main" prst="rect">
            <a:avLst/>
          </a:prstGeom>
        </p:spPr>
      </p:pic>
      <p:sp>
        <p:nvSpPr>
          <p:cNvPr id="234" name="text-202 Claim">
            <a:extLst xmlns:a="http://schemas.openxmlformats.org/drawingml/2006/main">
              <a:ext uri="{FF2B5EF4-FFF2-40B4-BE49-F238E27FC236}">
                <a16:creationId xmlns:a16="http://schemas.microsoft.com/office/drawing/2014/main" id="{5FE8B2DE-1D6C-46A7-8E84-6016577C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6958" y="3327533"/>
            <a:ext cx="538537" cy="287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Claim</a:t>
            </a:r>
          </a:p>
        </p:txBody>
      </p:sp>
      <p:sp>
        <p:nvSpPr>
          <p:cNvPr id="235" name="text-202 supported">
            <a:extLst xmlns:a="http://schemas.openxmlformats.org/drawingml/2006/main">
              <a:ext uri="{FF2B5EF4-FFF2-40B4-BE49-F238E27FC236}">
                <a16:creationId xmlns:a16="http://schemas.microsoft.com/office/drawing/2014/main" id="{648FAD01-D656-4017-A527-033BA542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98643" y="3328170"/>
            <a:ext cx="995729" cy="286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supported</a:t>
            </a:r>
          </a:p>
        </p:txBody>
      </p:sp>
      <p:pic>
        <p:nvPic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5BA96C6D-8FDB-4DCF-A53B-A71E450D9A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29eff279e40fb"/>
          <a:stretch xmlns:a="http://schemas.openxmlformats.org/drawingml/2006/main"/>
        </p:blipFill>
        <p:spPr>
          <a:xfrm xmlns:a="http://schemas.openxmlformats.org/drawingml/2006/main">
            <a:off x="13934661" y="3742083"/>
            <a:ext cx="308113" cy="318052"/>
          </a:xfrm>
          <a:prstGeom xmlns:a="http://schemas.openxmlformats.org/drawingml/2006/main" prst="rect">
            <a:avLst/>
          </a:prstGeom>
        </p:spPr>
      </p:pic>
      <p:sp>
        <p:nvSpPr>
          <p:cNvPr id="237" name="text-204 URL">
            <a:extLst xmlns:a="http://schemas.openxmlformats.org/drawingml/2006/main">
              <a:ext uri="{FF2B5EF4-FFF2-40B4-BE49-F238E27FC236}">
                <a16:creationId xmlns:a16="http://schemas.microsoft.com/office/drawing/2014/main" id="{AF6E28C6-7470-4456-A935-6418EC68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0565" y="3746232"/>
            <a:ext cx="428053" cy="285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URL</a:t>
            </a:r>
          </a:p>
        </p:txBody>
      </p:sp>
      <p:sp>
        <p:nvSpPr>
          <p:cNvPr id="238" name="text-204 /">
            <a:extLst xmlns:a="http://schemas.openxmlformats.org/drawingml/2006/main">
              <a:ext uri="{FF2B5EF4-FFF2-40B4-BE49-F238E27FC236}">
                <a16:creationId xmlns:a16="http://schemas.microsoft.com/office/drawing/2014/main" id="{1126ACCC-6D03-49EB-AD31-2F67EA8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63501" y="3745636"/>
            <a:ext cx="141673" cy="28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239" name="text-204 title">
            <a:extLst xmlns:a="http://schemas.openxmlformats.org/drawingml/2006/main">
              <a:ext uri="{FF2B5EF4-FFF2-40B4-BE49-F238E27FC236}">
                <a16:creationId xmlns:a16="http://schemas.microsoft.com/office/drawing/2014/main" id="{DA4167A2-862B-47AB-A9E1-5950E44C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29962" y="3746193"/>
            <a:ext cx="454453" cy="286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title</a:t>
            </a:r>
          </a:p>
        </p:txBody>
      </p:sp>
      <p:sp>
        <p:nvSpPr>
          <p:cNvPr id="240" name="text-204 /">
            <a:extLst xmlns:a="http://schemas.openxmlformats.org/drawingml/2006/main">
              <a:ext uri="{FF2B5EF4-FFF2-40B4-BE49-F238E27FC236}">
                <a16:creationId xmlns:a16="http://schemas.microsoft.com/office/drawing/2014/main" id="{22101F84-8241-40B5-8A4F-8C97C58A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08458" y="3745636"/>
            <a:ext cx="141673" cy="28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/</a:t>
            </a:r>
          </a:p>
        </p:txBody>
      </p:sp>
      <p:sp>
        <p:nvSpPr>
          <p:cNvPr id="241" name="text-204 summary">
            <a:extLst xmlns:a="http://schemas.openxmlformats.org/drawingml/2006/main">
              <a:ext uri="{FF2B5EF4-FFF2-40B4-BE49-F238E27FC236}">
                <a16:creationId xmlns:a16="http://schemas.microsoft.com/office/drawing/2014/main" id="{E2393D63-EF4C-4BA7-8915-C1DFDE5C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74919" y="3745578"/>
            <a:ext cx="871426" cy="2868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summary</a:t>
            </a:r>
          </a:p>
        </p:txBody>
      </p:sp>
      <p:sp>
        <p:nvSpPr>
          <p:cNvPr id="242" name="text-204 match">
            <a:extLst xmlns:a="http://schemas.openxmlformats.org/drawingml/2006/main">
              <a:ext uri="{FF2B5EF4-FFF2-40B4-BE49-F238E27FC236}">
                <a16:creationId xmlns:a16="http://schemas.microsoft.com/office/drawing/2014/main" id="{EB6E5521-4A8E-418E-B729-BC0AD50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0961" y="3745739"/>
            <a:ext cx="620583" cy="286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match</a:t>
            </a:r>
          </a:p>
        </p:txBody>
      </p:sp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680C670C-4762-4A8E-9F8E-1F5200C32F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9d176f32f45d1"/>
          <a:stretch xmlns:a="http://schemas.openxmlformats.org/drawingml/2006/main"/>
        </p:blipFill>
        <p:spPr>
          <a:xfrm xmlns:a="http://schemas.openxmlformats.org/drawingml/2006/main">
            <a:off x="13944600" y="4139648"/>
            <a:ext cx="308113" cy="308113"/>
          </a:xfrm>
          <a:prstGeom xmlns:a="http://schemas.openxmlformats.org/drawingml/2006/main" prst="rect">
            <a:avLst/>
          </a:prstGeom>
        </p:spPr>
      </p:pic>
      <p:sp>
        <p:nvSpPr>
          <p:cNvPr id="244" name="text-206 No">
            <a:extLst xmlns:a="http://schemas.openxmlformats.org/drawingml/2006/main">
              <a:ext uri="{FF2B5EF4-FFF2-40B4-BE49-F238E27FC236}">
                <a16:creationId xmlns:a16="http://schemas.microsoft.com/office/drawing/2014/main" id="{698B6501-49E7-48E5-BD92-22C76216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7131" y="4151179"/>
            <a:ext cx="307772" cy="286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245" name="text-207 hallucination">
            <a:extLst xmlns:a="http://schemas.openxmlformats.org/drawingml/2006/main">
              <a:ext uri="{FF2B5EF4-FFF2-40B4-BE49-F238E27FC236}">
                <a16:creationId xmlns:a16="http://schemas.microsoft.com/office/drawing/2014/main" id="{ED952BC5-7C08-4FA9-8A9E-553F0238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88332" y="4150835"/>
            <a:ext cx="1224080" cy="2872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hallucination</a:t>
            </a:r>
          </a:p>
        </p:txBody>
      </p:sp>
      <p:sp>
        <p:nvSpPr>
          <p:cNvPr id="246" name="text-207 pass">
            <a:extLst xmlns:a="http://schemas.openxmlformats.org/drawingml/2006/main">
              <a:ext uri="{FF2B5EF4-FFF2-40B4-BE49-F238E27FC236}">
                <a16:creationId xmlns:a16="http://schemas.microsoft.com/office/drawing/2014/main" id="{BA81E3FE-4D55-42B7-9A35-8DD84D33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36260" y="4151369"/>
            <a:ext cx="450142" cy="286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1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pass</a:t>
            </a:r>
          </a:p>
        </p:txBody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0A5F36D8-E5A7-46BD-B24F-D8AFD1EDE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44d11c901431c"/>
          <a:stretch xmlns:a="http://schemas.openxmlformats.org/drawingml/2006/main"/>
        </p:blipFill>
        <p:spPr>
          <a:xfrm xmlns:a="http://schemas.openxmlformats.org/drawingml/2006/main">
            <a:off x="13954539" y="5441674"/>
            <a:ext cx="308113" cy="308113"/>
          </a:xfrm>
          <a:prstGeom xmlns:a="http://schemas.openxmlformats.org/drawingml/2006/main" prst="rect">
            <a:avLst/>
          </a:prstGeom>
        </p:spPr>
      </p:pic>
      <p:sp>
        <p:nvSpPr>
          <p:cNvPr id="248" name="text-209 Frame">
            <a:extLst xmlns:a="http://schemas.openxmlformats.org/drawingml/2006/main">
              <a:ext uri="{FF2B5EF4-FFF2-40B4-BE49-F238E27FC236}">
                <a16:creationId xmlns:a16="http://schemas.microsoft.com/office/drawing/2014/main" id="{772FBD3B-3368-48C0-9F6F-B566806C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52933" y="5487027"/>
            <a:ext cx="637107" cy="287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Frame</a:t>
            </a:r>
          </a:p>
        </p:txBody>
      </p:sp>
      <p:sp>
        <p:nvSpPr>
          <p:cNvPr id="249" name="text-210 t=14.4">
            <a:extLst xmlns:a="http://schemas.openxmlformats.org/drawingml/2006/main">
              <a:ext uri="{FF2B5EF4-FFF2-40B4-BE49-F238E27FC236}">
                <a16:creationId xmlns:a16="http://schemas.microsoft.com/office/drawing/2014/main" id="{0D4FBE83-963A-4A13-ACD4-C520782B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3734" y="5487678"/>
            <a:ext cx="630519" cy="2864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1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rPr>
              <a:t>t=14.4</a:t>
            </a:r>
          </a:p>
        </p:txBody>
      </p:sp>
      <p:sp>
        <p:nvSpPr>
          <p:cNvPr id="250" name="text-211 grounded">
            <a:extLst xmlns:a="http://schemas.openxmlformats.org/drawingml/2006/main">
              <a:ext uri="{FF2B5EF4-FFF2-40B4-BE49-F238E27FC236}">
                <a16:creationId xmlns:a16="http://schemas.microsoft.com/office/drawing/2014/main" id="{F81A7875-A8DE-4746-B745-261C93A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68134" y="5487377"/>
            <a:ext cx="918717" cy="286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grounded</a:t>
            </a:r>
          </a:p>
        </p:txBody>
      </p:sp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80182195-4982-48AF-AC1F-6D34588897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7dcde00094582"/>
          <a:stretch xmlns:a="http://schemas.openxmlformats.org/drawingml/2006/main"/>
        </p:blipFill>
        <p:spPr>
          <a:xfrm xmlns:a="http://schemas.openxmlformats.org/drawingml/2006/main">
            <a:off x="13954539" y="5769665"/>
            <a:ext cx="308113" cy="308113"/>
          </a:xfrm>
          <a:prstGeom xmlns:a="http://schemas.openxmlformats.org/drawingml/2006/main" prst="rect">
            <a:avLst/>
          </a:prstGeom>
        </p:spPr>
      </p:pic>
      <p:sp>
        <p:nvSpPr>
          <p:cNvPr id="252" name="text-213 BBox">
            <a:extLst xmlns:a="http://schemas.openxmlformats.org/drawingml/2006/main">
              <a:ext uri="{FF2B5EF4-FFF2-40B4-BE49-F238E27FC236}">
                <a16:creationId xmlns:a16="http://schemas.microsoft.com/office/drawing/2014/main" id="{51514416-556A-4A36-9198-DE337114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780" y="5828233"/>
            <a:ext cx="524282" cy="2870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rPr>
              <a:t>BBox</a:t>
            </a:r>
          </a:p>
        </p:txBody>
      </p:sp>
      <p:sp>
        <p:nvSpPr>
          <p:cNvPr id="253" name="text-215 [x0,y0,x1,y1]">
            <a:extLst xmlns:a="http://schemas.openxmlformats.org/drawingml/2006/main">
              <a:ext uri="{FF2B5EF4-FFF2-40B4-BE49-F238E27FC236}">
                <a16:creationId xmlns:a16="http://schemas.microsoft.com/office/drawing/2014/main" id="{0BAF9646-76AE-4F7B-A9F0-50F486E7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60580" y="5828407"/>
            <a:ext cx="1251031" cy="286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C00000"/>
                </a:solidFill>
                <a:latin typeface="Comic Sans MS"/>
                <a:ea typeface="Comic Sans MS"/>
                <a:cs typeface="Comic Sans MS"/>
              </a:rPr>
              <a:t>[x0,y0,x1,y1]</a:t>
            </a:r>
          </a:p>
        </p:txBody>
      </p:sp>
      <p:sp>
        <p:nvSpPr>
          <p:cNvPr id="254" name="text-216 grounded">
            <a:extLst xmlns:a="http://schemas.openxmlformats.org/drawingml/2006/main">
              <a:ext uri="{FF2B5EF4-FFF2-40B4-BE49-F238E27FC236}">
                <a16:creationId xmlns:a16="http://schemas.microsoft.com/office/drawing/2014/main" id="{7A3F2CC5-333A-4EAC-A8EA-66E6D14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35781" y="5828369"/>
            <a:ext cx="918717" cy="286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grounded</a:t>
            </a:r>
          </a:p>
        </p:txBody>
      </p:sp>
      <p:pic>
        <p:nvPic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741FF459-B723-4CF5-BAAA-B3C697AAE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794b3f5f14097"/>
          <a:stretch xmlns:a="http://schemas.openxmlformats.org/drawingml/2006/main"/>
        </p:blipFill>
        <p:spPr>
          <a:xfrm xmlns:a="http://schemas.openxmlformats.org/drawingml/2006/main">
            <a:off x="13954539" y="6107596"/>
            <a:ext cx="308113" cy="318052"/>
          </a:xfrm>
          <a:prstGeom xmlns:a="http://schemas.openxmlformats.org/drawingml/2006/main" prst="rect">
            <a:avLst/>
          </a:prstGeom>
        </p:spPr>
      </p:pic>
      <p:sp>
        <p:nvSpPr>
          <p:cNvPr id="256" name="text-218 No">
            <a:extLst xmlns:a="http://schemas.openxmlformats.org/drawingml/2006/main">
              <a:ext uri="{FF2B5EF4-FFF2-40B4-BE49-F238E27FC236}">
                <a16:creationId xmlns:a16="http://schemas.microsoft.com/office/drawing/2014/main" id="{BA80135E-83BD-4A9A-A862-6A8800BC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7361" y="6111118"/>
            <a:ext cx="307770" cy="2867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</a:t>
            </a:r>
          </a:p>
        </p:txBody>
      </p:sp>
      <p:sp>
        <p:nvSpPr>
          <p:cNvPr id="257" name="text-219 Visual">
            <a:extLst xmlns:a="http://schemas.openxmlformats.org/drawingml/2006/main">
              <a:ext uri="{FF2B5EF4-FFF2-40B4-BE49-F238E27FC236}">
                <a16:creationId xmlns:a16="http://schemas.microsoft.com/office/drawing/2014/main" id="{AC91924A-20EF-4DB5-B7EC-25AA6C7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8562" y="6110804"/>
            <a:ext cx="595398" cy="287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5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258" name="text-219 bypass">
            <a:extLst xmlns:a="http://schemas.openxmlformats.org/drawingml/2006/main">
              <a:ext uri="{FF2B5EF4-FFF2-40B4-BE49-F238E27FC236}">
                <a16:creationId xmlns:a16="http://schemas.microsoft.com/office/drawing/2014/main" id="{8FF8E13B-8488-4FE5-A81E-3E71FB3F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67632" y="6111059"/>
            <a:ext cx="678886" cy="286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bypass</a:t>
            </a:r>
          </a:p>
        </p:txBody>
      </p:sp>
      <p:pic>
        <p:nvPic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01ADD190-91FF-4659-AC99-536605940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6c7154e9c452e"/>
          <a:stretch xmlns:a="http://schemas.openxmlformats.org/drawingml/2006/main"/>
        </p:blipFill>
        <p:spPr>
          <a:xfrm xmlns:a="http://schemas.openxmlformats.org/drawingml/2006/main">
            <a:off x="13954539" y="5123622"/>
            <a:ext cx="308113" cy="308113"/>
          </a:xfrm>
          <a:prstGeom xmlns:a="http://schemas.openxmlformats.org/drawingml/2006/main" prst="rect">
            <a:avLst/>
          </a:prstGeom>
        </p:spPr>
      </p:pic>
      <p:sp>
        <p:nvSpPr>
          <p:cNvPr id="260" name="text-221 Image">
            <a:extLst xmlns:a="http://schemas.openxmlformats.org/drawingml/2006/main">
              <a:ext uri="{FF2B5EF4-FFF2-40B4-BE49-F238E27FC236}">
                <a16:creationId xmlns:a16="http://schemas.microsoft.com/office/drawing/2014/main" id="{114587A2-1EBA-4FA4-8FB4-47385524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014" y="5149510"/>
            <a:ext cx="633758" cy="286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Image</a:t>
            </a:r>
          </a:p>
        </p:txBody>
      </p:sp>
      <p:sp>
        <p:nvSpPr>
          <p:cNvPr id="261" name="text-221 or">
            <a:extLst xmlns:a="http://schemas.openxmlformats.org/drawingml/2006/main">
              <a:ext uri="{FF2B5EF4-FFF2-40B4-BE49-F238E27FC236}">
                <a16:creationId xmlns:a16="http://schemas.microsoft.com/office/drawing/2014/main" id="{A1CAB565-978D-4B5A-812A-3FC16A77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91504" y="5150217"/>
            <a:ext cx="242241" cy="285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or</a:t>
            </a:r>
          </a:p>
        </p:txBody>
      </p:sp>
      <p:sp>
        <p:nvSpPr>
          <p:cNvPr id="262" name="text-221 Video">
            <a:extLst xmlns:a="http://schemas.openxmlformats.org/drawingml/2006/main">
              <a:ext uri="{FF2B5EF4-FFF2-40B4-BE49-F238E27FC236}">
                <a16:creationId xmlns:a16="http://schemas.microsoft.com/office/drawing/2014/main" id="{93F8A1ED-615C-4265-9AAD-72EDFAC0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58707" y="5149869"/>
            <a:ext cx="566729" cy="286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Video</a:t>
            </a:r>
          </a:p>
        </p:txBody>
      </p:sp>
      <p:sp>
        <p:nvSpPr>
          <p:cNvPr id="263" name="text-221 used">
            <a:extLst xmlns:a="http://schemas.openxmlformats.org/drawingml/2006/main">
              <a:ext uri="{FF2B5EF4-FFF2-40B4-BE49-F238E27FC236}">
                <a16:creationId xmlns:a16="http://schemas.microsoft.com/office/drawing/2014/main" id="{0B755AAD-E394-4C85-BD77-217E2759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48817" y="5149554"/>
            <a:ext cx="475573" cy="286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used</a:t>
            </a:r>
          </a:p>
        </p:txBody>
      </p:sp>
      <p:sp>
        <p:nvSpPr>
          <p:cNvPr id="264" name="path-222">
            <a:extLst xmlns:a="http://schemas.openxmlformats.org/drawingml/2006/main">
              <a:ext uri="{FF2B5EF4-FFF2-40B4-BE49-F238E27FC236}">
                <a16:creationId xmlns:a16="http://schemas.microsoft.com/office/drawing/2014/main" id="{9BF6CE82-4BAB-4954-BC37-734318CE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686" y="3107563"/>
            <a:ext cx="1117931" cy="1206198"/>
          </a:xfrm>
          <a:custGeom xmlns:a="http://schemas.openxmlformats.org/drawingml/2006/main">
            <a:pathLst>
              <a:path w="1071351" h="1155940">
                <a:moveTo>
                  <a:pt x="0" y="140604"/>
                </a:moveTo>
                <a:cubicBezTo>
                  <a:pt x="0" y="62951"/>
                  <a:pt x="62951" y="0"/>
                  <a:pt x="140604" y="0"/>
                </a:cubicBezTo>
                <a:lnTo>
                  <a:pt x="930747" y="0"/>
                </a:lnTo>
                <a:cubicBezTo>
                  <a:pt x="1008401" y="0"/>
                  <a:pt x="1071351" y="62951"/>
                  <a:pt x="1071351" y="140604"/>
                </a:cubicBezTo>
                <a:lnTo>
                  <a:pt x="1071351" y="1015336"/>
                </a:lnTo>
                <a:cubicBezTo>
                  <a:pt x="1071351" y="1092990"/>
                  <a:pt x="1008401" y="1155940"/>
                  <a:pt x="930747" y="1155940"/>
                </a:cubicBezTo>
                <a:lnTo>
                  <a:pt x="140604" y="1155940"/>
                </a:lnTo>
                <a:cubicBezTo>
                  <a:pt x="62951" y="1155940"/>
                  <a:pt x="0" y="1092990"/>
                  <a:pt x="0" y="1015336"/>
                </a:cubicBezTo>
                <a:lnTo>
                  <a:pt x="0" y="140604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265" name="text-223 Visual">
            <a:extLst xmlns:a="http://schemas.openxmlformats.org/drawingml/2006/main">
              <a:ext uri="{FF2B5EF4-FFF2-40B4-BE49-F238E27FC236}">
                <a16:creationId xmlns:a16="http://schemas.microsoft.com/office/drawing/2014/main" id="{37E7D33F-6DD8-48C3-87F4-22D7F1E9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93149" y="3145586"/>
            <a:ext cx="445896" cy="215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266" name="text-224 Anchor">
            <a:extLst xmlns:a="http://schemas.openxmlformats.org/drawingml/2006/main">
              <a:ext uri="{FF2B5EF4-FFF2-40B4-BE49-F238E27FC236}">
                <a16:creationId xmlns:a16="http://schemas.microsoft.com/office/drawing/2014/main" id="{34858EBB-183B-4904-AE16-4D94CDAD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917" y="3339931"/>
            <a:ext cx="539836" cy="21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</a:t>
            </a:r>
          </a:p>
        </p:txBody>
      </p:sp>
      <p:pic>
        <p:nvPic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082FFDF-1FB2-42D3-9BC4-6EBC2D02F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ebbddce834c0e"/>
          <a:stretch xmlns:a="http://schemas.openxmlformats.org/drawingml/2006/main"/>
        </p:blipFill>
        <p:spPr>
          <a:xfrm xmlns:a="http://schemas.openxmlformats.org/drawingml/2006/main">
            <a:off x="6977270" y="3553239"/>
            <a:ext cx="606287" cy="467139"/>
          </a:xfrm>
          <a:prstGeom xmlns:a="http://schemas.openxmlformats.org/drawingml/2006/main" prst="rect">
            <a:avLst/>
          </a:prstGeom>
        </p:spPr>
      </p:pic>
      <p:sp>
        <p:nvSpPr>
          <p:cNvPr id="268" name="text-226 t=14.4s+bbox">
            <a:extLst xmlns:a="http://schemas.openxmlformats.org/drawingml/2006/main">
              <a:ext uri="{FF2B5EF4-FFF2-40B4-BE49-F238E27FC236}">
                <a16:creationId xmlns:a16="http://schemas.microsoft.com/office/drawing/2014/main" id="{FF9FB729-C6C2-4D4E-B5F0-D065F79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6526" y="4079630"/>
            <a:ext cx="857680" cy="189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t=14.4s+bbox</a:t>
            </a:r>
          </a:p>
        </p:txBody>
      </p:sp>
      <p:sp>
        <p:nvSpPr>
          <p:cNvPr id="269" name="path-227">
            <a:extLst xmlns:a="http://schemas.openxmlformats.org/drawingml/2006/main">
              <a:ext uri="{FF2B5EF4-FFF2-40B4-BE49-F238E27FC236}">
                <a16:creationId xmlns:a16="http://schemas.microsoft.com/office/drawing/2014/main" id="{4D1AD308-1D33-4A15-97C9-386134E4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565" y="3701063"/>
            <a:ext cx="333831" cy="49238"/>
          </a:xfrm>
          <a:custGeom xmlns:a="http://schemas.openxmlformats.org/drawingml/2006/main">
            <a:pathLst>
              <a:path w="319921" h="47186">
                <a:moveTo>
                  <a:pt x="90" y="0"/>
                </a:moveTo>
                <a:lnTo>
                  <a:pt x="258633" y="1245"/>
                </a:lnTo>
                <a:lnTo>
                  <a:pt x="258545" y="19645"/>
                </a:lnTo>
                <a:lnTo>
                  <a:pt x="0" y="18399"/>
                </a:lnTo>
                <a:lnTo>
                  <a:pt x="90" y="0"/>
                </a:lnTo>
                <a:moveTo>
                  <a:pt x="246499" y="-26414"/>
                </a:moveTo>
                <a:lnTo>
                  <a:pt x="319921" y="10740"/>
                </a:lnTo>
                <a:lnTo>
                  <a:pt x="246144" y="47186"/>
                </a:lnTo>
                <a:lnTo>
                  <a:pt x="246499" y="-264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path-228">
            <a:extLst xmlns:a="http://schemas.openxmlformats.org/drawingml/2006/main">
              <a:ext uri="{FF2B5EF4-FFF2-40B4-BE49-F238E27FC236}">
                <a16:creationId xmlns:a16="http://schemas.microsoft.com/office/drawing/2014/main" id="{F3B49408-F784-403E-ADB9-FAD41D2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807" y="3691081"/>
            <a:ext cx="364371" cy="48002"/>
          </a:xfrm>
          <a:custGeom xmlns:a="http://schemas.openxmlformats.org/drawingml/2006/main">
            <a:pathLst>
              <a:path w="349189" h="46002">
                <a:moveTo>
                  <a:pt x="0" y="0"/>
                </a:moveTo>
                <a:lnTo>
                  <a:pt x="287856" y="1"/>
                </a:lnTo>
                <a:lnTo>
                  <a:pt x="287856" y="18401"/>
                </a:lnTo>
                <a:lnTo>
                  <a:pt x="0" y="18400"/>
                </a:lnTo>
                <a:lnTo>
                  <a:pt x="0" y="0"/>
                </a:lnTo>
                <a:moveTo>
                  <a:pt x="275589" y="-27599"/>
                </a:moveTo>
                <a:lnTo>
                  <a:pt x="349189" y="9201"/>
                </a:lnTo>
                <a:lnTo>
                  <a:pt x="275589" y="46002"/>
                </a:lnTo>
                <a:lnTo>
                  <a:pt x="275589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1B72D7F5-3568-44A0-A18D-94894B61C0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6073a142af4116"/>
          <a:stretch xmlns:a="http://schemas.openxmlformats.org/drawingml/2006/main"/>
        </p:blipFill>
        <p:spPr>
          <a:xfrm xmlns:a="http://schemas.openxmlformats.org/drawingml/2006/main">
            <a:off x="12632635" y="4825448"/>
            <a:ext cx="1043609" cy="1391478"/>
          </a:xfrm>
          <a:prstGeom xmlns:a="http://schemas.openxmlformats.org/drawingml/2006/main" prst="rect">
            <a:avLst/>
          </a:prstGeom>
        </p:spPr>
      </p:pic>
      <p:sp>
        <p:nvSpPr>
          <p:cNvPr id="272" name="path-230">
            <a:extLst xmlns:a="http://schemas.openxmlformats.org/drawingml/2006/main">
              <a:ext uri="{FF2B5EF4-FFF2-40B4-BE49-F238E27FC236}">
                <a16:creationId xmlns:a16="http://schemas.microsoft.com/office/drawing/2014/main" id="{BBF7B325-88EC-486D-BE98-0C55E2AA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4633" y="6827962"/>
            <a:ext cx="2479324" cy="1011674"/>
          </a:xfrm>
          <a:custGeom xmlns:a="http://schemas.openxmlformats.org/drawingml/2006/main">
            <a:pathLst>
              <a:path w="2376019" h="969520">
                <a:moveTo>
                  <a:pt x="0" y="148551"/>
                </a:moveTo>
                <a:cubicBezTo>
                  <a:pt x="0" y="66508"/>
                  <a:pt x="66509" y="0"/>
                  <a:pt x="148550" y="0"/>
                </a:cubicBezTo>
                <a:lnTo>
                  <a:pt x="2227469" y="0"/>
                </a:lnTo>
                <a:cubicBezTo>
                  <a:pt x="2309510" y="0"/>
                  <a:pt x="2376019" y="66508"/>
                  <a:pt x="2376019" y="148551"/>
                </a:cubicBezTo>
                <a:lnTo>
                  <a:pt x="2376019" y="820970"/>
                </a:lnTo>
                <a:cubicBezTo>
                  <a:pt x="2376019" y="903012"/>
                  <a:pt x="2309510" y="969520"/>
                  <a:pt x="2227469" y="969520"/>
                </a:cubicBezTo>
                <a:lnTo>
                  <a:pt x="148550" y="969520"/>
                </a:lnTo>
                <a:cubicBezTo>
                  <a:pt x="66509" y="969520"/>
                  <a:pt x="0" y="903012"/>
                  <a:pt x="0" y="820970"/>
                </a:cubicBezTo>
                <a:lnTo>
                  <a:pt x="0" y="148551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273" name="path-231">
            <a:extLst xmlns:a="http://schemas.openxmlformats.org/drawingml/2006/main">
              <a:ext uri="{FF2B5EF4-FFF2-40B4-BE49-F238E27FC236}">
                <a16:creationId xmlns:a16="http://schemas.microsoft.com/office/drawing/2014/main" id="{35427FE1-633C-4199-B947-C07D2D8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4588" y="6804447"/>
            <a:ext cx="3020421" cy="1014798"/>
          </a:xfrm>
          <a:custGeom xmlns:a="http://schemas.openxmlformats.org/drawingml/2006/main">
            <a:pathLst>
              <a:path w="2894570" h="972514">
                <a:moveTo>
                  <a:pt x="0" y="149008"/>
                </a:moveTo>
                <a:cubicBezTo>
                  <a:pt x="0" y="66713"/>
                  <a:pt x="66713" y="0"/>
                  <a:pt x="149008" y="0"/>
                </a:cubicBezTo>
                <a:lnTo>
                  <a:pt x="2745563" y="0"/>
                </a:lnTo>
                <a:cubicBezTo>
                  <a:pt x="2827855" y="0"/>
                  <a:pt x="2894570" y="66713"/>
                  <a:pt x="2894570" y="149008"/>
                </a:cubicBezTo>
                <a:lnTo>
                  <a:pt x="2894570" y="823506"/>
                </a:lnTo>
                <a:cubicBezTo>
                  <a:pt x="2894570" y="905801"/>
                  <a:pt x="2827855" y="972514"/>
                  <a:pt x="2745563" y="972514"/>
                </a:cubicBezTo>
                <a:lnTo>
                  <a:pt x="149008" y="972514"/>
                </a:lnTo>
                <a:cubicBezTo>
                  <a:pt x="66713" y="972514"/>
                  <a:pt x="0" y="905801"/>
                  <a:pt x="0" y="823506"/>
                </a:cubicBezTo>
                <a:lnTo>
                  <a:pt x="0" y="149008"/>
                </a:lnTo>
              </a:path>
            </a:pathLst>
          </a:custGeom>
          <a:noFill xmlns:a="http://schemas.openxmlformats.org/drawingml/2006/main"/>
          <a:ln xmlns:a="http://schemas.openxmlformats.org/drawingml/2006/main" w="19200">
            <a:solidFill>
              <a:srgbClr val="215F9A"/>
            </a:solidFill>
            <a:prstDash val="solid"/>
          </a:ln>
        </p:spPr>
      </p:sp>
      <p:sp>
        <p:nvSpPr>
          <p:cNvPr id="274" name="path-232">
            <a:extLst xmlns:a="http://schemas.openxmlformats.org/drawingml/2006/main">
              <a:ext uri="{FF2B5EF4-FFF2-40B4-BE49-F238E27FC236}">
                <a16:creationId xmlns:a16="http://schemas.microsoft.com/office/drawing/2014/main" id="{C7733DE7-A970-42AA-BD13-41918A7B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6725" y="7328356"/>
            <a:ext cx="115100" cy="136500"/>
          </a:xfrm>
          <a:custGeom xmlns:a="http://schemas.openxmlformats.org/drawingml/2006/main">
            <a:pathLst>
              <a:path w="110304" h="130813">
                <a:moveTo>
                  <a:pt x="29229" y="73983"/>
                </a:moveTo>
                <a:lnTo>
                  <a:pt x="29229" y="106567"/>
                </a:lnTo>
                <a:cubicBezTo>
                  <a:pt x="29229" y="111167"/>
                  <a:pt x="29405" y="114505"/>
                  <a:pt x="29756" y="116581"/>
                </a:cubicBezTo>
                <a:cubicBezTo>
                  <a:pt x="30108" y="118658"/>
                  <a:pt x="30635" y="120223"/>
                  <a:pt x="31338" y="121277"/>
                </a:cubicBezTo>
                <a:cubicBezTo>
                  <a:pt x="32040" y="122331"/>
                  <a:pt x="32999" y="123194"/>
                  <a:pt x="34213" y="123865"/>
                </a:cubicBezTo>
                <a:cubicBezTo>
                  <a:pt x="35426" y="124535"/>
                  <a:pt x="37503" y="125286"/>
                  <a:pt x="40442" y="126117"/>
                </a:cubicBezTo>
                <a:lnTo>
                  <a:pt x="40442" y="130813"/>
                </a:lnTo>
                <a:lnTo>
                  <a:pt x="0" y="130813"/>
                </a:lnTo>
                <a:lnTo>
                  <a:pt x="0" y="126117"/>
                </a:lnTo>
                <a:cubicBezTo>
                  <a:pt x="3961" y="125095"/>
                  <a:pt x="6613" y="123960"/>
                  <a:pt x="7954" y="122715"/>
                </a:cubicBezTo>
                <a:cubicBezTo>
                  <a:pt x="9296" y="121469"/>
                  <a:pt x="10174" y="119696"/>
                  <a:pt x="10590" y="117396"/>
                </a:cubicBezTo>
                <a:cubicBezTo>
                  <a:pt x="11005" y="115096"/>
                  <a:pt x="11213" y="111582"/>
                  <a:pt x="11213" y="106854"/>
                </a:cubicBezTo>
                <a:lnTo>
                  <a:pt x="11213" y="23958"/>
                </a:lnTo>
                <a:cubicBezTo>
                  <a:pt x="11213" y="19550"/>
                  <a:pt x="11053" y="16340"/>
                  <a:pt x="10733" y="14327"/>
                </a:cubicBezTo>
                <a:cubicBezTo>
                  <a:pt x="10414" y="12315"/>
                  <a:pt x="9887" y="10749"/>
                  <a:pt x="9152" y="9631"/>
                </a:cubicBezTo>
                <a:cubicBezTo>
                  <a:pt x="8417" y="8513"/>
                  <a:pt x="7443" y="7619"/>
                  <a:pt x="6229" y="6948"/>
                </a:cubicBezTo>
                <a:cubicBezTo>
                  <a:pt x="5015" y="6277"/>
                  <a:pt x="2939" y="5526"/>
                  <a:pt x="0" y="4696"/>
                </a:cubicBezTo>
                <a:lnTo>
                  <a:pt x="0" y="0"/>
                </a:lnTo>
                <a:lnTo>
                  <a:pt x="47438" y="0"/>
                </a:lnTo>
                <a:cubicBezTo>
                  <a:pt x="62388" y="0"/>
                  <a:pt x="73568" y="2715"/>
                  <a:pt x="80979" y="8146"/>
                </a:cubicBezTo>
                <a:cubicBezTo>
                  <a:pt x="88390" y="13576"/>
                  <a:pt x="92096" y="22010"/>
                  <a:pt x="92096" y="33446"/>
                </a:cubicBezTo>
                <a:cubicBezTo>
                  <a:pt x="92096" y="42199"/>
                  <a:pt x="89684" y="49642"/>
                  <a:pt x="84860" y="55775"/>
                </a:cubicBezTo>
                <a:cubicBezTo>
                  <a:pt x="80037" y="61908"/>
                  <a:pt x="72801" y="66700"/>
                  <a:pt x="63154" y="70150"/>
                </a:cubicBezTo>
                <a:lnTo>
                  <a:pt x="63154" y="70917"/>
                </a:lnTo>
                <a:cubicBezTo>
                  <a:pt x="67051" y="72514"/>
                  <a:pt x="70390" y="74798"/>
                  <a:pt x="73169" y="77769"/>
                </a:cubicBezTo>
                <a:cubicBezTo>
                  <a:pt x="75948" y="80740"/>
                  <a:pt x="79031" y="85356"/>
                  <a:pt x="82417" y="91617"/>
                </a:cubicBezTo>
                <a:lnTo>
                  <a:pt x="91042" y="107333"/>
                </a:lnTo>
                <a:cubicBezTo>
                  <a:pt x="93533" y="111933"/>
                  <a:pt x="95674" y="115447"/>
                  <a:pt x="97463" y="117875"/>
                </a:cubicBezTo>
                <a:cubicBezTo>
                  <a:pt x="99251" y="120303"/>
                  <a:pt x="101072" y="122156"/>
                  <a:pt x="102925" y="123433"/>
                </a:cubicBezTo>
                <a:cubicBezTo>
                  <a:pt x="104778" y="124711"/>
                  <a:pt x="107238" y="125606"/>
                  <a:pt x="110304" y="126117"/>
                </a:cubicBezTo>
                <a:lnTo>
                  <a:pt x="110304" y="130813"/>
                </a:lnTo>
                <a:lnTo>
                  <a:pt x="83758" y="130813"/>
                </a:lnTo>
                <a:cubicBezTo>
                  <a:pt x="81331" y="127426"/>
                  <a:pt x="79031" y="123785"/>
                  <a:pt x="76858" y="119888"/>
                </a:cubicBezTo>
                <a:cubicBezTo>
                  <a:pt x="74686" y="115990"/>
                  <a:pt x="72546" y="112029"/>
                  <a:pt x="70438" y="108004"/>
                </a:cubicBezTo>
                <a:lnTo>
                  <a:pt x="62004" y="92000"/>
                </a:lnTo>
                <a:cubicBezTo>
                  <a:pt x="59449" y="87144"/>
                  <a:pt x="57356" y="83567"/>
                  <a:pt x="55727" y="81267"/>
                </a:cubicBezTo>
                <a:cubicBezTo>
                  <a:pt x="54098" y="78967"/>
                  <a:pt x="52597" y="77354"/>
                  <a:pt x="51223" y="76427"/>
                </a:cubicBezTo>
                <a:cubicBezTo>
                  <a:pt x="49849" y="75501"/>
                  <a:pt x="48380" y="74862"/>
                  <a:pt x="46815" y="74510"/>
                </a:cubicBezTo>
                <a:cubicBezTo>
                  <a:pt x="45249" y="74159"/>
                  <a:pt x="42901" y="73983"/>
                  <a:pt x="39771" y="73983"/>
                </a:cubicBezTo>
                <a:lnTo>
                  <a:pt x="29229" y="73983"/>
                </a:lnTo>
                <a:moveTo>
                  <a:pt x="29229" y="8817"/>
                </a:moveTo>
                <a:lnTo>
                  <a:pt x="29229" y="65742"/>
                </a:lnTo>
                <a:lnTo>
                  <a:pt x="40058" y="65742"/>
                </a:lnTo>
                <a:cubicBezTo>
                  <a:pt x="45617" y="65742"/>
                  <a:pt x="50121" y="65342"/>
                  <a:pt x="53571" y="64544"/>
                </a:cubicBezTo>
                <a:cubicBezTo>
                  <a:pt x="57021" y="63745"/>
                  <a:pt x="60215" y="62228"/>
                  <a:pt x="63154" y="59992"/>
                </a:cubicBezTo>
                <a:cubicBezTo>
                  <a:pt x="66093" y="57756"/>
                  <a:pt x="68441" y="54641"/>
                  <a:pt x="70198" y="50648"/>
                </a:cubicBezTo>
                <a:cubicBezTo>
                  <a:pt x="71955" y="46655"/>
                  <a:pt x="72833" y="41751"/>
                  <a:pt x="72833" y="35938"/>
                </a:cubicBezTo>
                <a:cubicBezTo>
                  <a:pt x="72833" y="29868"/>
                  <a:pt x="71795" y="24821"/>
                  <a:pt x="69719" y="20796"/>
                </a:cubicBezTo>
                <a:cubicBezTo>
                  <a:pt x="67642" y="16771"/>
                  <a:pt x="64496" y="13704"/>
                  <a:pt x="60279" y="11596"/>
                </a:cubicBezTo>
                <a:cubicBezTo>
                  <a:pt x="56063" y="9487"/>
                  <a:pt x="50376" y="8433"/>
                  <a:pt x="43221" y="8433"/>
                </a:cubicBezTo>
                <a:cubicBezTo>
                  <a:pt x="37471" y="8433"/>
                  <a:pt x="32807" y="8561"/>
                  <a:pt x="29229" y="88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path-233">
            <a:extLst xmlns:a="http://schemas.openxmlformats.org/drawingml/2006/main">
              <a:ext uri="{FF2B5EF4-FFF2-40B4-BE49-F238E27FC236}">
                <a16:creationId xmlns:a16="http://schemas.microsoft.com/office/drawing/2014/main" id="{4044C480-A0D2-4B4A-BDB6-0B4358EF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575" y="7410589"/>
            <a:ext cx="90675" cy="97275"/>
          </a:xfrm>
          <a:custGeom xmlns:a="http://schemas.openxmlformats.org/drawingml/2006/main">
            <a:pathLst>
              <a:path w="86897" h="93222">
                <a:moveTo>
                  <a:pt x="791" y="88838"/>
                </a:moveTo>
                <a:cubicBezTo>
                  <a:pt x="2276" y="88598"/>
                  <a:pt x="3498" y="88299"/>
                  <a:pt x="4456" y="87939"/>
                </a:cubicBezTo>
                <a:cubicBezTo>
                  <a:pt x="5415" y="87580"/>
                  <a:pt x="6265" y="86885"/>
                  <a:pt x="7008" y="85855"/>
                </a:cubicBezTo>
                <a:cubicBezTo>
                  <a:pt x="7751" y="84825"/>
                  <a:pt x="8421" y="83279"/>
                  <a:pt x="9020" y="81219"/>
                </a:cubicBezTo>
                <a:cubicBezTo>
                  <a:pt x="9619" y="79158"/>
                  <a:pt x="10326" y="76283"/>
                  <a:pt x="11141" y="72594"/>
                </a:cubicBezTo>
                <a:lnTo>
                  <a:pt x="22928" y="20197"/>
                </a:lnTo>
                <a:cubicBezTo>
                  <a:pt x="23407" y="18089"/>
                  <a:pt x="23767" y="16220"/>
                  <a:pt x="24006" y="14591"/>
                </a:cubicBezTo>
                <a:cubicBezTo>
                  <a:pt x="24246" y="12961"/>
                  <a:pt x="24366" y="11572"/>
                  <a:pt x="24366" y="10422"/>
                </a:cubicBezTo>
                <a:cubicBezTo>
                  <a:pt x="24366" y="8314"/>
                  <a:pt x="23815" y="6816"/>
                  <a:pt x="22713" y="5930"/>
                </a:cubicBezTo>
                <a:cubicBezTo>
                  <a:pt x="21610" y="5043"/>
                  <a:pt x="19598" y="4576"/>
                  <a:pt x="16675" y="4528"/>
                </a:cubicBezTo>
                <a:lnTo>
                  <a:pt x="17753" y="0"/>
                </a:lnTo>
                <a:lnTo>
                  <a:pt x="86897" y="0"/>
                </a:lnTo>
                <a:lnTo>
                  <a:pt x="81866" y="22425"/>
                </a:lnTo>
                <a:lnTo>
                  <a:pt x="74175" y="22425"/>
                </a:lnTo>
                <a:cubicBezTo>
                  <a:pt x="73935" y="19646"/>
                  <a:pt x="73696" y="17310"/>
                  <a:pt x="73456" y="15417"/>
                </a:cubicBezTo>
                <a:cubicBezTo>
                  <a:pt x="73217" y="13524"/>
                  <a:pt x="72773" y="12003"/>
                  <a:pt x="72127" y="10853"/>
                </a:cubicBezTo>
                <a:cubicBezTo>
                  <a:pt x="71480" y="9703"/>
                  <a:pt x="70581" y="8877"/>
                  <a:pt x="69431" y="8373"/>
                </a:cubicBezTo>
                <a:cubicBezTo>
                  <a:pt x="68281" y="7870"/>
                  <a:pt x="66724" y="7619"/>
                  <a:pt x="64759" y="7619"/>
                </a:cubicBezTo>
                <a:lnTo>
                  <a:pt x="39819" y="7619"/>
                </a:lnTo>
                <a:lnTo>
                  <a:pt x="32272" y="40969"/>
                </a:lnTo>
                <a:lnTo>
                  <a:pt x="46431" y="40969"/>
                </a:lnTo>
                <a:cubicBezTo>
                  <a:pt x="48252" y="40969"/>
                  <a:pt x="49773" y="40825"/>
                  <a:pt x="50995" y="40538"/>
                </a:cubicBezTo>
                <a:cubicBezTo>
                  <a:pt x="52217" y="40250"/>
                  <a:pt x="53307" y="39747"/>
                  <a:pt x="54266" y="39028"/>
                </a:cubicBezTo>
                <a:cubicBezTo>
                  <a:pt x="55224" y="38309"/>
                  <a:pt x="56098" y="37339"/>
                  <a:pt x="56889" y="36117"/>
                </a:cubicBezTo>
                <a:cubicBezTo>
                  <a:pt x="57680" y="34895"/>
                  <a:pt x="58554" y="33326"/>
                  <a:pt x="59513" y="31409"/>
                </a:cubicBezTo>
                <a:lnTo>
                  <a:pt x="66700" y="31409"/>
                </a:lnTo>
                <a:lnTo>
                  <a:pt x="60303" y="58938"/>
                </a:lnTo>
                <a:lnTo>
                  <a:pt x="53403" y="58938"/>
                </a:lnTo>
                <a:cubicBezTo>
                  <a:pt x="53355" y="56446"/>
                  <a:pt x="53247" y="54493"/>
                  <a:pt x="53080" y="53080"/>
                </a:cubicBezTo>
                <a:cubicBezTo>
                  <a:pt x="52912" y="51666"/>
                  <a:pt x="52553" y="50624"/>
                  <a:pt x="52002" y="49953"/>
                </a:cubicBezTo>
                <a:cubicBezTo>
                  <a:pt x="51451" y="49282"/>
                  <a:pt x="50696" y="48887"/>
                  <a:pt x="49738" y="48767"/>
                </a:cubicBezTo>
                <a:cubicBezTo>
                  <a:pt x="48779" y="48647"/>
                  <a:pt x="47509" y="48588"/>
                  <a:pt x="45928" y="48588"/>
                </a:cubicBezTo>
                <a:lnTo>
                  <a:pt x="30691" y="48588"/>
                </a:lnTo>
                <a:lnTo>
                  <a:pt x="22209" y="85819"/>
                </a:lnTo>
                <a:lnTo>
                  <a:pt x="44275" y="85819"/>
                </a:lnTo>
                <a:cubicBezTo>
                  <a:pt x="47006" y="85819"/>
                  <a:pt x="49222" y="85603"/>
                  <a:pt x="50923" y="85172"/>
                </a:cubicBezTo>
                <a:cubicBezTo>
                  <a:pt x="52625" y="84741"/>
                  <a:pt x="54182" y="83902"/>
                  <a:pt x="55595" y="82656"/>
                </a:cubicBezTo>
                <a:cubicBezTo>
                  <a:pt x="57009" y="81410"/>
                  <a:pt x="58410" y="79638"/>
                  <a:pt x="59800" y="77338"/>
                </a:cubicBezTo>
                <a:cubicBezTo>
                  <a:pt x="61190" y="75038"/>
                  <a:pt x="62939" y="72019"/>
                  <a:pt x="65047" y="68281"/>
                </a:cubicBezTo>
                <a:lnTo>
                  <a:pt x="72881" y="68281"/>
                </a:lnTo>
                <a:lnTo>
                  <a:pt x="66413" y="93222"/>
                </a:lnTo>
                <a:lnTo>
                  <a:pt x="0" y="93222"/>
                </a:lnTo>
                <a:lnTo>
                  <a:pt x="791" y="888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path-234">
            <a:extLst xmlns:a="http://schemas.openxmlformats.org/drawingml/2006/main">
              <a:ext uri="{FF2B5EF4-FFF2-40B4-BE49-F238E27FC236}">
                <a16:creationId xmlns:a16="http://schemas.microsoft.com/office/drawing/2014/main" id="{B6434C3E-87CE-4D04-8C46-071CA4EC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225" y="7410589"/>
            <a:ext cx="91875" cy="98700"/>
          </a:xfrm>
          <a:custGeom xmlns:a="http://schemas.openxmlformats.org/drawingml/2006/main">
            <a:pathLst>
              <a:path w="88047" h="94588">
                <a:moveTo>
                  <a:pt x="32416" y="0"/>
                </a:moveTo>
                <a:lnTo>
                  <a:pt x="31338" y="4528"/>
                </a:lnTo>
                <a:cubicBezTo>
                  <a:pt x="29756" y="4672"/>
                  <a:pt x="28439" y="4983"/>
                  <a:pt x="27384" y="5463"/>
                </a:cubicBezTo>
                <a:cubicBezTo>
                  <a:pt x="26330" y="5942"/>
                  <a:pt x="25504" y="6624"/>
                  <a:pt x="24905" y="7511"/>
                </a:cubicBezTo>
                <a:cubicBezTo>
                  <a:pt x="24306" y="8397"/>
                  <a:pt x="23886" y="9523"/>
                  <a:pt x="23647" y="10889"/>
                </a:cubicBezTo>
                <a:cubicBezTo>
                  <a:pt x="23407" y="12255"/>
                  <a:pt x="23288" y="13920"/>
                  <a:pt x="23288" y="15884"/>
                </a:cubicBezTo>
                <a:cubicBezTo>
                  <a:pt x="23288" y="16459"/>
                  <a:pt x="23311" y="17262"/>
                  <a:pt x="23359" y="18292"/>
                </a:cubicBezTo>
                <a:cubicBezTo>
                  <a:pt x="23407" y="19322"/>
                  <a:pt x="23479" y="20700"/>
                  <a:pt x="23575" y="22425"/>
                </a:cubicBezTo>
                <a:cubicBezTo>
                  <a:pt x="23863" y="27217"/>
                  <a:pt x="24162" y="32104"/>
                  <a:pt x="24473" y="37088"/>
                </a:cubicBezTo>
                <a:cubicBezTo>
                  <a:pt x="24785" y="42071"/>
                  <a:pt x="25084" y="46910"/>
                  <a:pt x="25372" y="51606"/>
                </a:cubicBezTo>
                <a:cubicBezTo>
                  <a:pt x="25659" y="56302"/>
                  <a:pt x="25911" y="60770"/>
                  <a:pt x="26127" y="65011"/>
                </a:cubicBezTo>
                <a:cubicBezTo>
                  <a:pt x="26342" y="69252"/>
                  <a:pt x="26450" y="73001"/>
                  <a:pt x="26450" y="76259"/>
                </a:cubicBezTo>
                <a:lnTo>
                  <a:pt x="27169" y="76259"/>
                </a:lnTo>
                <a:lnTo>
                  <a:pt x="56206" y="27672"/>
                </a:lnTo>
                <a:cubicBezTo>
                  <a:pt x="57644" y="25324"/>
                  <a:pt x="58818" y="23288"/>
                  <a:pt x="59728" y="21563"/>
                </a:cubicBezTo>
                <a:cubicBezTo>
                  <a:pt x="60639" y="19838"/>
                  <a:pt x="61357" y="18328"/>
                  <a:pt x="61884" y="17034"/>
                </a:cubicBezTo>
                <a:cubicBezTo>
                  <a:pt x="62412" y="15741"/>
                  <a:pt x="62783" y="14579"/>
                  <a:pt x="62998" y="13548"/>
                </a:cubicBezTo>
                <a:cubicBezTo>
                  <a:pt x="63214" y="12518"/>
                  <a:pt x="63322" y="11476"/>
                  <a:pt x="63322" y="10422"/>
                </a:cubicBezTo>
                <a:cubicBezTo>
                  <a:pt x="63322" y="6828"/>
                  <a:pt x="60782" y="4864"/>
                  <a:pt x="55703" y="4528"/>
                </a:cubicBezTo>
                <a:lnTo>
                  <a:pt x="56638" y="0"/>
                </a:lnTo>
                <a:lnTo>
                  <a:pt x="88047" y="0"/>
                </a:lnTo>
                <a:lnTo>
                  <a:pt x="87184" y="4528"/>
                </a:lnTo>
                <a:cubicBezTo>
                  <a:pt x="86130" y="4672"/>
                  <a:pt x="85160" y="4864"/>
                  <a:pt x="84273" y="5103"/>
                </a:cubicBezTo>
                <a:cubicBezTo>
                  <a:pt x="83387" y="5343"/>
                  <a:pt x="82417" y="5954"/>
                  <a:pt x="81363" y="6936"/>
                </a:cubicBezTo>
                <a:cubicBezTo>
                  <a:pt x="80308" y="7918"/>
                  <a:pt x="79075" y="9380"/>
                  <a:pt x="77661" y="11320"/>
                </a:cubicBezTo>
                <a:cubicBezTo>
                  <a:pt x="76247" y="13261"/>
                  <a:pt x="74463" y="15956"/>
                  <a:pt x="72306" y="19406"/>
                </a:cubicBezTo>
                <a:lnTo>
                  <a:pt x="26019" y="94588"/>
                </a:lnTo>
                <a:lnTo>
                  <a:pt x="15525" y="94588"/>
                </a:lnTo>
                <a:cubicBezTo>
                  <a:pt x="14471" y="81842"/>
                  <a:pt x="13429" y="69180"/>
                  <a:pt x="12398" y="56602"/>
                </a:cubicBezTo>
                <a:cubicBezTo>
                  <a:pt x="11368" y="44023"/>
                  <a:pt x="10350" y="31290"/>
                  <a:pt x="9344" y="18400"/>
                </a:cubicBezTo>
                <a:cubicBezTo>
                  <a:pt x="9152" y="16148"/>
                  <a:pt x="8877" y="14207"/>
                  <a:pt x="8517" y="12578"/>
                </a:cubicBezTo>
                <a:cubicBezTo>
                  <a:pt x="8158" y="10949"/>
                  <a:pt x="7607" y="9559"/>
                  <a:pt x="6864" y="8409"/>
                </a:cubicBezTo>
                <a:cubicBezTo>
                  <a:pt x="6121" y="7259"/>
                  <a:pt x="5211" y="6373"/>
                  <a:pt x="4133" y="5750"/>
                </a:cubicBezTo>
                <a:cubicBezTo>
                  <a:pt x="3055" y="5127"/>
                  <a:pt x="1677" y="4720"/>
                  <a:pt x="0" y="4528"/>
                </a:cubicBezTo>
                <a:lnTo>
                  <a:pt x="1006" y="0"/>
                </a:lnTo>
                <a:lnTo>
                  <a:pt x="324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path-235">
            <a:extLst xmlns:a="http://schemas.openxmlformats.org/drawingml/2006/main">
              <a:ext uri="{FF2B5EF4-FFF2-40B4-BE49-F238E27FC236}">
                <a16:creationId xmlns:a16="http://schemas.microsoft.com/office/drawing/2014/main" id="{E77B938B-2902-4B82-A224-0636B24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4736" y="7409164"/>
            <a:ext cx="82425" cy="100350"/>
          </a:xfrm>
          <a:custGeom xmlns:a="http://schemas.openxmlformats.org/drawingml/2006/main">
            <a:pathLst>
              <a:path w="78991" h="96169">
                <a:moveTo>
                  <a:pt x="46216" y="51822"/>
                </a:moveTo>
                <a:lnTo>
                  <a:pt x="76763" y="51822"/>
                </a:lnTo>
                <a:lnTo>
                  <a:pt x="75684" y="56206"/>
                </a:lnTo>
                <a:cubicBezTo>
                  <a:pt x="73959" y="56590"/>
                  <a:pt x="72642" y="56973"/>
                  <a:pt x="71731" y="57356"/>
                </a:cubicBezTo>
                <a:cubicBezTo>
                  <a:pt x="70821" y="57740"/>
                  <a:pt x="70054" y="58458"/>
                  <a:pt x="69431" y="59513"/>
                </a:cubicBezTo>
                <a:cubicBezTo>
                  <a:pt x="69000" y="60040"/>
                  <a:pt x="68449" y="61501"/>
                  <a:pt x="67778" y="63897"/>
                </a:cubicBezTo>
                <a:cubicBezTo>
                  <a:pt x="67107" y="66293"/>
                  <a:pt x="66353" y="69156"/>
                  <a:pt x="65514" y="72486"/>
                </a:cubicBezTo>
                <a:cubicBezTo>
                  <a:pt x="64676" y="75816"/>
                  <a:pt x="63813" y="79422"/>
                  <a:pt x="62927" y="83303"/>
                </a:cubicBezTo>
                <a:cubicBezTo>
                  <a:pt x="62040" y="87184"/>
                  <a:pt x="61214" y="90898"/>
                  <a:pt x="60447" y="94444"/>
                </a:cubicBezTo>
                <a:cubicBezTo>
                  <a:pt x="59441" y="94731"/>
                  <a:pt x="58458" y="94995"/>
                  <a:pt x="57500" y="95234"/>
                </a:cubicBezTo>
                <a:cubicBezTo>
                  <a:pt x="56542" y="95474"/>
                  <a:pt x="55511" y="95714"/>
                  <a:pt x="54409" y="95953"/>
                </a:cubicBezTo>
                <a:cubicBezTo>
                  <a:pt x="53691" y="95139"/>
                  <a:pt x="52996" y="94288"/>
                  <a:pt x="52325" y="93402"/>
                </a:cubicBezTo>
                <a:cubicBezTo>
                  <a:pt x="51654" y="92515"/>
                  <a:pt x="51007" y="91641"/>
                  <a:pt x="50384" y="90778"/>
                </a:cubicBezTo>
                <a:cubicBezTo>
                  <a:pt x="48084" y="91832"/>
                  <a:pt x="46012" y="92707"/>
                  <a:pt x="44167" y="93402"/>
                </a:cubicBezTo>
                <a:cubicBezTo>
                  <a:pt x="42322" y="94096"/>
                  <a:pt x="40573" y="94647"/>
                  <a:pt x="38920" y="95055"/>
                </a:cubicBezTo>
                <a:cubicBezTo>
                  <a:pt x="37267" y="95462"/>
                  <a:pt x="35650" y="95750"/>
                  <a:pt x="34069" y="95917"/>
                </a:cubicBezTo>
                <a:cubicBezTo>
                  <a:pt x="32488" y="96085"/>
                  <a:pt x="30834" y="96169"/>
                  <a:pt x="29109" y="96169"/>
                </a:cubicBezTo>
                <a:cubicBezTo>
                  <a:pt x="24174" y="96169"/>
                  <a:pt x="19873" y="95390"/>
                  <a:pt x="16208" y="93833"/>
                </a:cubicBezTo>
                <a:cubicBezTo>
                  <a:pt x="12542" y="92276"/>
                  <a:pt x="9511" y="90095"/>
                  <a:pt x="7116" y="87292"/>
                </a:cubicBezTo>
                <a:cubicBezTo>
                  <a:pt x="4720" y="84489"/>
                  <a:pt x="2935" y="81159"/>
                  <a:pt x="1761" y="77302"/>
                </a:cubicBezTo>
                <a:cubicBezTo>
                  <a:pt x="587" y="73444"/>
                  <a:pt x="0" y="69192"/>
                  <a:pt x="0" y="64544"/>
                </a:cubicBezTo>
                <a:cubicBezTo>
                  <a:pt x="0" y="59656"/>
                  <a:pt x="479" y="54685"/>
                  <a:pt x="1438" y="49630"/>
                </a:cubicBezTo>
                <a:cubicBezTo>
                  <a:pt x="2396" y="44575"/>
                  <a:pt x="3857" y="39651"/>
                  <a:pt x="5822" y="34859"/>
                </a:cubicBezTo>
                <a:cubicBezTo>
                  <a:pt x="7786" y="30068"/>
                  <a:pt x="10230" y="25552"/>
                  <a:pt x="13153" y="21311"/>
                </a:cubicBezTo>
                <a:cubicBezTo>
                  <a:pt x="16076" y="17070"/>
                  <a:pt x="19490" y="13381"/>
                  <a:pt x="23395" y="10242"/>
                </a:cubicBezTo>
                <a:cubicBezTo>
                  <a:pt x="27301" y="7104"/>
                  <a:pt x="31685" y="4612"/>
                  <a:pt x="36548" y="2767"/>
                </a:cubicBezTo>
                <a:cubicBezTo>
                  <a:pt x="41412" y="922"/>
                  <a:pt x="46791" y="0"/>
                  <a:pt x="52684" y="0"/>
                </a:cubicBezTo>
                <a:cubicBezTo>
                  <a:pt x="57428" y="0"/>
                  <a:pt x="61908" y="359"/>
                  <a:pt x="66125" y="1078"/>
                </a:cubicBezTo>
                <a:cubicBezTo>
                  <a:pt x="70342" y="1797"/>
                  <a:pt x="74630" y="2851"/>
                  <a:pt x="78991" y="4241"/>
                </a:cubicBezTo>
                <a:lnTo>
                  <a:pt x="74606" y="23359"/>
                </a:lnTo>
                <a:lnTo>
                  <a:pt x="66844" y="23359"/>
                </a:lnTo>
                <a:cubicBezTo>
                  <a:pt x="66556" y="17897"/>
                  <a:pt x="65251" y="13860"/>
                  <a:pt x="62927" y="11248"/>
                </a:cubicBezTo>
                <a:cubicBezTo>
                  <a:pt x="60603" y="8637"/>
                  <a:pt x="56877" y="7331"/>
                  <a:pt x="51750" y="7331"/>
                </a:cubicBezTo>
                <a:cubicBezTo>
                  <a:pt x="44227" y="7331"/>
                  <a:pt x="37567" y="10494"/>
                  <a:pt x="31769" y="16819"/>
                </a:cubicBezTo>
                <a:cubicBezTo>
                  <a:pt x="29325" y="19502"/>
                  <a:pt x="27049" y="22808"/>
                  <a:pt x="24941" y="26738"/>
                </a:cubicBezTo>
                <a:cubicBezTo>
                  <a:pt x="22832" y="30667"/>
                  <a:pt x="20999" y="34931"/>
                  <a:pt x="19442" y="39531"/>
                </a:cubicBezTo>
                <a:cubicBezTo>
                  <a:pt x="17885" y="44131"/>
                  <a:pt x="16663" y="48899"/>
                  <a:pt x="15777" y="53834"/>
                </a:cubicBezTo>
                <a:cubicBezTo>
                  <a:pt x="14890" y="58770"/>
                  <a:pt x="14447" y="63585"/>
                  <a:pt x="14447" y="68281"/>
                </a:cubicBezTo>
                <a:cubicBezTo>
                  <a:pt x="14447" y="75325"/>
                  <a:pt x="15777" y="80476"/>
                  <a:pt x="18436" y="83734"/>
                </a:cubicBezTo>
                <a:cubicBezTo>
                  <a:pt x="21095" y="86993"/>
                  <a:pt x="25228" y="88622"/>
                  <a:pt x="30834" y="88622"/>
                </a:cubicBezTo>
                <a:cubicBezTo>
                  <a:pt x="32847" y="88622"/>
                  <a:pt x="34823" y="88418"/>
                  <a:pt x="36764" y="88011"/>
                </a:cubicBezTo>
                <a:cubicBezTo>
                  <a:pt x="38705" y="87604"/>
                  <a:pt x="40526" y="86969"/>
                  <a:pt x="42227" y="86106"/>
                </a:cubicBezTo>
                <a:cubicBezTo>
                  <a:pt x="43928" y="85244"/>
                  <a:pt x="45437" y="84130"/>
                  <a:pt x="46755" y="82764"/>
                </a:cubicBezTo>
                <a:cubicBezTo>
                  <a:pt x="48072" y="81398"/>
                  <a:pt x="49115" y="79781"/>
                  <a:pt x="49881" y="77913"/>
                </a:cubicBezTo>
                <a:cubicBezTo>
                  <a:pt x="50408" y="76715"/>
                  <a:pt x="50876" y="75325"/>
                  <a:pt x="51283" y="73744"/>
                </a:cubicBezTo>
                <a:cubicBezTo>
                  <a:pt x="51690" y="72163"/>
                  <a:pt x="52014" y="70605"/>
                  <a:pt x="52253" y="69072"/>
                </a:cubicBezTo>
                <a:cubicBezTo>
                  <a:pt x="52493" y="67539"/>
                  <a:pt x="52672" y="66149"/>
                  <a:pt x="52792" y="64903"/>
                </a:cubicBezTo>
                <a:cubicBezTo>
                  <a:pt x="52912" y="63657"/>
                  <a:pt x="52972" y="62723"/>
                  <a:pt x="52972" y="62100"/>
                </a:cubicBezTo>
                <a:cubicBezTo>
                  <a:pt x="52972" y="59992"/>
                  <a:pt x="52409" y="58518"/>
                  <a:pt x="51283" y="57680"/>
                </a:cubicBezTo>
                <a:cubicBezTo>
                  <a:pt x="50157" y="56841"/>
                  <a:pt x="48132" y="56350"/>
                  <a:pt x="45209" y="56206"/>
                </a:cubicBezTo>
                <a:lnTo>
                  <a:pt x="46216" y="518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path-236">
            <a:extLst xmlns:a="http://schemas.openxmlformats.org/drawingml/2006/main">
              <a:ext uri="{FF2B5EF4-FFF2-40B4-BE49-F238E27FC236}">
                <a16:creationId xmlns:a16="http://schemas.microsoft.com/office/drawing/2014/main" id="{E01F176F-9A73-46C6-A70A-FCB2CB61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648" y="7410589"/>
            <a:ext cx="87300" cy="97275"/>
          </a:xfrm>
          <a:custGeom xmlns:a="http://schemas.openxmlformats.org/drawingml/2006/main">
            <a:pathLst>
              <a:path w="83663" h="93222">
                <a:moveTo>
                  <a:pt x="29756" y="52613"/>
                </a:moveTo>
                <a:cubicBezTo>
                  <a:pt x="29181" y="55152"/>
                  <a:pt x="28558" y="57883"/>
                  <a:pt x="27888" y="60806"/>
                </a:cubicBezTo>
                <a:cubicBezTo>
                  <a:pt x="27217" y="63729"/>
                  <a:pt x="26558" y="66580"/>
                  <a:pt x="25911" y="69359"/>
                </a:cubicBezTo>
                <a:cubicBezTo>
                  <a:pt x="25264" y="72139"/>
                  <a:pt x="24725" y="74738"/>
                  <a:pt x="24294" y="77158"/>
                </a:cubicBezTo>
                <a:cubicBezTo>
                  <a:pt x="23863" y="79578"/>
                  <a:pt x="23647" y="81530"/>
                  <a:pt x="23647" y="83016"/>
                </a:cubicBezTo>
                <a:cubicBezTo>
                  <a:pt x="23647" y="84022"/>
                  <a:pt x="23767" y="84872"/>
                  <a:pt x="24006" y="85567"/>
                </a:cubicBezTo>
                <a:cubicBezTo>
                  <a:pt x="24246" y="86262"/>
                  <a:pt x="24665" y="86825"/>
                  <a:pt x="25264" y="87256"/>
                </a:cubicBezTo>
                <a:cubicBezTo>
                  <a:pt x="25863" y="87688"/>
                  <a:pt x="26678" y="88023"/>
                  <a:pt x="27708" y="88263"/>
                </a:cubicBezTo>
                <a:cubicBezTo>
                  <a:pt x="28738" y="88502"/>
                  <a:pt x="30044" y="88694"/>
                  <a:pt x="31625" y="88838"/>
                </a:cubicBezTo>
                <a:lnTo>
                  <a:pt x="30691" y="93222"/>
                </a:lnTo>
                <a:lnTo>
                  <a:pt x="0" y="93222"/>
                </a:lnTo>
                <a:lnTo>
                  <a:pt x="791" y="88838"/>
                </a:lnTo>
                <a:cubicBezTo>
                  <a:pt x="2276" y="88598"/>
                  <a:pt x="3486" y="88299"/>
                  <a:pt x="4420" y="87939"/>
                </a:cubicBezTo>
                <a:cubicBezTo>
                  <a:pt x="5355" y="87580"/>
                  <a:pt x="6193" y="86885"/>
                  <a:pt x="6936" y="85855"/>
                </a:cubicBezTo>
                <a:cubicBezTo>
                  <a:pt x="7679" y="84825"/>
                  <a:pt x="8361" y="83279"/>
                  <a:pt x="8984" y="81219"/>
                </a:cubicBezTo>
                <a:cubicBezTo>
                  <a:pt x="9607" y="79158"/>
                  <a:pt x="10326" y="76283"/>
                  <a:pt x="11141" y="72594"/>
                </a:cubicBezTo>
                <a:lnTo>
                  <a:pt x="22928" y="20197"/>
                </a:lnTo>
                <a:cubicBezTo>
                  <a:pt x="23407" y="18089"/>
                  <a:pt x="23767" y="16220"/>
                  <a:pt x="24006" y="14591"/>
                </a:cubicBezTo>
                <a:cubicBezTo>
                  <a:pt x="24246" y="12961"/>
                  <a:pt x="24366" y="11620"/>
                  <a:pt x="24366" y="10566"/>
                </a:cubicBezTo>
                <a:cubicBezTo>
                  <a:pt x="24366" y="8409"/>
                  <a:pt x="23827" y="6876"/>
                  <a:pt x="22748" y="5966"/>
                </a:cubicBezTo>
                <a:cubicBezTo>
                  <a:pt x="21670" y="5055"/>
                  <a:pt x="19646" y="4576"/>
                  <a:pt x="16675" y="4528"/>
                </a:cubicBezTo>
                <a:lnTo>
                  <a:pt x="17753" y="0"/>
                </a:lnTo>
                <a:lnTo>
                  <a:pt x="50744" y="0"/>
                </a:lnTo>
                <a:cubicBezTo>
                  <a:pt x="57069" y="0"/>
                  <a:pt x="62340" y="551"/>
                  <a:pt x="66556" y="1653"/>
                </a:cubicBezTo>
                <a:cubicBezTo>
                  <a:pt x="70773" y="2755"/>
                  <a:pt x="74151" y="4277"/>
                  <a:pt x="76691" y="6217"/>
                </a:cubicBezTo>
                <a:cubicBezTo>
                  <a:pt x="79230" y="8158"/>
                  <a:pt x="81027" y="10446"/>
                  <a:pt x="82081" y="13081"/>
                </a:cubicBezTo>
                <a:cubicBezTo>
                  <a:pt x="83135" y="15717"/>
                  <a:pt x="83663" y="18568"/>
                  <a:pt x="83663" y="21634"/>
                </a:cubicBezTo>
                <a:cubicBezTo>
                  <a:pt x="83663" y="28726"/>
                  <a:pt x="81494" y="34644"/>
                  <a:pt x="77158" y="39388"/>
                </a:cubicBezTo>
                <a:cubicBezTo>
                  <a:pt x="72821" y="44131"/>
                  <a:pt x="66245" y="47749"/>
                  <a:pt x="57428" y="50241"/>
                </a:cubicBezTo>
                <a:cubicBezTo>
                  <a:pt x="57332" y="50432"/>
                  <a:pt x="57284" y="50600"/>
                  <a:pt x="57284" y="50744"/>
                </a:cubicBezTo>
                <a:cubicBezTo>
                  <a:pt x="57284" y="50888"/>
                  <a:pt x="57284" y="51055"/>
                  <a:pt x="57284" y="51247"/>
                </a:cubicBezTo>
                <a:cubicBezTo>
                  <a:pt x="59537" y="52780"/>
                  <a:pt x="61345" y="54697"/>
                  <a:pt x="62711" y="56997"/>
                </a:cubicBezTo>
                <a:cubicBezTo>
                  <a:pt x="64077" y="59297"/>
                  <a:pt x="65263" y="62340"/>
                  <a:pt x="66269" y="66125"/>
                </a:cubicBezTo>
                <a:cubicBezTo>
                  <a:pt x="67419" y="70629"/>
                  <a:pt x="68365" y="74271"/>
                  <a:pt x="69108" y="77050"/>
                </a:cubicBezTo>
                <a:cubicBezTo>
                  <a:pt x="69851" y="79829"/>
                  <a:pt x="70713" y="82021"/>
                  <a:pt x="71695" y="83627"/>
                </a:cubicBezTo>
                <a:cubicBezTo>
                  <a:pt x="72678" y="85232"/>
                  <a:pt x="73923" y="86406"/>
                  <a:pt x="75433" y="87149"/>
                </a:cubicBezTo>
                <a:cubicBezTo>
                  <a:pt x="76942" y="87891"/>
                  <a:pt x="78991" y="88454"/>
                  <a:pt x="81578" y="88838"/>
                </a:cubicBezTo>
                <a:lnTo>
                  <a:pt x="80572" y="93222"/>
                </a:lnTo>
                <a:lnTo>
                  <a:pt x="59656" y="93222"/>
                </a:lnTo>
                <a:cubicBezTo>
                  <a:pt x="58794" y="91353"/>
                  <a:pt x="57955" y="89065"/>
                  <a:pt x="57141" y="86358"/>
                </a:cubicBezTo>
                <a:cubicBezTo>
                  <a:pt x="56326" y="83651"/>
                  <a:pt x="55607" y="81003"/>
                  <a:pt x="54984" y="78416"/>
                </a:cubicBezTo>
                <a:cubicBezTo>
                  <a:pt x="54026" y="74630"/>
                  <a:pt x="53223" y="71360"/>
                  <a:pt x="52577" y="68605"/>
                </a:cubicBezTo>
                <a:cubicBezTo>
                  <a:pt x="51930" y="65850"/>
                  <a:pt x="51295" y="63526"/>
                  <a:pt x="50672" y="61633"/>
                </a:cubicBezTo>
                <a:cubicBezTo>
                  <a:pt x="50049" y="59740"/>
                  <a:pt x="49402" y="58231"/>
                  <a:pt x="48731" y="57105"/>
                </a:cubicBezTo>
                <a:cubicBezTo>
                  <a:pt x="48060" y="55979"/>
                  <a:pt x="47270" y="55080"/>
                  <a:pt x="46359" y="54409"/>
                </a:cubicBezTo>
                <a:cubicBezTo>
                  <a:pt x="45449" y="53739"/>
                  <a:pt x="44347" y="53295"/>
                  <a:pt x="43053" y="53080"/>
                </a:cubicBezTo>
                <a:cubicBezTo>
                  <a:pt x="41759" y="52864"/>
                  <a:pt x="40178" y="52708"/>
                  <a:pt x="38309" y="52613"/>
                </a:cubicBezTo>
                <a:lnTo>
                  <a:pt x="29756" y="52613"/>
                </a:lnTo>
                <a:moveTo>
                  <a:pt x="39819" y="45353"/>
                </a:moveTo>
                <a:cubicBezTo>
                  <a:pt x="49306" y="45353"/>
                  <a:pt x="56590" y="43425"/>
                  <a:pt x="61669" y="39567"/>
                </a:cubicBezTo>
                <a:cubicBezTo>
                  <a:pt x="66748" y="35710"/>
                  <a:pt x="69288" y="29852"/>
                  <a:pt x="69288" y="21994"/>
                </a:cubicBezTo>
                <a:cubicBezTo>
                  <a:pt x="69288" y="19358"/>
                  <a:pt x="68892" y="17118"/>
                  <a:pt x="68102" y="15273"/>
                </a:cubicBezTo>
                <a:cubicBezTo>
                  <a:pt x="67311" y="13429"/>
                  <a:pt x="66053" y="11943"/>
                  <a:pt x="64328" y="10817"/>
                </a:cubicBezTo>
                <a:cubicBezTo>
                  <a:pt x="62603" y="9691"/>
                  <a:pt x="60411" y="8877"/>
                  <a:pt x="57752" y="8373"/>
                </a:cubicBezTo>
                <a:cubicBezTo>
                  <a:pt x="55092" y="7870"/>
                  <a:pt x="51870" y="7619"/>
                  <a:pt x="48084" y="7619"/>
                </a:cubicBezTo>
                <a:cubicBezTo>
                  <a:pt x="46934" y="7619"/>
                  <a:pt x="45617" y="7643"/>
                  <a:pt x="44131" y="7691"/>
                </a:cubicBezTo>
                <a:cubicBezTo>
                  <a:pt x="42646" y="7739"/>
                  <a:pt x="41208" y="7763"/>
                  <a:pt x="39819" y="7763"/>
                </a:cubicBezTo>
                <a:lnTo>
                  <a:pt x="31266" y="45353"/>
                </a:lnTo>
                <a:lnTo>
                  <a:pt x="39819" y="453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path-237">
            <a:extLst xmlns:a="http://schemas.openxmlformats.org/drawingml/2006/main">
              <a:ext uri="{FF2B5EF4-FFF2-40B4-BE49-F238E27FC236}">
                <a16:creationId xmlns:a16="http://schemas.microsoft.com/office/drawing/2014/main" id="{CC0C2232-19DB-43CD-AAC3-E40FB492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273" y="7378956"/>
            <a:ext cx="127400" cy="54800"/>
          </a:xfrm>
          <a:custGeom xmlns:a="http://schemas.openxmlformats.org/drawingml/2006/main">
            <a:pathLst>
              <a:path w="122092" h="52517">
                <a:moveTo>
                  <a:pt x="0" y="12746"/>
                </a:moveTo>
                <a:lnTo>
                  <a:pt x="0" y="0"/>
                </a:lnTo>
                <a:lnTo>
                  <a:pt x="118067" y="0"/>
                </a:lnTo>
                <a:lnTo>
                  <a:pt x="118067" y="12746"/>
                </a:lnTo>
                <a:lnTo>
                  <a:pt x="0" y="12746"/>
                </a:lnTo>
                <a:moveTo>
                  <a:pt x="0" y="52517"/>
                </a:moveTo>
                <a:lnTo>
                  <a:pt x="0" y="39771"/>
                </a:lnTo>
                <a:lnTo>
                  <a:pt x="118067" y="39771"/>
                </a:lnTo>
                <a:lnTo>
                  <a:pt x="118067" y="52517"/>
                </a:lnTo>
                <a:lnTo>
                  <a:pt x="0" y="52517"/>
                </a:lnTo>
                <a:moveTo>
                  <a:pt x="122092" y="26258"/>
                </a:moveTo>
                <a:lnTo>
                  <a:pt x="122092" y="262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path-238">
            <a:extLst xmlns:a="http://schemas.openxmlformats.org/drawingml/2006/main">
              <a:ext uri="{FF2B5EF4-FFF2-40B4-BE49-F238E27FC236}">
                <a16:creationId xmlns:a16="http://schemas.microsoft.com/office/drawing/2014/main" id="{9AC60E9E-8725-44F5-902F-D4CBE370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8170" y="7367556"/>
            <a:ext cx="73000" cy="97300"/>
          </a:xfrm>
          <a:custGeom xmlns:a="http://schemas.openxmlformats.org/drawingml/2006/main">
            <a:pathLst>
              <a:path w="69958" h="93246">
                <a:moveTo>
                  <a:pt x="27217" y="17538"/>
                </a:moveTo>
                <a:lnTo>
                  <a:pt x="28558" y="17825"/>
                </a:lnTo>
                <a:cubicBezTo>
                  <a:pt x="32072" y="13544"/>
                  <a:pt x="35331" y="10174"/>
                  <a:pt x="38333" y="7715"/>
                </a:cubicBezTo>
                <a:cubicBezTo>
                  <a:pt x="41336" y="5255"/>
                  <a:pt x="44579" y="3354"/>
                  <a:pt x="48060" y="2013"/>
                </a:cubicBezTo>
                <a:cubicBezTo>
                  <a:pt x="51542" y="671"/>
                  <a:pt x="55488" y="0"/>
                  <a:pt x="59896" y="0"/>
                </a:cubicBezTo>
                <a:cubicBezTo>
                  <a:pt x="63601" y="0"/>
                  <a:pt x="66956" y="192"/>
                  <a:pt x="69958" y="575"/>
                </a:cubicBezTo>
                <a:lnTo>
                  <a:pt x="69958" y="22617"/>
                </a:lnTo>
                <a:lnTo>
                  <a:pt x="59129" y="22617"/>
                </a:lnTo>
                <a:cubicBezTo>
                  <a:pt x="57596" y="19167"/>
                  <a:pt x="55967" y="16659"/>
                  <a:pt x="54242" y="15094"/>
                </a:cubicBezTo>
                <a:cubicBezTo>
                  <a:pt x="52517" y="13528"/>
                  <a:pt x="50153" y="12746"/>
                  <a:pt x="47150" y="12746"/>
                </a:cubicBezTo>
                <a:cubicBezTo>
                  <a:pt x="44850" y="12746"/>
                  <a:pt x="42566" y="13417"/>
                  <a:pt x="40298" y="14758"/>
                </a:cubicBezTo>
                <a:cubicBezTo>
                  <a:pt x="38030" y="16100"/>
                  <a:pt x="35842" y="18049"/>
                  <a:pt x="33733" y="20604"/>
                </a:cubicBezTo>
                <a:cubicBezTo>
                  <a:pt x="31625" y="23160"/>
                  <a:pt x="30172" y="25556"/>
                  <a:pt x="29373" y="27792"/>
                </a:cubicBezTo>
                <a:cubicBezTo>
                  <a:pt x="28574" y="30028"/>
                  <a:pt x="28175" y="32679"/>
                  <a:pt x="28175" y="35746"/>
                </a:cubicBezTo>
                <a:lnTo>
                  <a:pt x="28175" y="69288"/>
                </a:lnTo>
                <a:cubicBezTo>
                  <a:pt x="28175" y="75101"/>
                  <a:pt x="28526" y="79110"/>
                  <a:pt x="29229" y="81315"/>
                </a:cubicBezTo>
                <a:cubicBezTo>
                  <a:pt x="29932" y="83519"/>
                  <a:pt x="31098" y="85132"/>
                  <a:pt x="32727" y="86154"/>
                </a:cubicBezTo>
                <a:cubicBezTo>
                  <a:pt x="34356" y="87176"/>
                  <a:pt x="36800" y="87975"/>
                  <a:pt x="40058" y="88550"/>
                </a:cubicBezTo>
                <a:lnTo>
                  <a:pt x="40058" y="93246"/>
                </a:lnTo>
                <a:lnTo>
                  <a:pt x="1438" y="93246"/>
                </a:lnTo>
                <a:lnTo>
                  <a:pt x="1438" y="88550"/>
                </a:lnTo>
                <a:cubicBezTo>
                  <a:pt x="3865" y="87783"/>
                  <a:pt x="5606" y="87113"/>
                  <a:pt x="6660" y="86538"/>
                </a:cubicBezTo>
                <a:cubicBezTo>
                  <a:pt x="7715" y="85963"/>
                  <a:pt x="8625" y="85164"/>
                  <a:pt x="9392" y="84142"/>
                </a:cubicBezTo>
                <a:cubicBezTo>
                  <a:pt x="10158" y="83119"/>
                  <a:pt x="10733" y="81554"/>
                  <a:pt x="11117" y="79446"/>
                </a:cubicBezTo>
                <a:cubicBezTo>
                  <a:pt x="11500" y="77338"/>
                  <a:pt x="11692" y="74047"/>
                  <a:pt x="11692" y="69575"/>
                </a:cubicBezTo>
                <a:lnTo>
                  <a:pt x="11692" y="27792"/>
                </a:lnTo>
                <a:cubicBezTo>
                  <a:pt x="11692" y="23703"/>
                  <a:pt x="11628" y="20413"/>
                  <a:pt x="11500" y="17921"/>
                </a:cubicBezTo>
                <a:cubicBezTo>
                  <a:pt x="11372" y="15429"/>
                  <a:pt x="10925" y="13433"/>
                  <a:pt x="10158" y="11931"/>
                </a:cubicBezTo>
                <a:cubicBezTo>
                  <a:pt x="9392" y="10430"/>
                  <a:pt x="8226" y="9312"/>
                  <a:pt x="6660" y="8577"/>
                </a:cubicBezTo>
                <a:cubicBezTo>
                  <a:pt x="5095" y="7842"/>
                  <a:pt x="2875" y="7219"/>
                  <a:pt x="0" y="6708"/>
                </a:cubicBezTo>
                <a:lnTo>
                  <a:pt x="0" y="1725"/>
                </a:lnTo>
                <a:lnTo>
                  <a:pt x="22425" y="767"/>
                </a:lnTo>
                <a:lnTo>
                  <a:pt x="28271" y="767"/>
                </a:lnTo>
                <a:lnTo>
                  <a:pt x="27217" y="17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path-239">
            <a:extLst xmlns:a="http://schemas.openxmlformats.org/drawingml/2006/main">
              <a:ext uri="{FF2B5EF4-FFF2-40B4-BE49-F238E27FC236}">
                <a16:creationId xmlns:a16="http://schemas.microsoft.com/office/drawing/2014/main" id="{F4A8A33C-101F-44DE-B54C-F55AEBEF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321" y="7413814"/>
            <a:ext cx="54525" cy="95400"/>
          </a:xfrm>
          <a:custGeom xmlns:a="http://schemas.openxmlformats.org/drawingml/2006/main">
            <a:pathLst>
              <a:path w="52253" h="91425">
                <a:moveTo>
                  <a:pt x="45281" y="76259"/>
                </a:moveTo>
                <a:cubicBezTo>
                  <a:pt x="42838" y="78991"/>
                  <a:pt x="40514" y="81315"/>
                  <a:pt x="38309" y="83231"/>
                </a:cubicBezTo>
                <a:cubicBezTo>
                  <a:pt x="36105" y="85148"/>
                  <a:pt x="33949" y="86717"/>
                  <a:pt x="31841" y="87939"/>
                </a:cubicBezTo>
                <a:cubicBezTo>
                  <a:pt x="29732" y="89161"/>
                  <a:pt x="27648" y="90047"/>
                  <a:pt x="25588" y="90599"/>
                </a:cubicBezTo>
                <a:cubicBezTo>
                  <a:pt x="23527" y="91150"/>
                  <a:pt x="21419" y="91425"/>
                  <a:pt x="19263" y="91425"/>
                </a:cubicBezTo>
                <a:cubicBezTo>
                  <a:pt x="13560" y="91425"/>
                  <a:pt x="9308" y="90083"/>
                  <a:pt x="6505" y="87400"/>
                </a:cubicBezTo>
                <a:cubicBezTo>
                  <a:pt x="3702" y="84717"/>
                  <a:pt x="2300" y="80764"/>
                  <a:pt x="2300" y="75541"/>
                </a:cubicBezTo>
                <a:cubicBezTo>
                  <a:pt x="2300" y="73768"/>
                  <a:pt x="2432" y="71815"/>
                  <a:pt x="2695" y="69683"/>
                </a:cubicBezTo>
                <a:cubicBezTo>
                  <a:pt x="2959" y="67551"/>
                  <a:pt x="3330" y="65478"/>
                  <a:pt x="3809" y="63466"/>
                </a:cubicBezTo>
                <a:lnTo>
                  <a:pt x="12363" y="26234"/>
                </a:lnTo>
                <a:lnTo>
                  <a:pt x="0" y="26234"/>
                </a:lnTo>
                <a:lnTo>
                  <a:pt x="1438" y="20700"/>
                </a:lnTo>
                <a:cubicBezTo>
                  <a:pt x="4313" y="20700"/>
                  <a:pt x="6553" y="20424"/>
                  <a:pt x="8158" y="19873"/>
                </a:cubicBezTo>
                <a:cubicBezTo>
                  <a:pt x="9763" y="19322"/>
                  <a:pt x="11117" y="18568"/>
                  <a:pt x="12219" y="17609"/>
                </a:cubicBezTo>
                <a:cubicBezTo>
                  <a:pt x="12938" y="16939"/>
                  <a:pt x="13632" y="16112"/>
                  <a:pt x="14303" y="15130"/>
                </a:cubicBezTo>
                <a:cubicBezTo>
                  <a:pt x="14974" y="14147"/>
                  <a:pt x="15645" y="12961"/>
                  <a:pt x="16316" y="11572"/>
                </a:cubicBezTo>
                <a:cubicBezTo>
                  <a:pt x="16986" y="10182"/>
                  <a:pt x="17669" y="8541"/>
                  <a:pt x="18364" y="6648"/>
                </a:cubicBezTo>
                <a:cubicBezTo>
                  <a:pt x="19059" y="4756"/>
                  <a:pt x="19838" y="2540"/>
                  <a:pt x="20700" y="0"/>
                </a:cubicBezTo>
                <a:lnTo>
                  <a:pt x="31913" y="0"/>
                </a:lnTo>
                <a:lnTo>
                  <a:pt x="27816" y="18256"/>
                </a:lnTo>
                <a:lnTo>
                  <a:pt x="52253" y="18256"/>
                </a:lnTo>
                <a:lnTo>
                  <a:pt x="50600" y="26234"/>
                </a:lnTo>
                <a:lnTo>
                  <a:pt x="26234" y="26234"/>
                </a:lnTo>
                <a:lnTo>
                  <a:pt x="18903" y="56350"/>
                </a:lnTo>
                <a:cubicBezTo>
                  <a:pt x="18424" y="58363"/>
                  <a:pt x="18029" y="60171"/>
                  <a:pt x="17717" y="61777"/>
                </a:cubicBezTo>
                <a:cubicBezTo>
                  <a:pt x="17406" y="63382"/>
                  <a:pt x="17154" y="64831"/>
                  <a:pt x="16963" y="66125"/>
                </a:cubicBezTo>
                <a:cubicBezTo>
                  <a:pt x="16771" y="67419"/>
                  <a:pt x="16639" y="68593"/>
                  <a:pt x="16567" y="69647"/>
                </a:cubicBezTo>
                <a:cubicBezTo>
                  <a:pt x="16495" y="70701"/>
                  <a:pt x="16459" y="71683"/>
                  <a:pt x="16459" y="72594"/>
                </a:cubicBezTo>
                <a:cubicBezTo>
                  <a:pt x="16459" y="75469"/>
                  <a:pt x="17058" y="77721"/>
                  <a:pt x="18256" y="79350"/>
                </a:cubicBezTo>
                <a:cubicBezTo>
                  <a:pt x="19454" y="80979"/>
                  <a:pt x="21419" y="81794"/>
                  <a:pt x="24150" y="81794"/>
                </a:cubicBezTo>
                <a:cubicBezTo>
                  <a:pt x="26450" y="81794"/>
                  <a:pt x="28894" y="80943"/>
                  <a:pt x="31481" y="79242"/>
                </a:cubicBezTo>
                <a:cubicBezTo>
                  <a:pt x="34069" y="77541"/>
                  <a:pt x="37016" y="74870"/>
                  <a:pt x="40322" y="71228"/>
                </a:cubicBezTo>
                <a:lnTo>
                  <a:pt x="45281" y="76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path-240">
            <a:extLst xmlns:a="http://schemas.openxmlformats.org/drawingml/2006/main">
              <a:ext uri="{FF2B5EF4-FFF2-40B4-BE49-F238E27FC236}">
                <a16:creationId xmlns:a16="http://schemas.microsoft.com/office/drawing/2014/main" id="{C2325619-2F2F-4720-98CA-FB49BDE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3349" y="7431289"/>
            <a:ext cx="75525" cy="76575"/>
          </a:xfrm>
          <a:custGeom xmlns:a="http://schemas.openxmlformats.org/drawingml/2006/main">
            <a:pathLst>
              <a:path w="72378" h="73384">
                <a:moveTo>
                  <a:pt x="19909" y="26522"/>
                </a:moveTo>
                <a:cubicBezTo>
                  <a:pt x="20580" y="23743"/>
                  <a:pt x="21047" y="21443"/>
                  <a:pt x="21311" y="19622"/>
                </a:cubicBezTo>
                <a:cubicBezTo>
                  <a:pt x="21574" y="17801"/>
                  <a:pt x="21706" y="16268"/>
                  <a:pt x="21706" y="15022"/>
                </a:cubicBezTo>
                <a:cubicBezTo>
                  <a:pt x="21706" y="11524"/>
                  <a:pt x="20293" y="9775"/>
                  <a:pt x="17466" y="9775"/>
                </a:cubicBezTo>
                <a:cubicBezTo>
                  <a:pt x="16555" y="9775"/>
                  <a:pt x="15657" y="9955"/>
                  <a:pt x="14770" y="10314"/>
                </a:cubicBezTo>
                <a:cubicBezTo>
                  <a:pt x="13884" y="10673"/>
                  <a:pt x="12961" y="11213"/>
                  <a:pt x="12003" y="11931"/>
                </a:cubicBezTo>
                <a:cubicBezTo>
                  <a:pt x="11045" y="12650"/>
                  <a:pt x="9991" y="13560"/>
                  <a:pt x="8841" y="14663"/>
                </a:cubicBezTo>
                <a:cubicBezTo>
                  <a:pt x="7691" y="15765"/>
                  <a:pt x="6397" y="17058"/>
                  <a:pt x="4959" y="18544"/>
                </a:cubicBezTo>
                <a:lnTo>
                  <a:pt x="0" y="13872"/>
                </a:lnTo>
                <a:cubicBezTo>
                  <a:pt x="2396" y="11428"/>
                  <a:pt x="4588" y="9332"/>
                  <a:pt x="6577" y="7583"/>
                </a:cubicBezTo>
                <a:cubicBezTo>
                  <a:pt x="8565" y="5834"/>
                  <a:pt x="10470" y="4396"/>
                  <a:pt x="12291" y="3270"/>
                </a:cubicBezTo>
                <a:cubicBezTo>
                  <a:pt x="14111" y="2144"/>
                  <a:pt x="15908" y="1318"/>
                  <a:pt x="17681" y="791"/>
                </a:cubicBezTo>
                <a:cubicBezTo>
                  <a:pt x="19454" y="264"/>
                  <a:pt x="21299" y="0"/>
                  <a:pt x="23216" y="0"/>
                </a:cubicBezTo>
                <a:cubicBezTo>
                  <a:pt x="26761" y="0"/>
                  <a:pt x="29505" y="1162"/>
                  <a:pt x="31445" y="3486"/>
                </a:cubicBezTo>
                <a:cubicBezTo>
                  <a:pt x="33386" y="5810"/>
                  <a:pt x="34356" y="8865"/>
                  <a:pt x="34356" y="12650"/>
                </a:cubicBezTo>
                <a:cubicBezTo>
                  <a:pt x="34356" y="14806"/>
                  <a:pt x="34021" y="16723"/>
                  <a:pt x="33350" y="18400"/>
                </a:cubicBezTo>
                <a:lnTo>
                  <a:pt x="34356" y="18831"/>
                </a:lnTo>
                <a:cubicBezTo>
                  <a:pt x="39196" y="12363"/>
                  <a:pt x="43904" y="7607"/>
                  <a:pt x="48480" y="4564"/>
                </a:cubicBezTo>
                <a:cubicBezTo>
                  <a:pt x="53056" y="1521"/>
                  <a:pt x="57764" y="0"/>
                  <a:pt x="62603" y="0"/>
                </a:cubicBezTo>
                <a:cubicBezTo>
                  <a:pt x="64424" y="0"/>
                  <a:pt x="66137" y="96"/>
                  <a:pt x="67742" y="288"/>
                </a:cubicBezTo>
                <a:cubicBezTo>
                  <a:pt x="69347" y="479"/>
                  <a:pt x="70893" y="719"/>
                  <a:pt x="72378" y="1006"/>
                </a:cubicBezTo>
                <a:lnTo>
                  <a:pt x="68713" y="18400"/>
                </a:lnTo>
                <a:lnTo>
                  <a:pt x="60375" y="18400"/>
                </a:lnTo>
                <a:cubicBezTo>
                  <a:pt x="60135" y="15525"/>
                  <a:pt x="59525" y="13465"/>
                  <a:pt x="58542" y="12219"/>
                </a:cubicBezTo>
                <a:cubicBezTo>
                  <a:pt x="57560" y="10973"/>
                  <a:pt x="56134" y="10350"/>
                  <a:pt x="54266" y="10350"/>
                </a:cubicBezTo>
                <a:cubicBezTo>
                  <a:pt x="53164" y="10302"/>
                  <a:pt x="51894" y="10638"/>
                  <a:pt x="50456" y="11356"/>
                </a:cubicBezTo>
                <a:cubicBezTo>
                  <a:pt x="49019" y="12075"/>
                  <a:pt x="47497" y="13105"/>
                  <a:pt x="45892" y="14447"/>
                </a:cubicBezTo>
                <a:cubicBezTo>
                  <a:pt x="44287" y="15789"/>
                  <a:pt x="42694" y="17370"/>
                  <a:pt x="41113" y="19191"/>
                </a:cubicBezTo>
                <a:cubicBezTo>
                  <a:pt x="39531" y="21011"/>
                  <a:pt x="38034" y="23000"/>
                  <a:pt x="36620" y="25156"/>
                </a:cubicBezTo>
                <a:cubicBezTo>
                  <a:pt x="35207" y="27313"/>
                  <a:pt x="33973" y="29601"/>
                  <a:pt x="32919" y="32020"/>
                </a:cubicBezTo>
                <a:cubicBezTo>
                  <a:pt x="31865" y="34440"/>
                  <a:pt x="31074" y="36872"/>
                  <a:pt x="30547" y="39316"/>
                </a:cubicBezTo>
                <a:lnTo>
                  <a:pt x="23216" y="73384"/>
                </a:lnTo>
                <a:lnTo>
                  <a:pt x="9128" y="73384"/>
                </a:lnTo>
                <a:lnTo>
                  <a:pt x="19909" y="26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path-241">
            <a:extLst xmlns:a="http://schemas.openxmlformats.org/drawingml/2006/main">
              <a:ext uri="{FF2B5EF4-FFF2-40B4-BE49-F238E27FC236}">
                <a16:creationId xmlns:a16="http://schemas.microsoft.com/office/drawing/2014/main" id="{11FDD25C-04A3-452E-B17F-ECEF4A34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8224" y="7431289"/>
            <a:ext cx="83475" cy="77925"/>
          </a:xfrm>
          <a:custGeom xmlns:a="http://schemas.openxmlformats.org/drawingml/2006/main">
            <a:pathLst>
              <a:path w="79997" h="74678">
                <a:moveTo>
                  <a:pt x="45856" y="55559"/>
                </a:moveTo>
                <a:cubicBezTo>
                  <a:pt x="43413" y="58962"/>
                  <a:pt x="41041" y="61860"/>
                  <a:pt x="38741" y="64256"/>
                </a:cubicBezTo>
                <a:cubicBezTo>
                  <a:pt x="36441" y="66652"/>
                  <a:pt x="34165" y="68629"/>
                  <a:pt x="31913" y="70186"/>
                </a:cubicBezTo>
                <a:cubicBezTo>
                  <a:pt x="29660" y="71743"/>
                  <a:pt x="27384" y="72881"/>
                  <a:pt x="25084" y="73600"/>
                </a:cubicBezTo>
                <a:cubicBezTo>
                  <a:pt x="22784" y="74319"/>
                  <a:pt x="20389" y="74678"/>
                  <a:pt x="17897" y="74678"/>
                </a:cubicBezTo>
                <a:cubicBezTo>
                  <a:pt x="12195" y="74678"/>
                  <a:pt x="7786" y="72630"/>
                  <a:pt x="4672" y="68533"/>
                </a:cubicBezTo>
                <a:cubicBezTo>
                  <a:pt x="1557" y="64436"/>
                  <a:pt x="0" y="58482"/>
                  <a:pt x="0" y="50672"/>
                </a:cubicBezTo>
                <a:cubicBezTo>
                  <a:pt x="0" y="46024"/>
                  <a:pt x="491" y="41556"/>
                  <a:pt x="1473" y="37267"/>
                </a:cubicBezTo>
                <a:cubicBezTo>
                  <a:pt x="2456" y="32979"/>
                  <a:pt x="3845" y="28954"/>
                  <a:pt x="5642" y="25192"/>
                </a:cubicBezTo>
                <a:cubicBezTo>
                  <a:pt x="7439" y="21431"/>
                  <a:pt x="9583" y="18005"/>
                  <a:pt x="12075" y="14914"/>
                </a:cubicBezTo>
                <a:cubicBezTo>
                  <a:pt x="14567" y="11823"/>
                  <a:pt x="17298" y="9176"/>
                  <a:pt x="20269" y="6972"/>
                </a:cubicBezTo>
                <a:cubicBezTo>
                  <a:pt x="23240" y="4768"/>
                  <a:pt x="26402" y="3055"/>
                  <a:pt x="29756" y="1833"/>
                </a:cubicBezTo>
                <a:cubicBezTo>
                  <a:pt x="33110" y="611"/>
                  <a:pt x="36584" y="0"/>
                  <a:pt x="40178" y="0"/>
                </a:cubicBezTo>
                <a:cubicBezTo>
                  <a:pt x="43964" y="0"/>
                  <a:pt x="47306" y="443"/>
                  <a:pt x="50205" y="1330"/>
                </a:cubicBezTo>
                <a:cubicBezTo>
                  <a:pt x="53104" y="2216"/>
                  <a:pt x="55751" y="3426"/>
                  <a:pt x="58147" y="4959"/>
                </a:cubicBezTo>
                <a:lnTo>
                  <a:pt x="65119" y="0"/>
                </a:lnTo>
                <a:lnTo>
                  <a:pt x="70941" y="1509"/>
                </a:lnTo>
                <a:lnTo>
                  <a:pt x="60088" y="48588"/>
                </a:lnTo>
                <a:cubicBezTo>
                  <a:pt x="59465" y="51271"/>
                  <a:pt x="59033" y="53487"/>
                  <a:pt x="58794" y="55236"/>
                </a:cubicBezTo>
                <a:cubicBezTo>
                  <a:pt x="58554" y="56985"/>
                  <a:pt x="58434" y="58530"/>
                  <a:pt x="58434" y="59872"/>
                </a:cubicBezTo>
                <a:cubicBezTo>
                  <a:pt x="58434" y="61693"/>
                  <a:pt x="58806" y="63010"/>
                  <a:pt x="59548" y="63825"/>
                </a:cubicBezTo>
                <a:cubicBezTo>
                  <a:pt x="60291" y="64640"/>
                  <a:pt x="61357" y="65047"/>
                  <a:pt x="62747" y="65047"/>
                </a:cubicBezTo>
                <a:cubicBezTo>
                  <a:pt x="63609" y="65047"/>
                  <a:pt x="64460" y="64879"/>
                  <a:pt x="65298" y="64544"/>
                </a:cubicBezTo>
                <a:cubicBezTo>
                  <a:pt x="66137" y="64208"/>
                  <a:pt x="67047" y="63681"/>
                  <a:pt x="68030" y="62963"/>
                </a:cubicBezTo>
                <a:cubicBezTo>
                  <a:pt x="69012" y="62244"/>
                  <a:pt x="70090" y="61321"/>
                  <a:pt x="71264" y="60195"/>
                </a:cubicBezTo>
                <a:cubicBezTo>
                  <a:pt x="72438" y="59069"/>
                  <a:pt x="73768" y="57716"/>
                  <a:pt x="75253" y="56134"/>
                </a:cubicBezTo>
                <a:cubicBezTo>
                  <a:pt x="76020" y="56949"/>
                  <a:pt x="76810" y="57752"/>
                  <a:pt x="77625" y="58542"/>
                </a:cubicBezTo>
                <a:cubicBezTo>
                  <a:pt x="78440" y="59333"/>
                  <a:pt x="79230" y="60112"/>
                  <a:pt x="79997" y="60878"/>
                </a:cubicBezTo>
                <a:cubicBezTo>
                  <a:pt x="77601" y="63322"/>
                  <a:pt x="75421" y="65418"/>
                  <a:pt x="73456" y="67167"/>
                </a:cubicBezTo>
                <a:cubicBezTo>
                  <a:pt x="71492" y="68916"/>
                  <a:pt x="69587" y="70354"/>
                  <a:pt x="67742" y="71480"/>
                </a:cubicBezTo>
                <a:cubicBezTo>
                  <a:pt x="65897" y="72606"/>
                  <a:pt x="64089" y="73420"/>
                  <a:pt x="62316" y="73923"/>
                </a:cubicBezTo>
                <a:cubicBezTo>
                  <a:pt x="60543" y="74427"/>
                  <a:pt x="58698" y="74678"/>
                  <a:pt x="56781" y="74678"/>
                </a:cubicBezTo>
                <a:cubicBezTo>
                  <a:pt x="53331" y="74678"/>
                  <a:pt x="50648" y="73564"/>
                  <a:pt x="48731" y="71336"/>
                </a:cubicBezTo>
                <a:cubicBezTo>
                  <a:pt x="46815" y="69108"/>
                  <a:pt x="45856" y="66053"/>
                  <a:pt x="45856" y="62172"/>
                </a:cubicBezTo>
                <a:cubicBezTo>
                  <a:pt x="45856" y="60016"/>
                  <a:pt x="46192" y="57955"/>
                  <a:pt x="46863" y="55991"/>
                </a:cubicBezTo>
                <a:lnTo>
                  <a:pt x="45856" y="55559"/>
                </a:lnTo>
                <a:moveTo>
                  <a:pt x="50528" y="32703"/>
                </a:moveTo>
                <a:cubicBezTo>
                  <a:pt x="51199" y="29732"/>
                  <a:pt x="51726" y="27049"/>
                  <a:pt x="52109" y="24653"/>
                </a:cubicBezTo>
                <a:cubicBezTo>
                  <a:pt x="52493" y="22257"/>
                  <a:pt x="52684" y="19981"/>
                  <a:pt x="52684" y="17825"/>
                </a:cubicBezTo>
                <a:cubicBezTo>
                  <a:pt x="52684" y="13992"/>
                  <a:pt x="51786" y="11248"/>
                  <a:pt x="49989" y="9595"/>
                </a:cubicBezTo>
                <a:cubicBezTo>
                  <a:pt x="48192" y="7942"/>
                  <a:pt x="45353" y="7116"/>
                  <a:pt x="41472" y="7116"/>
                </a:cubicBezTo>
                <a:cubicBezTo>
                  <a:pt x="38645" y="7116"/>
                  <a:pt x="36009" y="7739"/>
                  <a:pt x="33566" y="8984"/>
                </a:cubicBezTo>
                <a:cubicBezTo>
                  <a:pt x="31122" y="10230"/>
                  <a:pt x="28894" y="11931"/>
                  <a:pt x="26881" y="14088"/>
                </a:cubicBezTo>
                <a:cubicBezTo>
                  <a:pt x="24869" y="16244"/>
                  <a:pt x="23084" y="18735"/>
                  <a:pt x="21527" y="21563"/>
                </a:cubicBezTo>
                <a:cubicBezTo>
                  <a:pt x="19969" y="24390"/>
                  <a:pt x="18652" y="27384"/>
                  <a:pt x="17573" y="30547"/>
                </a:cubicBezTo>
                <a:cubicBezTo>
                  <a:pt x="16495" y="33709"/>
                  <a:pt x="15681" y="36956"/>
                  <a:pt x="15130" y="40286"/>
                </a:cubicBezTo>
                <a:cubicBezTo>
                  <a:pt x="14579" y="43616"/>
                  <a:pt x="14303" y="46815"/>
                  <a:pt x="14303" y="49881"/>
                </a:cubicBezTo>
                <a:cubicBezTo>
                  <a:pt x="14303" y="55056"/>
                  <a:pt x="15034" y="58902"/>
                  <a:pt x="16495" y="61417"/>
                </a:cubicBezTo>
                <a:cubicBezTo>
                  <a:pt x="17957" y="63933"/>
                  <a:pt x="20317" y="65191"/>
                  <a:pt x="23575" y="65191"/>
                </a:cubicBezTo>
                <a:cubicBezTo>
                  <a:pt x="25204" y="65191"/>
                  <a:pt x="26773" y="64903"/>
                  <a:pt x="28283" y="64328"/>
                </a:cubicBezTo>
                <a:cubicBezTo>
                  <a:pt x="29792" y="63753"/>
                  <a:pt x="31385" y="62843"/>
                  <a:pt x="33063" y="61597"/>
                </a:cubicBezTo>
                <a:cubicBezTo>
                  <a:pt x="37279" y="58291"/>
                  <a:pt x="40873" y="54266"/>
                  <a:pt x="43844" y="49522"/>
                </a:cubicBezTo>
                <a:cubicBezTo>
                  <a:pt x="46815" y="44778"/>
                  <a:pt x="49043" y="39172"/>
                  <a:pt x="50528" y="32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path-242">
            <a:extLst xmlns:a="http://schemas.openxmlformats.org/drawingml/2006/main">
              <a:ext uri="{FF2B5EF4-FFF2-40B4-BE49-F238E27FC236}">
                <a16:creationId xmlns:a16="http://schemas.microsoft.com/office/drawing/2014/main" id="{B3947785-44B9-4EAF-8486-D573B5D7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1014" y="7431289"/>
            <a:ext cx="65775" cy="77925"/>
          </a:xfrm>
          <a:custGeom xmlns:a="http://schemas.openxmlformats.org/drawingml/2006/main">
            <a:pathLst>
              <a:path w="63034" h="74678">
                <a:moveTo>
                  <a:pt x="50528" y="19981"/>
                </a:moveTo>
                <a:cubicBezTo>
                  <a:pt x="50480" y="17490"/>
                  <a:pt x="50301" y="15417"/>
                  <a:pt x="49989" y="13764"/>
                </a:cubicBezTo>
                <a:cubicBezTo>
                  <a:pt x="49678" y="12111"/>
                  <a:pt x="49175" y="10805"/>
                  <a:pt x="48480" y="9847"/>
                </a:cubicBezTo>
                <a:cubicBezTo>
                  <a:pt x="47785" y="8889"/>
                  <a:pt x="46875" y="8206"/>
                  <a:pt x="45748" y="7798"/>
                </a:cubicBezTo>
                <a:cubicBezTo>
                  <a:pt x="44622" y="7391"/>
                  <a:pt x="43245" y="7164"/>
                  <a:pt x="41616" y="7116"/>
                </a:cubicBezTo>
                <a:cubicBezTo>
                  <a:pt x="39028" y="7116"/>
                  <a:pt x="36548" y="7691"/>
                  <a:pt x="34177" y="8841"/>
                </a:cubicBezTo>
                <a:cubicBezTo>
                  <a:pt x="31805" y="9991"/>
                  <a:pt x="29601" y="11584"/>
                  <a:pt x="27564" y="13620"/>
                </a:cubicBezTo>
                <a:cubicBezTo>
                  <a:pt x="25528" y="15657"/>
                  <a:pt x="23671" y="18041"/>
                  <a:pt x="21994" y="20772"/>
                </a:cubicBezTo>
                <a:cubicBezTo>
                  <a:pt x="20317" y="23503"/>
                  <a:pt x="18879" y="26450"/>
                  <a:pt x="17681" y="29613"/>
                </a:cubicBezTo>
                <a:cubicBezTo>
                  <a:pt x="16483" y="32775"/>
                  <a:pt x="15561" y="36069"/>
                  <a:pt x="14914" y="39495"/>
                </a:cubicBezTo>
                <a:cubicBezTo>
                  <a:pt x="14267" y="42921"/>
                  <a:pt x="13944" y="46335"/>
                  <a:pt x="13944" y="49738"/>
                </a:cubicBezTo>
                <a:cubicBezTo>
                  <a:pt x="13944" y="54817"/>
                  <a:pt x="14950" y="58686"/>
                  <a:pt x="16963" y="61345"/>
                </a:cubicBezTo>
                <a:cubicBezTo>
                  <a:pt x="18975" y="64005"/>
                  <a:pt x="21994" y="65334"/>
                  <a:pt x="26019" y="65334"/>
                </a:cubicBezTo>
                <a:cubicBezTo>
                  <a:pt x="28271" y="65334"/>
                  <a:pt x="30355" y="65131"/>
                  <a:pt x="32272" y="64723"/>
                </a:cubicBezTo>
                <a:cubicBezTo>
                  <a:pt x="34189" y="64316"/>
                  <a:pt x="36057" y="63633"/>
                  <a:pt x="37878" y="62675"/>
                </a:cubicBezTo>
                <a:cubicBezTo>
                  <a:pt x="39699" y="61717"/>
                  <a:pt x="41580" y="60459"/>
                  <a:pt x="43520" y="58902"/>
                </a:cubicBezTo>
                <a:cubicBezTo>
                  <a:pt x="45461" y="57344"/>
                  <a:pt x="47605" y="55416"/>
                  <a:pt x="49953" y="53116"/>
                </a:cubicBezTo>
                <a:cubicBezTo>
                  <a:pt x="50864" y="54074"/>
                  <a:pt x="51738" y="55020"/>
                  <a:pt x="52577" y="55955"/>
                </a:cubicBezTo>
                <a:cubicBezTo>
                  <a:pt x="53415" y="56889"/>
                  <a:pt x="54290" y="57835"/>
                  <a:pt x="55200" y="58794"/>
                </a:cubicBezTo>
                <a:cubicBezTo>
                  <a:pt x="50025" y="64160"/>
                  <a:pt x="44850" y="68150"/>
                  <a:pt x="39675" y="70761"/>
                </a:cubicBezTo>
                <a:cubicBezTo>
                  <a:pt x="34500" y="73372"/>
                  <a:pt x="28942" y="74678"/>
                  <a:pt x="23000" y="74678"/>
                </a:cubicBezTo>
                <a:cubicBezTo>
                  <a:pt x="15573" y="74678"/>
                  <a:pt x="9883" y="72510"/>
                  <a:pt x="5930" y="68173"/>
                </a:cubicBezTo>
                <a:cubicBezTo>
                  <a:pt x="1977" y="63837"/>
                  <a:pt x="0" y="57644"/>
                  <a:pt x="0" y="49594"/>
                </a:cubicBezTo>
                <a:cubicBezTo>
                  <a:pt x="0" y="45090"/>
                  <a:pt x="503" y="40741"/>
                  <a:pt x="1509" y="36548"/>
                </a:cubicBezTo>
                <a:cubicBezTo>
                  <a:pt x="2516" y="32356"/>
                  <a:pt x="3965" y="28415"/>
                  <a:pt x="5858" y="24725"/>
                </a:cubicBezTo>
                <a:cubicBezTo>
                  <a:pt x="7751" y="21035"/>
                  <a:pt x="10015" y="17681"/>
                  <a:pt x="12650" y="14663"/>
                </a:cubicBezTo>
                <a:cubicBezTo>
                  <a:pt x="15285" y="11644"/>
                  <a:pt x="18232" y="9044"/>
                  <a:pt x="21491" y="6864"/>
                </a:cubicBezTo>
                <a:cubicBezTo>
                  <a:pt x="24749" y="4684"/>
                  <a:pt x="28271" y="2995"/>
                  <a:pt x="32056" y="1797"/>
                </a:cubicBezTo>
                <a:cubicBezTo>
                  <a:pt x="35842" y="599"/>
                  <a:pt x="39819" y="0"/>
                  <a:pt x="43988" y="0"/>
                </a:cubicBezTo>
                <a:cubicBezTo>
                  <a:pt x="47485" y="0"/>
                  <a:pt x="50732" y="192"/>
                  <a:pt x="53727" y="575"/>
                </a:cubicBezTo>
                <a:cubicBezTo>
                  <a:pt x="56721" y="958"/>
                  <a:pt x="59824" y="1557"/>
                  <a:pt x="63034" y="2372"/>
                </a:cubicBezTo>
                <a:lnTo>
                  <a:pt x="59009" y="19981"/>
                </a:lnTo>
                <a:lnTo>
                  <a:pt x="50528" y="199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path-243">
            <a:extLst xmlns:a="http://schemas.openxmlformats.org/drawingml/2006/main">
              <a:ext uri="{FF2B5EF4-FFF2-40B4-BE49-F238E27FC236}">
                <a16:creationId xmlns:a16="http://schemas.microsoft.com/office/drawing/2014/main" id="{68D3AA19-D0EE-4A5E-A621-81A37ABA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6140" y="7431289"/>
            <a:ext cx="66600" cy="77925"/>
          </a:xfrm>
          <a:custGeom xmlns:a="http://schemas.openxmlformats.org/drawingml/2006/main">
            <a:pathLst>
              <a:path w="63825" h="74678">
                <a:moveTo>
                  <a:pt x="57859" y="58075"/>
                </a:moveTo>
                <a:cubicBezTo>
                  <a:pt x="52301" y="63585"/>
                  <a:pt x="46755" y="67730"/>
                  <a:pt x="41220" y="70509"/>
                </a:cubicBezTo>
                <a:cubicBezTo>
                  <a:pt x="35686" y="73289"/>
                  <a:pt x="29732" y="74678"/>
                  <a:pt x="23359" y="74678"/>
                </a:cubicBezTo>
                <a:cubicBezTo>
                  <a:pt x="19622" y="74678"/>
                  <a:pt x="16304" y="74115"/>
                  <a:pt x="13405" y="72989"/>
                </a:cubicBezTo>
                <a:cubicBezTo>
                  <a:pt x="10506" y="71863"/>
                  <a:pt x="8062" y="70222"/>
                  <a:pt x="6073" y="68066"/>
                </a:cubicBezTo>
                <a:cubicBezTo>
                  <a:pt x="4085" y="65909"/>
                  <a:pt x="2576" y="63286"/>
                  <a:pt x="1545" y="60195"/>
                </a:cubicBezTo>
                <a:cubicBezTo>
                  <a:pt x="515" y="57105"/>
                  <a:pt x="0" y="53619"/>
                  <a:pt x="0" y="49738"/>
                </a:cubicBezTo>
                <a:cubicBezTo>
                  <a:pt x="0" y="47006"/>
                  <a:pt x="240" y="44167"/>
                  <a:pt x="719" y="41220"/>
                </a:cubicBezTo>
                <a:cubicBezTo>
                  <a:pt x="1198" y="38273"/>
                  <a:pt x="1941" y="35327"/>
                  <a:pt x="2947" y="32380"/>
                </a:cubicBezTo>
                <a:cubicBezTo>
                  <a:pt x="3953" y="29433"/>
                  <a:pt x="5199" y="26558"/>
                  <a:pt x="6684" y="23755"/>
                </a:cubicBezTo>
                <a:cubicBezTo>
                  <a:pt x="8170" y="20952"/>
                  <a:pt x="9919" y="18328"/>
                  <a:pt x="11931" y="15884"/>
                </a:cubicBezTo>
                <a:cubicBezTo>
                  <a:pt x="15956" y="10901"/>
                  <a:pt x="20808" y="7008"/>
                  <a:pt x="26486" y="4205"/>
                </a:cubicBezTo>
                <a:cubicBezTo>
                  <a:pt x="32164" y="1402"/>
                  <a:pt x="38357" y="0"/>
                  <a:pt x="45066" y="0"/>
                </a:cubicBezTo>
                <a:cubicBezTo>
                  <a:pt x="51199" y="0"/>
                  <a:pt x="55859" y="1342"/>
                  <a:pt x="59045" y="4025"/>
                </a:cubicBezTo>
                <a:cubicBezTo>
                  <a:pt x="62232" y="6708"/>
                  <a:pt x="63825" y="10518"/>
                  <a:pt x="63825" y="15453"/>
                </a:cubicBezTo>
                <a:cubicBezTo>
                  <a:pt x="63825" y="32799"/>
                  <a:pt x="47414" y="41472"/>
                  <a:pt x="14591" y="41472"/>
                </a:cubicBezTo>
                <a:cubicBezTo>
                  <a:pt x="14351" y="42718"/>
                  <a:pt x="14159" y="44071"/>
                  <a:pt x="14016" y="45533"/>
                </a:cubicBezTo>
                <a:cubicBezTo>
                  <a:pt x="13872" y="46994"/>
                  <a:pt x="13800" y="48588"/>
                  <a:pt x="13800" y="50313"/>
                </a:cubicBezTo>
                <a:cubicBezTo>
                  <a:pt x="13800" y="55535"/>
                  <a:pt x="14866" y="59345"/>
                  <a:pt x="16998" y="61741"/>
                </a:cubicBezTo>
                <a:cubicBezTo>
                  <a:pt x="19131" y="64137"/>
                  <a:pt x="22449" y="65334"/>
                  <a:pt x="26953" y="65334"/>
                </a:cubicBezTo>
                <a:cubicBezTo>
                  <a:pt x="29301" y="65334"/>
                  <a:pt x="31529" y="65083"/>
                  <a:pt x="33638" y="64580"/>
                </a:cubicBezTo>
                <a:cubicBezTo>
                  <a:pt x="35746" y="64077"/>
                  <a:pt x="37818" y="63298"/>
                  <a:pt x="39855" y="62244"/>
                </a:cubicBezTo>
                <a:cubicBezTo>
                  <a:pt x="41891" y="61190"/>
                  <a:pt x="43940" y="59836"/>
                  <a:pt x="46000" y="58183"/>
                </a:cubicBezTo>
                <a:cubicBezTo>
                  <a:pt x="48060" y="56530"/>
                  <a:pt x="50217" y="54553"/>
                  <a:pt x="52469" y="52253"/>
                </a:cubicBezTo>
                <a:lnTo>
                  <a:pt x="57859" y="58075"/>
                </a:lnTo>
                <a:moveTo>
                  <a:pt x="16028" y="34500"/>
                </a:moveTo>
                <a:cubicBezTo>
                  <a:pt x="22114" y="34452"/>
                  <a:pt x="27348" y="33973"/>
                  <a:pt x="31733" y="33063"/>
                </a:cubicBezTo>
                <a:cubicBezTo>
                  <a:pt x="36117" y="32152"/>
                  <a:pt x="39711" y="30906"/>
                  <a:pt x="42514" y="29325"/>
                </a:cubicBezTo>
                <a:cubicBezTo>
                  <a:pt x="45317" y="27744"/>
                  <a:pt x="47378" y="25875"/>
                  <a:pt x="48695" y="23719"/>
                </a:cubicBezTo>
                <a:cubicBezTo>
                  <a:pt x="50013" y="21563"/>
                  <a:pt x="50672" y="19191"/>
                  <a:pt x="50672" y="16603"/>
                </a:cubicBezTo>
                <a:cubicBezTo>
                  <a:pt x="50672" y="13632"/>
                  <a:pt x="49929" y="11308"/>
                  <a:pt x="48444" y="9631"/>
                </a:cubicBezTo>
                <a:cubicBezTo>
                  <a:pt x="46958" y="7954"/>
                  <a:pt x="44802" y="7116"/>
                  <a:pt x="41975" y="7116"/>
                </a:cubicBezTo>
                <a:cubicBezTo>
                  <a:pt x="39340" y="7116"/>
                  <a:pt x="36740" y="7763"/>
                  <a:pt x="34177" y="9056"/>
                </a:cubicBezTo>
                <a:cubicBezTo>
                  <a:pt x="31613" y="10350"/>
                  <a:pt x="29193" y="12183"/>
                  <a:pt x="26917" y="14555"/>
                </a:cubicBezTo>
                <a:cubicBezTo>
                  <a:pt x="24641" y="16927"/>
                  <a:pt x="22569" y="19802"/>
                  <a:pt x="20700" y="23180"/>
                </a:cubicBezTo>
                <a:cubicBezTo>
                  <a:pt x="18831" y="26558"/>
                  <a:pt x="17274" y="30331"/>
                  <a:pt x="16028" y="345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path-244">
            <a:extLst xmlns:a="http://schemas.openxmlformats.org/drawingml/2006/main">
              <a:ext uri="{FF2B5EF4-FFF2-40B4-BE49-F238E27FC236}">
                <a16:creationId xmlns:a16="http://schemas.microsoft.com/office/drawing/2014/main" id="{CFD55B10-2EF8-4685-B9A5-4E3247F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1729" y="7342056"/>
            <a:ext cx="123200" cy="128500"/>
          </a:xfrm>
          <a:custGeom xmlns:a="http://schemas.openxmlformats.org/drawingml/2006/main">
            <a:pathLst>
              <a:path w="118067" h="123146">
                <a:moveTo>
                  <a:pt x="65838" y="67946"/>
                </a:moveTo>
                <a:lnTo>
                  <a:pt x="65838" y="123146"/>
                </a:lnTo>
                <a:lnTo>
                  <a:pt x="52229" y="123146"/>
                </a:lnTo>
                <a:lnTo>
                  <a:pt x="52229" y="67946"/>
                </a:lnTo>
                <a:lnTo>
                  <a:pt x="0" y="67946"/>
                </a:lnTo>
                <a:lnTo>
                  <a:pt x="0" y="55200"/>
                </a:lnTo>
                <a:lnTo>
                  <a:pt x="52229" y="55200"/>
                </a:lnTo>
                <a:lnTo>
                  <a:pt x="52229" y="0"/>
                </a:lnTo>
                <a:lnTo>
                  <a:pt x="65838" y="0"/>
                </a:lnTo>
                <a:lnTo>
                  <a:pt x="65838" y="55200"/>
                </a:lnTo>
                <a:lnTo>
                  <a:pt x="118067" y="55200"/>
                </a:lnTo>
                <a:lnTo>
                  <a:pt x="118067" y="67946"/>
                </a:lnTo>
                <a:lnTo>
                  <a:pt x="65838" y="679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path-245">
            <a:extLst xmlns:a="http://schemas.openxmlformats.org/drawingml/2006/main">
              <a:ext uri="{FF2B5EF4-FFF2-40B4-BE49-F238E27FC236}">
                <a16:creationId xmlns:a16="http://schemas.microsoft.com/office/drawing/2014/main" id="{0C3E50EB-C75E-4B7D-A35A-E6C71EC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4235" y="7367556"/>
            <a:ext cx="73000" cy="97300"/>
          </a:xfrm>
          <a:custGeom xmlns:a="http://schemas.openxmlformats.org/drawingml/2006/main">
            <a:pathLst>
              <a:path w="69958" h="93246">
                <a:moveTo>
                  <a:pt x="27217" y="17538"/>
                </a:moveTo>
                <a:lnTo>
                  <a:pt x="28558" y="17825"/>
                </a:lnTo>
                <a:cubicBezTo>
                  <a:pt x="32072" y="13544"/>
                  <a:pt x="35331" y="10174"/>
                  <a:pt x="38333" y="7715"/>
                </a:cubicBezTo>
                <a:cubicBezTo>
                  <a:pt x="41336" y="5255"/>
                  <a:pt x="44579" y="3354"/>
                  <a:pt x="48060" y="2013"/>
                </a:cubicBezTo>
                <a:cubicBezTo>
                  <a:pt x="51542" y="671"/>
                  <a:pt x="55488" y="0"/>
                  <a:pt x="59896" y="0"/>
                </a:cubicBezTo>
                <a:cubicBezTo>
                  <a:pt x="63601" y="0"/>
                  <a:pt x="66956" y="192"/>
                  <a:pt x="69958" y="575"/>
                </a:cubicBezTo>
                <a:lnTo>
                  <a:pt x="69958" y="22617"/>
                </a:lnTo>
                <a:lnTo>
                  <a:pt x="59129" y="22617"/>
                </a:lnTo>
                <a:cubicBezTo>
                  <a:pt x="57596" y="19167"/>
                  <a:pt x="55967" y="16659"/>
                  <a:pt x="54242" y="15094"/>
                </a:cubicBezTo>
                <a:cubicBezTo>
                  <a:pt x="52517" y="13528"/>
                  <a:pt x="50153" y="12746"/>
                  <a:pt x="47150" y="12746"/>
                </a:cubicBezTo>
                <a:cubicBezTo>
                  <a:pt x="44850" y="12746"/>
                  <a:pt x="42566" y="13417"/>
                  <a:pt x="40298" y="14758"/>
                </a:cubicBezTo>
                <a:cubicBezTo>
                  <a:pt x="38030" y="16100"/>
                  <a:pt x="35842" y="18049"/>
                  <a:pt x="33733" y="20604"/>
                </a:cubicBezTo>
                <a:cubicBezTo>
                  <a:pt x="31625" y="23160"/>
                  <a:pt x="30172" y="25556"/>
                  <a:pt x="29373" y="27792"/>
                </a:cubicBezTo>
                <a:cubicBezTo>
                  <a:pt x="28574" y="30028"/>
                  <a:pt x="28175" y="32679"/>
                  <a:pt x="28175" y="35746"/>
                </a:cubicBezTo>
                <a:lnTo>
                  <a:pt x="28175" y="69288"/>
                </a:lnTo>
                <a:cubicBezTo>
                  <a:pt x="28175" y="75101"/>
                  <a:pt x="28526" y="79110"/>
                  <a:pt x="29229" y="81315"/>
                </a:cubicBezTo>
                <a:cubicBezTo>
                  <a:pt x="29932" y="83519"/>
                  <a:pt x="31098" y="85132"/>
                  <a:pt x="32727" y="86154"/>
                </a:cubicBezTo>
                <a:cubicBezTo>
                  <a:pt x="34356" y="87176"/>
                  <a:pt x="36800" y="87975"/>
                  <a:pt x="40058" y="88550"/>
                </a:cubicBezTo>
                <a:lnTo>
                  <a:pt x="40058" y="93246"/>
                </a:lnTo>
                <a:lnTo>
                  <a:pt x="1438" y="93246"/>
                </a:lnTo>
                <a:lnTo>
                  <a:pt x="1438" y="88550"/>
                </a:lnTo>
                <a:cubicBezTo>
                  <a:pt x="3865" y="87783"/>
                  <a:pt x="5606" y="87113"/>
                  <a:pt x="6660" y="86538"/>
                </a:cubicBezTo>
                <a:cubicBezTo>
                  <a:pt x="7715" y="85963"/>
                  <a:pt x="8625" y="85164"/>
                  <a:pt x="9392" y="84142"/>
                </a:cubicBezTo>
                <a:cubicBezTo>
                  <a:pt x="10158" y="83119"/>
                  <a:pt x="10733" y="81554"/>
                  <a:pt x="11117" y="79446"/>
                </a:cubicBezTo>
                <a:cubicBezTo>
                  <a:pt x="11500" y="77338"/>
                  <a:pt x="11692" y="74047"/>
                  <a:pt x="11692" y="69575"/>
                </a:cubicBezTo>
                <a:lnTo>
                  <a:pt x="11692" y="27792"/>
                </a:lnTo>
                <a:cubicBezTo>
                  <a:pt x="11692" y="23703"/>
                  <a:pt x="11628" y="20413"/>
                  <a:pt x="11500" y="17921"/>
                </a:cubicBezTo>
                <a:cubicBezTo>
                  <a:pt x="11372" y="15429"/>
                  <a:pt x="10925" y="13433"/>
                  <a:pt x="10158" y="11931"/>
                </a:cubicBezTo>
                <a:cubicBezTo>
                  <a:pt x="9392" y="10430"/>
                  <a:pt x="8226" y="9312"/>
                  <a:pt x="6660" y="8577"/>
                </a:cubicBezTo>
                <a:cubicBezTo>
                  <a:pt x="5095" y="7842"/>
                  <a:pt x="2875" y="7219"/>
                  <a:pt x="0" y="6708"/>
                </a:cubicBezTo>
                <a:lnTo>
                  <a:pt x="0" y="1725"/>
                </a:lnTo>
                <a:lnTo>
                  <a:pt x="22425" y="767"/>
                </a:lnTo>
                <a:lnTo>
                  <a:pt x="28271" y="767"/>
                </a:lnTo>
                <a:lnTo>
                  <a:pt x="27217" y="17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path-246">
            <a:extLst xmlns:a="http://schemas.openxmlformats.org/drawingml/2006/main">
              <a:ext uri="{FF2B5EF4-FFF2-40B4-BE49-F238E27FC236}">
                <a16:creationId xmlns:a16="http://schemas.microsoft.com/office/drawing/2014/main" id="{ACA09738-EF02-4F91-87DE-4B212799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991" y="7431289"/>
            <a:ext cx="89625" cy="106725"/>
          </a:xfrm>
          <a:custGeom xmlns:a="http://schemas.openxmlformats.org/drawingml/2006/main">
            <a:pathLst>
              <a:path w="85891" h="102278">
                <a:moveTo>
                  <a:pt x="60950" y="55991"/>
                </a:moveTo>
                <a:cubicBezTo>
                  <a:pt x="58410" y="59297"/>
                  <a:pt x="55991" y="62136"/>
                  <a:pt x="53691" y="64508"/>
                </a:cubicBezTo>
                <a:cubicBezTo>
                  <a:pt x="51391" y="66880"/>
                  <a:pt x="49127" y="68820"/>
                  <a:pt x="46898" y="70330"/>
                </a:cubicBezTo>
                <a:cubicBezTo>
                  <a:pt x="44670" y="71839"/>
                  <a:pt x="42430" y="72941"/>
                  <a:pt x="40178" y="73636"/>
                </a:cubicBezTo>
                <a:cubicBezTo>
                  <a:pt x="37926" y="74331"/>
                  <a:pt x="35578" y="74678"/>
                  <a:pt x="33134" y="74678"/>
                </a:cubicBezTo>
                <a:cubicBezTo>
                  <a:pt x="27528" y="74678"/>
                  <a:pt x="23180" y="72642"/>
                  <a:pt x="20089" y="68569"/>
                </a:cubicBezTo>
                <a:cubicBezTo>
                  <a:pt x="16998" y="64496"/>
                  <a:pt x="15453" y="58530"/>
                  <a:pt x="15453" y="50672"/>
                </a:cubicBezTo>
                <a:cubicBezTo>
                  <a:pt x="15453" y="46216"/>
                  <a:pt x="15932" y="41855"/>
                  <a:pt x="16891" y="37591"/>
                </a:cubicBezTo>
                <a:cubicBezTo>
                  <a:pt x="17849" y="33326"/>
                  <a:pt x="19215" y="29301"/>
                  <a:pt x="20988" y="25516"/>
                </a:cubicBezTo>
                <a:cubicBezTo>
                  <a:pt x="22760" y="21730"/>
                  <a:pt x="24881" y="18268"/>
                  <a:pt x="27348" y="15130"/>
                </a:cubicBezTo>
                <a:cubicBezTo>
                  <a:pt x="29816" y="11991"/>
                  <a:pt x="32547" y="9296"/>
                  <a:pt x="35542" y="7044"/>
                </a:cubicBezTo>
                <a:cubicBezTo>
                  <a:pt x="38537" y="4792"/>
                  <a:pt x="41723" y="3055"/>
                  <a:pt x="45102" y="1833"/>
                </a:cubicBezTo>
                <a:cubicBezTo>
                  <a:pt x="48480" y="611"/>
                  <a:pt x="51990" y="0"/>
                  <a:pt x="55631" y="0"/>
                </a:cubicBezTo>
                <a:cubicBezTo>
                  <a:pt x="59369" y="0"/>
                  <a:pt x="62675" y="443"/>
                  <a:pt x="65550" y="1330"/>
                </a:cubicBezTo>
                <a:cubicBezTo>
                  <a:pt x="68425" y="2216"/>
                  <a:pt x="71037" y="3426"/>
                  <a:pt x="73384" y="4959"/>
                </a:cubicBezTo>
                <a:lnTo>
                  <a:pt x="80428" y="0"/>
                </a:lnTo>
                <a:lnTo>
                  <a:pt x="85891" y="1509"/>
                </a:lnTo>
                <a:cubicBezTo>
                  <a:pt x="84597" y="7643"/>
                  <a:pt x="83303" y="13692"/>
                  <a:pt x="82009" y="19658"/>
                </a:cubicBezTo>
                <a:cubicBezTo>
                  <a:pt x="80716" y="25623"/>
                  <a:pt x="79398" y="31673"/>
                  <a:pt x="78056" y="37806"/>
                </a:cubicBezTo>
                <a:cubicBezTo>
                  <a:pt x="76523" y="45042"/>
                  <a:pt x="75181" y="51714"/>
                  <a:pt x="74031" y="57823"/>
                </a:cubicBezTo>
                <a:cubicBezTo>
                  <a:pt x="72881" y="63933"/>
                  <a:pt x="71612" y="69359"/>
                  <a:pt x="70222" y="74103"/>
                </a:cubicBezTo>
                <a:cubicBezTo>
                  <a:pt x="68832" y="78847"/>
                  <a:pt x="67167" y="82944"/>
                  <a:pt x="65227" y="86394"/>
                </a:cubicBezTo>
                <a:cubicBezTo>
                  <a:pt x="63286" y="89844"/>
                  <a:pt x="60794" y="92719"/>
                  <a:pt x="57752" y="95019"/>
                </a:cubicBezTo>
                <a:cubicBezTo>
                  <a:pt x="54709" y="97319"/>
                  <a:pt x="50959" y="99092"/>
                  <a:pt x="46503" y="100338"/>
                </a:cubicBezTo>
                <a:cubicBezTo>
                  <a:pt x="42047" y="101583"/>
                  <a:pt x="36584" y="102230"/>
                  <a:pt x="30116" y="102278"/>
                </a:cubicBezTo>
                <a:cubicBezTo>
                  <a:pt x="20149" y="102278"/>
                  <a:pt x="12638" y="101068"/>
                  <a:pt x="7583" y="98649"/>
                </a:cubicBezTo>
                <a:cubicBezTo>
                  <a:pt x="2528" y="96229"/>
                  <a:pt x="0" y="92503"/>
                  <a:pt x="0" y="87472"/>
                </a:cubicBezTo>
                <a:cubicBezTo>
                  <a:pt x="0" y="86178"/>
                  <a:pt x="204" y="84956"/>
                  <a:pt x="611" y="83806"/>
                </a:cubicBezTo>
                <a:cubicBezTo>
                  <a:pt x="1018" y="82656"/>
                  <a:pt x="1653" y="81554"/>
                  <a:pt x="2516" y="80500"/>
                </a:cubicBezTo>
                <a:cubicBezTo>
                  <a:pt x="3378" y="79446"/>
                  <a:pt x="4492" y="78404"/>
                  <a:pt x="5858" y="77373"/>
                </a:cubicBezTo>
                <a:cubicBezTo>
                  <a:pt x="7223" y="76343"/>
                  <a:pt x="8841" y="75253"/>
                  <a:pt x="10709" y="74103"/>
                </a:cubicBezTo>
                <a:lnTo>
                  <a:pt x="17250" y="79063"/>
                </a:lnTo>
                <a:cubicBezTo>
                  <a:pt x="15573" y="80500"/>
                  <a:pt x="14435" y="81866"/>
                  <a:pt x="13836" y="83159"/>
                </a:cubicBezTo>
                <a:cubicBezTo>
                  <a:pt x="13237" y="84453"/>
                  <a:pt x="12938" y="85819"/>
                  <a:pt x="12938" y="87256"/>
                </a:cubicBezTo>
                <a:cubicBezTo>
                  <a:pt x="12938" y="89940"/>
                  <a:pt x="14303" y="91976"/>
                  <a:pt x="17034" y="93366"/>
                </a:cubicBezTo>
                <a:cubicBezTo>
                  <a:pt x="19766" y="94755"/>
                  <a:pt x="24030" y="95450"/>
                  <a:pt x="29828" y="95450"/>
                </a:cubicBezTo>
                <a:cubicBezTo>
                  <a:pt x="32799" y="95450"/>
                  <a:pt x="35482" y="95234"/>
                  <a:pt x="37878" y="94803"/>
                </a:cubicBezTo>
                <a:cubicBezTo>
                  <a:pt x="40274" y="94372"/>
                  <a:pt x="42466" y="93641"/>
                  <a:pt x="44455" y="92611"/>
                </a:cubicBezTo>
                <a:cubicBezTo>
                  <a:pt x="46443" y="91581"/>
                  <a:pt x="48252" y="90155"/>
                  <a:pt x="49881" y="88334"/>
                </a:cubicBezTo>
                <a:cubicBezTo>
                  <a:pt x="51510" y="86514"/>
                  <a:pt x="53020" y="84250"/>
                  <a:pt x="54409" y="81542"/>
                </a:cubicBezTo>
                <a:cubicBezTo>
                  <a:pt x="55799" y="78835"/>
                  <a:pt x="57117" y="75397"/>
                  <a:pt x="58363" y="71228"/>
                </a:cubicBezTo>
                <a:cubicBezTo>
                  <a:pt x="59608" y="67059"/>
                  <a:pt x="60830" y="62124"/>
                  <a:pt x="62028" y="56422"/>
                </a:cubicBezTo>
                <a:lnTo>
                  <a:pt x="60950" y="55991"/>
                </a:lnTo>
                <a:moveTo>
                  <a:pt x="65694" y="32703"/>
                </a:moveTo>
                <a:cubicBezTo>
                  <a:pt x="66221" y="29972"/>
                  <a:pt x="66736" y="27313"/>
                  <a:pt x="67239" y="24725"/>
                </a:cubicBezTo>
                <a:cubicBezTo>
                  <a:pt x="67742" y="22138"/>
                  <a:pt x="67994" y="19838"/>
                  <a:pt x="67994" y="17825"/>
                </a:cubicBezTo>
                <a:cubicBezTo>
                  <a:pt x="67994" y="13944"/>
                  <a:pt x="67083" y="11189"/>
                  <a:pt x="65263" y="9559"/>
                </a:cubicBezTo>
                <a:cubicBezTo>
                  <a:pt x="63442" y="7930"/>
                  <a:pt x="60663" y="7116"/>
                  <a:pt x="56925" y="7116"/>
                </a:cubicBezTo>
                <a:cubicBezTo>
                  <a:pt x="54146" y="7116"/>
                  <a:pt x="51534" y="7739"/>
                  <a:pt x="49091" y="8984"/>
                </a:cubicBezTo>
                <a:cubicBezTo>
                  <a:pt x="46647" y="10230"/>
                  <a:pt x="44419" y="11907"/>
                  <a:pt x="42406" y="14016"/>
                </a:cubicBezTo>
                <a:cubicBezTo>
                  <a:pt x="40394" y="16124"/>
                  <a:pt x="38597" y="18592"/>
                  <a:pt x="37016" y="21419"/>
                </a:cubicBezTo>
                <a:cubicBezTo>
                  <a:pt x="35434" y="24246"/>
                  <a:pt x="34105" y="27241"/>
                  <a:pt x="33027" y="30403"/>
                </a:cubicBezTo>
                <a:cubicBezTo>
                  <a:pt x="31948" y="33566"/>
                  <a:pt x="31122" y="36824"/>
                  <a:pt x="30547" y="40178"/>
                </a:cubicBezTo>
                <a:cubicBezTo>
                  <a:pt x="29972" y="43532"/>
                  <a:pt x="29684" y="46767"/>
                  <a:pt x="29684" y="49881"/>
                </a:cubicBezTo>
                <a:cubicBezTo>
                  <a:pt x="29684" y="60088"/>
                  <a:pt x="32775" y="65191"/>
                  <a:pt x="38956" y="65191"/>
                </a:cubicBezTo>
                <a:cubicBezTo>
                  <a:pt x="41544" y="65191"/>
                  <a:pt x="44119" y="64412"/>
                  <a:pt x="46683" y="62855"/>
                </a:cubicBezTo>
                <a:cubicBezTo>
                  <a:pt x="49246" y="61297"/>
                  <a:pt x="52014" y="58698"/>
                  <a:pt x="54984" y="55056"/>
                </a:cubicBezTo>
                <a:cubicBezTo>
                  <a:pt x="56566" y="53140"/>
                  <a:pt x="57931" y="51343"/>
                  <a:pt x="59081" y="49666"/>
                </a:cubicBezTo>
                <a:cubicBezTo>
                  <a:pt x="60231" y="47989"/>
                  <a:pt x="61214" y="46300"/>
                  <a:pt x="62028" y="44598"/>
                </a:cubicBezTo>
                <a:cubicBezTo>
                  <a:pt x="62843" y="42897"/>
                  <a:pt x="63538" y="41089"/>
                  <a:pt x="64113" y="39172"/>
                </a:cubicBezTo>
                <a:cubicBezTo>
                  <a:pt x="64688" y="37255"/>
                  <a:pt x="65215" y="35099"/>
                  <a:pt x="65694" y="32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path-247">
            <a:extLst xmlns:a="http://schemas.openxmlformats.org/drawingml/2006/main">
              <a:ext uri="{FF2B5EF4-FFF2-40B4-BE49-F238E27FC236}">
                <a16:creationId xmlns:a16="http://schemas.microsoft.com/office/drawing/2014/main" id="{D9DBC78E-D1A6-4512-9EBF-638D8D3C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236" y="7431289"/>
            <a:ext cx="75525" cy="76575"/>
          </a:xfrm>
          <a:custGeom xmlns:a="http://schemas.openxmlformats.org/drawingml/2006/main">
            <a:pathLst>
              <a:path w="72378" h="73384">
                <a:moveTo>
                  <a:pt x="19909" y="26522"/>
                </a:moveTo>
                <a:cubicBezTo>
                  <a:pt x="20580" y="23743"/>
                  <a:pt x="21047" y="21443"/>
                  <a:pt x="21311" y="19622"/>
                </a:cubicBezTo>
                <a:cubicBezTo>
                  <a:pt x="21574" y="17801"/>
                  <a:pt x="21706" y="16268"/>
                  <a:pt x="21706" y="15022"/>
                </a:cubicBezTo>
                <a:cubicBezTo>
                  <a:pt x="21706" y="11524"/>
                  <a:pt x="20293" y="9775"/>
                  <a:pt x="17466" y="9775"/>
                </a:cubicBezTo>
                <a:cubicBezTo>
                  <a:pt x="16555" y="9775"/>
                  <a:pt x="15657" y="9955"/>
                  <a:pt x="14770" y="10314"/>
                </a:cubicBezTo>
                <a:cubicBezTo>
                  <a:pt x="13884" y="10673"/>
                  <a:pt x="12961" y="11213"/>
                  <a:pt x="12003" y="11931"/>
                </a:cubicBezTo>
                <a:cubicBezTo>
                  <a:pt x="11045" y="12650"/>
                  <a:pt x="9991" y="13560"/>
                  <a:pt x="8841" y="14663"/>
                </a:cubicBezTo>
                <a:cubicBezTo>
                  <a:pt x="7691" y="15765"/>
                  <a:pt x="6397" y="17058"/>
                  <a:pt x="4959" y="18544"/>
                </a:cubicBezTo>
                <a:lnTo>
                  <a:pt x="0" y="13872"/>
                </a:lnTo>
                <a:cubicBezTo>
                  <a:pt x="2396" y="11428"/>
                  <a:pt x="4588" y="9332"/>
                  <a:pt x="6577" y="7583"/>
                </a:cubicBezTo>
                <a:cubicBezTo>
                  <a:pt x="8565" y="5834"/>
                  <a:pt x="10470" y="4396"/>
                  <a:pt x="12291" y="3270"/>
                </a:cubicBezTo>
                <a:cubicBezTo>
                  <a:pt x="14111" y="2144"/>
                  <a:pt x="15908" y="1318"/>
                  <a:pt x="17681" y="791"/>
                </a:cubicBezTo>
                <a:cubicBezTo>
                  <a:pt x="19454" y="264"/>
                  <a:pt x="21299" y="0"/>
                  <a:pt x="23216" y="0"/>
                </a:cubicBezTo>
                <a:cubicBezTo>
                  <a:pt x="26761" y="0"/>
                  <a:pt x="29505" y="1162"/>
                  <a:pt x="31445" y="3486"/>
                </a:cubicBezTo>
                <a:cubicBezTo>
                  <a:pt x="33386" y="5810"/>
                  <a:pt x="34356" y="8865"/>
                  <a:pt x="34356" y="12650"/>
                </a:cubicBezTo>
                <a:cubicBezTo>
                  <a:pt x="34356" y="14806"/>
                  <a:pt x="34021" y="16723"/>
                  <a:pt x="33350" y="18400"/>
                </a:cubicBezTo>
                <a:lnTo>
                  <a:pt x="34356" y="18831"/>
                </a:lnTo>
                <a:cubicBezTo>
                  <a:pt x="39196" y="12363"/>
                  <a:pt x="43904" y="7607"/>
                  <a:pt x="48480" y="4564"/>
                </a:cubicBezTo>
                <a:cubicBezTo>
                  <a:pt x="53056" y="1521"/>
                  <a:pt x="57764" y="0"/>
                  <a:pt x="62603" y="0"/>
                </a:cubicBezTo>
                <a:cubicBezTo>
                  <a:pt x="64424" y="0"/>
                  <a:pt x="66137" y="96"/>
                  <a:pt x="67742" y="288"/>
                </a:cubicBezTo>
                <a:cubicBezTo>
                  <a:pt x="69347" y="479"/>
                  <a:pt x="70893" y="719"/>
                  <a:pt x="72378" y="1006"/>
                </a:cubicBezTo>
                <a:lnTo>
                  <a:pt x="68713" y="18400"/>
                </a:lnTo>
                <a:lnTo>
                  <a:pt x="60375" y="18400"/>
                </a:lnTo>
                <a:cubicBezTo>
                  <a:pt x="60135" y="15525"/>
                  <a:pt x="59525" y="13465"/>
                  <a:pt x="58542" y="12219"/>
                </a:cubicBezTo>
                <a:cubicBezTo>
                  <a:pt x="57560" y="10973"/>
                  <a:pt x="56134" y="10350"/>
                  <a:pt x="54266" y="10350"/>
                </a:cubicBezTo>
                <a:cubicBezTo>
                  <a:pt x="53164" y="10302"/>
                  <a:pt x="51894" y="10638"/>
                  <a:pt x="50456" y="11356"/>
                </a:cubicBezTo>
                <a:cubicBezTo>
                  <a:pt x="49019" y="12075"/>
                  <a:pt x="47497" y="13105"/>
                  <a:pt x="45892" y="14447"/>
                </a:cubicBezTo>
                <a:cubicBezTo>
                  <a:pt x="44287" y="15789"/>
                  <a:pt x="42694" y="17370"/>
                  <a:pt x="41113" y="19191"/>
                </a:cubicBezTo>
                <a:cubicBezTo>
                  <a:pt x="39531" y="21011"/>
                  <a:pt x="38034" y="23000"/>
                  <a:pt x="36620" y="25156"/>
                </a:cubicBezTo>
                <a:cubicBezTo>
                  <a:pt x="35207" y="27313"/>
                  <a:pt x="33973" y="29601"/>
                  <a:pt x="32919" y="32020"/>
                </a:cubicBezTo>
                <a:cubicBezTo>
                  <a:pt x="31865" y="34440"/>
                  <a:pt x="31074" y="36872"/>
                  <a:pt x="30547" y="39316"/>
                </a:cubicBezTo>
                <a:lnTo>
                  <a:pt x="23216" y="73384"/>
                </a:lnTo>
                <a:lnTo>
                  <a:pt x="9128" y="73384"/>
                </a:lnTo>
                <a:lnTo>
                  <a:pt x="19909" y="26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path-248">
            <a:extLst xmlns:a="http://schemas.openxmlformats.org/drawingml/2006/main">
              <a:ext uri="{FF2B5EF4-FFF2-40B4-BE49-F238E27FC236}">
                <a16:creationId xmlns:a16="http://schemas.microsoft.com/office/drawing/2014/main" id="{8EA823A8-2D9F-4723-BB53-CFF47196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369" y="7431289"/>
            <a:ext cx="70950" cy="77925"/>
          </a:xfrm>
          <a:custGeom xmlns:a="http://schemas.openxmlformats.org/drawingml/2006/main">
            <a:pathLst>
              <a:path w="67994" h="74678">
                <a:moveTo>
                  <a:pt x="25588" y="74678"/>
                </a:moveTo>
                <a:cubicBezTo>
                  <a:pt x="21610" y="74678"/>
                  <a:pt x="18041" y="74079"/>
                  <a:pt x="14878" y="72881"/>
                </a:cubicBezTo>
                <a:cubicBezTo>
                  <a:pt x="11716" y="71683"/>
                  <a:pt x="9032" y="69958"/>
                  <a:pt x="6828" y="67706"/>
                </a:cubicBezTo>
                <a:cubicBezTo>
                  <a:pt x="4624" y="65454"/>
                  <a:pt x="2935" y="62735"/>
                  <a:pt x="1761" y="59548"/>
                </a:cubicBezTo>
                <a:cubicBezTo>
                  <a:pt x="587" y="56362"/>
                  <a:pt x="0" y="52756"/>
                  <a:pt x="0" y="48731"/>
                </a:cubicBezTo>
                <a:cubicBezTo>
                  <a:pt x="0" y="41927"/>
                  <a:pt x="1066" y="35566"/>
                  <a:pt x="3198" y="29648"/>
                </a:cubicBezTo>
                <a:cubicBezTo>
                  <a:pt x="5331" y="23731"/>
                  <a:pt x="8278" y="18580"/>
                  <a:pt x="12039" y="14195"/>
                </a:cubicBezTo>
                <a:cubicBezTo>
                  <a:pt x="15801" y="9811"/>
                  <a:pt x="20245" y="6349"/>
                  <a:pt x="25372" y="3809"/>
                </a:cubicBezTo>
                <a:cubicBezTo>
                  <a:pt x="30499" y="1270"/>
                  <a:pt x="36081" y="0"/>
                  <a:pt x="42119" y="0"/>
                </a:cubicBezTo>
                <a:cubicBezTo>
                  <a:pt x="46431" y="0"/>
                  <a:pt x="50205" y="695"/>
                  <a:pt x="53439" y="2084"/>
                </a:cubicBezTo>
                <a:cubicBezTo>
                  <a:pt x="56673" y="3474"/>
                  <a:pt x="59369" y="5355"/>
                  <a:pt x="61525" y="7727"/>
                </a:cubicBezTo>
                <a:cubicBezTo>
                  <a:pt x="63681" y="10098"/>
                  <a:pt x="65298" y="12890"/>
                  <a:pt x="66377" y="16100"/>
                </a:cubicBezTo>
                <a:cubicBezTo>
                  <a:pt x="67455" y="19310"/>
                  <a:pt x="67994" y="22736"/>
                  <a:pt x="67994" y="26378"/>
                </a:cubicBezTo>
                <a:cubicBezTo>
                  <a:pt x="67994" y="33661"/>
                  <a:pt x="66916" y="40262"/>
                  <a:pt x="64759" y="46180"/>
                </a:cubicBezTo>
                <a:cubicBezTo>
                  <a:pt x="62603" y="52097"/>
                  <a:pt x="59620" y="57177"/>
                  <a:pt x="55811" y="61417"/>
                </a:cubicBezTo>
                <a:cubicBezTo>
                  <a:pt x="52002" y="65658"/>
                  <a:pt x="47521" y="68928"/>
                  <a:pt x="42370" y="71228"/>
                </a:cubicBezTo>
                <a:cubicBezTo>
                  <a:pt x="37219" y="73528"/>
                  <a:pt x="31625" y="74678"/>
                  <a:pt x="25588" y="74678"/>
                </a:cubicBezTo>
                <a:moveTo>
                  <a:pt x="14159" y="51750"/>
                </a:moveTo>
                <a:cubicBezTo>
                  <a:pt x="14159" y="57260"/>
                  <a:pt x="15297" y="61321"/>
                  <a:pt x="17573" y="63933"/>
                </a:cubicBezTo>
                <a:cubicBezTo>
                  <a:pt x="19849" y="66544"/>
                  <a:pt x="23311" y="67850"/>
                  <a:pt x="27959" y="67850"/>
                </a:cubicBezTo>
                <a:cubicBezTo>
                  <a:pt x="30547" y="67850"/>
                  <a:pt x="32991" y="67215"/>
                  <a:pt x="35291" y="65945"/>
                </a:cubicBezTo>
                <a:cubicBezTo>
                  <a:pt x="37591" y="64676"/>
                  <a:pt x="39699" y="62963"/>
                  <a:pt x="41616" y="60806"/>
                </a:cubicBezTo>
                <a:cubicBezTo>
                  <a:pt x="43532" y="58650"/>
                  <a:pt x="45245" y="56122"/>
                  <a:pt x="46755" y="53223"/>
                </a:cubicBezTo>
                <a:cubicBezTo>
                  <a:pt x="48264" y="50325"/>
                  <a:pt x="49546" y="47222"/>
                  <a:pt x="50600" y="43916"/>
                </a:cubicBezTo>
                <a:cubicBezTo>
                  <a:pt x="51654" y="40609"/>
                  <a:pt x="52457" y="37195"/>
                  <a:pt x="53008" y="33673"/>
                </a:cubicBezTo>
                <a:cubicBezTo>
                  <a:pt x="53559" y="30152"/>
                  <a:pt x="53834" y="26714"/>
                  <a:pt x="53834" y="23359"/>
                </a:cubicBezTo>
                <a:cubicBezTo>
                  <a:pt x="53834" y="18041"/>
                  <a:pt x="52780" y="14004"/>
                  <a:pt x="50672" y="11248"/>
                </a:cubicBezTo>
                <a:cubicBezTo>
                  <a:pt x="48564" y="8493"/>
                  <a:pt x="45257" y="7116"/>
                  <a:pt x="40753" y="7116"/>
                </a:cubicBezTo>
                <a:cubicBezTo>
                  <a:pt x="38070" y="7116"/>
                  <a:pt x="35554" y="7715"/>
                  <a:pt x="33206" y="8913"/>
                </a:cubicBezTo>
                <a:cubicBezTo>
                  <a:pt x="30858" y="10110"/>
                  <a:pt x="28702" y="11764"/>
                  <a:pt x="26738" y="13872"/>
                </a:cubicBezTo>
                <a:cubicBezTo>
                  <a:pt x="24773" y="15980"/>
                  <a:pt x="23012" y="18472"/>
                  <a:pt x="21455" y="21347"/>
                </a:cubicBezTo>
                <a:cubicBezTo>
                  <a:pt x="19897" y="24222"/>
                  <a:pt x="18580" y="27313"/>
                  <a:pt x="17502" y="30619"/>
                </a:cubicBezTo>
                <a:cubicBezTo>
                  <a:pt x="16423" y="33925"/>
                  <a:pt x="15597" y="37375"/>
                  <a:pt x="15022" y="40969"/>
                </a:cubicBezTo>
                <a:cubicBezTo>
                  <a:pt x="14447" y="44563"/>
                  <a:pt x="14159" y="48156"/>
                  <a:pt x="14159" y="517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path-249">
            <a:extLst xmlns:a="http://schemas.openxmlformats.org/drawingml/2006/main">
              <a:ext uri="{FF2B5EF4-FFF2-40B4-BE49-F238E27FC236}">
                <a16:creationId xmlns:a16="http://schemas.microsoft.com/office/drawing/2014/main" id="{B6E86964-86F1-4C14-8943-1179250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377" y="7431289"/>
            <a:ext cx="93900" cy="77925"/>
          </a:xfrm>
          <a:custGeom xmlns:a="http://schemas.openxmlformats.org/drawingml/2006/main">
            <a:pathLst>
              <a:path w="89988" h="74678">
                <a:moveTo>
                  <a:pt x="55775" y="55847"/>
                </a:moveTo>
                <a:cubicBezTo>
                  <a:pt x="51031" y="62124"/>
                  <a:pt x="46419" y="66832"/>
                  <a:pt x="41939" y="69970"/>
                </a:cubicBezTo>
                <a:cubicBezTo>
                  <a:pt x="37459" y="73109"/>
                  <a:pt x="32799" y="74678"/>
                  <a:pt x="27959" y="74678"/>
                </a:cubicBezTo>
                <a:cubicBezTo>
                  <a:pt x="22880" y="74678"/>
                  <a:pt x="19059" y="73337"/>
                  <a:pt x="16495" y="70653"/>
                </a:cubicBezTo>
                <a:cubicBezTo>
                  <a:pt x="13932" y="67970"/>
                  <a:pt x="12650" y="64113"/>
                  <a:pt x="12650" y="59081"/>
                </a:cubicBezTo>
                <a:cubicBezTo>
                  <a:pt x="12650" y="57788"/>
                  <a:pt x="12878" y="55991"/>
                  <a:pt x="13333" y="53691"/>
                </a:cubicBezTo>
                <a:cubicBezTo>
                  <a:pt x="13788" y="51391"/>
                  <a:pt x="14351" y="48827"/>
                  <a:pt x="15022" y="46000"/>
                </a:cubicBezTo>
                <a:cubicBezTo>
                  <a:pt x="15693" y="43173"/>
                  <a:pt x="16411" y="40214"/>
                  <a:pt x="17178" y="37123"/>
                </a:cubicBezTo>
                <a:cubicBezTo>
                  <a:pt x="17945" y="34033"/>
                  <a:pt x="18664" y="31062"/>
                  <a:pt x="19334" y="28211"/>
                </a:cubicBezTo>
                <a:cubicBezTo>
                  <a:pt x="20005" y="25360"/>
                  <a:pt x="20568" y="22772"/>
                  <a:pt x="21023" y="20448"/>
                </a:cubicBezTo>
                <a:cubicBezTo>
                  <a:pt x="21479" y="18124"/>
                  <a:pt x="21706" y="16316"/>
                  <a:pt x="21706" y="15022"/>
                </a:cubicBezTo>
                <a:cubicBezTo>
                  <a:pt x="21706" y="11524"/>
                  <a:pt x="20269" y="9775"/>
                  <a:pt x="17394" y="9775"/>
                </a:cubicBezTo>
                <a:cubicBezTo>
                  <a:pt x="16483" y="9775"/>
                  <a:pt x="15597" y="9955"/>
                  <a:pt x="14734" y="10314"/>
                </a:cubicBezTo>
                <a:cubicBezTo>
                  <a:pt x="13872" y="10673"/>
                  <a:pt x="12949" y="11213"/>
                  <a:pt x="11967" y="11931"/>
                </a:cubicBezTo>
                <a:cubicBezTo>
                  <a:pt x="10985" y="12650"/>
                  <a:pt x="9919" y="13560"/>
                  <a:pt x="8769" y="14663"/>
                </a:cubicBezTo>
                <a:cubicBezTo>
                  <a:pt x="7619" y="15765"/>
                  <a:pt x="6325" y="17058"/>
                  <a:pt x="4888" y="18544"/>
                </a:cubicBezTo>
                <a:lnTo>
                  <a:pt x="0" y="13872"/>
                </a:lnTo>
                <a:cubicBezTo>
                  <a:pt x="2588" y="11284"/>
                  <a:pt x="4899" y="9104"/>
                  <a:pt x="6936" y="7331"/>
                </a:cubicBezTo>
                <a:cubicBezTo>
                  <a:pt x="8972" y="5558"/>
                  <a:pt x="10901" y="4133"/>
                  <a:pt x="12722" y="3055"/>
                </a:cubicBezTo>
                <a:cubicBezTo>
                  <a:pt x="14543" y="1977"/>
                  <a:pt x="16340" y="1198"/>
                  <a:pt x="18113" y="719"/>
                </a:cubicBezTo>
                <a:cubicBezTo>
                  <a:pt x="19885" y="240"/>
                  <a:pt x="21802" y="0"/>
                  <a:pt x="23863" y="0"/>
                </a:cubicBezTo>
                <a:cubicBezTo>
                  <a:pt x="27313" y="0"/>
                  <a:pt x="30068" y="1162"/>
                  <a:pt x="32128" y="3486"/>
                </a:cubicBezTo>
                <a:cubicBezTo>
                  <a:pt x="34189" y="5810"/>
                  <a:pt x="35219" y="8913"/>
                  <a:pt x="35219" y="12794"/>
                </a:cubicBezTo>
                <a:cubicBezTo>
                  <a:pt x="35219" y="14902"/>
                  <a:pt x="35027" y="17250"/>
                  <a:pt x="34644" y="19838"/>
                </a:cubicBezTo>
                <a:cubicBezTo>
                  <a:pt x="34260" y="22425"/>
                  <a:pt x="33614" y="25324"/>
                  <a:pt x="32703" y="28534"/>
                </a:cubicBezTo>
                <a:cubicBezTo>
                  <a:pt x="30882" y="35099"/>
                  <a:pt x="29445" y="40849"/>
                  <a:pt x="28391" y="45784"/>
                </a:cubicBezTo>
                <a:cubicBezTo>
                  <a:pt x="27336" y="50720"/>
                  <a:pt x="26809" y="54338"/>
                  <a:pt x="26809" y="56638"/>
                </a:cubicBezTo>
                <a:cubicBezTo>
                  <a:pt x="26809" y="59513"/>
                  <a:pt x="27372" y="61657"/>
                  <a:pt x="28498" y="63070"/>
                </a:cubicBezTo>
                <a:cubicBezTo>
                  <a:pt x="29625" y="64484"/>
                  <a:pt x="31433" y="65191"/>
                  <a:pt x="33925" y="65191"/>
                </a:cubicBezTo>
                <a:cubicBezTo>
                  <a:pt x="36177" y="65191"/>
                  <a:pt x="38585" y="64352"/>
                  <a:pt x="41148" y="62675"/>
                </a:cubicBezTo>
                <a:cubicBezTo>
                  <a:pt x="43712" y="60998"/>
                  <a:pt x="46168" y="58830"/>
                  <a:pt x="48516" y="56170"/>
                </a:cubicBezTo>
                <a:cubicBezTo>
                  <a:pt x="50864" y="53511"/>
                  <a:pt x="52960" y="50540"/>
                  <a:pt x="54805" y="47258"/>
                </a:cubicBezTo>
                <a:cubicBezTo>
                  <a:pt x="56650" y="43976"/>
                  <a:pt x="58003" y="40729"/>
                  <a:pt x="58866" y="37519"/>
                </a:cubicBezTo>
                <a:lnTo>
                  <a:pt x="66772" y="1509"/>
                </a:lnTo>
                <a:lnTo>
                  <a:pt x="80931" y="1509"/>
                </a:lnTo>
                <a:lnTo>
                  <a:pt x="69863" y="48444"/>
                </a:lnTo>
                <a:cubicBezTo>
                  <a:pt x="69288" y="50888"/>
                  <a:pt x="68880" y="53068"/>
                  <a:pt x="68641" y="54984"/>
                </a:cubicBezTo>
                <a:cubicBezTo>
                  <a:pt x="68401" y="56901"/>
                  <a:pt x="68281" y="58530"/>
                  <a:pt x="68281" y="59872"/>
                </a:cubicBezTo>
                <a:cubicBezTo>
                  <a:pt x="68281" y="61693"/>
                  <a:pt x="68617" y="63010"/>
                  <a:pt x="69288" y="63825"/>
                </a:cubicBezTo>
                <a:cubicBezTo>
                  <a:pt x="69958" y="64640"/>
                  <a:pt x="71037" y="65047"/>
                  <a:pt x="72522" y="65047"/>
                </a:cubicBezTo>
                <a:cubicBezTo>
                  <a:pt x="73432" y="65047"/>
                  <a:pt x="74319" y="64879"/>
                  <a:pt x="75181" y="64544"/>
                </a:cubicBezTo>
                <a:cubicBezTo>
                  <a:pt x="76044" y="64208"/>
                  <a:pt x="76966" y="63681"/>
                  <a:pt x="77948" y="62963"/>
                </a:cubicBezTo>
                <a:cubicBezTo>
                  <a:pt x="78931" y="62244"/>
                  <a:pt x="79997" y="61321"/>
                  <a:pt x="81147" y="60195"/>
                </a:cubicBezTo>
                <a:cubicBezTo>
                  <a:pt x="82297" y="59069"/>
                  <a:pt x="83591" y="57716"/>
                  <a:pt x="85028" y="56134"/>
                </a:cubicBezTo>
                <a:lnTo>
                  <a:pt x="89988" y="60878"/>
                </a:lnTo>
                <a:cubicBezTo>
                  <a:pt x="87592" y="63322"/>
                  <a:pt x="85388" y="65418"/>
                  <a:pt x="83375" y="67167"/>
                </a:cubicBezTo>
                <a:cubicBezTo>
                  <a:pt x="81363" y="68916"/>
                  <a:pt x="79446" y="70354"/>
                  <a:pt x="77625" y="71480"/>
                </a:cubicBezTo>
                <a:cubicBezTo>
                  <a:pt x="75804" y="72606"/>
                  <a:pt x="73995" y="73420"/>
                  <a:pt x="72198" y="73923"/>
                </a:cubicBezTo>
                <a:cubicBezTo>
                  <a:pt x="70402" y="74427"/>
                  <a:pt x="68545" y="74678"/>
                  <a:pt x="66628" y="74678"/>
                </a:cubicBezTo>
                <a:cubicBezTo>
                  <a:pt x="63178" y="74678"/>
                  <a:pt x="60483" y="73564"/>
                  <a:pt x="58542" y="71336"/>
                </a:cubicBezTo>
                <a:cubicBezTo>
                  <a:pt x="56602" y="69108"/>
                  <a:pt x="55631" y="66053"/>
                  <a:pt x="55631" y="62172"/>
                </a:cubicBezTo>
                <a:cubicBezTo>
                  <a:pt x="55631" y="61166"/>
                  <a:pt x="55703" y="60147"/>
                  <a:pt x="55847" y="59117"/>
                </a:cubicBezTo>
                <a:cubicBezTo>
                  <a:pt x="55991" y="58087"/>
                  <a:pt x="56254" y="57093"/>
                  <a:pt x="56638" y="56134"/>
                </a:cubicBezTo>
                <a:lnTo>
                  <a:pt x="55775" y="55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path-250">
            <a:extLst xmlns:a="http://schemas.openxmlformats.org/drawingml/2006/main">
              <a:ext uri="{FF2B5EF4-FFF2-40B4-BE49-F238E27FC236}">
                <a16:creationId xmlns:a16="http://schemas.microsoft.com/office/drawing/2014/main" id="{116153A3-030D-449C-B7FD-3FF8C0A2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8336" y="7431289"/>
            <a:ext cx="93900" cy="77925"/>
          </a:xfrm>
          <a:custGeom xmlns:a="http://schemas.openxmlformats.org/drawingml/2006/main">
            <a:pathLst>
              <a:path w="89988" h="74678">
                <a:moveTo>
                  <a:pt x="34213" y="19047"/>
                </a:moveTo>
                <a:cubicBezTo>
                  <a:pt x="38860" y="12674"/>
                  <a:pt x="43448" y="7906"/>
                  <a:pt x="47977" y="4744"/>
                </a:cubicBezTo>
                <a:cubicBezTo>
                  <a:pt x="52505" y="1581"/>
                  <a:pt x="57189" y="0"/>
                  <a:pt x="62028" y="0"/>
                </a:cubicBezTo>
                <a:cubicBezTo>
                  <a:pt x="67107" y="0"/>
                  <a:pt x="70905" y="1366"/>
                  <a:pt x="73420" y="4097"/>
                </a:cubicBezTo>
                <a:cubicBezTo>
                  <a:pt x="75936" y="6828"/>
                  <a:pt x="77194" y="10661"/>
                  <a:pt x="77194" y="15597"/>
                </a:cubicBezTo>
                <a:cubicBezTo>
                  <a:pt x="77194" y="17082"/>
                  <a:pt x="76978" y="19143"/>
                  <a:pt x="76547" y="21778"/>
                </a:cubicBezTo>
                <a:cubicBezTo>
                  <a:pt x="76116" y="24414"/>
                  <a:pt x="75565" y="27289"/>
                  <a:pt x="74894" y="30403"/>
                </a:cubicBezTo>
                <a:cubicBezTo>
                  <a:pt x="74223" y="33518"/>
                  <a:pt x="73504" y="36716"/>
                  <a:pt x="72738" y="39998"/>
                </a:cubicBezTo>
                <a:cubicBezTo>
                  <a:pt x="71971" y="43281"/>
                  <a:pt x="71252" y="46311"/>
                  <a:pt x="70581" y="49091"/>
                </a:cubicBezTo>
                <a:cubicBezTo>
                  <a:pt x="69910" y="51870"/>
                  <a:pt x="69359" y="54242"/>
                  <a:pt x="68928" y="56206"/>
                </a:cubicBezTo>
                <a:cubicBezTo>
                  <a:pt x="68497" y="58171"/>
                  <a:pt x="68281" y="59393"/>
                  <a:pt x="68281" y="59872"/>
                </a:cubicBezTo>
                <a:cubicBezTo>
                  <a:pt x="68281" y="61693"/>
                  <a:pt x="68617" y="63010"/>
                  <a:pt x="69288" y="63825"/>
                </a:cubicBezTo>
                <a:cubicBezTo>
                  <a:pt x="69958" y="64640"/>
                  <a:pt x="71037" y="65047"/>
                  <a:pt x="72522" y="65047"/>
                </a:cubicBezTo>
                <a:cubicBezTo>
                  <a:pt x="73432" y="65047"/>
                  <a:pt x="74331" y="64879"/>
                  <a:pt x="75217" y="64544"/>
                </a:cubicBezTo>
                <a:cubicBezTo>
                  <a:pt x="76104" y="64208"/>
                  <a:pt x="77026" y="63681"/>
                  <a:pt x="77984" y="62963"/>
                </a:cubicBezTo>
                <a:cubicBezTo>
                  <a:pt x="78943" y="62244"/>
                  <a:pt x="79997" y="61321"/>
                  <a:pt x="81147" y="60195"/>
                </a:cubicBezTo>
                <a:cubicBezTo>
                  <a:pt x="82297" y="59069"/>
                  <a:pt x="83591" y="57716"/>
                  <a:pt x="85028" y="56134"/>
                </a:cubicBezTo>
                <a:lnTo>
                  <a:pt x="89988" y="60878"/>
                </a:lnTo>
                <a:cubicBezTo>
                  <a:pt x="87640" y="63274"/>
                  <a:pt x="85483" y="65334"/>
                  <a:pt x="83519" y="67059"/>
                </a:cubicBezTo>
                <a:cubicBezTo>
                  <a:pt x="81554" y="68784"/>
                  <a:pt x="79650" y="70210"/>
                  <a:pt x="77805" y="71336"/>
                </a:cubicBezTo>
                <a:cubicBezTo>
                  <a:pt x="75960" y="72462"/>
                  <a:pt x="74127" y="73301"/>
                  <a:pt x="72306" y="73852"/>
                </a:cubicBezTo>
                <a:cubicBezTo>
                  <a:pt x="70485" y="74403"/>
                  <a:pt x="68545" y="74678"/>
                  <a:pt x="66484" y="74678"/>
                </a:cubicBezTo>
                <a:cubicBezTo>
                  <a:pt x="64759" y="74678"/>
                  <a:pt x="63166" y="74343"/>
                  <a:pt x="61705" y="73672"/>
                </a:cubicBezTo>
                <a:cubicBezTo>
                  <a:pt x="60243" y="73001"/>
                  <a:pt x="58985" y="72079"/>
                  <a:pt x="57931" y="70905"/>
                </a:cubicBezTo>
                <a:cubicBezTo>
                  <a:pt x="56877" y="69731"/>
                  <a:pt x="56063" y="68341"/>
                  <a:pt x="55488" y="66736"/>
                </a:cubicBezTo>
                <a:cubicBezTo>
                  <a:pt x="54913" y="65131"/>
                  <a:pt x="54625" y="63370"/>
                  <a:pt x="54625" y="61453"/>
                </a:cubicBezTo>
                <a:cubicBezTo>
                  <a:pt x="54625" y="59537"/>
                  <a:pt x="54829" y="57296"/>
                  <a:pt x="55236" y="54733"/>
                </a:cubicBezTo>
                <a:cubicBezTo>
                  <a:pt x="55643" y="52169"/>
                  <a:pt x="56254" y="49354"/>
                  <a:pt x="57069" y="46288"/>
                </a:cubicBezTo>
                <a:cubicBezTo>
                  <a:pt x="57931" y="43173"/>
                  <a:pt x="58734" y="40190"/>
                  <a:pt x="59477" y="37339"/>
                </a:cubicBezTo>
                <a:cubicBezTo>
                  <a:pt x="60219" y="34488"/>
                  <a:pt x="60866" y="31853"/>
                  <a:pt x="61417" y="29433"/>
                </a:cubicBezTo>
                <a:cubicBezTo>
                  <a:pt x="61968" y="27013"/>
                  <a:pt x="62400" y="24857"/>
                  <a:pt x="62711" y="22964"/>
                </a:cubicBezTo>
                <a:cubicBezTo>
                  <a:pt x="63022" y="21071"/>
                  <a:pt x="63178" y="19502"/>
                  <a:pt x="63178" y="18256"/>
                </a:cubicBezTo>
                <a:cubicBezTo>
                  <a:pt x="63178" y="15285"/>
                  <a:pt x="62615" y="13105"/>
                  <a:pt x="61489" y="11716"/>
                </a:cubicBezTo>
                <a:cubicBezTo>
                  <a:pt x="60363" y="10326"/>
                  <a:pt x="58554" y="9631"/>
                  <a:pt x="56063" y="9631"/>
                </a:cubicBezTo>
                <a:cubicBezTo>
                  <a:pt x="54625" y="9631"/>
                  <a:pt x="53080" y="10003"/>
                  <a:pt x="51427" y="10745"/>
                </a:cubicBezTo>
                <a:cubicBezTo>
                  <a:pt x="49773" y="11488"/>
                  <a:pt x="48108" y="12518"/>
                  <a:pt x="46431" y="13836"/>
                </a:cubicBezTo>
                <a:cubicBezTo>
                  <a:pt x="44754" y="15154"/>
                  <a:pt x="43113" y="16711"/>
                  <a:pt x="41508" y="18508"/>
                </a:cubicBezTo>
                <a:cubicBezTo>
                  <a:pt x="39903" y="20305"/>
                  <a:pt x="38429" y="22221"/>
                  <a:pt x="37088" y="24258"/>
                </a:cubicBezTo>
                <a:cubicBezTo>
                  <a:pt x="35746" y="26294"/>
                  <a:pt x="34560" y="28427"/>
                  <a:pt x="33530" y="30655"/>
                </a:cubicBezTo>
                <a:cubicBezTo>
                  <a:pt x="32500" y="32883"/>
                  <a:pt x="31745" y="35099"/>
                  <a:pt x="31266" y="37303"/>
                </a:cubicBezTo>
                <a:lnTo>
                  <a:pt x="23216" y="73384"/>
                </a:lnTo>
                <a:lnTo>
                  <a:pt x="9128" y="73384"/>
                </a:lnTo>
                <a:lnTo>
                  <a:pt x="19909" y="26522"/>
                </a:lnTo>
                <a:cubicBezTo>
                  <a:pt x="20532" y="24030"/>
                  <a:pt x="20988" y="21802"/>
                  <a:pt x="21275" y="19838"/>
                </a:cubicBezTo>
                <a:cubicBezTo>
                  <a:pt x="21563" y="17873"/>
                  <a:pt x="21706" y="16268"/>
                  <a:pt x="21706" y="15022"/>
                </a:cubicBezTo>
                <a:cubicBezTo>
                  <a:pt x="21706" y="11524"/>
                  <a:pt x="20293" y="9775"/>
                  <a:pt x="17466" y="9775"/>
                </a:cubicBezTo>
                <a:cubicBezTo>
                  <a:pt x="16603" y="9775"/>
                  <a:pt x="15729" y="9955"/>
                  <a:pt x="14842" y="10314"/>
                </a:cubicBezTo>
                <a:cubicBezTo>
                  <a:pt x="13956" y="10673"/>
                  <a:pt x="13021" y="11213"/>
                  <a:pt x="12039" y="11931"/>
                </a:cubicBezTo>
                <a:cubicBezTo>
                  <a:pt x="11057" y="12650"/>
                  <a:pt x="9991" y="13560"/>
                  <a:pt x="8841" y="14663"/>
                </a:cubicBezTo>
                <a:cubicBezTo>
                  <a:pt x="7691" y="15765"/>
                  <a:pt x="6397" y="17058"/>
                  <a:pt x="4959" y="18544"/>
                </a:cubicBezTo>
                <a:lnTo>
                  <a:pt x="0" y="13872"/>
                </a:lnTo>
                <a:cubicBezTo>
                  <a:pt x="2396" y="11428"/>
                  <a:pt x="4588" y="9332"/>
                  <a:pt x="6577" y="7583"/>
                </a:cubicBezTo>
                <a:cubicBezTo>
                  <a:pt x="8565" y="5834"/>
                  <a:pt x="10458" y="4396"/>
                  <a:pt x="12255" y="3270"/>
                </a:cubicBezTo>
                <a:cubicBezTo>
                  <a:pt x="14052" y="2144"/>
                  <a:pt x="15836" y="1318"/>
                  <a:pt x="17609" y="791"/>
                </a:cubicBezTo>
                <a:cubicBezTo>
                  <a:pt x="19382" y="264"/>
                  <a:pt x="21251" y="0"/>
                  <a:pt x="23216" y="0"/>
                </a:cubicBezTo>
                <a:cubicBezTo>
                  <a:pt x="26761" y="0"/>
                  <a:pt x="29505" y="1162"/>
                  <a:pt x="31445" y="3486"/>
                </a:cubicBezTo>
                <a:cubicBezTo>
                  <a:pt x="33386" y="5810"/>
                  <a:pt x="34356" y="8865"/>
                  <a:pt x="34356" y="12650"/>
                </a:cubicBezTo>
                <a:cubicBezTo>
                  <a:pt x="34356" y="13608"/>
                  <a:pt x="34272" y="14615"/>
                  <a:pt x="34105" y="15669"/>
                </a:cubicBezTo>
                <a:cubicBezTo>
                  <a:pt x="33937" y="16723"/>
                  <a:pt x="33638" y="17729"/>
                  <a:pt x="33206" y="18688"/>
                </a:cubicBezTo>
                <a:lnTo>
                  <a:pt x="34213" y="190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path-251">
            <a:extLst xmlns:a="http://schemas.openxmlformats.org/drawingml/2006/main">
              <a:ext uri="{FF2B5EF4-FFF2-40B4-BE49-F238E27FC236}">
                <a16:creationId xmlns:a16="http://schemas.microsoft.com/office/drawing/2014/main" id="{A39D3841-B630-4379-A546-33F70573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2519" y="7405489"/>
            <a:ext cx="83475" cy="103725"/>
          </a:xfrm>
          <a:custGeom xmlns:a="http://schemas.openxmlformats.org/drawingml/2006/main">
            <a:pathLst>
              <a:path w="79997" h="99403">
                <a:moveTo>
                  <a:pt x="60088" y="73313"/>
                </a:moveTo>
                <a:cubicBezTo>
                  <a:pt x="59417" y="76140"/>
                  <a:pt x="58973" y="78392"/>
                  <a:pt x="58758" y="80069"/>
                </a:cubicBezTo>
                <a:cubicBezTo>
                  <a:pt x="58542" y="81746"/>
                  <a:pt x="58434" y="83255"/>
                  <a:pt x="58434" y="84597"/>
                </a:cubicBezTo>
                <a:cubicBezTo>
                  <a:pt x="58434" y="86418"/>
                  <a:pt x="58806" y="87735"/>
                  <a:pt x="59548" y="88550"/>
                </a:cubicBezTo>
                <a:cubicBezTo>
                  <a:pt x="60291" y="89365"/>
                  <a:pt x="61357" y="89772"/>
                  <a:pt x="62747" y="89772"/>
                </a:cubicBezTo>
                <a:cubicBezTo>
                  <a:pt x="63609" y="89772"/>
                  <a:pt x="64460" y="89604"/>
                  <a:pt x="65298" y="89269"/>
                </a:cubicBezTo>
                <a:cubicBezTo>
                  <a:pt x="66137" y="88933"/>
                  <a:pt x="67047" y="88406"/>
                  <a:pt x="68030" y="87688"/>
                </a:cubicBezTo>
                <a:cubicBezTo>
                  <a:pt x="69012" y="86969"/>
                  <a:pt x="70090" y="86046"/>
                  <a:pt x="71264" y="84920"/>
                </a:cubicBezTo>
                <a:cubicBezTo>
                  <a:pt x="72438" y="83794"/>
                  <a:pt x="73768" y="82441"/>
                  <a:pt x="75253" y="80859"/>
                </a:cubicBezTo>
                <a:cubicBezTo>
                  <a:pt x="76020" y="81674"/>
                  <a:pt x="76810" y="82477"/>
                  <a:pt x="77625" y="83267"/>
                </a:cubicBezTo>
                <a:cubicBezTo>
                  <a:pt x="78440" y="84058"/>
                  <a:pt x="79230" y="84837"/>
                  <a:pt x="79997" y="85603"/>
                </a:cubicBezTo>
                <a:cubicBezTo>
                  <a:pt x="77601" y="88047"/>
                  <a:pt x="75421" y="90143"/>
                  <a:pt x="73456" y="91892"/>
                </a:cubicBezTo>
                <a:cubicBezTo>
                  <a:pt x="71492" y="93641"/>
                  <a:pt x="69587" y="95079"/>
                  <a:pt x="67742" y="96205"/>
                </a:cubicBezTo>
                <a:cubicBezTo>
                  <a:pt x="65897" y="97331"/>
                  <a:pt x="64089" y="98145"/>
                  <a:pt x="62316" y="98649"/>
                </a:cubicBezTo>
                <a:cubicBezTo>
                  <a:pt x="60543" y="99152"/>
                  <a:pt x="58698" y="99403"/>
                  <a:pt x="56781" y="99403"/>
                </a:cubicBezTo>
                <a:cubicBezTo>
                  <a:pt x="53331" y="99403"/>
                  <a:pt x="50648" y="98289"/>
                  <a:pt x="48731" y="96061"/>
                </a:cubicBezTo>
                <a:cubicBezTo>
                  <a:pt x="46815" y="93833"/>
                  <a:pt x="45856" y="90778"/>
                  <a:pt x="45856" y="86897"/>
                </a:cubicBezTo>
                <a:cubicBezTo>
                  <a:pt x="45856" y="84741"/>
                  <a:pt x="46192" y="82680"/>
                  <a:pt x="46863" y="80716"/>
                </a:cubicBezTo>
                <a:lnTo>
                  <a:pt x="45856" y="80284"/>
                </a:lnTo>
                <a:cubicBezTo>
                  <a:pt x="43413" y="83687"/>
                  <a:pt x="41041" y="86585"/>
                  <a:pt x="38741" y="88981"/>
                </a:cubicBezTo>
                <a:cubicBezTo>
                  <a:pt x="36441" y="91377"/>
                  <a:pt x="34165" y="93354"/>
                  <a:pt x="31913" y="94911"/>
                </a:cubicBezTo>
                <a:cubicBezTo>
                  <a:pt x="29660" y="96468"/>
                  <a:pt x="27384" y="97606"/>
                  <a:pt x="25084" y="98325"/>
                </a:cubicBezTo>
                <a:cubicBezTo>
                  <a:pt x="22784" y="99044"/>
                  <a:pt x="20389" y="99403"/>
                  <a:pt x="17897" y="99403"/>
                </a:cubicBezTo>
                <a:cubicBezTo>
                  <a:pt x="12195" y="99403"/>
                  <a:pt x="7786" y="97355"/>
                  <a:pt x="4672" y="93258"/>
                </a:cubicBezTo>
                <a:cubicBezTo>
                  <a:pt x="1557" y="89161"/>
                  <a:pt x="0" y="83207"/>
                  <a:pt x="0" y="75397"/>
                </a:cubicBezTo>
                <a:cubicBezTo>
                  <a:pt x="0" y="70749"/>
                  <a:pt x="491" y="66281"/>
                  <a:pt x="1473" y="61992"/>
                </a:cubicBezTo>
                <a:cubicBezTo>
                  <a:pt x="2456" y="57704"/>
                  <a:pt x="3845" y="53679"/>
                  <a:pt x="5642" y="49917"/>
                </a:cubicBezTo>
                <a:cubicBezTo>
                  <a:pt x="7439" y="46156"/>
                  <a:pt x="9583" y="42730"/>
                  <a:pt x="12075" y="39639"/>
                </a:cubicBezTo>
                <a:cubicBezTo>
                  <a:pt x="14567" y="36548"/>
                  <a:pt x="17298" y="33901"/>
                  <a:pt x="20269" y="31697"/>
                </a:cubicBezTo>
                <a:cubicBezTo>
                  <a:pt x="23240" y="29493"/>
                  <a:pt x="26402" y="27780"/>
                  <a:pt x="29756" y="26558"/>
                </a:cubicBezTo>
                <a:cubicBezTo>
                  <a:pt x="33110" y="25336"/>
                  <a:pt x="36584" y="24725"/>
                  <a:pt x="40178" y="24725"/>
                </a:cubicBezTo>
                <a:cubicBezTo>
                  <a:pt x="43341" y="24725"/>
                  <a:pt x="46240" y="25036"/>
                  <a:pt x="48875" y="25659"/>
                </a:cubicBezTo>
                <a:cubicBezTo>
                  <a:pt x="51510" y="26282"/>
                  <a:pt x="54026" y="27528"/>
                  <a:pt x="56422" y="29397"/>
                </a:cubicBezTo>
                <a:cubicBezTo>
                  <a:pt x="57237" y="26378"/>
                  <a:pt x="57883" y="23803"/>
                  <a:pt x="58363" y="21670"/>
                </a:cubicBezTo>
                <a:cubicBezTo>
                  <a:pt x="58842" y="19538"/>
                  <a:pt x="59237" y="17573"/>
                  <a:pt x="59548" y="15777"/>
                </a:cubicBezTo>
                <a:cubicBezTo>
                  <a:pt x="59860" y="13980"/>
                  <a:pt x="60016" y="12482"/>
                  <a:pt x="60016" y="11284"/>
                </a:cubicBezTo>
                <a:cubicBezTo>
                  <a:pt x="60016" y="10278"/>
                  <a:pt x="59884" y="9440"/>
                  <a:pt x="59620" y="8769"/>
                </a:cubicBezTo>
                <a:cubicBezTo>
                  <a:pt x="59357" y="8098"/>
                  <a:pt x="58890" y="7547"/>
                  <a:pt x="58219" y="7116"/>
                </a:cubicBezTo>
                <a:cubicBezTo>
                  <a:pt x="57548" y="6684"/>
                  <a:pt x="56602" y="6373"/>
                  <a:pt x="55380" y="6181"/>
                </a:cubicBezTo>
                <a:cubicBezTo>
                  <a:pt x="54158" y="5990"/>
                  <a:pt x="52613" y="5846"/>
                  <a:pt x="50744" y="5750"/>
                </a:cubicBezTo>
                <a:lnTo>
                  <a:pt x="51678" y="862"/>
                </a:lnTo>
                <a:lnTo>
                  <a:pt x="73097" y="0"/>
                </a:lnTo>
                <a:lnTo>
                  <a:pt x="76763" y="0"/>
                </a:lnTo>
                <a:lnTo>
                  <a:pt x="60088" y="73313"/>
                </a:lnTo>
                <a:moveTo>
                  <a:pt x="50384" y="57428"/>
                </a:moveTo>
                <a:cubicBezTo>
                  <a:pt x="50911" y="54841"/>
                  <a:pt x="51391" y="52253"/>
                  <a:pt x="51822" y="49666"/>
                </a:cubicBezTo>
                <a:cubicBezTo>
                  <a:pt x="52253" y="47078"/>
                  <a:pt x="52469" y="44706"/>
                  <a:pt x="52469" y="42550"/>
                </a:cubicBezTo>
                <a:cubicBezTo>
                  <a:pt x="52469" y="38669"/>
                  <a:pt x="51594" y="35914"/>
                  <a:pt x="49845" y="34284"/>
                </a:cubicBezTo>
                <a:cubicBezTo>
                  <a:pt x="48096" y="32655"/>
                  <a:pt x="45305" y="31841"/>
                  <a:pt x="41472" y="31841"/>
                </a:cubicBezTo>
                <a:cubicBezTo>
                  <a:pt x="38645" y="31841"/>
                  <a:pt x="36021" y="32452"/>
                  <a:pt x="33602" y="33673"/>
                </a:cubicBezTo>
                <a:cubicBezTo>
                  <a:pt x="31182" y="34895"/>
                  <a:pt x="28966" y="36572"/>
                  <a:pt x="26953" y="38705"/>
                </a:cubicBezTo>
                <a:cubicBezTo>
                  <a:pt x="24941" y="40837"/>
                  <a:pt x="23144" y="43305"/>
                  <a:pt x="21563" y="46108"/>
                </a:cubicBezTo>
                <a:cubicBezTo>
                  <a:pt x="19981" y="48911"/>
                  <a:pt x="18652" y="51906"/>
                  <a:pt x="17573" y="55092"/>
                </a:cubicBezTo>
                <a:cubicBezTo>
                  <a:pt x="16495" y="58279"/>
                  <a:pt x="15681" y="61537"/>
                  <a:pt x="15130" y="64867"/>
                </a:cubicBezTo>
                <a:cubicBezTo>
                  <a:pt x="14579" y="68197"/>
                  <a:pt x="14303" y="71444"/>
                  <a:pt x="14303" y="74606"/>
                </a:cubicBezTo>
                <a:cubicBezTo>
                  <a:pt x="14303" y="79781"/>
                  <a:pt x="15034" y="83627"/>
                  <a:pt x="16495" y="86142"/>
                </a:cubicBezTo>
                <a:cubicBezTo>
                  <a:pt x="17957" y="88658"/>
                  <a:pt x="20317" y="89916"/>
                  <a:pt x="23575" y="89916"/>
                </a:cubicBezTo>
                <a:cubicBezTo>
                  <a:pt x="25779" y="89916"/>
                  <a:pt x="28223" y="89173"/>
                  <a:pt x="30906" y="87688"/>
                </a:cubicBezTo>
                <a:cubicBezTo>
                  <a:pt x="33590" y="86202"/>
                  <a:pt x="36189" y="84058"/>
                  <a:pt x="38705" y="81255"/>
                </a:cubicBezTo>
                <a:cubicBezTo>
                  <a:pt x="41220" y="78452"/>
                  <a:pt x="43532" y="75038"/>
                  <a:pt x="45641" y="71013"/>
                </a:cubicBezTo>
                <a:cubicBezTo>
                  <a:pt x="47749" y="66988"/>
                  <a:pt x="49330" y="62459"/>
                  <a:pt x="50384" y="574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path-252">
            <a:extLst xmlns:a="http://schemas.openxmlformats.org/drawingml/2006/main">
              <a:ext uri="{FF2B5EF4-FFF2-40B4-BE49-F238E27FC236}">
                <a16:creationId xmlns:a16="http://schemas.microsoft.com/office/drawing/2014/main" id="{7AA40BD2-AE23-40CE-B5A0-26E1D274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19457" y="7348491"/>
            <a:ext cx="99575" cy="119438"/>
          </a:xfrm>
          <a:custGeom xmlns:a="http://schemas.openxmlformats.org/drawingml/2006/main">
            <a:pathLst>
              <a:path w="95426" h="114461">
                <a:moveTo>
                  <a:pt x="64316" y="62555"/>
                </a:moveTo>
                <a:cubicBezTo>
                  <a:pt x="67000" y="64568"/>
                  <a:pt x="69166" y="66972"/>
                  <a:pt x="70815" y="69767"/>
                </a:cubicBezTo>
                <a:cubicBezTo>
                  <a:pt x="72464" y="72562"/>
                  <a:pt x="73792" y="76447"/>
                  <a:pt x="74798" y="81422"/>
                </a:cubicBezTo>
                <a:lnTo>
                  <a:pt x="76727" y="91150"/>
                </a:lnTo>
                <a:cubicBezTo>
                  <a:pt x="77342" y="94224"/>
                  <a:pt x="78040" y="96991"/>
                  <a:pt x="78823" y="99451"/>
                </a:cubicBezTo>
                <a:cubicBezTo>
                  <a:pt x="79606" y="101911"/>
                  <a:pt x="80542" y="103867"/>
                  <a:pt x="81632" y="105321"/>
                </a:cubicBezTo>
                <a:cubicBezTo>
                  <a:pt x="82722" y="106774"/>
                  <a:pt x="83952" y="107864"/>
                  <a:pt x="85322" y="108591"/>
                </a:cubicBezTo>
                <a:cubicBezTo>
                  <a:pt x="86691" y="109318"/>
                  <a:pt x="88690" y="109905"/>
                  <a:pt x="91317" y="110352"/>
                </a:cubicBezTo>
                <a:lnTo>
                  <a:pt x="90479" y="114461"/>
                </a:lnTo>
                <a:lnTo>
                  <a:pt x="67251" y="114461"/>
                </a:lnTo>
                <a:cubicBezTo>
                  <a:pt x="65462" y="109486"/>
                  <a:pt x="63869" y="103560"/>
                  <a:pt x="62471" y="96684"/>
                </a:cubicBezTo>
                <a:lnTo>
                  <a:pt x="58782" y="78907"/>
                </a:lnTo>
                <a:cubicBezTo>
                  <a:pt x="58167" y="75832"/>
                  <a:pt x="57426" y="73247"/>
                  <a:pt x="56560" y="71150"/>
                </a:cubicBezTo>
                <a:cubicBezTo>
                  <a:pt x="55693" y="69054"/>
                  <a:pt x="54659" y="67433"/>
                  <a:pt x="53457" y="66287"/>
                </a:cubicBezTo>
                <a:cubicBezTo>
                  <a:pt x="52255" y="65141"/>
                  <a:pt x="50858" y="64386"/>
                  <a:pt x="49264" y="64023"/>
                </a:cubicBezTo>
                <a:cubicBezTo>
                  <a:pt x="47671" y="63659"/>
                  <a:pt x="45729" y="63478"/>
                  <a:pt x="43436" y="63478"/>
                </a:cubicBezTo>
                <a:lnTo>
                  <a:pt x="33877" y="63478"/>
                </a:lnTo>
                <a:lnTo>
                  <a:pt x="28007" y="90059"/>
                </a:lnTo>
                <a:cubicBezTo>
                  <a:pt x="27504" y="92240"/>
                  <a:pt x="27155" y="93973"/>
                  <a:pt x="26959" y="95258"/>
                </a:cubicBezTo>
                <a:cubicBezTo>
                  <a:pt x="26763" y="96544"/>
                  <a:pt x="26596" y="97900"/>
                  <a:pt x="26456" y="99325"/>
                </a:cubicBezTo>
                <a:cubicBezTo>
                  <a:pt x="26316" y="100751"/>
                  <a:pt x="26246" y="102023"/>
                  <a:pt x="26246" y="103141"/>
                </a:cubicBezTo>
                <a:cubicBezTo>
                  <a:pt x="26246" y="104874"/>
                  <a:pt x="26526" y="106229"/>
                  <a:pt x="27085" y="107208"/>
                </a:cubicBezTo>
                <a:cubicBezTo>
                  <a:pt x="27644" y="108186"/>
                  <a:pt x="28482" y="108899"/>
                  <a:pt x="29601" y="109346"/>
                </a:cubicBezTo>
                <a:cubicBezTo>
                  <a:pt x="30719" y="109793"/>
                  <a:pt x="32647" y="110129"/>
                  <a:pt x="35386" y="110352"/>
                </a:cubicBezTo>
                <a:lnTo>
                  <a:pt x="34464" y="114461"/>
                </a:lnTo>
                <a:lnTo>
                  <a:pt x="0" y="114461"/>
                </a:lnTo>
                <a:lnTo>
                  <a:pt x="922" y="110352"/>
                </a:lnTo>
                <a:cubicBezTo>
                  <a:pt x="3047" y="110017"/>
                  <a:pt x="4640" y="109472"/>
                  <a:pt x="5702" y="108717"/>
                </a:cubicBezTo>
                <a:cubicBezTo>
                  <a:pt x="6764" y="107962"/>
                  <a:pt x="7659" y="106914"/>
                  <a:pt x="8385" y="105572"/>
                </a:cubicBezTo>
                <a:cubicBezTo>
                  <a:pt x="9112" y="104231"/>
                  <a:pt x="9783" y="102596"/>
                  <a:pt x="10398" y="100667"/>
                </a:cubicBezTo>
                <a:cubicBezTo>
                  <a:pt x="11013" y="98738"/>
                  <a:pt x="11935" y="95007"/>
                  <a:pt x="13165" y="89472"/>
                </a:cubicBezTo>
                <a:lnTo>
                  <a:pt x="27420" y="24905"/>
                </a:lnTo>
                <a:cubicBezTo>
                  <a:pt x="28650" y="19314"/>
                  <a:pt x="29265" y="14898"/>
                  <a:pt x="29265" y="11656"/>
                </a:cubicBezTo>
                <a:cubicBezTo>
                  <a:pt x="29265" y="8917"/>
                  <a:pt x="28622" y="7016"/>
                  <a:pt x="27336" y="5954"/>
                </a:cubicBezTo>
                <a:cubicBezTo>
                  <a:pt x="26051" y="4892"/>
                  <a:pt x="23954" y="4277"/>
                  <a:pt x="21047" y="4109"/>
                </a:cubicBezTo>
                <a:lnTo>
                  <a:pt x="21970" y="0"/>
                </a:lnTo>
                <a:lnTo>
                  <a:pt x="59285" y="0"/>
                </a:lnTo>
                <a:cubicBezTo>
                  <a:pt x="65211" y="0"/>
                  <a:pt x="70046" y="349"/>
                  <a:pt x="73792" y="1048"/>
                </a:cubicBezTo>
                <a:cubicBezTo>
                  <a:pt x="77537" y="1747"/>
                  <a:pt x="80738" y="2795"/>
                  <a:pt x="83393" y="4193"/>
                </a:cubicBezTo>
                <a:cubicBezTo>
                  <a:pt x="86048" y="5590"/>
                  <a:pt x="88271" y="7393"/>
                  <a:pt x="90059" y="9601"/>
                </a:cubicBezTo>
                <a:cubicBezTo>
                  <a:pt x="91848" y="11809"/>
                  <a:pt x="93190" y="14297"/>
                  <a:pt x="94084" y="17064"/>
                </a:cubicBezTo>
                <a:cubicBezTo>
                  <a:pt x="94979" y="19832"/>
                  <a:pt x="95426" y="22780"/>
                  <a:pt x="95426" y="25911"/>
                </a:cubicBezTo>
                <a:cubicBezTo>
                  <a:pt x="95426" y="34520"/>
                  <a:pt x="92799" y="41843"/>
                  <a:pt x="87544" y="47881"/>
                </a:cubicBezTo>
                <a:cubicBezTo>
                  <a:pt x="82289" y="53918"/>
                  <a:pt x="74546" y="58502"/>
                  <a:pt x="64316" y="61633"/>
                </a:cubicBezTo>
                <a:lnTo>
                  <a:pt x="64316" y="62555"/>
                </a:lnTo>
                <a:moveTo>
                  <a:pt x="45365" y="56266"/>
                </a:moveTo>
                <a:cubicBezTo>
                  <a:pt x="53471" y="56266"/>
                  <a:pt x="59872" y="55176"/>
                  <a:pt x="64568" y="52996"/>
                </a:cubicBezTo>
                <a:cubicBezTo>
                  <a:pt x="69264" y="50816"/>
                  <a:pt x="72981" y="47238"/>
                  <a:pt x="75720" y="42263"/>
                </a:cubicBezTo>
                <a:cubicBezTo>
                  <a:pt x="78460" y="37287"/>
                  <a:pt x="79829" y="31921"/>
                  <a:pt x="79829" y="26163"/>
                </a:cubicBezTo>
                <a:cubicBezTo>
                  <a:pt x="79829" y="23759"/>
                  <a:pt x="79606" y="21620"/>
                  <a:pt x="79158" y="19748"/>
                </a:cubicBezTo>
                <a:cubicBezTo>
                  <a:pt x="78711" y="17875"/>
                  <a:pt x="78124" y="16324"/>
                  <a:pt x="77397" y="15094"/>
                </a:cubicBezTo>
                <a:cubicBezTo>
                  <a:pt x="76671" y="13864"/>
                  <a:pt x="75748" y="12774"/>
                  <a:pt x="74630" y="11823"/>
                </a:cubicBezTo>
                <a:cubicBezTo>
                  <a:pt x="73512" y="10873"/>
                  <a:pt x="72115" y="10049"/>
                  <a:pt x="70438" y="9350"/>
                </a:cubicBezTo>
                <a:cubicBezTo>
                  <a:pt x="68760" y="8651"/>
                  <a:pt x="66818" y="8148"/>
                  <a:pt x="64610" y="7840"/>
                </a:cubicBezTo>
                <a:cubicBezTo>
                  <a:pt x="62402" y="7533"/>
                  <a:pt x="59397" y="7379"/>
                  <a:pt x="55595" y="7379"/>
                </a:cubicBezTo>
                <a:cubicBezTo>
                  <a:pt x="52633" y="7379"/>
                  <a:pt x="49502" y="7491"/>
                  <a:pt x="46204" y="7715"/>
                </a:cubicBezTo>
                <a:lnTo>
                  <a:pt x="35470" y="56266"/>
                </a:lnTo>
                <a:lnTo>
                  <a:pt x="45365" y="56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path-253">
            <a:extLst xmlns:a="http://schemas.openxmlformats.org/drawingml/2006/main">
              <a:ext uri="{FF2B5EF4-FFF2-40B4-BE49-F238E27FC236}">
                <a16:creationId xmlns:a16="http://schemas.microsoft.com/office/drawing/2014/main" id="{4EEA2DF4-8E82-4604-B61D-65F8C921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6146" y="7392766"/>
            <a:ext cx="111475" cy="47950"/>
          </a:xfrm>
          <a:custGeom xmlns:a="http://schemas.openxmlformats.org/drawingml/2006/main">
            <a:pathLst>
              <a:path w="106830" h="45952">
                <a:moveTo>
                  <a:pt x="0" y="11153"/>
                </a:moveTo>
                <a:lnTo>
                  <a:pt x="0" y="0"/>
                </a:lnTo>
                <a:lnTo>
                  <a:pt x="103308" y="0"/>
                </a:lnTo>
                <a:lnTo>
                  <a:pt x="103308" y="11153"/>
                </a:lnTo>
                <a:lnTo>
                  <a:pt x="0" y="11153"/>
                </a:lnTo>
                <a:moveTo>
                  <a:pt x="0" y="45952"/>
                </a:moveTo>
                <a:lnTo>
                  <a:pt x="0" y="34800"/>
                </a:lnTo>
                <a:lnTo>
                  <a:pt x="103308" y="34800"/>
                </a:lnTo>
                <a:lnTo>
                  <a:pt x="103308" y="45952"/>
                </a:lnTo>
                <a:lnTo>
                  <a:pt x="0" y="45952"/>
                </a:lnTo>
                <a:moveTo>
                  <a:pt x="106830" y="22976"/>
                </a:moveTo>
                <a:lnTo>
                  <a:pt x="106830" y="22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path-254">
            <a:extLst xmlns:a="http://schemas.openxmlformats.org/drawingml/2006/main">
              <a:ext uri="{FF2B5EF4-FFF2-40B4-BE49-F238E27FC236}">
                <a16:creationId xmlns:a16="http://schemas.microsoft.com/office/drawing/2014/main" id="{ABEF254A-C39B-4C3B-ABC8-C7B01A29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7889" y="7348491"/>
            <a:ext cx="100713" cy="119438"/>
          </a:xfrm>
          <a:custGeom xmlns:a="http://schemas.openxmlformats.org/drawingml/2006/main">
            <a:pathLst>
              <a:path w="96516" h="114461">
                <a:moveTo>
                  <a:pt x="25576" y="64735"/>
                </a:moveTo>
                <a:lnTo>
                  <a:pt x="25576" y="93246"/>
                </a:lnTo>
                <a:cubicBezTo>
                  <a:pt x="25576" y="97271"/>
                  <a:pt x="25729" y="100192"/>
                  <a:pt x="26037" y="102009"/>
                </a:cubicBezTo>
                <a:cubicBezTo>
                  <a:pt x="26344" y="103826"/>
                  <a:pt x="26805" y="105195"/>
                  <a:pt x="27420" y="106118"/>
                </a:cubicBezTo>
                <a:cubicBezTo>
                  <a:pt x="28035" y="107040"/>
                  <a:pt x="28874" y="107795"/>
                  <a:pt x="29936" y="108382"/>
                </a:cubicBezTo>
                <a:cubicBezTo>
                  <a:pt x="30998" y="108969"/>
                  <a:pt x="32815" y="109625"/>
                  <a:pt x="35386" y="110352"/>
                </a:cubicBezTo>
                <a:lnTo>
                  <a:pt x="35386" y="114461"/>
                </a:lnTo>
                <a:lnTo>
                  <a:pt x="0" y="114461"/>
                </a:lnTo>
                <a:lnTo>
                  <a:pt x="0" y="110352"/>
                </a:lnTo>
                <a:cubicBezTo>
                  <a:pt x="3466" y="109458"/>
                  <a:pt x="5786" y="108465"/>
                  <a:pt x="6960" y="107375"/>
                </a:cubicBezTo>
                <a:cubicBezTo>
                  <a:pt x="8134" y="106285"/>
                  <a:pt x="8903" y="104734"/>
                  <a:pt x="9266" y="102721"/>
                </a:cubicBezTo>
                <a:cubicBezTo>
                  <a:pt x="9629" y="100709"/>
                  <a:pt x="9811" y="97634"/>
                  <a:pt x="9811" y="93497"/>
                </a:cubicBezTo>
                <a:lnTo>
                  <a:pt x="9811" y="20964"/>
                </a:lnTo>
                <a:cubicBezTo>
                  <a:pt x="9811" y="17106"/>
                  <a:pt x="9671" y="14297"/>
                  <a:pt x="9392" y="12536"/>
                </a:cubicBezTo>
                <a:cubicBezTo>
                  <a:pt x="9112" y="10775"/>
                  <a:pt x="8651" y="9406"/>
                  <a:pt x="8008" y="8427"/>
                </a:cubicBezTo>
                <a:cubicBezTo>
                  <a:pt x="7365" y="7449"/>
                  <a:pt x="6513" y="6666"/>
                  <a:pt x="5451" y="6079"/>
                </a:cubicBezTo>
                <a:cubicBezTo>
                  <a:pt x="4388" y="5492"/>
                  <a:pt x="2572" y="4836"/>
                  <a:pt x="0" y="4109"/>
                </a:cubicBezTo>
                <a:lnTo>
                  <a:pt x="0" y="0"/>
                </a:lnTo>
                <a:lnTo>
                  <a:pt x="41508" y="0"/>
                </a:lnTo>
                <a:cubicBezTo>
                  <a:pt x="54589" y="0"/>
                  <a:pt x="64372" y="2376"/>
                  <a:pt x="70857" y="7128"/>
                </a:cubicBezTo>
                <a:cubicBezTo>
                  <a:pt x="77342" y="11879"/>
                  <a:pt x="80584" y="19259"/>
                  <a:pt x="80584" y="29265"/>
                </a:cubicBezTo>
                <a:cubicBezTo>
                  <a:pt x="80584" y="36924"/>
                  <a:pt x="78474" y="43436"/>
                  <a:pt x="74253" y="48803"/>
                </a:cubicBezTo>
                <a:cubicBezTo>
                  <a:pt x="70032" y="54170"/>
                  <a:pt x="63701" y="58363"/>
                  <a:pt x="55260" y="61381"/>
                </a:cubicBezTo>
                <a:lnTo>
                  <a:pt x="55260" y="62052"/>
                </a:lnTo>
                <a:cubicBezTo>
                  <a:pt x="58670" y="63450"/>
                  <a:pt x="61591" y="65448"/>
                  <a:pt x="64023" y="68048"/>
                </a:cubicBezTo>
                <a:cubicBezTo>
                  <a:pt x="66454" y="70647"/>
                  <a:pt x="69152" y="74686"/>
                  <a:pt x="72115" y="80165"/>
                </a:cubicBezTo>
                <a:lnTo>
                  <a:pt x="79662" y="93917"/>
                </a:lnTo>
                <a:cubicBezTo>
                  <a:pt x="81842" y="97942"/>
                  <a:pt x="83714" y="101016"/>
                  <a:pt x="85280" y="103141"/>
                </a:cubicBezTo>
                <a:cubicBezTo>
                  <a:pt x="86845" y="105265"/>
                  <a:pt x="88438" y="106886"/>
                  <a:pt x="90059" y="108004"/>
                </a:cubicBezTo>
                <a:cubicBezTo>
                  <a:pt x="91681" y="109122"/>
                  <a:pt x="93833" y="109905"/>
                  <a:pt x="96516" y="110352"/>
                </a:cubicBezTo>
                <a:lnTo>
                  <a:pt x="96516" y="114461"/>
                </a:lnTo>
                <a:lnTo>
                  <a:pt x="73289" y="114461"/>
                </a:lnTo>
                <a:cubicBezTo>
                  <a:pt x="71164" y="111498"/>
                  <a:pt x="69152" y="108312"/>
                  <a:pt x="67251" y="104902"/>
                </a:cubicBezTo>
                <a:cubicBezTo>
                  <a:pt x="65350" y="101492"/>
                  <a:pt x="63478" y="98026"/>
                  <a:pt x="61633" y="94504"/>
                </a:cubicBezTo>
                <a:lnTo>
                  <a:pt x="54254" y="80500"/>
                </a:lnTo>
                <a:cubicBezTo>
                  <a:pt x="52018" y="76251"/>
                  <a:pt x="50187" y="73121"/>
                  <a:pt x="48761" y="71108"/>
                </a:cubicBezTo>
                <a:cubicBezTo>
                  <a:pt x="47336" y="69096"/>
                  <a:pt x="46022" y="67684"/>
                  <a:pt x="44820" y="66874"/>
                </a:cubicBezTo>
                <a:cubicBezTo>
                  <a:pt x="43618" y="66063"/>
                  <a:pt x="42332" y="65504"/>
                  <a:pt x="40963" y="65197"/>
                </a:cubicBezTo>
                <a:cubicBezTo>
                  <a:pt x="39593" y="64889"/>
                  <a:pt x="37539" y="64735"/>
                  <a:pt x="34800" y="64735"/>
                </a:cubicBezTo>
                <a:lnTo>
                  <a:pt x="25576" y="64735"/>
                </a:lnTo>
                <a:moveTo>
                  <a:pt x="25576" y="7715"/>
                </a:moveTo>
                <a:lnTo>
                  <a:pt x="25576" y="57524"/>
                </a:lnTo>
                <a:lnTo>
                  <a:pt x="35051" y="57524"/>
                </a:lnTo>
                <a:cubicBezTo>
                  <a:pt x="39915" y="57524"/>
                  <a:pt x="43856" y="57175"/>
                  <a:pt x="46875" y="56476"/>
                </a:cubicBezTo>
                <a:cubicBezTo>
                  <a:pt x="49893" y="55777"/>
                  <a:pt x="52688" y="54449"/>
                  <a:pt x="55260" y="52493"/>
                </a:cubicBezTo>
                <a:cubicBezTo>
                  <a:pt x="57831" y="50536"/>
                  <a:pt x="59886" y="47811"/>
                  <a:pt x="61423" y="44317"/>
                </a:cubicBezTo>
                <a:cubicBezTo>
                  <a:pt x="62961" y="40823"/>
                  <a:pt x="63729" y="36532"/>
                  <a:pt x="63729" y="31445"/>
                </a:cubicBezTo>
                <a:cubicBezTo>
                  <a:pt x="63729" y="26135"/>
                  <a:pt x="62821" y="21718"/>
                  <a:pt x="61004" y="18196"/>
                </a:cubicBezTo>
                <a:cubicBezTo>
                  <a:pt x="59187" y="14674"/>
                  <a:pt x="56434" y="11991"/>
                  <a:pt x="52744" y="10146"/>
                </a:cubicBezTo>
                <a:cubicBezTo>
                  <a:pt x="49055" y="8302"/>
                  <a:pt x="44079" y="7379"/>
                  <a:pt x="37818" y="7379"/>
                </a:cubicBezTo>
                <a:cubicBezTo>
                  <a:pt x="32787" y="7379"/>
                  <a:pt x="28706" y="7491"/>
                  <a:pt x="25576" y="7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path-255">
            <a:extLst xmlns:a="http://schemas.openxmlformats.org/drawingml/2006/main">
              <a:ext uri="{FF2B5EF4-FFF2-40B4-BE49-F238E27FC236}">
                <a16:creationId xmlns:a16="http://schemas.microsoft.com/office/drawing/2014/main" id="{7A70CA71-F1E2-4309-8F0F-25E400E0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6275" y="7417417"/>
            <a:ext cx="73250" cy="112250"/>
          </a:xfrm>
          <a:custGeom xmlns:a="http://schemas.openxmlformats.org/drawingml/2006/main">
            <a:pathLst>
              <a:path w="70198" h="107573">
                <a:moveTo>
                  <a:pt x="30008" y="81818"/>
                </a:moveTo>
                <a:cubicBezTo>
                  <a:pt x="28131" y="90563"/>
                  <a:pt x="25086" y="97041"/>
                  <a:pt x="20874" y="101254"/>
                </a:cubicBezTo>
                <a:cubicBezTo>
                  <a:pt x="16661" y="105467"/>
                  <a:pt x="11041" y="107573"/>
                  <a:pt x="4013" y="107573"/>
                </a:cubicBezTo>
                <a:cubicBezTo>
                  <a:pt x="2176" y="107573"/>
                  <a:pt x="839" y="107453"/>
                  <a:pt x="0" y="107214"/>
                </a:cubicBezTo>
                <a:cubicBezTo>
                  <a:pt x="240" y="106215"/>
                  <a:pt x="459" y="105187"/>
                  <a:pt x="659" y="104129"/>
                </a:cubicBezTo>
                <a:cubicBezTo>
                  <a:pt x="859" y="103071"/>
                  <a:pt x="1098" y="102043"/>
                  <a:pt x="1378" y="101044"/>
                </a:cubicBezTo>
                <a:cubicBezTo>
                  <a:pt x="1617" y="101124"/>
                  <a:pt x="1957" y="101164"/>
                  <a:pt x="2396" y="101164"/>
                </a:cubicBezTo>
                <a:cubicBezTo>
                  <a:pt x="2835" y="101164"/>
                  <a:pt x="3454" y="101164"/>
                  <a:pt x="4253" y="101164"/>
                </a:cubicBezTo>
                <a:cubicBezTo>
                  <a:pt x="5810" y="101164"/>
                  <a:pt x="7237" y="100915"/>
                  <a:pt x="8535" y="100415"/>
                </a:cubicBezTo>
                <a:cubicBezTo>
                  <a:pt x="9833" y="99916"/>
                  <a:pt x="11021" y="99018"/>
                  <a:pt x="12099" y="97720"/>
                </a:cubicBezTo>
                <a:cubicBezTo>
                  <a:pt x="13177" y="96422"/>
                  <a:pt x="14165" y="94645"/>
                  <a:pt x="15064" y="92389"/>
                </a:cubicBezTo>
                <a:cubicBezTo>
                  <a:pt x="15962" y="90133"/>
                  <a:pt x="16811" y="87228"/>
                  <a:pt x="17609" y="83675"/>
                </a:cubicBezTo>
                <a:lnTo>
                  <a:pt x="29589" y="30487"/>
                </a:lnTo>
                <a:lnTo>
                  <a:pt x="19286" y="30487"/>
                </a:lnTo>
                <a:lnTo>
                  <a:pt x="20365" y="25875"/>
                </a:lnTo>
                <a:cubicBezTo>
                  <a:pt x="22561" y="25755"/>
                  <a:pt x="24308" y="25615"/>
                  <a:pt x="25605" y="25456"/>
                </a:cubicBezTo>
                <a:cubicBezTo>
                  <a:pt x="26903" y="25296"/>
                  <a:pt x="28001" y="24947"/>
                  <a:pt x="28900" y="24408"/>
                </a:cubicBezTo>
                <a:cubicBezTo>
                  <a:pt x="29798" y="23869"/>
                  <a:pt x="30467" y="22960"/>
                  <a:pt x="30906" y="21682"/>
                </a:cubicBezTo>
                <a:cubicBezTo>
                  <a:pt x="33222" y="14375"/>
                  <a:pt x="36706" y="8934"/>
                  <a:pt x="41358" y="5361"/>
                </a:cubicBezTo>
                <a:cubicBezTo>
                  <a:pt x="46010" y="1787"/>
                  <a:pt x="52069" y="0"/>
                  <a:pt x="59536" y="0"/>
                </a:cubicBezTo>
                <a:cubicBezTo>
                  <a:pt x="61733" y="0"/>
                  <a:pt x="63669" y="110"/>
                  <a:pt x="65346" y="329"/>
                </a:cubicBezTo>
                <a:cubicBezTo>
                  <a:pt x="67023" y="549"/>
                  <a:pt x="68641" y="819"/>
                  <a:pt x="70198" y="1138"/>
                </a:cubicBezTo>
                <a:lnTo>
                  <a:pt x="67742" y="12279"/>
                </a:lnTo>
                <a:lnTo>
                  <a:pt x="61813" y="12279"/>
                </a:lnTo>
                <a:cubicBezTo>
                  <a:pt x="61533" y="10003"/>
                  <a:pt x="60854" y="8336"/>
                  <a:pt x="59776" y="7277"/>
                </a:cubicBezTo>
                <a:cubicBezTo>
                  <a:pt x="58698" y="6219"/>
                  <a:pt x="57260" y="5690"/>
                  <a:pt x="55464" y="5690"/>
                </a:cubicBezTo>
                <a:cubicBezTo>
                  <a:pt x="53387" y="5690"/>
                  <a:pt x="51640" y="6139"/>
                  <a:pt x="50223" y="7038"/>
                </a:cubicBezTo>
                <a:cubicBezTo>
                  <a:pt x="48805" y="7936"/>
                  <a:pt x="47567" y="9294"/>
                  <a:pt x="46509" y="11111"/>
                </a:cubicBezTo>
                <a:cubicBezTo>
                  <a:pt x="45451" y="12928"/>
                  <a:pt x="44543" y="15054"/>
                  <a:pt x="43784" y="17490"/>
                </a:cubicBezTo>
                <a:cubicBezTo>
                  <a:pt x="43025" y="19925"/>
                  <a:pt x="42506" y="22042"/>
                  <a:pt x="42227" y="23839"/>
                </a:cubicBezTo>
                <a:lnTo>
                  <a:pt x="58818" y="23839"/>
                </a:lnTo>
                <a:lnTo>
                  <a:pt x="57500" y="30487"/>
                </a:lnTo>
                <a:lnTo>
                  <a:pt x="40849" y="30487"/>
                </a:lnTo>
                <a:lnTo>
                  <a:pt x="30008" y="818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path-256">
            <a:extLst xmlns:a="http://schemas.openxmlformats.org/drawingml/2006/main">
              <a:ext uri="{FF2B5EF4-FFF2-40B4-BE49-F238E27FC236}">
                <a16:creationId xmlns:a16="http://schemas.microsoft.com/office/drawing/2014/main" id="{615818F4-4911-494F-B220-F1C6709B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6426" y="7440980"/>
            <a:ext cx="114875" cy="64938"/>
          </a:xfrm>
          <a:custGeom xmlns:a="http://schemas.openxmlformats.org/drawingml/2006/main">
            <a:pathLst>
              <a:path w="110089" h="62232">
                <a:moveTo>
                  <a:pt x="54745" y="61154"/>
                </a:moveTo>
                <a:lnTo>
                  <a:pt x="43065" y="61154"/>
                </a:lnTo>
                <a:cubicBezTo>
                  <a:pt x="43624" y="58598"/>
                  <a:pt x="44253" y="55853"/>
                  <a:pt x="44952" y="52918"/>
                </a:cubicBezTo>
                <a:cubicBezTo>
                  <a:pt x="45651" y="49983"/>
                  <a:pt x="46359" y="47018"/>
                  <a:pt x="47078" y="44023"/>
                </a:cubicBezTo>
                <a:cubicBezTo>
                  <a:pt x="47797" y="41029"/>
                  <a:pt x="48486" y="38074"/>
                  <a:pt x="49145" y="35159"/>
                </a:cubicBezTo>
                <a:cubicBezTo>
                  <a:pt x="49803" y="32244"/>
                  <a:pt x="50392" y="29519"/>
                  <a:pt x="50911" y="26983"/>
                </a:cubicBezTo>
                <a:cubicBezTo>
                  <a:pt x="51431" y="24447"/>
                  <a:pt x="51850" y="22171"/>
                  <a:pt x="52169" y="20155"/>
                </a:cubicBezTo>
                <a:cubicBezTo>
                  <a:pt x="52489" y="18138"/>
                  <a:pt x="52648" y="16531"/>
                  <a:pt x="52648" y="15333"/>
                </a:cubicBezTo>
                <a:cubicBezTo>
                  <a:pt x="52648" y="12818"/>
                  <a:pt x="52159" y="10971"/>
                  <a:pt x="51181" y="9793"/>
                </a:cubicBezTo>
                <a:cubicBezTo>
                  <a:pt x="50203" y="8615"/>
                  <a:pt x="48635" y="8026"/>
                  <a:pt x="46479" y="8026"/>
                </a:cubicBezTo>
                <a:cubicBezTo>
                  <a:pt x="44563" y="8026"/>
                  <a:pt x="42506" y="8745"/>
                  <a:pt x="40310" y="10182"/>
                </a:cubicBezTo>
                <a:cubicBezTo>
                  <a:pt x="38114" y="11620"/>
                  <a:pt x="36027" y="13507"/>
                  <a:pt x="34051" y="15842"/>
                </a:cubicBezTo>
                <a:cubicBezTo>
                  <a:pt x="32074" y="18178"/>
                  <a:pt x="30307" y="20814"/>
                  <a:pt x="28750" y="23749"/>
                </a:cubicBezTo>
                <a:cubicBezTo>
                  <a:pt x="27193" y="26684"/>
                  <a:pt x="26095" y="29648"/>
                  <a:pt x="25456" y="32643"/>
                </a:cubicBezTo>
                <a:lnTo>
                  <a:pt x="19346" y="61154"/>
                </a:lnTo>
                <a:lnTo>
                  <a:pt x="7607" y="61154"/>
                </a:lnTo>
                <a:lnTo>
                  <a:pt x="16591" y="22102"/>
                </a:lnTo>
                <a:cubicBezTo>
                  <a:pt x="17110" y="19945"/>
                  <a:pt x="17490" y="18069"/>
                  <a:pt x="17729" y="16471"/>
                </a:cubicBezTo>
                <a:cubicBezTo>
                  <a:pt x="17969" y="14874"/>
                  <a:pt x="18089" y="13556"/>
                  <a:pt x="18089" y="12518"/>
                </a:cubicBezTo>
                <a:cubicBezTo>
                  <a:pt x="18089" y="9603"/>
                  <a:pt x="16911" y="8146"/>
                  <a:pt x="14555" y="8146"/>
                </a:cubicBezTo>
                <a:cubicBezTo>
                  <a:pt x="13836" y="8146"/>
                  <a:pt x="13107" y="8296"/>
                  <a:pt x="12368" y="8595"/>
                </a:cubicBezTo>
                <a:cubicBezTo>
                  <a:pt x="11630" y="8895"/>
                  <a:pt x="10851" y="9344"/>
                  <a:pt x="10033" y="9943"/>
                </a:cubicBezTo>
                <a:cubicBezTo>
                  <a:pt x="9214" y="10542"/>
                  <a:pt x="8326" y="11300"/>
                  <a:pt x="7367" y="12219"/>
                </a:cubicBezTo>
                <a:cubicBezTo>
                  <a:pt x="6409" y="13137"/>
                  <a:pt x="5331" y="14215"/>
                  <a:pt x="4133" y="15453"/>
                </a:cubicBezTo>
                <a:lnTo>
                  <a:pt x="0" y="11560"/>
                </a:lnTo>
                <a:cubicBezTo>
                  <a:pt x="1957" y="9563"/>
                  <a:pt x="3763" y="7836"/>
                  <a:pt x="5421" y="6379"/>
                </a:cubicBezTo>
                <a:cubicBezTo>
                  <a:pt x="7078" y="4921"/>
                  <a:pt x="8675" y="3724"/>
                  <a:pt x="10212" y="2785"/>
                </a:cubicBezTo>
                <a:cubicBezTo>
                  <a:pt x="11750" y="1847"/>
                  <a:pt x="13257" y="1148"/>
                  <a:pt x="14734" y="689"/>
                </a:cubicBezTo>
                <a:cubicBezTo>
                  <a:pt x="16212" y="230"/>
                  <a:pt x="17749" y="0"/>
                  <a:pt x="19346" y="0"/>
                </a:cubicBezTo>
                <a:cubicBezTo>
                  <a:pt x="22301" y="0"/>
                  <a:pt x="24587" y="968"/>
                  <a:pt x="26204" y="2905"/>
                </a:cubicBezTo>
                <a:cubicBezTo>
                  <a:pt x="27822" y="4842"/>
                  <a:pt x="28630" y="7387"/>
                  <a:pt x="28630" y="10542"/>
                </a:cubicBezTo>
                <a:cubicBezTo>
                  <a:pt x="28630" y="11420"/>
                  <a:pt x="28570" y="12279"/>
                  <a:pt x="28451" y="13117"/>
                </a:cubicBezTo>
                <a:cubicBezTo>
                  <a:pt x="28331" y="13956"/>
                  <a:pt x="28111" y="14774"/>
                  <a:pt x="27792" y="15573"/>
                </a:cubicBezTo>
                <a:lnTo>
                  <a:pt x="28510" y="15872"/>
                </a:lnTo>
                <a:cubicBezTo>
                  <a:pt x="32304" y="10562"/>
                  <a:pt x="36097" y="6589"/>
                  <a:pt x="39891" y="3953"/>
                </a:cubicBezTo>
                <a:cubicBezTo>
                  <a:pt x="43684" y="1318"/>
                  <a:pt x="47577" y="0"/>
                  <a:pt x="51570" y="0"/>
                </a:cubicBezTo>
                <a:cubicBezTo>
                  <a:pt x="55803" y="0"/>
                  <a:pt x="58967" y="1088"/>
                  <a:pt x="61064" y="3264"/>
                </a:cubicBezTo>
                <a:cubicBezTo>
                  <a:pt x="63160" y="5441"/>
                  <a:pt x="64208" y="8645"/>
                  <a:pt x="64208" y="12878"/>
                </a:cubicBezTo>
                <a:cubicBezTo>
                  <a:pt x="64208" y="13237"/>
                  <a:pt x="64208" y="13586"/>
                  <a:pt x="64208" y="13926"/>
                </a:cubicBezTo>
                <a:cubicBezTo>
                  <a:pt x="64208" y="14265"/>
                  <a:pt x="64168" y="14615"/>
                  <a:pt x="64089" y="14974"/>
                </a:cubicBezTo>
                <a:lnTo>
                  <a:pt x="64328" y="14974"/>
                </a:lnTo>
                <a:cubicBezTo>
                  <a:pt x="68042" y="9903"/>
                  <a:pt x="71735" y="6139"/>
                  <a:pt x="75409" y="3684"/>
                </a:cubicBezTo>
                <a:cubicBezTo>
                  <a:pt x="79083" y="1228"/>
                  <a:pt x="82916" y="0"/>
                  <a:pt x="86909" y="0"/>
                </a:cubicBezTo>
                <a:cubicBezTo>
                  <a:pt x="91142" y="0"/>
                  <a:pt x="94306" y="1138"/>
                  <a:pt x="96402" y="3414"/>
                </a:cubicBezTo>
                <a:cubicBezTo>
                  <a:pt x="98499" y="5690"/>
                  <a:pt x="99547" y="8885"/>
                  <a:pt x="99547" y="12997"/>
                </a:cubicBezTo>
                <a:cubicBezTo>
                  <a:pt x="99547" y="14235"/>
                  <a:pt x="99347" y="15902"/>
                  <a:pt x="98948" y="17999"/>
                </a:cubicBezTo>
                <a:cubicBezTo>
                  <a:pt x="98549" y="20095"/>
                  <a:pt x="98060" y="22401"/>
                  <a:pt x="97481" y="24917"/>
                </a:cubicBezTo>
                <a:cubicBezTo>
                  <a:pt x="96902" y="27432"/>
                  <a:pt x="96273" y="30038"/>
                  <a:pt x="95594" y="32733"/>
                </a:cubicBezTo>
                <a:cubicBezTo>
                  <a:pt x="94915" y="35428"/>
                  <a:pt x="94276" y="37974"/>
                  <a:pt x="93677" y="40370"/>
                </a:cubicBezTo>
                <a:cubicBezTo>
                  <a:pt x="93318" y="41927"/>
                  <a:pt x="93028" y="43195"/>
                  <a:pt x="92809" y="44173"/>
                </a:cubicBezTo>
                <a:cubicBezTo>
                  <a:pt x="92589" y="45152"/>
                  <a:pt x="92419" y="45970"/>
                  <a:pt x="92300" y="46629"/>
                </a:cubicBezTo>
                <a:cubicBezTo>
                  <a:pt x="92180" y="47288"/>
                  <a:pt x="92100" y="47857"/>
                  <a:pt x="92060" y="48336"/>
                </a:cubicBezTo>
                <a:cubicBezTo>
                  <a:pt x="92020" y="48815"/>
                  <a:pt x="92000" y="49334"/>
                  <a:pt x="92000" y="49893"/>
                </a:cubicBezTo>
                <a:cubicBezTo>
                  <a:pt x="92000" y="51411"/>
                  <a:pt x="92280" y="52509"/>
                  <a:pt x="92839" y="53188"/>
                </a:cubicBezTo>
                <a:cubicBezTo>
                  <a:pt x="93398" y="53866"/>
                  <a:pt x="94296" y="54206"/>
                  <a:pt x="95534" y="54206"/>
                </a:cubicBezTo>
                <a:cubicBezTo>
                  <a:pt x="96253" y="54206"/>
                  <a:pt x="96971" y="54066"/>
                  <a:pt x="97690" y="53786"/>
                </a:cubicBezTo>
                <a:cubicBezTo>
                  <a:pt x="98409" y="53507"/>
                  <a:pt x="99178" y="53068"/>
                  <a:pt x="99996" y="52469"/>
                </a:cubicBezTo>
                <a:cubicBezTo>
                  <a:pt x="100815" y="51870"/>
                  <a:pt x="101713" y="51101"/>
                  <a:pt x="102691" y="50163"/>
                </a:cubicBezTo>
                <a:cubicBezTo>
                  <a:pt x="103670" y="49224"/>
                  <a:pt x="104758" y="48096"/>
                  <a:pt x="105956" y="46779"/>
                </a:cubicBezTo>
                <a:lnTo>
                  <a:pt x="110089" y="50732"/>
                </a:lnTo>
                <a:cubicBezTo>
                  <a:pt x="108172" y="52728"/>
                  <a:pt x="106385" y="54445"/>
                  <a:pt x="104728" y="55883"/>
                </a:cubicBezTo>
                <a:cubicBezTo>
                  <a:pt x="103071" y="57320"/>
                  <a:pt x="101474" y="58508"/>
                  <a:pt x="99936" y="59447"/>
                </a:cubicBezTo>
                <a:cubicBezTo>
                  <a:pt x="98399" y="60385"/>
                  <a:pt x="96872" y="61084"/>
                  <a:pt x="95354" y="61543"/>
                </a:cubicBezTo>
                <a:cubicBezTo>
                  <a:pt x="93837" y="62002"/>
                  <a:pt x="92240" y="62232"/>
                  <a:pt x="90563" y="62232"/>
                </a:cubicBezTo>
                <a:cubicBezTo>
                  <a:pt x="89045" y="62232"/>
                  <a:pt x="87668" y="61952"/>
                  <a:pt x="86430" y="61393"/>
                </a:cubicBezTo>
                <a:cubicBezTo>
                  <a:pt x="85192" y="60834"/>
                  <a:pt x="84144" y="60066"/>
                  <a:pt x="83285" y="59087"/>
                </a:cubicBezTo>
                <a:cubicBezTo>
                  <a:pt x="82427" y="58109"/>
                  <a:pt x="81758" y="56951"/>
                  <a:pt x="81279" y="55613"/>
                </a:cubicBezTo>
                <a:cubicBezTo>
                  <a:pt x="80800" y="54276"/>
                  <a:pt x="80560" y="52808"/>
                  <a:pt x="80560" y="51211"/>
                </a:cubicBezTo>
                <a:cubicBezTo>
                  <a:pt x="80560" y="47937"/>
                  <a:pt x="81259" y="43724"/>
                  <a:pt x="82656" y="38573"/>
                </a:cubicBezTo>
                <a:cubicBezTo>
                  <a:pt x="83415" y="35977"/>
                  <a:pt x="84104" y="33492"/>
                  <a:pt x="84723" y="31116"/>
                </a:cubicBezTo>
                <a:cubicBezTo>
                  <a:pt x="85342" y="28740"/>
                  <a:pt x="85871" y="26544"/>
                  <a:pt x="86310" y="24527"/>
                </a:cubicBezTo>
                <a:cubicBezTo>
                  <a:pt x="86749" y="22511"/>
                  <a:pt x="87099" y="20714"/>
                  <a:pt x="87358" y="19137"/>
                </a:cubicBezTo>
                <a:cubicBezTo>
                  <a:pt x="87618" y="17559"/>
                  <a:pt x="87747" y="16252"/>
                  <a:pt x="87747" y="15214"/>
                </a:cubicBezTo>
                <a:cubicBezTo>
                  <a:pt x="87747" y="12738"/>
                  <a:pt x="87278" y="10921"/>
                  <a:pt x="86340" y="9763"/>
                </a:cubicBezTo>
                <a:cubicBezTo>
                  <a:pt x="85402" y="8605"/>
                  <a:pt x="83934" y="8026"/>
                  <a:pt x="81938" y="8026"/>
                </a:cubicBezTo>
                <a:cubicBezTo>
                  <a:pt x="80700" y="8026"/>
                  <a:pt x="79382" y="8345"/>
                  <a:pt x="77984" y="8984"/>
                </a:cubicBezTo>
                <a:cubicBezTo>
                  <a:pt x="76587" y="9623"/>
                  <a:pt x="75179" y="10512"/>
                  <a:pt x="73762" y="11650"/>
                </a:cubicBezTo>
                <a:cubicBezTo>
                  <a:pt x="72344" y="12788"/>
                  <a:pt x="70957" y="14135"/>
                  <a:pt x="69599" y="15693"/>
                </a:cubicBezTo>
                <a:cubicBezTo>
                  <a:pt x="68241" y="17250"/>
                  <a:pt x="66984" y="18937"/>
                  <a:pt x="65826" y="20754"/>
                </a:cubicBezTo>
                <a:cubicBezTo>
                  <a:pt x="64668" y="22571"/>
                  <a:pt x="63639" y="24477"/>
                  <a:pt x="62741" y="26474"/>
                </a:cubicBezTo>
                <a:cubicBezTo>
                  <a:pt x="61842" y="28471"/>
                  <a:pt x="61154" y="30487"/>
                  <a:pt x="60675" y="32523"/>
                </a:cubicBezTo>
                <a:lnTo>
                  <a:pt x="54745" y="611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path-257">
            <a:extLst xmlns:a="http://schemas.openxmlformats.org/drawingml/2006/main">
              <a:ext uri="{FF2B5EF4-FFF2-40B4-BE49-F238E27FC236}">
                <a16:creationId xmlns:a16="http://schemas.microsoft.com/office/drawing/2014/main" id="{5112A274-5921-4466-92C7-494CFFFA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4402" y="7426417"/>
            <a:ext cx="45438" cy="79500"/>
          </a:xfrm>
          <a:custGeom xmlns:a="http://schemas.openxmlformats.org/drawingml/2006/main">
            <a:pathLst>
              <a:path w="43544" h="76188">
                <a:moveTo>
                  <a:pt x="37734" y="63550"/>
                </a:moveTo>
                <a:cubicBezTo>
                  <a:pt x="35698" y="65826"/>
                  <a:pt x="33761" y="67762"/>
                  <a:pt x="31924" y="69359"/>
                </a:cubicBezTo>
                <a:cubicBezTo>
                  <a:pt x="30088" y="70957"/>
                  <a:pt x="28291" y="72264"/>
                  <a:pt x="26534" y="73283"/>
                </a:cubicBezTo>
                <a:cubicBezTo>
                  <a:pt x="24777" y="74301"/>
                  <a:pt x="23040" y="75040"/>
                  <a:pt x="21323" y="75499"/>
                </a:cubicBezTo>
                <a:cubicBezTo>
                  <a:pt x="19606" y="75958"/>
                  <a:pt x="17849" y="76188"/>
                  <a:pt x="16052" y="76188"/>
                </a:cubicBezTo>
                <a:cubicBezTo>
                  <a:pt x="11300" y="76188"/>
                  <a:pt x="7757" y="75069"/>
                  <a:pt x="5421" y="72833"/>
                </a:cubicBezTo>
                <a:cubicBezTo>
                  <a:pt x="3085" y="70597"/>
                  <a:pt x="1917" y="67303"/>
                  <a:pt x="1917" y="62951"/>
                </a:cubicBezTo>
                <a:cubicBezTo>
                  <a:pt x="1917" y="61473"/>
                  <a:pt x="2026" y="59846"/>
                  <a:pt x="2246" y="58069"/>
                </a:cubicBezTo>
                <a:cubicBezTo>
                  <a:pt x="2466" y="56292"/>
                  <a:pt x="2775" y="54565"/>
                  <a:pt x="3174" y="52888"/>
                </a:cubicBezTo>
                <a:lnTo>
                  <a:pt x="10302" y="21862"/>
                </a:lnTo>
                <a:lnTo>
                  <a:pt x="0" y="21862"/>
                </a:lnTo>
                <a:lnTo>
                  <a:pt x="1198" y="17250"/>
                </a:lnTo>
                <a:cubicBezTo>
                  <a:pt x="3594" y="17250"/>
                  <a:pt x="5461" y="17020"/>
                  <a:pt x="6798" y="16561"/>
                </a:cubicBezTo>
                <a:cubicBezTo>
                  <a:pt x="8136" y="16102"/>
                  <a:pt x="9264" y="15473"/>
                  <a:pt x="10182" y="14674"/>
                </a:cubicBezTo>
                <a:cubicBezTo>
                  <a:pt x="10781" y="14115"/>
                  <a:pt x="11360" y="13427"/>
                  <a:pt x="11919" y="12608"/>
                </a:cubicBezTo>
                <a:cubicBezTo>
                  <a:pt x="12478" y="11790"/>
                  <a:pt x="13037" y="10801"/>
                  <a:pt x="13596" y="9643"/>
                </a:cubicBezTo>
                <a:cubicBezTo>
                  <a:pt x="14155" y="8485"/>
                  <a:pt x="14724" y="7118"/>
                  <a:pt x="15303" y="5540"/>
                </a:cubicBezTo>
                <a:cubicBezTo>
                  <a:pt x="15882" y="3963"/>
                  <a:pt x="16531" y="2116"/>
                  <a:pt x="17250" y="0"/>
                </a:cubicBezTo>
                <a:lnTo>
                  <a:pt x="26594" y="0"/>
                </a:lnTo>
                <a:lnTo>
                  <a:pt x="23180" y="15214"/>
                </a:lnTo>
                <a:lnTo>
                  <a:pt x="43544" y="15214"/>
                </a:lnTo>
                <a:lnTo>
                  <a:pt x="42167" y="21862"/>
                </a:lnTo>
                <a:lnTo>
                  <a:pt x="21862" y="21862"/>
                </a:lnTo>
                <a:lnTo>
                  <a:pt x="15753" y="46958"/>
                </a:lnTo>
                <a:cubicBezTo>
                  <a:pt x="15353" y="48635"/>
                  <a:pt x="15024" y="50143"/>
                  <a:pt x="14764" y="51480"/>
                </a:cubicBezTo>
                <a:cubicBezTo>
                  <a:pt x="14505" y="52818"/>
                  <a:pt x="14295" y="54026"/>
                  <a:pt x="14135" y="55104"/>
                </a:cubicBezTo>
                <a:cubicBezTo>
                  <a:pt x="13976" y="56182"/>
                  <a:pt x="13866" y="57161"/>
                  <a:pt x="13806" y="58039"/>
                </a:cubicBezTo>
                <a:cubicBezTo>
                  <a:pt x="13746" y="58918"/>
                  <a:pt x="13716" y="59736"/>
                  <a:pt x="13716" y="60495"/>
                </a:cubicBezTo>
                <a:cubicBezTo>
                  <a:pt x="13716" y="62891"/>
                  <a:pt x="14215" y="64767"/>
                  <a:pt x="15214" y="66125"/>
                </a:cubicBezTo>
                <a:cubicBezTo>
                  <a:pt x="16212" y="67483"/>
                  <a:pt x="17849" y="68161"/>
                  <a:pt x="20125" y="68161"/>
                </a:cubicBezTo>
                <a:cubicBezTo>
                  <a:pt x="22042" y="68161"/>
                  <a:pt x="24078" y="67453"/>
                  <a:pt x="26234" y="66035"/>
                </a:cubicBezTo>
                <a:cubicBezTo>
                  <a:pt x="28391" y="64618"/>
                  <a:pt x="30846" y="62392"/>
                  <a:pt x="33602" y="59357"/>
                </a:cubicBezTo>
                <a:lnTo>
                  <a:pt x="37734" y="63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path-258">
            <a:extLst xmlns:a="http://schemas.openxmlformats.org/drawingml/2006/main">
              <a:ext uri="{FF2B5EF4-FFF2-40B4-BE49-F238E27FC236}">
                <a16:creationId xmlns:a16="http://schemas.microsoft.com/office/drawing/2014/main" id="{D77081E0-FC4F-4F82-BB0F-D964AF8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59756" y="7341491"/>
            <a:ext cx="55300" cy="165988"/>
          </a:xfrm>
          <a:custGeom xmlns:a="http://schemas.openxmlformats.org/drawingml/2006/main">
            <a:pathLst>
              <a:path w="52996" h="159071">
                <a:moveTo>
                  <a:pt x="14507" y="78739"/>
                </a:moveTo>
                <a:cubicBezTo>
                  <a:pt x="14507" y="98305"/>
                  <a:pt x="17651" y="114433"/>
                  <a:pt x="23940" y="127123"/>
                </a:cubicBezTo>
                <a:cubicBezTo>
                  <a:pt x="30229" y="139813"/>
                  <a:pt x="39831" y="148310"/>
                  <a:pt x="52744" y="152615"/>
                </a:cubicBezTo>
                <a:lnTo>
                  <a:pt x="50732" y="159071"/>
                </a:lnTo>
                <a:cubicBezTo>
                  <a:pt x="34352" y="154767"/>
                  <a:pt x="21802" y="145501"/>
                  <a:pt x="13081" y="131274"/>
                </a:cubicBezTo>
                <a:cubicBezTo>
                  <a:pt x="4360" y="117047"/>
                  <a:pt x="0" y="99814"/>
                  <a:pt x="0" y="79578"/>
                </a:cubicBezTo>
                <a:cubicBezTo>
                  <a:pt x="0" y="59397"/>
                  <a:pt x="4374" y="42165"/>
                  <a:pt x="13123" y="27882"/>
                </a:cubicBezTo>
                <a:cubicBezTo>
                  <a:pt x="21872" y="13598"/>
                  <a:pt x="34408" y="4305"/>
                  <a:pt x="50732" y="0"/>
                </a:cubicBezTo>
                <a:lnTo>
                  <a:pt x="52996" y="6457"/>
                </a:lnTo>
                <a:cubicBezTo>
                  <a:pt x="39915" y="10761"/>
                  <a:pt x="30229" y="19161"/>
                  <a:pt x="23940" y="31655"/>
                </a:cubicBezTo>
                <a:cubicBezTo>
                  <a:pt x="17651" y="44149"/>
                  <a:pt x="14507" y="59844"/>
                  <a:pt x="14507" y="787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path-259">
            <a:extLst xmlns:a="http://schemas.openxmlformats.org/drawingml/2006/main">
              <a:ext uri="{FF2B5EF4-FFF2-40B4-BE49-F238E27FC236}">
                <a16:creationId xmlns:a16="http://schemas.microsoft.com/office/drawing/2014/main" id="{D2D2D0C9-0917-454C-90CD-3EAAD05F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8194" y="7348491"/>
            <a:ext cx="100713" cy="119438"/>
          </a:xfrm>
          <a:custGeom xmlns:a="http://schemas.openxmlformats.org/drawingml/2006/main">
            <a:pathLst>
              <a:path w="96516" h="114461">
                <a:moveTo>
                  <a:pt x="25576" y="64735"/>
                </a:moveTo>
                <a:lnTo>
                  <a:pt x="25576" y="93246"/>
                </a:lnTo>
                <a:cubicBezTo>
                  <a:pt x="25576" y="97271"/>
                  <a:pt x="25729" y="100192"/>
                  <a:pt x="26037" y="102009"/>
                </a:cubicBezTo>
                <a:cubicBezTo>
                  <a:pt x="26344" y="103826"/>
                  <a:pt x="26805" y="105195"/>
                  <a:pt x="27420" y="106118"/>
                </a:cubicBezTo>
                <a:cubicBezTo>
                  <a:pt x="28035" y="107040"/>
                  <a:pt x="28874" y="107795"/>
                  <a:pt x="29936" y="108382"/>
                </a:cubicBezTo>
                <a:cubicBezTo>
                  <a:pt x="30998" y="108969"/>
                  <a:pt x="32815" y="109625"/>
                  <a:pt x="35386" y="110352"/>
                </a:cubicBezTo>
                <a:lnTo>
                  <a:pt x="35386" y="114461"/>
                </a:lnTo>
                <a:lnTo>
                  <a:pt x="0" y="114461"/>
                </a:lnTo>
                <a:lnTo>
                  <a:pt x="0" y="110352"/>
                </a:lnTo>
                <a:cubicBezTo>
                  <a:pt x="3466" y="109458"/>
                  <a:pt x="5786" y="108465"/>
                  <a:pt x="6960" y="107375"/>
                </a:cubicBezTo>
                <a:cubicBezTo>
                  <a:pt x="8134" y="106285"/>
                  <a:pt x="8903" y="104734"/>
                  <a:pt x="9266" y="102721"/>
                </a:cubicBezTo>
                <a:cubicBezTo>
                  <a:pt x="9629" y="100709"/>
                  <a:pt x="9811" y="97634"/>
                  <a:pt x="9811" y="93497"/>
                </a:cubicBezTo>
                <a:lnTo>
                  <a:pt x="9811" y="20964"/>
                </a:lnTo>
                <a:cubicBezTo>
                  <a:pt x="9811" y="17106"/>
                  <a:pt x="9671" y="14297"/>
                  <a:pt x="9392" y="12536"/>
                </a:cubicBezTo>
                <a:cubicBezTo>
                  <a:pt x="9112" y="10775"/>
                  <a:pt x="8651" y="9406"/>
                  <a:pt x="8008" y="8427"/>
                </a:cubicBezTo>
                <a:cubicBezTo>
                  <a:pt x="7365" y="7449"/>
                  <a:pt x="6513" y="6666"/>
                  <a:pt x="5451" y="6079"/>
                </a:cubicBezTo>
                <a:cubicBezTo>
                  <a:pt x="4388" y="5492"/>
                  <a:pt x="2572" y="4836"/>
                  <a:pt x="0" y="4109"/>
                </a:cubicBezTo>
                <a:lnTo>
                  <a:pt x="0" y="0"/>
                </a:lnTo>
                <a:lnTo>
                  <a:pt x="41508" y="0"/>
                </a:lnTo>
                <a:cubicBezTo>
                  <a:pt x="54589" y="0"/>
                  <a:pt x="64372" y="2376"/>
                  <a:pt x="70857" y="7128"/>
                </a:cubicBezTo>
                <a:cubicBezTo>
                  <a:pt x="77342" y="11879"/>
                  <a:pt x="80584" y="19259"/>
                  <a:pt x="80584" y="29265"/>
                </a:cubicBezTo>
                <a:cubicBezTo>
                  <a:pt x="80584" y="36924"/>
                  <a:pt x="78474" y="43436"/>
                  <a:pt x="74253" y="48803"/>
                </a:cubicBezTo>
                <a:cubicBezTo>
                  <a:pt x="70032" y="54170"/>
                  <a:pt x="63701" y="58363"/>
                  <a:pt x="55260" y="61381"/>
                </a:cubicBezTo>
                <a:lnTo>
                  <a:pt x="55260" y="62052"/>
                </a:lnTo>
                <a:cubicBezTo>
                  <a:pt x="58670" y="63450"/>
                  <a:pt x="61591" y="65448"/>
                  <a:pt x="64023" y="68048"/>
                </a:cubicBezTo>
                <a:cubicBezTo>
                  <a:pt x="66454" y="70647"/>
                  <a:pt x="69152" y="74686"/>
                  <a:pt x="72115" y="80165"/>
                </a:cubicBezTo>
                <a:lnTo>
                  <a:pt x="79662" y="93917"/>
                </a:lnTo>
                <a:cubicBezTo>
                  <a:pt x="81842" y="97942"/>
                  <a:pt x="83714" y="101016"/>
                  <a:pt x="85280" y="103141"/>
                </a:cubicBezTo>
                <a:cubicBezTo>
                  <a:pt x="86845" y="105265"/>
                  <a:pt x="88438" y="106886"/>
                  <a:pt x="90059" y="108004"/>
                </a:cubicBezTo>
                <a:cubicBezTo>
                  <a:pt x="91681" y="109122"/>
                  <a:pt x="93833" y="109905"/>
                  <a:pt x="96516" y="110352"/>
                </a:cubicBezTo>
                <a:lnTo>
                  <a:pt x="96516" y="114461"/>
                </a:lnTo>
                <a:lnTo>
                  <a:pt x="73289" y="114461"/>
                </a:lnTo>
                <a:cubicBezTo>
                  <a:pt x="71164" y="111498"/>
                  <a:pt x="69152" y="108312"/>
                  <a:pt x="67251" y="104902"/>
                </a:cubicBezTo>
                <a:cubicBezTo>
                  <a:pt x="65350" y="101492"/>
                  <a:pt x="63478" y="98026"/>
                  <a:pt x="61633" y="94504"/>
                </a:cubicBezTo>
                <a:lnTo>
                  <a:pt x="54254" y="80500"/>
                </a:lnTo>
                <a:cubicBezTo>
                  <a:pt x="52018" y="76251"/>
                  <a:pt x="50187" y="73121"/>
                  <a:pt x="48761" y="71108"/>
                </a:cubicBezTo>
                <a:cubicBezTo>
                  <a:pt x="47336" y="69096"/>
                  <a:pt x="46022" y="67684"/>
                  <a:pt x="44820" y="66874"/>
                </a:cubicBezTo>
                <a:cubicBezTo>
                  <a:pt x="43618" y="66063"/>
                  <a:pt x="42332" y="65504"/>
                  <a:pt x="40963" y="65197"/>
                </a:cubicBezTo>
                <a:cubicBezTo>
                  <a:pt x="39593" y="64889"/>
                  <a:pt x="37539" y="64735"/>
                  <a:pt x="34800" y="64735"/>
                </a:cubicBezTo>
                <a:lnTo>
                  <a:pt x="25576" y="64735"/>
                </a:lnTo>
                <a:moveTo>
                  <a:pt x="25576" y="7715"/>
                </a:moveTo>
                <a:lnTo>
                  <a:pt x="25576" y="57524"/>
                </a:lnTo>
                <a:lnTo>
                  <a:pt x="35051" y="57524"/>
                </a:lnTo>
                <a:cubicBezTo>
                  <a:pt x="39915" y="57524"/>
                  <a:pt x="43856" y="57175"/>
                  <a:pt x="46875" y="56476"/>
                </a:cubicBezTo>
                <a:cubicBezTo>
                  <a:pt x="49893" y="55777"/>
                  <a:pt x="52688" y="54449"/>
                  <a:pt x="55260" y="52493"/>
                </a:cubicBezTo>
                <a:cubicBezTo>
                  <a:pt x="57831" y="50536"/>
                  <a:pt x="59886" y="47811"/>
                  <a:pt x="61423" y="44317"/>
                </a:cubicBezTo>
                <a:cubicBezTo>
                  <a:pt x="62961" y="40823"/>
                  <a:pt x="63729" y="36532"/>
                  <a:pt x="63729" y="31445"/>
                </a:cubicBezTo>
                <a:cubicBezTo>
                  <a:pt x="63729" y="26135"/>
                  <a:pt x="62821" y="21718"/>
                  <a:pt x="61004" y="18196"/>
                </a:cubicBezTo>
                <a:cubicBezTo>
                  <a:pt x="59187" y="14674"/>
                  <a:pt x="56434" y="11991"/>
                  <a:pt x="52744" y="10146"/>
                </a:cubicBezTo>
                <a:cubicBezTo>
                  <a:pt x="49055" y="8302"/>
                  <a:pt x="44079" y="7379"/>
                  <a:pt x="37818" y="7379"/>
                </a:cubicBezTo>
                <a:cubicBezTo>
                  <a:pt x="32787" y="7379"/>
                  <a:pt x="28706" y="7491"/>
                  <a:pt x="25576" y="7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path-260">
            <a:extLst xmlns:a="http://schemas.openxmlformats.org/drawingml/2006/main">
              <a:ext uri="{FF2B5EF4-FFF2-40B4-BE49-F238E27FC236}">
                <a16:creationId xmlns:a16="http://schemas.microsoft.com/office/drawing/2014/main" id="{B06742F8-2D27-4373-85DD-BA82A7AE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3019" y="7440980"/>
            <a:ext cx="59313" cy="64938"/>
          </a:xfrm>
          <a:custGeom xmlns:a="http://schemas.openxmlformats.org/drawingml/2006/main">
            <a:pathLst>
              <a:path w="56841" h="62232">
                <a:moveTo>
                  <a:pt x="38393" y="61154"/>
                </a:moveTo>
                <a:cubicBezTo>
                  <a:pt x="38473" y="59676"/>
                  <a:pt x="38533" y="58199"/>
                  <a:pt x="38573" y="56721"/>
                </a:cubicBezTo>
                <a:cubicBezTo>
                  <a:pt x="38613" y="55244"/>
                  <a:pt x="38673" y="53806"/>
                  <a:pt x="38753" y="52409"/>
                </a:cubicBezTo>
                <a:cubicBezTo>
                  <a:pt x="38633" y="52329"/>
                  <a:pt x="38513" y="52279"/>
                  <a:pt x="38393" y="52259"/>
                </a:cubicBezTo>
                <a:cubicBezTo>
                  <a:pt x="38273" y="52239"/>
                  <a:pt x="38114" y="52189"/>
                  <a:pt x="37914" y="52109"/>
                </a:cubicBezTo>
                <a:cubicBezTo>
                  <a:pt x="36037" y="53946"/>
                  <a:pt x="34250" y="55504"/>
                  <a:pt x="32553" y="56781"/>
                </a:cubicBezTo>
                <a:cubicBezTo>
                  <a:pt x="30856" y="58059"/>
                  <a:pt x="29159" y="59107"/>
                  <a:pt x="27462" y="59926"/>
                </a:cubicBezTo>
                <a:cubicBezTo>
                  <a:pt x="25765" y="60744"/>
                  <a:pt x="24048" y="61333"/>
                  <a:pt x="22311" y="61693"/>
                </a:cubicBezTo>
                <a:cubicBezTo>
                  <a:pt x="20574" y="62052"/>
                  <a:pt x="18767" y="62232"/>
                  <a:pt x="16891" y="62232"/>
                </a:cubicBezTo>
                <a:cubicBezTo>
                  <a:pt x="14295" y="62232"/>
                  <a:pt x="11949" y="61852"/>
                  <a:pt x="9853" y="61094"/>
                </a:cubicBezTo>
                <a:cubicBezTo>
                  <a:pt x="7757" y="60335"/>
                  <a:pt x="5980" y="59267"/>
                  <a:pt x="4522" y="57889"/>
                </a:cubicBezTo>
                <a:cubicBezTo>
                  <a:pt x="3065" y="56512"/>
                  <a:pt x="1947" y="54885"/>
                  <a:pt x="1168" y="53008"/>
                </a:cubicBezTo>
                <a:cubicBezTo>
                  <a:pt x="389" y="51131"/>
                  <a:pt x="0" y="49055"/>
                  <a:pt x="0" y="46779"/>
                </a:cubicBezTo>
                <a:cubicBezTo>
                  <a:pt x="0" y="40629"/>
                  <a:pt x="3145" y="35918"/>
                  <a:pt x="9434" y="32643"/>
                </a:cubicBezTo>
                <a:cubicBezTo>
                  <a:pt x="15723" y="29369"/>
                  <a:pt x="25136" y="27412"/>
                  <a:pt x="37675" y="26773"/>
                </a:cubicBezTo>
                <a:lnTo>
                  <a:pt x="37675" y="22461"/>
                </a:lnTo>
                <a:cubicBezTo>
                  <a:pt x="37675" y="19506"/>
                  <a:pt x="37445" y="17000"/>
                  <a:pt x="36986" y="14944"/>
                </a:cubicBezTo>
                <a:cubicBezTo>
                  <a:pt x="36526" y="12888"/>
                  <a:pt x="35808" y="11220"/>
                  <a:pt x="34829" y="9943"/>
                </a:cubicBezTo>
                <a:cubicBezTo>
                  <a:pt x="33851" y="8665"/>
                  <a:pt x="32563" y="7737"/>
                  <a:pt x="30966" y="7158"/>
                </a:cubicBezTo>
                <a:cubicBezTo>
                  <a:pt x="29369" y="6579"/>
                  <a:pt x="27432" y="6289"/>
                  <a:pt x="25156" y="6289"/>
                </a:cubicBezTo>
                <a:cubicBezTo>
                  <a:pt x="22002" y="6289"/>
                  <a:pt x="19346" y="7128"/>
                  <a:pt x="17190" y="8805"/>
                </a:cubicBezTo>
                <a:cubicBezTo>
                  <a:pt x="15034" y="10482"/>
                  <a:pt x="13437" y="13137"/>
                  <a:pt x="12398" y="16771"/>
                </a:cubicBezTo>
                <a:lnTo>
                  <a:pt x="3534" y="16771"/>
                </a:lnTo>
                <a:lnTo>
                  <a:pt x="3534" y="7667"/>
                </a:lnTo>
                <a:cubicBezTo>
                  <a:pt x="6409" y="6309"/>
                  <a:pt x="9044" y="5151"/>
                  <a:pt x="11440" y="4193"/>
                </a:cubicBezTo>
                <a:cubicBezTo>
                  <a:pt x="13836" y="3234"/>
                  <a:pt x="16122" y="2446"/>
                  <a:pt x="18298" y="1827"/>
                </a:cubicBezTo>
                <a:cubicBezTo>
                  <a:pt x="20474" y="1208"/>
                  <a:pt x="22591" y="759"/>
                  <a:pt x="24647" y="479"/>
                </a:cubicBezTo>
                <a:cubicBezTo>
                  <a:pt x="26704" y="200"/>
                  <a:pt x="28810" y="40"/>
                  <a:pt x="30966" y="0"/>
                </a:cubicBezTo>
                <a:cubicBezTo>
                  <a:pt x="34041" y="80"/>
                  <a:pt x="36726" y="429"/>
                  <a:pt x="39022" y="1048"/>
                </a:cubicBezTo>
                <a:cubicBezTo>
                  <a:pt x="41318" y="1667"/>
                  <a:pt x="43235" y="2735"/>
                  <a:pt x="44772" y="4253"/>
                </a:cubicBezTo>
                <a:cubicBezTo>
                  <a:pt x="46309" y="5770"/>
                  <a:pt x="47467" y="7816"/>
                  <a:pt x="48246" y="10392"/>
                </a:cubicBezTo>
                <a:cubicBezTo>
                  <a:pt x="49025" y="12967"/>
                  <a:pt x="49434" y="16232"/>
                  <a:pt x="49474" y="20185"/>
                </a:cubicBezTo>
                <a:lnTo>
                  <a:pt x="49474" y="43065"/>
                </a:lnTo>
                <a:cubicBezTo>
                  <a:pt x="49474" y="45661"/>
                  <a:pt x="49454" y="47757"/>
                  <a:pt x="49414" y="49354"/>
                </a:cubicBezTo>
                <a:cubicBezTo>
                  <a:pt x="49374" y="50951"/>
                  <a:pt x="49554" y="52249"/>
                  <a:pt x="49953" y="53247"/>
                </a:cubicBezTo>
                <a:cubicBezTo>
                  <a:pt x="50352" y="54246"/>
                  <a:pt x="51071" y="55034"/>
                  <a:pt x="52109" y="55613"/>
                </a:cubicBezTo>
                <a:cubicBezTo>
                  <a:pt x="53148" y="56192"/>
                  <a:pt x="54725" y="56761"/>
                  <a:pt x="56841" y="57320"/>
                </a:cubicBezTo>
                <a:lnTo>
                  <a:pt x="56841" y="61154"/>
                </a:lnTo>
                <a:lnTo>
                  <a:pt x="38393" y="61154"/>
                </a:lnTo>
                <a:moveTo>
                  <a:pt x="37675" y="32404"/>
                </a:moveTo>
                <a:cubicBezTo>
                  <a:pt x="28810" y="32603"/>
                  <a:pt x="22301" y="33741"/>
                  <a:pt x="18148" y="35818"/>
                </a:cubicBezTo>
                <a:cubicBezTo>
                  <a:pt x="13996" y="37894"/>
                  <a:pt x="11919" y="41049"/>
                  <a:pt x="11919" y="45281"/>
                </a:cubicBezTo>
                <a:cubicBezTo>
                  <a:pt x="11919" y="48556"/>
                  <a:pt x="12848" y="50921"/>
                  <a:pt x="14704" y="52379"/>
                </a:cubicBezTo>
                <a:cubicBezTo>
                  <a:pt x="16561" y="53836"/>
                  <a:pt x="19107" y="54565"/>
                  <a:pt x="22341" y="54565"/>
                </a:cubicBezTo>
                <a:cubicBezTo>
                  <a:pt x="24617" y="54565"/>
                  <a:pt x="26694" y="54166"/>
                  <a:pt x="28570" y="53367"/>
                </a:cubicBezTo>
                <a:cubicBezTo>
                  <a:pt x="30447" y="52569"/>
                  <a:pt x="32054" y="51540"/>
                  <a:pt x="33392" y="50283"/>
                </a:cubicBezTo>
                <a:cubicBezTo>
                  <a:pt x="34730" y="49025"/>
                  <a:pt x="35778" y="47627"/>
                  <a:pt x="36536" y="46090"/>
                </a:cubicBezTo>
                <a:cubicBezTo>
                  <a:pt x="37295" y="44553"/>
                  <a:pt x="37675" y="43045"/>
                  <a:pt x="37675" y="41568"/>
                </a:cubicBezTo>
                <a:lnTo>
                  <a:pt x="37675" y="32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path-261">
            <a:extLst xmlns:a="http://schemas.openxmlformats.org/drawingml/2006/main">
              <a:ext uri="{FF2B5EF4-FFF2-40B4-BE49-F238E27FC236}">
                <a16:creationId xmlns:a16="http://schemas.microsoft.com/office/drawing/2014/main" id="{DF04B7C6-88BE-4A4A-9BEC-DDA50C9A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16707" y="7440980"/>
            <a:ext cx="51563" cy="64938"/>
          </a:xfrm>
          <a:custGeom xmlns:a="http://schemas.openxmlformats.org/drawingml/2006/main">
            <a:pathLst>
              <a:path w="49414" h="62232">
                <a:moveTo>
                  <a:pt x="48695" y="16352"/>
                </a:moveTo>
                <a:lnTo>
                  <a:pt x="39891" y="16352"/>
                </a:lnTo>
                <a:cubicBezTo>
                  <a:pt x="38932" y="12638"/>
                  <a:pt x="37555" y="9973"/>
                  <a:pt x="35758" y="8355"/>
                </a:cubicBezTo>
                <a:cubicBezTo>
                  <a:pt x="33961" y="6738"/>
                  <a:pt x="31465" y="5930"/>
                  <a:pt x="28271" y="5930"/>
                </a:cubicBezTo>
                <a:cubicBezTo>
                  <a:pt x="25955" y="5930"/>
                  <a:pt x="23849" y="6469"/>
                  <a:pt x="21952" y="7547"/>
                </a:cubicBezTo>
                <a:cubicBezTo>
                  <a:pt x="20055" y="8625"/>
                  <a:pt x="18438" y="10202"/>
                  <a:pt x="17100" y="12279"/>
                </a:cubicBezTo>
                <a:cubicBezTo>
                  <a:pt x="15763" y="14355"/>
                  <a:pt x="14724" y="16921"/>
                  <a:pt x="13986" y="19975"/>
                </a:cubicBezTo>
                <a:cubicBezTo>
                  <a:pt x="13247" y="23030"/>
                  <a:pt x="12878" y="26534"/>
                  <a:pt x="12878" y="30487"/>
                </a:cubicBezTo>
                <a:cubicBezTo>
                  <a:pt x="12878" y="34280"/>
                  <a:pt x="13167" y="37645"/>
                  <a:pt x="13746" y="40579"/>
                </a:cubicBezTo>
                <a:cubicBezTo>
                  <a:pt x="14325" y="43514"/>
                  <a:pt x="15253" y="45980"/>
                  <a:pt x="16531" y="47977"/>
                </a:cubicBezTo>
                <a:cubicBezTo>
                  <a:pt x="17809" y="49973"/>
                  <a:pt x="19456" y="51490"/>
                  <a:pt x="21473" y="52529"/>
                </a:cubicBezTo>
                <a:cubicBezTo>
                  <a:pt x="23489" y="53567"/>
                  <a:pt x="25915" y="54086"/>
                  <a:pt x="28750" y="54086"/>
                </a:cubicBezTo>
                <a:cubicBezTo>
                  <a:pt x="31745" y="54086"/>
                  <a:pt x="34570" y="53457"/>
                  <a:pt x="37225" y="52199"/>
                </a:cubicBezTo>
                <a:cubicBezTo>
                  <a:pt x="39881" y="50941"/>
                  <a:pt x="42646" y="48895"/>
                  <a:pt x="45521" y="46060"/>
                </a:cubicBezTo>
                <a:cubicBezTo>
                  <a:pt x="46120" y="46859"/>
                  <a:pt x="46769" y="47627"/>
                  <a:pt x="47467" y="48366"/>
                </a:cubicBezTo>
                <a:cubicBezTo>
                  <a:pt x="48166" y="49105"/>
                  <a:pt x="48815" y="49853"/>
                  <a:pt x="49414" y="50612"/>
                </a:cubicBezTo>
                <a:cubicBezTo>
                  <a:pt x="47378" y="52768"/>
                  <a:pt x="45421" y="54585"/>
                  <a:pt x="43544" y="56063"/>
                </a:cubicBezTo>
                <a:cubicBezTo>
                  <a:pt x="41668" y="57540"/>
                  <a:pt x="39781" y="58738"/>
                  <a:pt x="37884" y="59656"/>
                </a:cubicBezTo>
                <a:cubicBezTo>
                  <a:pt x="35987" y="60575"/>
                  <a:pt x="34021" y="61234"/>
                  <a:pt x="31984" y="61633"/>
                </a:cubicBezTo>
                <a:cubicBezTo>
                  <a:pt x="29948" y="62032"/>
                  <a:pt x="27752" y="62232"/>
                  <a:pt x="25396" y="62232"/>
                </a:cubicBezTo>
                <a:cubicBezTo>
                  <a:pt x="17210" y="62232"/>
                  <a:pt x="10931" y="59596"/>
                  <a:pt x="6559" y="54326"/>
                </a:cubicBezTo>
                <a:cubicBezTo>
                  <a:pt x="2186" y="49055"/>
                  <a:pt x="0" y="41408"/>
                  <a:pt x="0" y="31385"/>
                </a:cubicBezTo>
                <a:cubicBezTo>
                  <a:pt x="0" y="26714"/>
                  <a:pt x="709" y="22451"/>
                  <a:pt x="2126" y="18598"/>
                </a:cubicBezTo>
                <a:cubicBezTo>
                  <a:pt x="3544" y="14744"/>
                  <a:pt x="5540" y="11440"/>
                  <a:pt x="8116" y="8685"/>
                </a:cubicBezTo>
                <a:cubicBezTo>
                  <a:pt x="10691" y="5930"/>
                  <a:pt x="13786" y="3793"/>
                  <a:pt x="17400" y="2276"/>
                </a:cubicBezTo>
                <a:cubicBezTo>
                  <a:pt x="21013" y="759"/>
                  <a:pt x="24997" y="0"/>
                  <a:pt x="29349" y="0"/>
                </a:cubicBezTo>
                <a:cubicBezTo>
                  <a:pt x="31306" y="0"/>
                  <a:pt x="33142" y="60"/>
                  <a:pt x="34859" y="180"/>
                </a:cubicBezTo>
                <a:cubicBezTo>
                  <a:pt x="36576" y="299"/>
                  <a:pt x="38214" y="479"/>
                  <a:pt x="39771" y="719"/>
                </a:cubicBezTo>
                <a:cubicBezTo>
                  <a:pt x="41328" y="958"/>
                  <a:pt x="42846" y="1248"/>
                  <a:pt x="44323" y="1587"/>
                </a:cubicBezTo>
                <a:cubicBezTo>
                  <a:pt x="45800" y="1927"/>
                  <a:pt x="47258" y="2296"/>
                  <a:pt x="48695" y="2695"/>
                </a:cubicBezTo>
                <a:lnTo>
                  <a:pt x="48695" y="16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path-262">
            <a:extLst xmlns:a="http://schemas.openxmlformats.org/drawingml/2006/main">
              <a:ext uri="{FF2B5EF4-FFF2-40B4-BE49-F238E27FC236}">
                <a16:creationId xmlns:a16="http://schemas.microsoft.com/office/drawing/2014/main" id="{931CD4F9-CF48-411F-A881-517BB44E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2306" y="7440980"/>
            <a:ext cx="51563" cy="64938"/>
          </a:xfrm>
          <a:custGeom xmlns:a="http://schemas.openxmlformats.org/drawingml/2006/main">
            <a:pathLst>
              <a:path w="49414" h="62232">
                <a:moveTo>
                  <a:pt x="48695" y="16352"/>
                </a:moveTo>
                <a:lnTo>
                  <a:pt x="39891" y="16352"/>
                </a:lnTo>
                <a:cubicBezTo>
                  <a:pt x="38932" y="12638"/>
                  <a:pt x="37555" y="9973"/>
                  <a:pt x="35758" y="8355"/>
                </a:cubicBezTo>
                <a:cubicBezTo>
                  <a:pt x="33961" y="6738"/>
                  <a:pt x="31465" y="5930"/>
                  <a:pt x="28271" y="5930"/>
                </a:cubicBezTo>
                <a:cubicBezTo>
                  <a:pt x="25955" y="5930"/>
                  <a:pt x="23849" y="6469"/>
                  <a:pt x="21952" y="7547"/>
                </a:cubicBezTo>
                <a:cubicBezTo>
                  <a:pt x="20055" y="8625"/>
                  <a:pt x="18438" y="10202"/>
                  <a:pt x="17100" y="12279"/>
                </a:cubicBezTo>
                <a:cubicBezTo>
                  <a:pt x="15763" y="14355"/>
                  <a:pt x="14724" y="16921"/>
                  <a:pt x="13986" y="19975"/>
                </a:cubicBezTo>
                <a:cubicBezTo>
                  <a:pt x="13247" y="23030"/>
                  <a:pt x="12878" y="26534"/>
                  <a:pt x="12878" y="30487"/>
                </a:cubicBezTo>
                <a:cubicBezTo>
                  <a:pt x="12878" y="34280"/>
                  <a:pt x="13167" y="37645"/>
                  <a:pt x="13746" y="40579"/>
                </a:cubicBezTo>
                <a:cubicBezTo>
                  <a:pt x="14325" y="43514"/>
                  <a:pt x="15253" y="45980"/>
                  <a:pt x="16531" y="47977"/>
                </a:cubicBezTo>
                <a:cubicBezTo>
                  <a:pt x="17809" y="49973"/>
                  <a:pt x="19456" y="51490"/>
                  <a:pt x="21473" y="52529"/>
                </a:cubicBezTo>
                <a:cubicBezTo>
                  <a:pt x="23489" y="53567"/>
                  <a:pt x="25915" y="54086"/>
                  <a:pt x="28750" y="54086"/>
                </a:cubicBezTo>
                <a:cubicBezTo>
                  <a:pt x="31745" y="54086"/>
                  <a:pt x="34570" y="53457"/>
                  <a:pt x="37225" y="52199"/>
                </a:cubicBezTo>
                <a:cubicBezTo>
                  <a:pt x="39881" y="50941"/>
                  <a:pt x="42646" y="48895"/>
                  <a:pt x="45521" y="46060"/>
                </a:cubicBezTo>
                <a:cubicBezTo>
                  <a:pt x="46120" y="46859"/>
                  <a:pt x="46769" y="47627"/>
                  <a:pt x="47467" y="48366"/>
                </a:cubicBezTo>
                <a:cubicBezTo>
                  <a:pt x="48166" y="49105"/>
                  <a:pt x="48815" y="49853"/>
                  <a:pt x="49414" y="50612"/>
                </a:cubicBezTo>
                <a:cubicBezTo>
                  <a:pt x="47378" y="52768"/>
                  <a:pt x="45421" y="54585"/>
                  <a:pt x="43544" y="56063"/>
                </a:cubicBezTo>
                <a:cubicBezTo>
                  <a:pt x="41668" y="57540"/>
                  <a:pt x="39781" y="58738"/>
                  <a:pt x="37884" y="59656"/>
                </a:cubicBezTo>
                <a:cubicBezTo>
                  <a:pt x="35987" y="60575"/>
                  <a:pt x="34021" y="61234"/>
                  <a:pt x="31984" y="61633"/>
                </a:cubicBezTo>
                <a:cubicBezTo>
                  <a:pt x="29948" y="62032"/>
                  <a:pt x="27752" y="62232"/>
                  <a:pt x="25396" y="62232"/>
                </a:cubicBezTo>
                <a:cubicBezTo>
                  <a:pt x="17210" y="62232"/>
                  <a:pt x="10931" y="59596"/>
                  <a:pt x="6559" y="54326"/>
                </a:cubicBezTo>
                <a:cubicBezTo>
                  <a:pt x="2186" y="49055"/>
                  <a:pt x="0" y="41408"/>
                  <a:pt x="0" y="31385"/>
                </a:cubicBezTo>
                <a:cubicBezTo>
                  <a:pt x="0" y="26714"/>
                  <a:pt x="709" y="22451"/>
                  <a:pt x="2126" y="18598"/>
                </a:cubicBezTo>
                <a:cubicBezTo>
                  <a:pt x="3544" y="14744"/>
                  <a:pt x="5540" y="11440"/>
                  <a:pt x="8116" y="8685"/>
                </a:cubicBezTo>
                <a:cubicBezTo>
                  <a:pt x="10691" y="5930"/>
                  <a:pt x="13786" y="3793"/>
                  <a:pt x="17400" y="2276"/>
                </a:cubicBezTo>
                <a:cubicBezTo>
                  <a:pt x="21013" y="759"/>
                  <a:pt x="24997" y="0"/>
                  <a:pt x="29349" y="0"/>
                </a:cubicBezTo>
                <a:cubicBezTo>
                  <a:pt x="31306" y="0"/>
                  <a:pt x="33142" y="60"/>
                  <a:pt x="34859" y="180"/>
                </a:cubicBezTo>
                <a:cubicBezTo>
                  <a:pt x="36576" y="299"/>
                  <a:pt x="38214" y="479"/>
                  <a:pt x="39771" y="719"/>
                </a:cubicBezTo>
                <a:cubicBezTo>
                  <a:pt x="41328" y="958"/>
                  <a:pt x="42846" y="1248"/>
                  <a:pt x="44323" y="1587"/>
                </a:cubicBezTo>
                <a:cubicBezTo>
                  <a:pt x="45800" y="1927"/>
                  <a:pt x="47258" y="2296"/>
                  <a:pt x="48695" y="2695"/>
                </a:cubicBezTo>
                <a:lnTo>
                  <a:pt x="48695" y="163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path-263">
            <a:extLst xmlns:a="http://schemas.openxmlformats.org/drawingml/2006/main">
              <a:ext uri="{FF2B5EF4-FFF2-40B4-BE49-F238E27FC236}">
                <a16:creationId xmlns:a16="http://schemas.microsoft.com/office/drawing/2014/main" id="{6E3C5500-2F88-44B3-9ECB-700590C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0052" y="7360478"/>
            <a:ext cx="107800" cy="112438"/>
          </a:xfrm>
          <a:custGeom xmlns:a="http://schemas.openxmlformats.org/drawingml/2006/main">
            <a:pathLst>
              <a:path w="103308" h="107753">
                <a:moveTo>
                  <a:pt x="57608" y="59453"/>
                </a:moveTo>
                <a:lnTo>
                  <a:pt x="57608" y="107753"/>
                </a:lnTo>
                <a:lnTo>
                  <a:pt x="45701" y="107753"/>
                </a:lnTo>
                <a:lnTo>
                  <a:pt x="45701" y="59453"/>
                </a:lnTo>
                <a:lnTo>
                  <a:pt x="0" y="59453"/>
                </a:lnTo>
                <a:lnTo>
                  <a:pt x="0" y="48300"/>
                </a:lnTo>
                <a:lnTo>
                  <a:pt x="45701" y="48300"/>
                </a:lnTo>
                <a:lnTo>
                  <a:pt x="45701" y="0"/>
                </a:lnTo>
                <a:lnTo>
                  <a:pt x="57608" y="0"/>
                </a:lnTo>
                <a:lnTo>
                  <a:pt x="57608" y="48300"/>
                </a:lnTo>
                <a:lnTo>
                  <a:pt x="103308" y="48300"/>
                </a:lnTo>
                <a:lnTo>
                  <a:pt x="103308" y="59453"/>
                </a:lnTo>
                <a:lnTo>
                  <a:pt x="57608" y="594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path-264">
            <a:extLst xmlns:a="http://schemas.openxmlformats.org/drawingml/2006/main">
              <a:ext uri="{FF2B5EF4-FFF2-40B4-BE49-F238E27FC236}">
                <a16:creationId xmlns:a16="http://schemas.microsoft.com/office/drawing/2014/main" id="{188BFF89-A199-4AA2-B336-6C7234F5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1810" y="7348491"/>
            <a:ext cx="100713" cy="119438"/>
          </a:xfrm>
          <a:custGeom xmlns:a="http://schemas.openxmlformats.org/drawingml/2006/main">
            <a:pathLst>
              <a:path w="96516" h="114461">
                <a:moveTo>
                  <a:pt x="25576" y="64735"/>
                </a:moveTo>
                <a:lnTo>
                  <a:pt x="25576" y="93246"/>
                </a:lnTo>
                <a:cubicBezTo>
                  <a:pt x="25576" y="97271"/>
                  <a:pt x="25729" y="100192"/>
                  <a:pt x="26037" y="102009"/>
                </a:cubicBezTo>
                <a:cubicBezTo>
                  <a:pt x="26344" y="103826"/>
                  <a:pt x="26805" y="105195"/>
                  <a:pt x="27420" y="106118"/>
                </a:cubicBezTo>
                <a:cubicBezTo>
                  <a:pt x="28035" y="107040"/>
                  <a:pt x="28874" y="107795"/>
                  <a:pt x="29936" y="108382"/>
                </a:cubicBezTo>
                <a:cubicBezTo>
                  <a:pt x="30998" y="108969"/>
                  <a:pt x="32815" y="109625"/>
                  <a:pt x="35386" y="110352"/>
                </a:cubicBezTo>
                <a:lnTo>
                  <a:pt x="35386" y="114461"/>
                </a:lnTo>
                <a:lnTo>
                  <a:pt x="0" y="114461"/>
                </a:lnTo>
                <a:lnTo>
                  <a:pt x="0" y="110352"/>
                </a:lnTo>
                <a:cubicBezTo>
                  <a:pt x="3466" y="109458"/>
                  <a:pt x="5786" y="108465"/>
                  <a:pt x="6960" y="107375"/>
                </a:cubicBezTo>
                <a:cubicBezTo>
                  <a:pt x="8134" y="106285"/>
                  <a:pt x="8903" y="104734"/>
                  <a:pt x="9266" y="102721"/>
                </a:cubicBezTo>
                <a:cubicBezTo>
                  <a:pt x="9629" y="100709"/>
                  <a:pt x="9811" y="97634"/>
                  <a:pt x="9811" y="93497"/>
                </a:cubicBezTo>
                <a:lnTo>
                  <a:pt x="9811" y="20964"/>
                </a:lnTo>
                <a:cubicBezTo>
                  <a:pt x="9811" y="17106"/>
                  <a:pt x="9671" y="14297"/>
                  <a:pt x="9392" y="12536"/>
                </a:cubicBezTo>
                <a:cubicBezTo>
                  <a:pt x="9112" y="10775"/>
                  <a:pt x="8651" y="9406"/>
                  <a:pt x="8008" y="8427"/>
                </a:cubicBezTo>
                <a:cubicBezTo>
                  <a:pt x="7365" y="7449"/>
                  <a:pt x="6513" y="6666"/>
                  <a:pt x="5451" y="6079"/>
                </a:cubicBezTo>
                <a:cubicBezTo>
                  <a:pt x="4388" y="5492"/>
                  <a:pt x="2572" y="4836"/>
                  <a:pt x="0" y="4109"/>
                </a:cubicBezTo>
                <a:lnTo>
                  <a:pt x="0" y="0"/>
                </a:lnTo>
                <a:lnTo>
                  <a:pt x="41508" y="0"/>
                </a:lnTo>
                <a:cubicBezTo>
                  <a:pt x="54589" y="0"/>
                  <a:pt x="64372" y="2376"/>
                  <a:pt x="70857" y="7128"/>
                </a:cubicBezTo>
                <a:cubicBezTo>
                  <a:pt x="77342" y="11879"/>
                  <a:pt x="80584" y="19259"/>
                  <a:pt x="80584" y="29265"/>
                </a:cubicBezTo>
                <a:cubicBezTo>
                  <a:pt x="80584" y="36924"/>
                  <a:pt x="78474" y="43436"/>
                  <a:pt x="74253" y="48803"/>
                </a:cubicBezTo>
                <a:cubicBezTo>
                  <a:pt x="70032" y="54170"/>
                  <a:pt x="63701" y="58363"/>
                  <a:pt x="55260" y="61381"/>
                </a:cubicBezTo>
                <a:lnTo>
                  <a:pt x="55260" y="62052"/>
                </a:lnTo>
                <a:cubicBezTo>
                  <a:pt x="58670" y="63450"/>
                  <a:pt x="61591" y="65448"/>
                  <a:pt x="64023" y="68048"/>
                </a:cubicBezTo>
                <a:cubicBezTo>
                  <a:pt x="66454" y="70647"/>
                  <a:pt x="69152" y="74686"/>
                  <a:pt x="72115" y="80165"/>
                </a:cubicBezTo>
                <a:lnTo>
                  <a:pt x="79662" y="93917"/>
                </a:lnTo>
                <a:cubicBezTo>
                  <a:pt x="81842" y="97942"/>
                  <a:pt x="83714" y="101016"/>
                  <a:pt x="85280" y="103141"/>
                </a:cubicBezTo>
                <a:cubicBezTo>
                  <a:pt x="86845" y="105265"/>
                  <a:pt x="88438" y="106886"/>
                  <a:pt x="90059" y="108004"/>
                </a:cubicBezTo>
                <a:cubicBezTo>
                  <a:pt x="91681" y="109122"/>
                  <a:pt x="93833" y="109905"/>
                  <a:pt x="96516" y="110352"/>
                </a:cubicBezTo>
                <a:lnTo>
                  <a:pt x="96516" y="114461"/>
                </a:lnTo>
                <a:lnTo>
                  <a:pt x="73289" y="114461"/>
                </a:lnTo>
                <a:cubicBezTo>
                  <a:pt x="71164" y="111498"/>
                  <a:pt x="69152" y="108312"/>
                  <a:pt x="67251" y="104902"/>
                </a:cubicBezTo>
                <a:cubicBezTo>
                  <a:pt x="65350" y="101492"/>
                  <a:pt x="63478" y="98026"/>
                  <a:pt x="61633" y="94504"/>
                </a:cubicBezTo>
                <a:lnTo>
                  <a:pt x="54254" y="80500"/>
                </a:lnTo>
                <a:cubicBezTo>
                  <a:pt x="52018" y="76251"/>
                  <a:pt x="50187" y="73121"/>
                  <a:pt x="48761" y="71108"/>
                </a:cubicBezTo>
                <a:cubicBezTo>
                  <a:pt x="47336" y="69096"/>
                  <a:pt x="46022" y="67684"/>
                  <a:pt x="44820" y="66874"/>
                </a:cubicBezTo>
                <a:cubicBezTo>
                  <a:pt x="43618" y="66063"/>
                  <a:pt x="42332" y="65504"/>
                  <a:pt x="40963" y="65197"/>
                </a:cubicBezTo>
                <a:cubicBezTo>
                  <a:pt x="39593" y="64889"/>
                  <a:pt x="37539" y="64735"/>
                  <a:pt x="34800" y="64735"/>
                </a:cubicBezTo>
                <a:lnTo>
                  <a:pt x="25576" y="64735"/>
                </a:lnTo>
                <a:moveTo>
                  <a:pt x="25576" y="7715"/>
                </a:moveTo>
                <a:lnTo>
                  <a:pt x="25576" y="57524"/>
                </a:lnTo>
                <a:lnTo>
                  <a:pt x="35051" y="57524"/>
                </a:lnTo>
                <a:cubicBezTo>
                  <a:pt x="39915" y="57524"/>
                  <a:pt x="43856" y="57175"/>
                  <a:pt x="46875" y="56476"/>
                </a:cubicBezTo>
                <a:cubicBezTo>
                  <a:pt x="49893" y="55777"/>
                  <a:pt x="52688" y="54449"/>
                  <a:pt x="55260" y="52493"/>
                </a:cubicBezTo>
                <a:cubicBezTo>
                  <a:pt x="57831" y="50536"/>
                  <a:pt x="59886" y="47811"/>
                  <a:pt x="61423" y="44317"/>
                </a:cubicBezTo>
                <a:cubicBezTo>
                  <a:pt x="62961" y="40823"/>
                  <a:pt x="63729" y="36532"/>
                  <a:pt x="63729" y="31445"/>
                </a:cubicBezTo>
                <a:cubicBezTo>
                  <a:pt x="63729" y="26135"/>
                  <a:pt x="62821" y="21718"/>
                  <a:pt x="61004" y="18196"/>
                </a:cubicBezTo>
                <a:cubicBezTo>
                  <a:pt x="59187" y="14674"/>
                  <a:pt x="56434" y="11991"/>
                  <a:pt x="52744" y="10146"/>
                </a:cubicBezTo>
                <a:cubicBezTo>
                  <a:pt x="49055" y="8302"/>
                  <a:pt x="44079" y="7379"/>
                  <a:pt x="37818" y="7379"/>
                </a:cubicBezTo>
                <a:cubicBezTo>
                  <a:pt x="32787" y="7379"/>
                  <a:pt x="28706" y="7491"/>
                  <a:pt x="25576" y="7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path-265">
            <a:extLst xmlns:a="http://schemas.openxmlformats.org/drawingml/2006/main">
              <a:ext uri="{FF2B5EF4-FFF2-40B4-BE49-F238E27FC236}">
                <a16:creationId xmlns:a16="http://schemas.microsoft.com/office/drawing/2014/main" id="{B61EA97E-562D-4B6E-A257-48CB8DA1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8324" y="7440980"/>
            <a:ext cx="65438" cy="90563"/>
          </a:xfrm>
          <a:custGeom xmlns:a="http://schemas.openxmlformats.org/drawingml/2006/main">
            <a:pathLst>
              <a:path w="62711" h="86789">
                <a:moveTo>
                  <a:pt x="62711" y="86789"/>
                </a:moveTo>
                <a:lnTo>
                  <a:pt x="35458" y="86789"/>
                </a:lnTo>
                <a:lnTo>
                  <a:pt x="35458" y="82836"/>
                </a:lnTo>
                <a:cubicBezTo>
                  <a:pt x="37335" y="82357"/>
                  <a:pt x="38803" y="81938"/>
                  <a:pt x="39861" y="81578"/>
                </a:cubicBezTo>
                <a:cubicBezTo>
                  <a:pt x="40919" y="81219"/>
                  <a:pt x="41707" y="80680"/>
                  <a:pt x="42227" y="79961"/>
                </a:cubicBezTo>
                <a:cubicBezTo>
                  <a:pt x="42746" y="79242"/>
                  <a:pt x="43065" y="78234"/>
                  <a:pt x="43185" y="76936"/>
                </a:cubicBezTo>
                <a:cubicBezTo>
                  <a:pt x="43305" y="75638"/>
                  <a:pt x="43365" y="73852"/>
                  <a:pt x="43365" y="71576"/>
                </a:cubicBezTo>
                <a:lnTo>
                  <a:pt x="43365" y="51451"/>
                </a:lnTo>
                <a:cubicBezTo>
                  <a:pt x="41448" y="53407"/>
                  <a:pt x="39671" y="55074"/>
                  <a:pt x="38034" y="56452"/>
                </a:cubicBezTo>
                <a:cubicBezTo>
                  <a:pt x="36397" y="57829"/>
                  <a:pt x="34790" y="58948"/>
                  <a:pt x="33212" y="59806"/>
                </a:cubicBezTo>
                <a:cubicBezTo>
                  <a:pt x="31635" y="60665"/>
                  <a:pt x="29998" y="61283"/>
                  <a:pt x="28301" y="61663"/>
                </a:cubicBezTo>
                <a:cubicBezTo>
                  <a:pt x="26604" y="62042"/>
                  <a:pt x="24737" y="62232"/>
                  <a:pt x="22701" y="62232"/>
                </a:cubicBezTo>
                <a:cubicBezTo>
                  <a:pt x="19147" y="62232"/>
                  <a:pt x="15972" y="61593"/>
                  <a:pt x="13177" y="60315"/>
                </a:cubicBezTo>
                <a:cubicBezTo>
                  <a:pt x="10382" y="59037"/>
                  <a:pt x="8006" y="57131"/>
                  <a:pt x="6049" y="54595"/>
                </a:cubicBezTo>
                <a:cubicBezTo>
                  <a:pt x="4093" y="52059"/>
                  <a:pt x="2595" y="48895"/>
                  <a:pt x="1557" y="45102"/>
                </a:cubicBezTo>
                <a:cubicBezTo>
                  <a:pt x="519" y="41308"/>
                  <a:pt x="0" y="36916"/>
                  <a:pt x="0" y="31924"/>
                </a:cubicBezTo>
                <a:cubicBezTo>
                  <a:pt x="0" y="26494"/>
                  <a:pt x="729" y="21772"/>
                  <a:pt x="2186" y="17759"/>
                </a:cubicBezTo>
                <a:cubicBezTo>
                  <a:pt x="3644" y="13746"/>
                  <a:pt x="5680" y="10422"/>
                  <a:pt x="8296" y="7786"/>
                </a:cubicBezTo>
                <a:cubicBezTo>
                  <a:pt x="10911" y="5151"/>
                  <a:pt x="14056" y="3194"/>
                  <a:pt x="17729" y="1917"/>
                </a:cubicBezTo>
                <a:cubicBezTo>
                  <a:pt x="21403" y="639"/>
                  <a:pt x="25456" y="0"/>
                  <a:pt x="29888" y="0"/>
                </a:cubicBezTo>
                <a:cubicBezTo>
                  <a:pt x="32843" y="0"/>
                  <a:pt x="35588" y="329"/>
                  <a:pt x="38124" y="988"/>
                </a:cubicBezTo>
                <a:cubicBezTo>
                  <a:pt x="40659" y="1647"/>
                  <a:pt x="43285" y="2655"/>
                  <a:pt x="46000" y="4013"/>
                </a:cubicBezTo>
                <a:lnTo>
                  <a:pt x="50492" y="0"/>
                </a:lnTo>
                <a:lnTo>
                  <a:pt x="55224" y="1078"/>
                </a:lnTo>
                <a:lnTo>
                  <a:pt x="55224" y="71576"/>
                </a:lnTo>
                <a:cubicBezTo>
                  <a:pt x="55224" y="73852"/>
                  <a:pt x="55294" y="75629"/>
                  <a:pt x="55434" y="76906"/>
                </a:cubicBezTo>
                <a:cubicBezTo>
                  <a:pt x="55573" y="78184"/>
                  <a:pt x="55903" y="79182"/>
                  <a:pt x="56422" y="79901"/>
                </a:cubicBezTo>
                <a:cubicBezTo>
                  <a:pt x="56941" y="80620"/>
                  <a:pt x="57700" y="81169"/>
                  <a:pt x="58698" y="81548"/>
                </a:cubicBezTo>
                <a:cubicBezTo>
                  <a:pt x="59696" y="81928"/>
                  <a:pt x="61034" y="82357"/>
                  <a:pt x="62711" y="82836"/>
                </a:cubicBezTo>
                <a:lnTo>
                  <a:pt x="62711" y="86789"/>
                </a:lnTo>
                <a:moveTo>
                  <a:pt x="43365" y="22940"/>
                </a:moveTo>
                <a:cubicBezTo>
                  <a:pt x="43365" y="19586"/>
                  <a:pt x="43075" y="16811"/>
                  <a:pt x="42496" y="14615"/>
                </a:cubicBezTo>
                <a:cubicBezTo>
                  <a:pt x="41917" y="12418"/>
                  <a:pt x="41059" y="10681"/>
                  <a:pt x="39921" y="9404"/>
                </a:cubicBezTo>
                <a:cubicBezTo>
                  <a:pt x="38783" y="8126"/>
                  <a:pt x="37375" y="7227"/>
                  <a:pt x="35698" y="6708"/>
                </a:cubicBezTo>
                <a:cubicBezTo>
                  <a:pt x="34021" y="6189"/>
                  <a:pt x="32084" y="5930"/>
                  <a:pt x="29888" y="5930"/>
                </a:cubicBezTo>
                <a:cubicBezTo>
                  <a:pt x="24258" y="5930"/>
                  <a:pt x="19995" y="8006"/>
                  <a:pt x="17100" y="12159"/>
                </a:cubicBezTo>
                <a:cubicBezTo>
                  <a:pt x="14205" y="16312"/>
                  <a:pt x="12758" y="22341"/>
                  <a:pt x="12758" y="30247"/>
                </a:cubicBezTo>
                <a:cubicBezTo>
                  <a:pt x="12758" y="46140"/>
                  <a:pt x="17569" y="54086"/>
                  <a:pt x="27193" y="54086"/>
                </a:cubicBezTo>
                <a:cubicBezTo>
                  <a:pt x="29109" y="54086"/>
                  <a:pt x="31026" y="53737"/>
                  <a:pt x="32943" y="53038"/>
                </a:cubicBezTo>
                <a:cubicBezTo>
                  <a:pt x="34859" y="52339"/>
                  <a:pt x="36596" y="51361"/>
                  <a:pt x="38154" y="50103"/>
                </a:cubicBezTo>
                <a:cubicBezTo>
                  <a:pt x="39711" y="48845"/>
                  <a:pt x="40969" y="47338"/>
                  <a:pt x="41927" y="45581"/>
                </a:cubicBezTo>
                <a:cubicBezTo>
                  <a:pt x="42885" y="43824"/>
                  <a:pt x="43365" y="41867"/>
                  <a:pt x="43365" y="39711"/>
                </a:cubicBezTo>
                <a:lnTo>
                  <a:pt x="43365" y="229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path-266">
            <a:extLst xmlns:a="http://schemas.openxmlformats.org/drawingml/2006/main">
              <a:ext uri="{FF2B5EF4-FFF2-40B4-BE49-F238E27FC236}">
                <a16:creationId xmlns:a16="http://schemas.microsoft.com/office/drawing/2014/main" id="{0492C0CB-DCD8-46D1-A3DE-AE4FE82C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6262" y="7442292"/>
            <a:ext cx="67750" cy="63625"/>
          </a:xfrm>
          <a:custGeom xmlns:a="http://schemas.openxmlformats.org/drawingml/2006/main">
            <a:pathLst>
              <a:path w="64927" h="60974">
                <a:moveTo>
                  <a:pt x="0" y="0"/>
                </a:moveTo>
                <a:lnTo>
                  <a:pt x="19227" y="0"/>
                </a:lnTo>
                <a:lnTo>
                  <a:pt x="19227" y="31266"/>
                </a:lnTo>
                <a:cubicBezTo>
                  <a:pt x="19227" y="35578"/>
                  <a:pt x="19366" y="39132"/>
                  <a:pt x="19646" y="41927"/>
                </a:cubicBezTo>
                <a:cubicBezTo>
                  <a:pt x="19925" y="44722"/>
                  <a:pt x="20454" y="46928"/>
                  <a:pt x="21233" y="48546"/>
                </a:cubicBezTo>
                <a:cubicBezTo>
                  <a:pt x="22012" y="50163"/>
                  <a:pt x="23120" y="51281"/>
                  <a:pt x="24557" y="51900"/>
                </a:cubicBezTo>
                <a:cubicBezTo>
                  <a:pt x="25995" y="52519"/>
                  <a:pt x="27892" y="52828"/>
                  <a:pt x="30247" y="52828"/>
                </a:cubicBezTo>
                <a:cubicBezTo>
                  <a:pt x="31805" y="52828"/>
                  <a:pt x="33462" y="52449"/>
                  <a:pt x="35219" y="51690"/>
                </a:cubicBezTo>
                <a:cubicBezTo>
                  <a:pt x="36976" y="50931"/>
                  <a:pt x="38583" y="49933"/>
                  <a:pt x="40040" y="48695"/>
                </a:cubicBezTo>
                <a:cubicBezTo>
                  <a:pt x="41498" y="47457"/>
                  <a:pt x="42706" y="46040"/>
                  <a:pt x="43664" y="44443"/>
                </a:cubicBezTo>
                <a:cubicBezTo>
                  <a:pt x="44622" y="42846"/>
                  <a:pt x="45102" y="41228"/>
                  <a:pt x="45102" y="39591"/>
                </a:cubicBezTo>
                <a:lnTo>
                  <a:pt x="45102" y="15094"/>
                </a:lnTo>
                <a:cubicBezTo>
                  <a:pt x="45102" y="12818"/>
                  <a:pt x="45052" y="11051"/>
                  <a:pt x="44952" y="9793"/>
                </a:cubicBezTo>
                <a:cubicBezTo>
                  <a:pt x="44852" y="8535"/>
                  <a:pt x="44563" y="7547"/>
                  <a:pt x="44083" y="6828"/>
                </a:cubicBezTo>
                <a:cubicBezTo>
                  <a:pt x="43604" y="6109"/>
                  <a:pt x="42875" y="5560"/>
                  <a:pt x="41897" y="5181"/>
                </a:cubicBezTo>
                <a:cubicBezTo>
                  <a:pt x="40919" y="4802"/>
                  <a:pt x="39551" y="4352"/>
                  <a:pt x="37794" y="3833"/>
                </a:cubicBezTo>
                <a:lnTo>
                  <a:pt x="37794" y="0"/>
                </a:lnTo>
                <a:lnTo>
                  <a:pt x="56841" y="0"/>
                </a:lnTo>
                <a:lnTo>
                  <a:pt x="56841" y="43425"/>
                </a:lnTo>
                <a:cubicBezTo>
                  <a:pt x="56841" y="45461"/>
                  <a:pt x="56831" y="47178"/>
                  <a:pt x="56811" y="48576"/>
                </a:cubicBezTo>
                <a:cubicBezTo>
                  <a:pt x="56791" y="49973"/>
                  <a:pt x="56991" y="51131"/>
                  <a:pt x="57410" y="52050"/>
                </a:cubicBezTo>
                <a:cubicBezTo>
                  <a:pt x="57829" y="52968"/>
                  <a:pt x="58608" y="53717"/>
                  <a:pt x="59746" y="54296"/>
                </a:cubicBezTo>
                <a:cubicBezTo>
                  <a:pt x="60884" y="54875"/>
                  <a:pt x="62611" y="55364"/>
                  <a:pt x="64927" y="55763"/>
                </a:cubicBezTo>
                <a:lnTo>
                  <a:pt x="64927" y="59896"/>
                </a:lnTo>
                <a:lnTo>
                  <a:pt x="49534" y="60495"/>
                </a:lnTo>
                <a:lnTo>
                  <a:pt x="45221" y="60495"/>
                </a:lnTo>
                <a:cubicBezTo>
                  <a:pt x="45341" y="58818"/>
                  <a:pt x="45441" y="57161"/>
                  <a:pt x="45521" y="55523"/>
                </a:cubicBezTo>
                <a:cubicBezTo>
                  <a:pt x="45601" y="53886"/>
                  <a:pt x="45681" y="52229"/>
                  <a:pt x="45760" y="50552"/>
                </a:cubicBezTo>
                <a:cubicBezTo>
                  <a:pt x="45601" y="50472"/>
                  <a:pt x="45461" y="50432"/>
                  <a:pt x="45341" y="50432"/>
                </a:cubicBezTo>
                <a:cubicBezTo>
                  <a:pt x="45221" y="50432"/>
                  <a:pt x="45102" y="50392"/>
                  <a:pt x="44982" y="50313"/>
                </a:cubicBezTo>
                <a:cubicBezTo>
                  <a:pt x="43105" y="52309"/>
                  <a:pt x="41328" y="53986"/>
                  <a:pt x="39651" y="55344"/>
                </a:cubicBezTo>
                <a:cubicBezTo>
                  <a:pt x="37974" y="56701"/>
                  <a:pt x="36337" y="57800"/>
                  <a:pt x="34740" y="58638"/>
                </a:cubicBezTo>
                <a:cubicBezTo>
                  <a:pt x="33142" y="59477"/>
                  <a:pt x="31555" y="60076"/>
                  <a:pt x="29978" y="60435"/>
                </a:cubicBezTo>
                <a:cubicBezTo>
                  <a:pt x="28401" y="60794"/>
                  <a:pt x="26753" y="60974"/>
                  <a:pt x="25036" y="60974"/>
                </a:cubicBezTo>
                <a:cubicBezTo>
                  <a:pt x="22042" y="60934"/>
                  <a:pt x="19426" y="60535"/>
                  <a:pt x="17190" y="59776"/>
                </a:cubicBezTo>
                <a:cubicBezTo>
                  <a:pt x="14954" y="59017"/>
                  <a:pt x="13107" y="57800"/>
                  <a:pt x="11650" y="56122"/>
                </a:cubicBezTo>
                <a:cubicBezTo>
                  <a:pt x="10192" y="54445"/>
                  <a:pt x="9094" y="52269"/>
                  <a:pt x="8355" y="49594"/>
                </a:cubicBezTo>
                <a:cubicBezTo>
                  <a:pt x="7617" y="46918"/>
                  <a:pt x="7227" y="43624"/>
                  <a:pt x="7188" y="39711"/>
                </a:cubicBezTo>
                <a:lnTo>
                  <a:pt x="7188" y="15094"/>
                </a:lnTo>
                <a:cubicBezTo>
                  <a:pt x="7188" y="12898"/>
                  <a:pt x="7178" y="11181"/>
                  <a:pt x="7158" y="9943"/>
                </a:cubicBezTo>
                <a:cubicBezTo>
                  <a:pt x="7138" y="8705"/>
                  <a:pt x="6918" y="7737"/>
                  <a:pt x="6499" y="7038"/>
                </a:cubicBezTo>
                <a:cubicBezTo>
                  <a:pt x="6079" y="6339"/>
                  <a:pt x="5381" y="5780"/>
                  <a:pt x="4402" y="5361"/>
                </a:cubicBezTo>
                <a:cubicBezTo>
                  <a:pt x="3424" y="4941"/>
                  <a:pt x="1957" y="4432"/>
                  <a:pt x="0" y="3833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path-267">
            <a:extLst xmlns:a="http://schemas.openxmlformats.org/drawingml/2006/main">
              <a:ext uri="{FF2B5EF4-FFF2-40B4-BE49-F238E27FC236}">
                <a16:creationId xmlns:a16="http://schemas.microsoft.com/office/drawing/2014/main" id="{92C25D3B-D4DD-4EAE-BC42-BCD3DC69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9988" y="7440980"/>
            <a:ext cx="55750" cy="64938"/>
          </a:xfrm>
          <a:custGeom xmlns:a="http://schemas.openxmlformats.org/drawingml/2006/main">
            <a:pathLst>
              <a:path w="53427" h="62232">
                <a:moveTo>
                  <a:pt x="52529" y="50133"/>
                </a:moveTo>
                <a:cubicBezTo>
                  <a:pt x="50293" y="52329"/>
                  <a:pt x="48166" y="54196"/>
                  <a:pt x="46150" y="55733"/>
                </a:cubicBezTo>
                <a:cubicBezTo>
                  <a:pt x="44133" y="57270"/>
                  <a:pt x="42127" y="58518"/>
                  <a:pt x="40130" y="59477"/>
                </a:cubicBezTo>
                <a:cubicBezTo>
                  <a:pt x="38134" y="60435"/>
                  <a:pt x="36097" y="61134"/>
                  <a:pt x="34021" y="61573"/>
                </a:cubicBezTo>
                <a:cubicBezTo>
                  <a:pt x="31944" y="62012"/>
                  <a:pt x="29748" y="62232"/>
                  <a:pt x="27432" y="62232"/>
                </a:cubicBezTo>
                <a:cubicBezTo>
                  <a:pt x="18328" y="62232"/>
                  <a:pt x="11480" y="59626"/>
                  <a:pt x="6888" y="54415"/>
                </a:cubicBezTo>
                <a:cubicBezTo>
                  <a:pt x="2296" y="49204"/>
                  <a:pt x="0" y="41528"/>
                  <a:pt x="0" y="31385"/>
                </a:cubicBezTo>
                <a:cubicBezTo>
                  <a:pt x="0" y="26714"/>
                  <a:pt x="679" y="22451"/>
                  <a:pt x="2036" y="18598"/>
                </a:cubicBezTo>
                <a:cubicBezTo>
                  <a:pt x="3394" y="14744"/>
                  <a:pt x="5331" y="11440"/>
                  <a:pt x="7846" y="8685"/>
                </a:cubicBezTo>
                <a:cubicBezTo>
                  <a:pt x="10362" y="5930"/>
                  <a:pt x="13377" y="3793"/>
                  <a:pt x="16891" y="2276"/>
                </a:cubicBezTo>
                <a:cubicBezTo>
                  <a:pt x="20405" y="759"/>
                  <a:pt x="24318" y="0"/>
                  <a:pt x="28630" y="0"/>
                </a:cubicBezTo>
                <a:cubicBezTo>
                  <a:pt x="32863" y="0"/>
                  <a:pt x="36517" y="649"/>
                  <a:pt x="39591" y="1947"/>
                </a:cubicBezTo>
                <a:cubicBezTo>
                  <a:pt x="42666" y="3244"/>
                  <a:pt x="45161" y="5031"/>
                  <a:pt x="47078" y="7307"/>
                </a:cubicBezTo>
                <a:cubicBezTo>
                  <a:pt x="48036" y="8425"/>
                  <a:pt x="48895" y="9703"/>
                  <a:pt x="49654" y="11141"/>
                </a:cubicBezTo>
                <a:cubicBezTo>
                  <a:pt x="50412" y="12578"/>
                  <a:pt x="51061" y="14245"/>
                  <a:pt x="51600" y="16142"/>
                </a:cubicBezTo>
                <a:cubicBezTo>
                  <a:pt x="52139" y="18039"/>
                  <a:pt x="52559" y="20205"/>
                  <a:pt x="52858" y="22641"/>
                </a:cubicBezTo>
                <a:cubicBezTo>
                  <a:pt x="53158" y="25076"/>
                  <a:pt x="53347" y="27852"/>
                  <a:pt x="53427" y="30966"/>
                </a:cubicBezTo>
                <a:lnTo>
                  <a:pt x="12398" y="30966"/>
                </a:lnTo>
                <a:lnTo>
                  <a:pt x="12398" y="31505"/>
                </a:lnTo>
                <a:cubicBezTo>
                  <a:pt x="12398" y="39052"/>
                  <a:pt x="13806" y="44702"/>
                  <a:pt x="16621" y="48456"/>
                </a:cubicBezTo>
                <a:cubicBezTo>
                  <a:pt x="19436" y="52209"/>
                  <a:pt x="23898" y="54086"/>
                  <a:pt x="30008" y="54086"/>
                </a:cubicBezTo>
                <a:cubicBezTo>
                  <a:pt x="31645" y="54086"/>
                  <a:pt x="33212" y="53916"/>
                  <a:pt x="34710" y="53577"/>
                </a:cubicBezTo>
                <a:cubicBezTo>
                  <a:pt x="36207" y="53237"/>
                  <a:pt x="37694" y="52708"/>
                  <a:pt x="39172" y="51990"/>
                </a:cubicBezTo>
                <a:cubicBezTo>
                  <a:pt x="40649" y="51271"/>
                  <a:pt x="42137" y="50342"/>
                  <a:pt x="43634" y="49204"/>
                </a:cubicBezTo>
                <a:cubicBezTo>
                  <a:pt x="45132" y="48066"/>
                  <a:pt x="46699" y="46719"/>
                  <a:pt x="48336" y="45161"/>
                </a:cubicBezTo>
                <a:lnTo>
                  <a:pt x="52529" y="50133"/>
                </a:lnTo>
                <a:moveTo>
                  <a:pt x="40550" y="25036"/>
                </a:moveTo>
                <a:cubicBezTo>
                  <a:pt x="40150" y="18528"/>
                  <a:pt x="38962" y="13716"/>
                  <a:pt x="36986" y="10602"/>
                </a:cubicBezTo>
                <a:cubicBezTo>
                  <a:pt x="35009" y="7487"/>
                  <a:pt x="31984" y="5930"/>
                  <a:pt x="27911" y="5930"/>
                </a:cubicBezTo>
                <a:cubicBezTo>
                  <a:pt x="25755" y="5930"/>
                  <a:pt x="23809" y="6359"/>
                  <a:pt x="22072" y="7217"/>
                </a:cubicBezTo>
                <a:cubicBezTo>
                  <a:pt x="20335" y="8076"/>
                  <a:pt x="18817" y="9324"/>
                  <a:pt x="17520" y="10961"/>
                </a:cubicBezTo>
                <a:cubicBezTo>
                  <a:pt x="16222" y="12598"/>
                  <a:pt x="15164" y="14605"/>
                  <a:pt x="14345" y="16980"/>
                </a:cubicBezTo>
                <a:cubicBezTo>
                  <a:pt x="13526" y="19356"/>
                  <a:pt x="12997" y="22042"/>
                  <a:pt x="12758" y="25036"/>
                </a:cubicBezTo>
                <a:lnTo>
                  <a:pt x="40550" y="25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path-268">
            <a:extLst xmlns:a="http://schemas.openxmlformats.org/drawingml/2006/main">
              <a:ext uri="{FF2B5EF4-FFF2-40B4-BE49-F238E27FC236}">
                <a16:creationId xmlns:a16="http://schemas.microsoft.com/office/drawing/2014/main" id="{6C4B5A5D-E0A6-41D4-9F93-371584C2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0615" y="7440980"/>
            <a:ext cx="50188" cy="63813"/>
          </a:xfrm>
          <a:custGeom xmlns:a="http://schemas.openxmlformats.org/drawingml/2006/main">
            <a:pathLst>
              <a:path w="48096" h="61154">
                <a:moveTo>
                  <a:pt x="19107" y="11260"/>
                </a:moveTo>
                <a:cubicBezTo>
                  <a:pt x="19227" y="11340"/>
                  <a:pt x="19326" y="11390"/>
                  <a:pt x="19406" y="11410"/>
                </a:cubicBezTo>
                <a:cubicBezTo>
                  <a:pt x="19486" y="11430"/>
                  <a:pt x="19586" y="11480"/>
                  <a:pt x="19706" y="11560"/>
                </a:cubicBezTo>
                <a:cubicBezTo>
                  <a:pt x="21622" y="9484"/>
                  <a:pt x="23389" y="7707"/>
                  <a:pt x="25007" y="6229"/>
                </a:cubicBezTo>
                <a:cubicBezTo>
                  <a:pt x="26624" y="4752"/>
                  <a:pt x="28261" y="3554"/>
                  <a:pt x="29918" y="2635"/>
                </a:cubicBezTo>
                <a:cubicBezTo>
                  <a:pt x="31575" y="1717"/>
                  <a:pt x="33292" y="1048"/>
                  <a:pt x="35069" y="629"/>
                </a:cubicBezTo>
                <a:cubicBezTo>
                  <a:pt x="36846" y="210"/>
                  <a:pt x="38832" y="0"/>
                  <a:pt x="41029" y="0"/>
                </a:cubicBezTo>
                <a:cubicBezTo>
                  <a:pt x="43504" y="0"/>
                  <a:pt x="45860" y="240"/>
                  <a:pt x="48096" y="719"/>
                </a:cubicBezTo>
                <a:lnTo>
                  <a:pt x="48096" y="15573"/>
                </a:lnTo>
                <a:lnTo>
                  <a:pt x="40430" y="15573"/>
                </a:lnTo>
                <a:cubicBezTo>
                  <a:pt x="39990" y="14455"/>
                  <a:pt x="39531" y="13487"/>
                  <a:pt x="39052" y="12668"/>
                </a:cubicBezTo>
                <a:cubicBezTo>
                  <a:pt x="38573" y="11849"/>
                  <a:pt x="38024" y="11171"/>
                  <a:pt x="37405" y="10632"/>
                </a:cubicBezTo>
                <a:cubicBezTo>
                  <a:pt x="36786" y="10092"/>
                  <a:pt x="36067" y="9693"/>
                  <a:pt x="35249" y="9434"/>
                </a:cubicBezTo>
                <a:cubicBezTo>
                  <a:pt x="34430" y="9174"/>
                  <a:pt x="33462" y="9044"/>
                  <a:pt x="32344" y="9044"/>
                </a:cubicBezTo>
                <a:cubicBezTo>
                  <a:pt x="31186" y="9044"/>
                  <a:pt x="29878" y="9414"/>
                  <a:pt x="28421" y="10152"/>
                </a:cubicBezTo>
                <a:cubicBezTo>
                  <a:pt x="26963" y="10891"/>
                  <a:pt x="25596" y="11899"/>
                  <a:pt x="24318" y="13177"/>
                </a:cubicBezTo>
                <a:cubicBezTo>
                  <a:pt x="23040" y="14455"/>
                  <a:pt x="21972" y="15932"/>
                  <a:pt x="21113" y="17609"/>
                </a:cubicBezTo>
                <a:cubicBezTo>
                  <a:pt x="20255" y="19286"/>
                  <a:pt x="19826" y="21063"/>
                  <a:pt x="19826" y="22940"/>
                </a:cubicBezTo>
                <a:lnTo>
                  <a:pt x="19826" y="45880"/>
                </a:lnTo>
                <a:cubicBezTo>
                  <a:pt x="19826" y="48396"/>
                  <a:pt x="19935" y="50323"/>
                  <a:pt x="20155" y="51660"/>
                </a:cubicBezTo>
                <a:cubicBezTo>
                  <a:pt x="20375" y="52998"/>
                  <a:pt x="20784" y="54006"/>
                  <a:pt x="21383" y="54685"/>
                </a:cubicBezTo>
                <a:cubicBezTo>
                  <a:pt x="21982" y="55364"/>
                  <a:pt x="22800" y="55853"/>
                  <a:pt x="23839" y="56152"/>
                </a:cubicBezTo>
                <a:cubicBezTo>
                  <a:pt x="24877" y="56452"/>
                  <a:pt x="26234" y="56841"/>
                  <a:pt x="27911" y="57320"/>
                </a:cubicBezTo>
                <a:lnTo>
                  <a:pt x="27911" y="61154"/>
                </a:lnTo>
                <a:lnTo>
                  <a:pt x="898" y="61154"/>
                </a:lnTo>
                <a:lnTo>
                  <a:pt x="898" y="57320"/>
                </a:lnTo>
                <a:cubicBezTo>
                  <a:pt x="2456" y="56761"/>
                  <a:pt x="3704" y="56322"/>
                  <a:pt x="4642" y="56003"/>
                </a:cubicBezTo>
                <a:cubicBezTo>
                  <a:pt x="5580" y="55683"/>
                  <a:pt x="6299" y="55194"/>
                  <a:pt x="6798" y="54535"/>
                </a:cubicBezTo>
                <a:cubicBezTo>
                  <a:pt x="7297" y="53876"/>
                  <a:pt x="7617" y="52908"/>
                  <a:pt x="7757" y="51630"/>
                </a:cubicBezTo>
                <a:cubicBezTo>
                  <a:pt x="7896" y="50352"/>
                  <a:pt x="7966" y="48496"/>
                  <a:pt x="7966" y="46060"/>
                </a:cubicBezTo>
                <a:lnTo>
                  <a:pt x="7966" y="20305"/>
                </a:lnTo>
                <a:cubicBezTo>
                  <a:pt x="7966" y="17549"/>
                  <a:pt x="7956" y="15293"/>
                  <a:pt x="7936" y="13536"/>
                </a:cubicBezTo>
                <a:cubicBezTo>
                  <a:pt x="7916" y="11780"/>
                  <a:pt x="7677" y="10352"/>
                  <a:pt x="7217" y="9254"/>
                </a:cubicBezTo>
                <a:cubicBezTo>
                  <a:pt x="6758" y="8156"/>
                  <a:pt x="5980" y="7317"/>
                  <a:pt x="4882" y="6738"/>
                </a:cubicBezTo>
                <a:cubicBezTo>
                  <a:pt x="3783" y="6159"/>
                  <a:pt x="2156" y="5690"/>
                  <a:pt x="0" y="5331"/>
                </a:cubicBezTo>
                <a:lnTo>
                  <a:pt x="0" y="1258"/>
                </a:lnTo>
                <a:lnTo>
                  <a:pt x="15693" y="599"/>
                </a:lnTo>
                <a:lnTo>
                  <a:pt x="19945" y="599"/>
                </a:lnTo>
                <a:lnTo>
                  <a:pt x="19107" y="112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path-269">
            <a:extLst xmlns:a="http://schemas.openxmlformats.org/drawingml/2006/main">
              <a:ext uri="{FF2B5EF4-FFF2-40B4-BE49-F238E27FC236}">
                <a16:creationId xmlns:a16="http://schemas.microsoft.com/office/drawing/2014/main" id="{589588C3-BB2D-4DE7-82DE-81DE5C33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9079" y="7442292"/>
            <a:ext cx="69688" cy="89875"/>
          </a:xfrm>
          <a:custGeom xmlns:a="http://schemas.openxmlformats.org/drawingml/2006/main">
            <a:pathLst>
              <a:path w="66784" h="86130">
                <a:moveTo>
                  <a:pt x="33602" y="64029"/>
                </a:moveTo>
                <a:cubicBezTo>
                  <a:pt x="31765" y="67902"/>
                  <a:pt x="29968" y="71226"/>
                  <a:pt x="28211" y="74001"/>
                </a:cubicBezTo>
                <a:cubicBezTo>
                  <a:pt x="26454" y="76777"/>
                  <a:pt x="24607" y="79063"/>
                  <a:pt x="22671" y="80859"/>
                </a:cubicBezTo>
                <a:cubicBezTo>
                  <a:pt x="20734" y="82656"/>
                  <a:pt x="18638" y="83984"/>
                  <a:pt x="16382" y="84842"/>
                </a:cubicBezTo>
                <a:cubicBezTo>
                  <a:pt x="14125" y="85701"/>
                  <a:pt x="11600" y="86130"/>
                  <a:pt x="8805" y="86130"/>
                </a:cubicBezTo>
                <a:cubicBezTo>
                  <a:pt x="7487" y="86130"/>
                  <a:pt x="6139" y="86050"/>
                  <a:pt x="4762" y="85891"/>
                </a:cubicBezTo>
                <a:cubicBezTo>
                  <a:pt x="3384" y="85731"/>
                  <a:pt x="1917" y="85491"/>
                  <a:pt x="359" y="85172"/>
                </a:cubicBezTo>
                <a:lnTo>
                  <a:pt x="359" y="72055"/>
                </a:lnTo>
                <a:lnTo>
                  <a:pt x="6768" y="72055"/>
                </a:lnTo>
                <a:cubicBezTo>
                  <a:pt x="7247" y="73732"/>
                  <a:pt x="7906" y="74940"/>
                  <a:pt x="8745" y="75678"/>
                </a:cubicBezTo>
                <a:cubicBezTo>
                  <a:pt x="9583" y="76417"/>
                  <a:pt x="10681" y="76787"/>
                  <a:pt x="12039" y="76787"/>
                </a:cubicBezTo>
                <a:cubicBezTo>
                  <a:pt x="13317" y="76787"/>
                  <a:pt x="14465" y="76587"/>
                  <a:pt x="15483" y="76188"/>
                </a:cubicBezTo>
                <a:cubicBezTo>
                  <a:pt x="16501" y="75788"/>
                  <a:pt x="17559" y="74990"/>
                  <a:pt x="18658" y="73792"/>
                </a:cubicBezTo>
                <a:cubicBezTo>
                  <a:pt x="19756" y="72594"/>
                  <a:pt x="20964" y="70907"/>
                  <a:pt x="22281" y="68731"/>
                </a:cubicBezTo>
                <a:cubicBezTo>
                  <a:pt x="23599" y="66554"/>
                  <a:pt x="25176" y="63689"/>
                  <a:pt x="27013" y="60135"/>
                </a:cubicBezTo>
                <a:lnTo>
                  <a:pt x="9224" y="13956"/>
                </a:lnTo>
                <a:cubicBezTo>
                  <a:pt x="8505" y="12079"/>
                  <a:pt x="7866" y="10572"/>
                  <a:pt x="7307" y="9434"/>
                </a:cubicBezTo>
                <a:cubicBezTo>
                  <a:pt x="6748" y="8296"/>
                  <a:pt x="6159" y="7377"/>
                  <a:pt x="5540" y="6678"/>
                </a:cubicBezTo>
                <a:cubicBezTo>
                  <a:pt x="4921" y="5980"/>
                  <a:pt x="4183" y="5431"/>
                  <a:pt x="3324" y="5031"/>
                </a:cubicBezTo>
                <a:cubicBezTo>
                  <a:pt x="2466" y="4632"/>
                  <a:pt x="1358" y="4233"/>
                  <a:pt x="0" y="3833"/>
                </a:cubicBezTo>
                <a:lnTo>
                  <a:pt x="0" y="0"/>
                </a:lnTo>
                <a:lnTo>
                  <a:pt x="27313" y="0"/>
                </a:lnTo>
                <a:lnTo>
                  <a:pt x="27313" y="3833"/>
                </a:lnTo>
                <a:cubicBezTo>
                  <a:pt x="24757" y="4313"/>
                  <a:pt x="22980" y="4911"/>
                  <a:pt x="21982" y="5630"/>
                </a:cubicBezTo>
                <a:cubicBezTo>
                  <a:pt x="20984" y="6349"/>
                  <a:pt x="20484" y="7407"/>
                  <a:pt x="20484" y="8805"/>
                </a:cubicBezTo>
                <a:cubicBezTo>
                  <a:pt x="20484" y="9803"/>
                  <a:pt x="20634" y="10881"/>
                  <a:pt x="20934" y="12039"/>
                </a:cubicBezTo>
                <a:cubicBezTo>
                  <a:pt x="21233" y="13197"/>
                  <a:pt x="21662" y="14555"/>
                  <a:pt x="22221" y="16112"/>
                </a:cubicBezTo>
                <a:lnTo>
                  <a:pt x="33602" y="47138"/>
                </a:lnTo>
                <a:lnTo>
                  <a:pt x="46599" y="17549"/>
                </a:lnTo>
                <a:cubicBezTo>
                  <a:pt x="47278" y="15872"/>
                  <a:pt x="47847" y="14425"/>
                  <a:pt x="48306" y="13207"/>
                </a:cubicBezTo>
                <a:cubicBezTo>
                  <a:pt x="48765" y="11989"/>
                  <a:pt x="48995" y="10761"/>
                  <a:pt x="48995" y="9523"/>
                </a:cubicBezTo>
                <a:cubicBezTo>
                  <a:pt x="48995" y="7886"/>
                  <a:pt x="48446" y="6618"/>
                  <a:pt x="47348" y="5720"/>
                </a:cubicBezTo>
                <a:cubicBezTo>
                  <a:pt x="46250" y="4822"/>
                  <a:pt x="44423" y="4193"/>
                  <a:pt x="41867" y="3833"/>
                </a:cubicBezTo>
                <a:lnTo>
                  <a:pt x="41867" y="0"/>
                </a:lnTo>
                <a:lnTo>
                  <a:pt x="66784" y="0"/>
                </a:lnTo>
                <a:lnTo>
                  <a:pt x="66784" y="3833"/>
                </a:lnTo>
                <a:cubicBezTo>
                  <a:pt x="65506" y="4113"/>
                  <a:pt x="64448" y="4422"/>
                  <a:pt x="63609" y="4762"/>
                </a:cubicBezTo>
                <a:cubicBezTo>
                  <a:pt x="62771" y="5101"/>
                  <a:pt x="61992" y="5630"/>
                  <a:pt x="61273" y="6349"/>
                </a:cubicBezTo>
                <a:cubicBezTo>
                  <a:pt x="60555" y="7068"/>
                  <a:pt x="59846" y="8056"/>
                  <a:pt x="59147" y="9314"/>
                </a:cubicBezTo>
                <a:cubicBezTo>
                  <a:pt x="58448" y="10572"/>
                  <a:pt x="57620" y="12239"/>
                  <a:pt x="56661" y="14315"/>
                </a:cubicBezTo>
                <a:lnTo>
                  <a:pt x="33602" y="64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70">
            <a:extLst xmlns:a="http://schemas.openxmlformats.org/drawingml/2006/main">
              <a:ext uri="{FF2B5EF4-FFF2-40B4-BE49-F238E27FC236}">
                <a16:creationId xmlns:a16="http://schemas.microsoft.com/office/drawing/2014/main" id="{0927257B-7030-40C8-8AA4-C91F76B5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11668" y="7360478"/>
            <a:ext cx="107800" cy="112438"/>
          </a:xfrm>
          <a:custGeom xmlns:a="http://schemas.openxmlformats.org/drawingml/2006/main">
            <a:pathLst>
              <a:path w="103308" h="107753">
                <a:moveTo>
                  <a:pt x="57608" y="59453"/>
                </a:moveTo>
                <a:lnTo>
                  <a:pt x="57608" y="107753"/>
                </a:lnTo>
                <a:lnTo>
                  <a:pt x="45701" y="107753"/>
                </a:lnTo>
                <a:lnTo>
                  <a:pt x="45701" y="59453"/>
                </a:lnTo>
                <a:lnTo>
                  <a:pt x="0" y="59453"/>
                </a:lnTo>
                <a:lnTo>
                  <a:pt x="0" y="48300"/>
                </a:lnTo>
                <a:lnTo>
                  <a:pt x="45701" y="48300"/>
                </a:lnTo>
                <a:lnTo>
                  <a:pt x="45701" y="0"/>
                </a:lnTo>
                <a:lnTo>
                  <a:pt x="57608" y="0"/>
                </a:lnTo>
                <a:lnTo>
                  <a:pt x="57608" y="48300"/>
                </a:lnTo>
                <a:lnTo>
                  <a:pt x="103308" y="48300"/>
                </a:lnTo>
                <a:lnTo>
                  <a:pt x="103308" y="59453"/>
                </a:lnTo>
                <a:lnTo>
                  <a:pt x="57608" y="594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path-271">
            <a:extLst xmlns:a="http://schemas.openxmlformats.org/drawingml/2006/main">
              <a:ext uri="{FF2B5EF4-FFF2-40B4-BE49-F238E27FC236}">
                <a16:creationId xmlns:a16="http://schemas.microsoft.com/office/drawing/2014/main" id="{B47C38C7-19FC-4FC2-9F1F-06F5ECA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3425" y="7348491"/>
            <a:ext cx="100713" cy="119438"/>
          </a:xfrm>
          <a:custGeom xmlns:a="http://schemas.openxmlformats.org/drawingml/2006/main">
            <a:pathLst>
              <a:path w="96516" h="114461">
                <a:moveTo>
                  <a:pt x="25576" y="64735"/>
                </a:moveTo>
                <a:lnTo>
                  <a:pt x="25576" y="93246"/>
                </a:lnTo>
                <a:cubicBezTo>
                  <a:pt x="25576" y="97271"/>
                  <a:pt x="25729" y="100192"/>
                  <a:pt x="26037" y="102009"/>
                </a:cubicBezTo>
                <a:cubicBezTo>
                  <a:pt x="26344" y="103826"/>
                  <a:pt x="26805" y="105195"/>
                  <a:pt x="27420" y="106118"/>
                </a:cubicBezTo>
                <a:cubicBezTo>
                  <a:pt x="28035" y="107040"/>
                  <a:pt x="28874" y="107795"/>
                  <a:pt x="29936" y="108382"/>
                </a:cubicBezTo>
                <a:cubicBezTo>
                  <a:pt x="30998" y="108969"/>
                  <a:pt x="32815" y="109625"/>
                  <a:pt x="35386" y="110352"/>
                </a:cubicBezTo>
                <a:lnTo>
                  <a:pt x="35386" y="114461"/>
                </a:lnTo>
                <a:lnTo>
                  <a:pt x="0" y="114461"/>
                </a:lnTo>
                <a:lnTo>
                  <a:pt x="0" y="110352"/>
                </a:lnTo>
                <a:cubicBezTo>
                  <a:pt x="3466" y="109458"/>
                  <a:pt x="5786" y="108465"/>
                  <a:pt x="6960" y="107375"/>
                </a:cubicBezTo>
                <a:cubicBezTo>
                  <a:pt x="8134" y="106285"/>
                  <a:pt x="8903" y="104734"/>
                  <a:pt x="9266" y="102721"/>
                </a:cubicBezTo>
                <a:cubicBezTo>
                  <a:pt x="9629" y="100709"/>
                  <a:pt x="9811" y="97634"/>
                  <a:pt x="9811" y="93497"/>
                </a:cubicBezTo>
                <a:lnTo>
                  <a:pt x="9811" y="20964"/>
                </a:lnTo>
                <a:cubicBezTo>
                  <a:pt x="9811" y="17106"/>
                  <a:pt x="9671" y="14297"/>
                  <a:pt x="9392" y="12536"/>
                </a:cubicBezTo>
                <a:cubicBezTo>
                  <a:pt x="9112" y="10775"/>
                  <a:pt x="8651" y="9406"/>
                  <a:pt x="8008" y="8427"/>
                </a:cubicBezTo>
                <a:cubicBezTo>
                  <a:pt x="7365" y="7449"/>
                  <a:pt x="6513" y="6666"/>
                  <a:pt x="5451" y="6079"/>
                </a:cubicBezTo>
                <a:cubicBezTo>
                  <a:pt x="4388" y="5492"/>
                  <a:pt x="2572" y="4836"/>
                  <a:pt x="0" y="4109"/>
                </a:cubicBezTo>
                <a:lnTo>
                  <a:pt x="0" y="0"/>
                </a:lnTo>
                <a:lnTo>
                  <a:pt x="41508" y="0"/>
                </a:lnTo>
                <a:cubicBezTo>
                  <a:pt x="54589" y="0"/>
                  <a:pt x="64372" y="2376"/>
                  <a:pt x="70857" y="7128"/>
                </a:cubicBezTo>
                <a:cubicBezTo>
                  <a:pt x="77342" y="11879"/>
                  <a:pt x="80584" y="19259"/>
                  <a:pt x="80584" y="29265"/>
                </a:cubicBezTo>
                <a:cubicBezTo>
                  <a:pt x="80584" y="36924"/>
                  <a:pt x="78474" y="43436"/>
                  <a:pt x="74253" y="48803"/>
                </a:cubicBezTo>
                <a:cubicBezTo>
                  <a:pt x="70032" y="54170"/>
                  <a:pt x="63701" y="58363"/>
                  <a:pt x="55260" y="61381"/>
                </a:cubicBezTo>
                <a:lnTo>
                  <a:pt x="55260" y="62052"/>
                </a:lnTo>
                <a:cubicBezTo>
                  <a:pt x="58670" y="63450"/>
                  <a:pt x="61591" y="65448"/>
                  <a:pt x="64023" y="68048"/>
                </a:cubicBezTo>
                <a:cubicBezTo>
                  <a:pt x="66454" y="70647"/>
                  <a:pt x="69152" y="74686"/>
                  <a:pt x="72115" y="80165"/>
                </a:cubicBezTo>
                <a:lnTo>
                  <a:pt x="79662" y="93917"/>
                </a:lnTo>
                <a:cubicBezTo>
                  <a:pt x="81842" y="97942"/>
                  <a:pt x="83714" y="101016"/>
                  <a:pt x="85280" y="103141"/>
                </a:cubicBezTo>
                <a:cubicBezTo>
                  <a:pt x="86845" y="105265"/>
                  <a:pt x="88438" y="106886"/>
                  <a:pt x="90059" y="108004"/>
                </a:cubicBezTo>
                <a:cubicBezTo>
                  <a:pt x="91681" y="109122"/>
                  <a:pt x="93833" y="109905"/>
                  <a:pt x="96516" y="110352"/>
                </a:cubicBezTo>
                <a:lnTo>
                  <a:pt x="96516" y="114461"/>
                </a:lnTo>
                <a:lnTo>
                  <a:pt x="73289" y="114461"/>
                </a:lnTo>
                <a:cubicBezTo>
                  <a:pt x="71164" y="111498"/>
                  <a:pt x="69152" y="108312"/>
                  <a:pt x="67251" y="104902"/>
                </a:cubicBezTo>
                <a:cubicBezTo>
                  <a:pt x="65350" y="101492"/>
                  <a:pt x="63478" y="98026"/>
                  <a:pt x="61633" y="94504"/>
                </a:cubicBezTo>
                <a:lnTo>
                  <a:pt x="54254" y="80500"/>
                </a:lnTo>
                <a:cubicBezTo>
                  <a:pt x="52018" y="76251"/>
                  <a:pt x="50187" y="73121"/>
                  <a:pt x="48761" y="71108"/>
                </a:cubicBezTo>
                <a:cubicBezTo>
                  <a:pt x="47336" y="69096"/>
                  <a:pt x="46022" y="67684"/>
                  <a:pt x="44820" y="66874"/>
                </a:cubicBezTo>
                <a:cubicBezTo>
                  <a:pt x="43618" y="66063"/>
                  <a:pt x="42332" y="65504"/>
                  <a:pt x="40963" y="65197"/>
                </a:cubicBezTo>
                <a:cubicBezTo>
                  <a:pt x="39593" y="64889"/>
                  <a:pt x="37539" y="64735"/>
                  <a:pt x="34800" y="64735"/>
                </a:cubicBezTo>
                <a:lnTo>
                  <a:pt x="25576" y="64735"/>
                </a:lnTo>
                <a:moveTo>
                  <a:pt x="25576" y="7715"/>
                </a:moveTo>
                <a:lnTo>
                  <a:pt x="25576" y="57524"/>
                </a:lnTo>
                <a:lnTo>
                  <a:pt x="35051" y="57524"/>
                </a:lnTo>
                <a:cubicBezTo>
                  <a:pt x="39915" y="57524"/>
                  <a:pt x="43856" y="57175"/>
                  <a:pt x="46875" y="56476"/>
                </a:cubicBezTo>
                <a:cubicBezTo>
                  <a:pt x="49893" y="55777"/>
                  <a:pt x="52688" y="54449"/>
                  <a:pt x="55260" y="52493"/>
                </a:cubicBezTo>
                <a:cubicBezTo>
                  <a:pt x="57831" y="50536"/>
                  <a:pt x="59886" y="47811"/>
                  <a:pt x="61423" y="44317"/>
                </a:cubicBezTo>
                <a:cubicBezTo>
                  <a:pt x="62961" y="40823"/>
                  <a:pt x="63729" y="36532"/>
                  <a:pt x="63729" y="31445"/>
                </a:cubicBezTo>
                <a:cubicBezTo>
                  <a:pt x="63729" y="26135"/>
                  <a:pt x="62821" y="21718"/>
                  <a:pt x="61004" y="18196"/>
                </a:cubicBezTo>
                <a:cubicBezTo>
                  <a:pt x="59187" y="14674"/>
                  <a:pt x="56434" y="11991"/>
                  <a:pt x="52744" y="10146"/>
                </a:cubicBezTo>
                <a:cubicBezTo>
                  <a:pt x="49055" y="8302"/>
                  <a:pt x="44079" y="7379"/>
                  <a:pt x="37818" y="7379"/>
                </a:cubicBezTo>
                <a:cubicBezTo>
                  <a:pt x="32787" y="7379"/>
                  <a:pt x="28706" y="7491"/>
                  <a:pt x="25576" y="771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path-272">
            <a:extLst xmlns:a="http://schemas.openxmlformats.org/drawingml/2006/main">
              <a:ext uri="{FF2B5EF4-FFF2-40B4-BE49-F238E27FC236}">
                <a16:creationId xmlns:a16="http://schemas.microsoft.com/office/drawing/2014/main" id="{E17D9A65-D203-4B3F-8C0D-DD75CCDF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0441" y="7419480"/>
            <a:ext cx="65063" cy="85313"/>
          </a:xfrm>
          <a:custGeom xmlns:a="http://schemas.openxmlformats.org/drawingml/2006/main">
            <a:pathLst>
              <a:path w="62352" h="81758">
                <a:moveTo>
                  <a:pt x="61633" y="0"/>
                </a:moveTo>
                <a:lnTo>
                  <a:pt x="61633" y="19406"/>
                </a:lnTo>
                <a:lnTo>
                  <a:pt x="54745" y="19406"/>
                </a:lnTo>
                <a:cubicBezTo>
                  <a:pt x="53786" y="16771"/>
                  <a:pt x="52928" y="14625"/>
                  <a:pt x="52169" y="12967"/>
                </a:cubicBezTo>
                <a:cubicBezTo>
                  <a:pt x="51411" y="11310"/>
                  <a:pt x="50552" y="10013"/>
                  <a:pt x="49594" y="9074"/>
                </a:cubicBezTo>
                <a:cubicBezTo>
                  <a:pt x="48635" y="8136"/>
                  <a:pt x="47487" y="7497"/>
                  <a:pt x="46150" y="7158"/>
                </a:cubicBezTo>
                <a:cubicBezTo>
                  <a:pt x="44812" y="6818"/>
                  <a:pt x="43065" y="6648"/>
                  <a:pt x="40909" y="6648"/>
                </a:cubicBezTo>
                <a:lnTo>
                  <a:pt x="20484" y="6648"/>
                </a:lnTo>
                <a:lnTo>
                  <a:pt x="20484" y="35938"/>
                </a:lnTo>
                <a:lnTo>
                  <a:pt x="34380" y="35938"/>
                </a:lnTo>
                <a:cubicBezTo>
                  <a:pt x="35738" y="35938"/>
                  <a:pt x="36886" y="35798"/>
                  <a:pt x="37824" y="35518"/>
                </a:cubicBezTo>
                <a:cubicBezTo>
                  <a:pt x="38763" y="35239"/>
                  <a:pt x="39551" y="34770"/>
                  <a:pt x="40190" y="34111"/>
                </a:cubicBezTo>
                <a:cubicBezTo>
                  <a:pt x="40829" y="33452"/>
                  <a:pt x="41378" y="32553"/>
                  <a:pt x="41837" y="31415"/>
                </a:cubicBezTo>
                <a:cubicBezTo>
                  <a:pt x="42296" y="30277"/>
                  <a:pt x="42726" y="28870"/>
                  <a:pt x="43125" y="27193"/>
                </a:cubicBezTo>
                <a:lnTo>
                  <a:pt x="49893" y="27193"/>
                </a:lnTo>
                <a:lnTo>
                  <a:pt x="49893" y="51331"/>
                </a:lnTo>
                <a:lnTo>
                  <a:pt x="43125" y="51331"/>
                </a:lnTo>
                <a:cubicBezTo>
                  <a:pt x="42726" y="49574"/>
                  <a:pt x="42296" y="48126"/>
                  <a:pt x="41837" y="46988"/>
                </a:cubicBezTo>
                <a:cubicBezTo>
                  <a:pt x="41378" y="45850"/>
                  <a:pt x="40819" y="44952"/>
                  <a:pt x="40160" y="44293"/>
                </a:cubicBezTo>
                <a:cubicBezTo>
                  <a:pt x="39501" y="43634"/>
                  <a:pt x="38703" y="43185"/>
                  <a:pt x="37764" y="42945"/>
                </a:cubicBezTo>
                <a:cubicBezTo>
                  <a:pt x="36826" y="42706"/>
                  <a:pt x="35698" y="42586"/>
                  <a:pt x="34380" y="42586"/>
                </a:cubicBezTo>
                <a:lnTo>
                  <a:pt x="20484" y="42586"/>
                </a:lnTo>
                <a:lnTo>
                  <a:pt x="20484" y="75289"/>
                </a:lnTo>
                <a:lnTo>
                  <a:pt x="40550" y="75289"/>
                </a:lnTo>
                <a:cubicBezTo>
                  <a:pt x="42905" y="75289"/>
                  <a:pt x="44842" y="75089"/>
                  <a:pt x="46359" y="74690"/>
                </a:cubicBezTo>
                <a:cubicBezTo>
                  <a:pt x="47877" y="74291"/>
                  <a:pt x="49155" y="73512"/>
                  <a:pt x="50193" y="72354"/>
                </a:cubicBezTo>
                <a:cubicBezTo>
                  <a:pt x="51231" y="71196"/>
                  <a:pt x="52129" y="69599"/>
                  <a:pt x="52888" y="67563"/>
                </a:cubicBezTo>
                <a:cubicBezTo>
                  <a:pt x="53647" y="65526"/>
                  <a:pt x="54465" y="62851"/>
                  <a:pt x="55344" y="59536"/>
                </a:cubicBezTo>
                <a:lnTo>
                  <a:pt x="62352" y="59536"/>
                </a:lnTo>
                <a:cubicBezTo>
                  <a:pt x="62112" y="63250"/>
                  <a:pt x="61872" y="66964"/>
                  <a:pt x="61633" y="70677"/>
                </a:cubicBezTo>
                <a:cubicBezTo>
                  <a:pt x="61393" y="74391"/>
                  <a:pt x="61174" y="78084"/>
                  <a:pt x="60974" y="81758"/>
                </a:cubicBezTo>
                <a:lnTo>
                  <a:pt x="0" y="81758"/>
                </a:lnTo>
                <a:lnTo>
                  <a:pt x="0" y="77925"/>
                </a:lnTo>
                <a:cubicBezTo>
                  <a:pt x="1917" y="77326"/>
                  <a:pt x="3394" y="76836"/>
                  <a:pt x="4432" y="76457"/>
                </a:cubicBezTo>
                <a:cubicBezTo>
                  <a:pt x="5470" y="76078"/>
                  <a:pt x="6229" y="75539"/>
                  <a:pt x="6708" y="74840"/>
                </a:cubicBezTo>
                <a:cubicBezTo>
                  <a:pt x="7188" y="74141"/>
                  <a:pt x="7457" y="73163"/>
                  <a:pt x="7517" y="71905"/>
                </a:cubicBezTo>
                <a:cubicBezTo>
                  <a:pt x="7577" y="70647"/>
                  <a:pt x="7607" y="68840"/>
                  <a:pt x="7607" y="66484"/>
                </a:cubicBezTo>
                <a:lnTo>
                  <a:pt x="7607" y="15393"/>
                </a:lnTo>
                <a:cubicBezTo>
                  <a:pt x="7567" y="13317"/>
                  <a:pt x="7507" y="11650"/>
                  <a:pt x="7427" y="10392"/>
                </a:cubicBezTo>
                <a:cubicBezTo>
                  <a:pt x="7347" y="9134"/>
                  <a:pt x="7078" y="8126"/>
                  <a:pt x="6618" y="7367"/>
                </a:cubicBezTo>
                <a:cubicBezTo>
                  <a:pt x="6159" y="6609"/>
                  <a:pt x="5421" y="5990"/>
                  <a:pt x="4402" y="5510"/>
                </a:cubicBezTo>
                <a:cubicBezTo>
                  <a:pt x="3384" y="5031"/>
                  <a:pt x="1917" y="4512"/>
                  <a:pt x="0" y="3953"/>
                </a:cubicBezTo>
                <a:lnTo>
                  <a:pt x="0" y="0"/>
                </a:lnTo>
                <a:lnTo>
                  <a:pt x="616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path-273">
            <a:extLst xmlns:a="http://schemas.openxmlformats.org/drawingml/2006/main">
              <a:ext uri="{FF2B5EF4-FFF2-40B4-BE49-F238E27FC236}">
                <a16:creationId xmlns:a16="http://schemas.microsoft.com/office/drawing/2014/main" id="{93FF517D-B58A-489E-A453-EE8F91B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77452" y="7419480"/>
            <a:ext cx="83438" cy="86438"/>
          </a:xfrm>
          <a:custGeom xmlns:a="http://schemas.openxmlformats.org/drawingml/2006/main">
            <a:pathLst>
              <a:path w="79961" h="82836">
                <a:moveTo>
                  <a:pt x="30247" y="0"/>
                </a:moveTo>
                <a:lnTo>
                  <a:pt x="30247" y="3953"/>
                </a:lnTo>
                <a:cubicBezTo>
                  <a:pt x="27372" y="4273"/>
                  <a:pt x="25396" y="4891"/>
                  <a:pt x="24318" y="5810"/>
                </a:cubicBezTo>
                <a:cubicBezTo>
                  <a:pt x="23240" y="6728"/>
                  <a:pt x="22701" y="8146"/>
                  <a:pt x="22701" y="10063"/>
                </a:cubicBezTo>
                <a:cubicBezTo>
                  <a:pt x="22701" y="11340"/>
                  <a:pt x="22870" y="12728"/>
                  <a:pt x="23210" y="14225"/>
                </a:cubicBezTo>
                <a:cubicBezTo>
                  <a:pt x="23549" y="15723"/>
                  <a:pt x="24018" y="17450"/>
                  <a:pt x="24617" y="19406"/>
                </a:cubicBezTo>
                <a:cubicBezTo>
                  <a:pt x="29569" y="35339"/>
                  <a:pt x="34540" y="51211"/>
                  <a:pt x="39531" y="67023"/>
                </a:cubicBezTo>
                <a:cubicBezTo>
                  <a:pt x="42526" y="59237"/>
                  <a:pt x="45511" y="51490"/>
                  <a:pt x="48486" y="43784"/>
                </a:cubicBezTo>
                <a:cubicBezTo>
                  <a:pt x="51461" y="36077"/>
                  <a:pt x="54465" y="28271"/>
                  <a:pt x="57500" y="20365"/>
                </a:cubicBezTo>
                <a:cubicBezTo>
                  <a:pt x="58259" y="18168"/>
                  <a:pt x="58838" y="16302"/>
                  <a:pt x="59237" y="14764"/>
                </a:cubicBezTo>
                <a:cubicBezTo>
                  <a:pt x="59636" y="13227"/>
                  <a:pt x="59836" y="11859"/>
                  <a:pt x="59836" y="10661"/>
                </a:cubicBezTo>
                <a:cubicBezTo>
                  <a:pt x="59836" y="8505"/>
                  <a:pt x="59247" y="6928"/>
                  <a:pt x="58069" y="5930"/>
                </a:cubicBezTo>
                <a:cubicBezTo>
                  <a:pt x="56891" y="4931"/>
                  <a:pt x="54885" y="4273"/>
                  <a:pt x="52050" y="3953"/>
                </a:cubicBezTo>
                <a:lnTo>
                  <a:pt x="52050" y="0"/>
                </a:lnTo>
                <a:lnTo>
                  <a:pt x="79961" y="0"/>
                </a:lnTo>
                <a:lnTo>
                  <a:pt x="79961" y="3953"/>
                </a:lnTo>
                <a:cubicBezTo>
                  <a:pt x="78643" y="4233"/>
                  <a:pt x="77495" y="4612"/>
                  <a:pt x="76517" y="5091"/>
                </a:cubicBezTo>
                <a:cubicBezTo>
                  <a:pt x="75539" y="5570"/>
                  <a:pt x="74630" y="6279"/>
                  <a:pt x="73792" y="7217"/>
                </a:cubicBezTo>
                <a:cubicBezTo>
                  <a:pt x="72953" y="8156"/>
                  <a:pt x="72115" y="9404"/>
                  <a:pt x="71276" y="10961"/>
                </a:cubicBezTo>
                <a:cubicBezTo>
                  <a:pt x="70438" y="12518"/>
                  <a:pt x="69519" y="14495"/>
                  <a:pt x="68521" y="16891"/>
                </a:cubicBezTo>
                <a:cubicBezTo>
                  <a:pt x="63969" y="27991"/>
                  <a:pt x="59457" y="39012"/>
                  <a:pt x="54984" y="49953"/>
                </a:cubicBezTo>
                <a:cubicBezTo>
                  <a:pt x="50512" y="60894"/>
                  <a:pt x="45980" y="71855"/>
                  <a:pt x="41388" y="82836"/>
                </a:cubicBezTo>
                <a:lnTo>
                  <a:pt x="32224" y="82836"/>
                </a:lnTo>
                <a:cubicBezTo>
                  <a:pt x="28590" y="71735"/>
                  <a:pt x="24947" y="60675"/>
                  <a:pt x="21293" y="49654"/>
                </a:cubicBezTo>
                <a:cubicBezTo>
                  <a:pt x="17639" y="38633"/>
                  <a:pt x="13976" y="27532"/>
                  <a:pt x="10302" y="16352"/>
                </a:cubicBezTo>
                <a:cubicBezTo>
                  <a:pt x="9464" y="13956"/>
                  <a:pt x="8705" y="12019"/>
                  <a:pt x="8026" y="10542"/>
                </a:cubicBezTo>
                <a:cubicBezTo>
                  <a:pt x="7347" y="9064"/>
                  <a:pt x="6628" y="7886"/>
                  <a:pt x="5870" y="7008"/>
                </a:cubicBezTo>
                <a:cubicBezTo>
                  <a:pt x="5111" y="6129"/>
                  <a:pt x="4273" y="5470"/>
                  <a:pt x="3354" y="5031"/>
                </a:cubicBezTo>
                <a:cubicBezTo>
                  <a:pt x="2436" y="4592"/>
                  <a:pt x="1318" y="4233"/>
                  <a:pt x="0" y="3953"/>
                </a:cubicBezTo>
                <a:lnTo>
                  <a:pt x="0" y="0"/>
                </a:lnTo>
                <a:lnTo>
                  <a:pt x="302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274">
            <a:extLst xmlns:a="http://schemas.openxmlformats.org/drawingml/2006/main">
              <a:ext uri="{FF2B5EF4-FFF2-40B4-BE49-F238E27FC236}">
                <a16:creationId xmlns:a16="http://schemas.microsoft.com/office/drawing/2014/main" id="{5D79CE89-2020-4B53-A9FA-92ABB795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489" y="7418230"/>
            <a:ext cx="72563" cy="88000"/>
          </a:xfrm>
          <a:custGeom xmlns:a="http://schemas.openxmlformats.org/drawingml/2006/main">
            <a:pathLst>
              <a:path w="69539" h="84333">
                <a:moveTo>
                  <a:pt x="63130" y="82836"/>
                </a:moveTo>
                <a:lnTo>
                  <a:pt x="57800" y="84333"/>
                </a:lnTo>
                <a:lnTo>
                  <a:pt x="53068" y="79721"/>
                </a:lnTo>
                <a:cubicBezTo>
                  <a:pt x="50153" y="81359"/>
                  <a:pt x="47158" y="82537"/>
                  <a:pt x="44083" y="83255"/>
                </a:cubicBezTo>
                <a:cubicBezTo>
                  <a:pt x="41009" y="83974"/>
                  <a:pt x="37515" y="84333"/>
                  <a:pt x="33602" y="84333"/>
                </a:cubicBezTo>
                <a:cubicBezTo>
                  <a:pt x="22461" y="84333"/>
                  <a:pt x="14076" y="80829"/>
                  <a:pt x="8445" y="73822"/>
                </a:cubicBezTo>
                <a:cubicBezTo>
                  <a:pt x="2815" y="66814"/>
                  <a:pt x="0" y="56402"/>
                  <a:pt x="0" y="42586"/>
                </a:cubicBezTo>
                <a:cubicBezTo>
                  <a:pt x="0" y="36197"/>
                  <a:pt x="878" y="30387"/>
                  <a:pt x="2635" y="25156"/>
                </a:cubicBezTo>
                <a:cubicBezTo>
                  <a:pt x="4392" y="19925"/>
                  <a:pt x="6908" y="15443"/>
                  <a:pt x="10182" y="11710"/>
                </a:cubicBezTo>
                <a:cubicBezTo>
                  <a:pt x="13457" y="7976"/>
                  <a:pt x="17450" y="5091"/>
                  <a:pt x="22161" y="3055"/>
                </a:cubicBezTo>
                <a:cubicBezTo>
                  <a:pt x="26873" y="1018"/>
                  <a:pt x="32184" y="0"/>
                  <a:pt x="38094" y="0"/>
                </a:cubicBezTo>
                <a:cubicBezTo>
                  <a:pt x="40210" y="0"/>
                  <a:pt x="42257" y="60"/>
                  <a:pt x="44233" y="180"/>
                </a:cubicBezTo>
                <a:cubicBezTo>
                  <a:pt x="46210" y="299"/>
                  <a:pt x="48176" y="479"/>
                  <a:pt x="50133" y="719"/>
                </a:cubicBezTo>
                <a:cubicBezTo>
                  <a:pt x="52089" y="958"/>
                  <a:pt x="54086" y="1278"/>
                  <a:pt x="56122" y="1677"/>
                </a:cubicBezTo>
                <a:cubicBezTo>
                  <a:pt x="58159" y="2076"/>
                  <a:pt x="60295" y="2556"/>
                  <a:pt x="62531" y="3115"/>
                </a:cubicBezTo>
                <a:lnTo>
                  <a:pt x="62531" y="20484"/>
                </a:lnTo>
                <a:lnTo>
                  <a:pt x="55583" y="20484"/>
                </a:lnTo>
                <a:cubicBezTo>
                  <a:pt x="54785" y="17969"/>
                  <a:pt x="53886" y="15822"/>
                  <a:pt x="52888" y="14046"/>
                </a:cubicBezTo>
                <a:cubicBezTo>
                  <a:pt x="51890" y="12269"/>
                  <a:pt x="50672" y="10811"/>
                  <a:pt x="49234" y="9673"/>
                </a:cubicBezTo>
                <a:cubicBezTo>
                  <a:pt x="47797" y="8535"/>
                  <a:pt x="46100" y="7707"/>
                  <a:pt x="44143" y="7188"/>
                </a:cubicBezTo>
                <a:cubicBezTo>
                  <a:pt x="42187" y="6668"/>
                  <a:pt x="39891" y="6409"/>
                  <a:pt x="37255" y="6409"/>
                </a:cubicBezTo>
                <a:cubicBezTo>
                  <a:pt x="33741" y="6409"/>
                  <a:pt x="30547" y="7197"/>
                  <a:pt x="27672" y="8775"/>
                </a:cubicBezTo>
                <a:cubicBezTo>
                  <a:pt x="24797" y="10352"/>
                  <a:pt x="22331" y="12648"/>
                  <a:pt x="20275" y="15663"/>
                </a:cubicBezTo>
                <a:cubicBezTo>
                  <a:pt x="18218" y="18678"/>
                  <a:pt x="16631" y="22391"/>
                  <a:pt x="15513" y="26803"/>
                </a:cubicBezTo>
                <a:cubicBezTo>
                  <a:pt x="14395" y="31216"/>
                  <a:pt x="13836" y="36237"/>
                  <a:pt x="13836" y="41867"/>
                </a:cubicBezTo>
                <a:cubicBezTo>
                  <a:pt x="13836" y="47657"/>
                  <a:pt x="14295" y="52778"/>
                  <a:pt x="15214" y="57231"/>
                </a:cubicBezTo>
                <a:cubicBezTo>
                  <a:pt x="16132" y="61683"/>
                  <a:pt x="17510" y="65426"/>
                  <a:pt x="19346" y="68461"/>
                </a:cubicBezTo>
                <a:cubicBezTo>
                  <a:pt x="21183" y="71496"/>
                  <a:pt x="23449" y="73802"/>
                  <a:pt x="26145" y="75379"/>
                </a:cubicBezTo>
                <a:cubicBezTo>
                  <a:pt x="28840" y="76956"/>
                  <a:pt x="31984" y="77745"/>
                  <a:pt x="35578" y="77745"/>
                </a:cubicBezTo>
                <a:cubicBezTo>
                  <a:pt x="40530" y="77745"/>
                  <a:pt x="44253" y="76806"/>
                  <a:pt x="46749" y="74930"/>
                </a:cubicBezTo>
                <a:cubicBezTo>
                  <a:pt x="49244" y="73053"/>
                  <a:pt x="50492" y="70018"/>
                  <a:pt x="50492" y="65826"/>
                </a:cubicBezTo>
                <a:lnTo>
                  <a:pt x="50492" y="62292"/>
                </a:lnTo>
                <a:cubicBezTo>
                  <a:pt x="50492" y="59816"/>
                  <a:pt x="50412" y="57849"/>
                  <a:pt x="50253" y="56392"/>
                </a:cubicBezTo>
                <a:cubicBezTo>
                  <a:pt x="50093" y="54934"/>
                  <a:pt x="49744" y="53767"/>
                  <a:pt x="49204" y="52888"/>
                </a:cubicBezTo>
                <a:cubicBezTo>
                  <a:pt x="48665" y="52010"/>
                  <a:pt x="47867" y="51331"/>
                  <a:pt x="46809" y="50852"/>
                </a:cubicBezTo>
                <a:cubicBezTo>
                  <a:pt x="45750" y="50372"/>
                  <a:pt x="44323" y="49853"/>
                  <a:pt x="42526" y="49294"/>
                </a:cubicBezTo>
                <a:lnTo>
                  <a:pt x="42526" y="45461"/>
                </a:lnTo>
                <a:lnTo>
                  <a:pt x="69539" y="45461"/>
                </a:lnTo>
                <a:lnTo>
                  <a:pt x="69539" y="49294"/>
                </a:lnTo>
                <a:cubicBezTo>
                  <a:pt x="68062" y="49853"/>
                  <a:pt x="66894" y="50402"/>
                  <a:pt x="66035" y="50941"/>
                </a:cubicBezTo>
                <a:cubicBezTo>
                  <a:pt x="65177" y="51480"/>
                  <a:pt x="64538" y="52169"/>
                  <a:pt x="64119" y="53008"/>
                </a:cubicBezTo>
                <a:cubicBezTo>
                  <a:pt x="63699" y="53846"/>
                  <a:pt x="63430" y="54944"/>
                  <a:pt x="63310" y="56302"/>
                </a:cubicBezTo>
                <a:cubicBezTo>
                  <a:pt x="63190" y="57660"/>
                  <a:pt x="63130" y="59437"/>
                  <a:pt x="63130" y="61633"/>
                </a:cubicBezTo>
                <a:lnTo>
                  <a:pt x="63130" y="828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path-275">
            <a:extLst xmlns:a="http://schemas.openxmlformats.org/drawingml/2006/main">
              <a:ext uri="{FF2B5EF4-FFF2-40B4-BE49-F238E27FC236}">
                <a16:creationId xmlns:a16="http://schemas.microsoft.com/office/drawing/2014/main" id="{F6D4A208-DFF6-4FC0-92E0-387B28C2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2842" y="7419480"/>
            <a:ext cx="78500" cy="85313"/>
          </a:xfrm>
          <a:custGeom xmlns:a="http://schemas.openxmlformats.org/drawingml/2006/main">
            <a:pathLst>
              <a:path w="75229" h="81758">
                <a:moveTo>
                  <a:pt x="20484" y="46958"/>
                </a:moveTo>
                <a:lnTo>
                  <a:pt x="20484" y="66365"/>
                </a:lnTo>
                <a:cubicBezTo>
                  <a:pt x="20484" y="68920"/>
                  <a:pt x="20554" y="70857"/>
                  <a:pt x="20694" y="72175"/>
                </a:cubicBezTo>
                <a:cubicBezTo>
                  <a:pt x="20834" y="73492"/>
                  <a:pt x="21163" y="74481"/>
                  <a:pt x="21682" y="75139"/>
                </a:cubicBezTo>
                <a:cubicBezTo>
                  <a:pt x="22201" y="75798"/>
                  <a:pt x="22970" y="76267"/>
                  <a:pt x="23988" y="76547"/>
                </a:cubicBezTo>
                <a:cubicBezTo>
                  <a:pt x="25007" y="76826"/>
                  <a:pt x="26394" y="77226"/>
                  <a:pt x="28151" y="77745"/>
                </a:cubicBezTo>
                <a:lnTo>
                  <a:pt x="28151" y="81758"/>
                </a:lnTo>
                <a:lnTo>
                  <a:pt x="0" y="81758"/>
                </a:lnTo>
                <a:lnTo>
                  <a:pt x="0" y="77745"/>
                </a:lnTo>
                <a:cubicBezTo>
                  <a:pt x="1917" y="77186"/>
                  <a:pt x="3394" y="76717"/>
                  <a:pt x="4432" y="76337"/>
                </a:cubicBezTo>
                <a:cubicBezTo>
                  <a:pt x="5470" y="75958"/>
                  <a:pt x="6229" y="75429"/>
                  <a:pt x="6708" y="74750"/>
                </a:cubicBezTo>
                <a:cubicBezTo>
                  <a:pt x="7188" y="74071"/>
                  <a:pt x="7457" y="73103"/>
                  <a:pt x="7517" y="71845"/>
                </a:cubicBezTo>
                <a:cubicBezTo>
                  <a:pt x="7577" y="70587"/>
                  <a:pt x="7607" y="68800"/>
                  <a:pt x="7607" y="66484"/>
                </a:cubicBezTo>
                <a:lnTo>
                  <a:pt x="7607" y="15273"/>
                </a:lnTo>
                <a:cubicBezTo>
                  <a:pt x="7607" y="12838"/>
                  <a:pt x="7557" y="10991"/>
                  <a:pt x="7457" y="9733"/>
                </a:cubicBezTo>
                <a:cubicBezTo>
                  <a:pt x="7357" y="8475"/>
                  <a:pt x="7068" y="7517"/>
                  <a:pt x="6589" y="6858"/>
                </a:cubicBezTo>
                <a:cubicBezTo>
                  <a:pt x="6109" y="6199"/>
                  <a:pt x="5361" y="5700"/>
                  <a:pt x="4342" y="5361"/>
                </a:cubicBezTo>
                <a:cubicBezTo>
                  <a:pt x="3324" y="5021"/>
                  <a:pt x="1877" y="4552"/>
                  <a:pt x="0" y="3953"/>
                </a:cubicBezTo>
                <a:lnTo>
                  <a:pt x="0" y="0"/>
                </a:lnTo>
                <a:lnTo>
                  <a:pt x="32643" y="0"/>
                </a:lnTo>
                <a:cubicBezTo>
                  <a:pt x="42905" y="0"/>
                  <a:pt x="50572" y="1767"/>
                  <a:pt x="55643" y="5301"/>
                </a:cubicBezTo>
                <a:cubicBezTo>
                  <a:pt x="60714" y="8835"/>
                  <a:pt x="63250" y="14215"/>
                  <a:pt x="63250" y="21443"/>
                </a:cubicBezTo>
                <a:cubicBezTo>
                  <a:pt x="63250" y="26913"/>
                  <a:pt x="61673" y="31515"/>
                  <a:pt x="58518" y="35249"/>
                </a:cubicBezTo>
                <a:cubicBezTo>
                  <a:pt x="55364" y="38982"/>
                  <a:pt x="50692" y="41827"/>
                  <a:pt x="44503" y="43784"/>
                </a:cubicBezTo>
                <a:lnTo>
                  <a:pt x="44503" y="44622"/>
                </a:lnTo>
                <a:cubicBezTo>
                  <a:pt x="46779" y="45661"/>
                  <a:pt x="48905" y="47098"/>
                  <a:pt x="50882" y="48935"/>
                </a:cubicBezTo>
                <a:cubicBezTo>
                  <a:pt x="52858" y="50772"/>
                  <a:pt x="54865" y="53367"/>
                  <a:pt x="56901" y="56721"/>
                </a:cubicBezTo>
                <a:cubicBezTo>
                  <a:pt x="58538" y="59596"/>
                  <a:pt x="59956" y="62072"/>
                  <a:pt x="61154" y="64148"/>
                </a:cubicBezTo>
                <a:cubicBezTo>
                  <a:pt x="62352" y="66225"/>
                  <a:pt x="63420" y="68012"/>
                  <a:pt x="64358" y="69509"/>
                </a:cubicBezTo>
                <a:cubicBezTo>
                  <a:pt x="65296" y="71007"/>
                  <a:pt x="66155" y="72244"/>
                  <a:pt x="66934" y="73223"/>
                </a:cubicBezTo>
                <a:cubicBezTo>
                  <a:pt x="67712" y="74201"/>
                  <a:pt x="68511" y="75000"/>
                  <a:pt x="69329" y="75619"/>
                </a:cubicBezTo>
                <a:cubicBezTo>
                  <a:pt x="70148" y="76237"/>
                  <a:pt x="71027" y="76717"/>
                  <a:pt x="71965" y="77056"/>
                </a:cubicBezTo>
                <a:cubicBezTo>
                  <a:pt x="72903" y="77395"/>
                  <a:pt x="73991" y="77685"/>
                  <a:pt x="75229" y="77925"/>
                </a:cubicBezTo>
                <a:lnTo>
                  <a:pt x="75229" y="81758"/>
                </a:lnTo>
                <a:lnTo>
                  <a:pt x="56302" y="81758"/>
                </a:lnTo>
                <a:cubicBezTo>
                  <a:pt x="54745" y="79602"/>
                  <a:pt x="53247" y="77346"/>
                  <a:pt x="51810" y="74990"/>
                </a:cubicBezTo>
                <a:cubicBezTo>
                  <a:pt x="50372" y="72634"/>
                  <a:pt x="48895" y="70058"/>
                  <a:pt x="47378" y="67263"/>
                </a:cubicBezTo>
                <a:cubicBezTo>
                  <a:pt x="45541" y="63949"/>
                  <a:pt x="44003" y="61144"/>
                  <a:pt x="42766" y="58848"/>
                </a:cubicBezTo>
                <a:cubicBezTo>
                  <a:pt x="41528" y="56552"/>
                  <a:pt x="40450" y="54655"/>
                  <a:pt x="39531" y="53158"/>
                </a:cubicBezTo>
                <a:cubicBezTo>
                  <a:pt x="38613" y="51660"/>
                  <a:pt x="37784" y="50492"/>
                  <a:pt x="37046" y="49654"/>
                </a:cubicBezTo>
                <a:cubicBezTo>
                  <a:pt x="36307" y="48815"/>
                  <a:pt x="35508" y="48196"/>
                  <a:pt x="34650" y="47797"/>
                </a:cubicBezTo>
                <a:cubicBezTo>
                  <a:pt x="33791" y="47398"/>
                  <a:pt x="32803" y="47158"/>
                  <a:pt x="31685" y="47078"/>
                </a:cubicBezTo>
                <a:cubicBezTo>
                  <a:pt x="30567" y="46998"/>
                  <a:pt x="29189" y="46958"/>
                  <a:pt x="27552" y="46958"/>
                </a:cubicBezTo>
                <a:lnTo>
                  <a:pt x="20484" y="46958"/>
                </a:lnTo>
                <a:moveTo>
                  <a:pt x="20484" y="40430"/>
                </a:moveTo>
                <a:lnTo>
                  <a:pt x="27672" y="40430"/>
                </a:lnTo>
                <a:cubicBezTo>
                  <a:pt x="31306" y="40430"/>
                  <a:pt x="34490" y="40120"/>
                  <a:pt x="37225" y="39501"/>
                </a:cubicBezTo>
                <a:cubicBezTo>
                  <a:pt x="39961" y="38882"/>
                  <a:pt x="42247" y="37884"/>
                  <a:pt x="44083" y="36507"/>
                </a:cubicBezTo>
                <a:cubicBezTo>
                  <a:pt x="45920" y="35129"/>
                  <a:pt x="47298" y="33332"/>
                  <a:pt x="48216" y="31116"/>
                </a:cubicBezTo>
                <a:cubicBezTo>
                  <a:pt x="49135" y="28900"/>
                  <a:pt x="49594" y="26174"/>
                  <a:pt x="49594" y="22940"/>
                </a:cubicBezTo>
                <a:cubicBezTo>
                  <a:pt x="49594" y="17510"/>
                  <a:pt x="48017" y="13437"/>
                  <a:pt x="44862" y="10721"/>
                </a:cubicBezTo>
                <a:cubicBezTo>
                  <a:pt x="41707" y="8006"/>
                  <a:pt x="36756" y="6648"/>
                  <a:pt x="30008" y="6648"/>
                </a:cubicBezTo>
                <a:cubicBezTo>
                  <a:pt x="28131" y="6648"/>
                  <a:pt x="26394" y="6668"/>
                  <a:pt x="24797" y="6708"/>
                </a:cubicBezTo>
                <a:cubicBezTo>
                  <a:pt x="23200" y="6748"/>
                  <a:pt x="21762" y="6808"/>
                  <a:pt x="20484" y="6888"/>
                </a:cubicBezTo>
                <a:lnTo>
                  <a:pt x="20484" y="404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path-276">
            <a:extLst xmlns:a="http://schemas.openxmlformats.org/drawingml/2006/main">
              <a:ext uri="{FF2B5EF4-FFF2-40B4-BE49-F238E27FC236}">
                <a16:creationId xmlns:a16="http://schemas.microsoft.com/office/drawing/2014/main" id="{99DF8CC2-9688-46AC-8707-AA3EB1B5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4564" y="7341491"/>
            <a:ext cx="55300" cy="165988"/>
          </a:xfrm>
          <a:custGeom xmlns:a="http://schemas.openxmlformats.org/drawingml/2006/main">
            <a:pathLst>
              <a:path w="52996" h="159071">
                <a:moveTo>
                  <a:pt x="38489" y="78739"/>
                </a:moveTo>
                <a:cubicBezTo>
                  <a:pt x="38489" y="59844"/>
                  <a:pt x="35359" y="44149"/>
                  <a:pt x="29097" y="31655"/>
                </a:cubicBezTo>
                <a:cubicBezTo>
                  <a:pt x="22836" y="19161"/>
                  <a:pt x="13137" y="10761"/>
                  <a:pt x="0" y="6457"/>
                </a:cubicBezTo>
                <a:lnTo>
                  <a:pt x="2264" y="0"/>
                </a:lnTo>
                <a:cubicBezTo>
                  <a:pt x="18588" y="4305"/>
                  <a:pt x="31124" y="13598"/>
                  <a:pt x="39873" y="27882"/>
                </a:cubicBezTo>
                <a:cubicBezTo>
                  <a:pt x="48621" y="42165"/>
                  <a:pt x="52996" y="59397"/>
                  <a:pt x="52996" y="79578"/>
                </a:cubicBezTo>
                <a:cubicBezTo>
                  <a:pt x="52996" y="99814"/>
                  <a:pt x="48635" y="117047"/>
                  <a:pt x="39915" y="131274"/>
                </a:cubicBezTo>
                <a:cubicBezTo>
                  <a:pt x="31194" y="145501"/>
                  <a:pt x="18644" y="154767"/>
                  <a:pt x="2264" y="159071"/>
                </a:cubicBezTo>
                <a:lnTo>
                  <a:pt x="252" y="152615"/>
                </a:lnTo>
                <a:cubicBezTo>
                  <a:pt x="13165" y="148310"/>
                  <a:pt x="22766" y="139813"/>
                  <a:pt x="29055" y="127123"/>
                </a:cubicBezTo>
                <a:cubicBezTo>
                  <a:pt x="35345" y="114433"/>
                  <a:pt x="38489" y="98305"/>
                  <a:pt x="38489" y="787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text-277 Policy">
            <a:extLst xmlns:a="http://schemas.openxmlformats.org/drawingml/2006/main">
              <a:ext uri="{FF2B5EF4-FFF2-40B4-BE49-F238E27FC236}">
                <a16:creationId xmlns:a16="http://schemas.microsoft.com/office/drawing/2014/main" id="{31EB0DBD-0DE2-4329-9FF4-453DDF4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28870" y="6934206"/>
            <a:ext cx="577065" cy="287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4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Policy</a:t>
            </a:r>
          </a:p>
        </p:txBody>
      </p:sp>
      <p:sp>
        <p:nvSpPr>
          <p:cNvPr id="320" name="text-277 Reward">
            <a:extLst xmlns:a="http://schemas.openxmlformats.org/drawingml/2006/main">
              <a:ext uri="{FF2B5EF4-FFF2-40B4-BE49-F238E27FC236}">
                <a16:creationId xmlns:a16="http://schemas.microsoft.com/office/drawing/2014/main" id="{C0612A33-6886-44B1-8319-FD179651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0327" y="6934029"/>
            <a:ext cx="742759" cy="2872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Reward</a:t>
            </a:r>
          </a:p>
        </p:txBody>
      </p:sp>
      <p:pic>
        <p:nvPic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4C57FD89-ABE5-4F73-8EAE-DD8279944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c3f71ac294bd5"/>
          <a:stretch xmlns:a="http://schemas.openxmlformats.org/drawingml/2006/main"/>
        </p:blipFill>
        <p:spPr>
          <a:xfrm xmlns:a="http://schemas.openxmlformats.org/drawingml/2006/main">
            <a:off x="2365513" y="5680213"/>
            <a:ext cx="467139" cy="437322"/>
          </a:xfrm>
          <a:prstGeom xmlns:a="http://schemas.openxmlformats.org/drawingml/2006/main" prst="rect">
            <a:avLst/>
          </a:prstGeom>
        </p:spPr>
      </p:pic>
      <p:sp>
        <p:nvSpPr>
          <p:cNvPr id="322" name="path-279">
            <a:extLst xmlns:a="http://schemas.openxmlformats.org/drawingml/2006/main">
              <a:ext uri="{FF2B5EF4-FFF2-40B4-BE49-F238E27FC236}">
                <a16:creationId xmlns:a16="http://schemas.microsoft.com/office/drawing/2014/main" id="{1BD90F86-49B1-42C5-ACAC-A05D53B5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282" y="6878942"/>
            <a:ext cx="649604" cy="400928"/>
          </a:xfrm>
          <a:custGeom xmlns:a="http://schemas.openxmlformats.org/drawingml/2006/main">
            <a:pathLst>
              <a:path w="622538" h="384223">
                <a:moveTo>
                  <a:pt x="624" y="384223"/>
                </a:moveTo>
                <a:lnTo>
                  <a:pt x="30054" y="383224"/>
                </a:lnTo>
                <a:lnTo>
                  <a:pt x="59542" y="380283"/>
                </a:lnTo>
                <a:lnTo>
                  <a:pt x="88548" y="375541"/>
                </a:lnTo>
                <a:lnTo>
                  <a:pt x="116852" y="369126"/>
                </a:lnTo>
                <a:lnTo>
                  <a:pt x="144235" y="361165"/>
                </a:lnTo>
                <a:lnTo>
                  <a:pt x="170478" y="351780"/>
                </a:lnTo>
                <a:lnTo>
                  <a:pt x="195362" y="341090"/>
                </a:lnTo>
                <a:lnTo>
                  <a:pt x="218670" y="329212"/>
                </a:lnTo>
                <a:lnTo>
                  <a:pt x="240184" y="316254"/>
                </a:lnTo>
                <a:lnTo>
                  <a:pt x="259684" y="302319"/>
                </a:lnTo>
                <a:lnTo>
                  <a:pt x="276952" y="287498"/>
                </a:lnTo>
                <a:lnTo>
                  <a:pt x="291755" y="271868"/>
                </a:lnTo>
                <a:lnTo>
                  <a:pt x="303847" y="255490"/>
                </a:lnTo>
                <a:lnTo>
                  <a:pt x="312938" y="238421"/>
                </a:lnTo>
                <a:lnTo>
                  <a:pt x="318681" y="220745"/>
                </a:lnTo>
                <a:lnTo>
                  <a:pt x="320569" y="203670"/>
                </a:lnTo>
                <a:lnTo>
                  <a:pt x="322355" y="187532"/>
                </a:lnTo>
                <a:lnTo>
                  <a:pt x="321959" y="189363"/>
                </a:lnTo>
                <a:lnTo>
                  <a:pt x="327161" y="173351"/>
                </a:lnTo>
                <a:lnTo>
                  <a:pt x="326532" y="174832"/>
                </a:lnTo>
                <a:lnTo>
                  <a:pt x="334925" y="159073"/>
                </a:lnTo>
                <a:lnTo>
                  <a:pt x="334208" y="160213"/>
                </a:lnTo>
                <a:lnTo>
                  <a:pt x="345563" y="144832"/>
                </a:lnTo>
                <a:lnTo>
                  <a:pt x="344841" y="145693"/>
                </a:lnTo>
                <a:lnTo>
                  <a:pt x="358930" y="130818"/>
                </a:lnTo>
                <a:lnTo>
                  <a:pt x="358243" y="131472"/>
                </a:lnTo>
                <a:lnTo>
                  <a:pt x="374839" y="117228"/>
                </a:lnTo>
                <a:lnTo>
                  <a:pt x="374196" y="117732"/>
                </a:lnTo>
                <a:lnTo>
                  <a:pt x="393071" y="104245"/>
                </a:lnTo>
                <a:lnTo>
                  <a:pt x="392469" y="104640"/>
                </a:lnTo>
                <a:lnTo>
                  <a:pt x="413395" y="92036"/>
                </a:lnTo>
                <a:lnTo>
                  <a:pt x="412825" y="92353"/>
                </a:lnTo>
                <a:lnTo>
                  <a:pt x="435573" y="80759"/>
                </a:lnTo>
                <a:lnTo>
                  <a:pt x="435028" y="81015"/>
                </a:lnTo>
                <a:lnTo>
                  <a:pt x="459371" y="70557"/>
                </a:lnTo>
                <a:lnTo>
                  <a:pt x="458837" y="70767"/>
                </a:lnTo>
                <a:lnTo>
                  <a:pt x="484548" y="61572"/>
                </a:lnTo>
                <a:lnTo>
                  <a:pt x="484018" y="61744"/>
                </a:lnTo>
                <a:lnTo>
                  <a:pt x="510869" y="53937"/>
                </a:lnTo>
                <a:lnTo>
                  <a:pt x="510334" y="54076"/>
                </a:lnTo>
                <a:lnTo>
                  <a:pt x="538096" y="47784"/>
                </a:lnTo>
                <a:lnTo>
                  <a:pt x="537218" y="47939"/>
                </a:lnTo>
                <a:lnTo>
                  <a:pt x="562590" y="44728"/>
                </a:lnTo>
                <a:lnTo>
                  <a:pt x="560279" y="26473"/>
                </a:lnTo>
                <a:lnTo>
                  <a:pt x="534464" y="29741"/>
                </a:lnTo>
                <a:lnTo>
                  <a:pt x="505998" y="36192"/>
                </a:lnTo>
                <a:lnTo>
                  <a:pt x="478615" y="44153"/>
                </a:lnTo>
                <a:lnTo>
                  <a:pt x="452371" y="53539"/>
                </a:lnTo>
                <a:lnTo>
                  <a:pt x="427488" y="64228"/>
                </a:lnTo>
                <a:lnTo>
                  <a:pt x="404179" y="76106"/>
                </a:lnTo>
                <a:lnTo>
                  <a:pt x="382666" y="89064"/>
                </a:lnTo>
                <a:lnTo>
                  <a:pt x="363165" y="102999"/>
                </a:lnTo>
                <a:lnTo>
                  <a:pt x="345897" y="117820"/>
                </a:lnTo>
                <a:lnTo>
                  <a:pt x="331095" y="133450"/>
                </a:lnTo>
                <a:lnTo>
                  <a:pt x="319004" y="149827"/>
                </a:lnTo>
                <a:lnTo>
                  <a:pt x="309912" y="166897"/>
                </a:lnTo>
                <a:lnTo>
                  <a:pt x="304170" y="184573"/>
                </a:lnTo>
                <a:lnTo>
                  <a:pt x="302280" y="201648"/>
                </a:lnTo>
                <a:lnTo>
                  <a:pt x="300496" y="217786"/>
                </a:lnTo>
                <a:lnTo>
                  <a:pt x="300891" y="215954"/>
                </a:lnTo>
                <a:lnTo>
                  <a:pt x="295687" y="231967"/>
                </a:lnTo>
                <a:lnTo>
                  <a:pt x="296317" y="230485"/>
                </a:lnTo>
                <a:lnTo>
                  <a:pt x="287923" y="246245"/>
                </a:lnTo>
                <a:lnTo>
                  <a:pt x="288642" y="245105"/>
                </a:lnTo>
                <a:lnTo>
                  <a:pt x="277287" y="260486"/>
                </a:lnTo>
                <a:lnTo>
                  <a:pt x="278010" y="259624"/>
                </a:lnTo>
                <a:lnTo>
                  <a:pt x="263920" y="274501"/>
                </a:lnTo>
                <a:lnTo>
                  <a:pt x="264607" y="273845"/>
                </a:lnTo>
                <a:lnTo>
                  <a:pt x="248012" y="288091"/>
                </a:lnTo>
                <a:lnTo>
                  <a:pt x="248655" y="287587"/>
                </a:lnTo>
                <a:lnTo>
                  <a:pt x="229779" y="301073"/>
                </a:lnTo>
                <a:lnTo>
                  <a:pt x="230381" y="300678"/>
                </a:lnTo>
                <a:lnTo>
                  <a:pt x="209456" y="313282"/>
                </a:lnTo>
                <a:lnTo>
                  <a:pt x="210024" y="312966"/>
                </a:lnTo>
                <a:lnTo>
                  <a:pt x="187277" y="324560"/>
                </a:lnTo>
                <a:lnTo>
                  <a:pt x="187822" y="324303"/>
                </a:lnTo>
                <a:lnTo>
                  <a:pt x="163480" y="334761"/>
                </a:lnTo>
                <a:lnTo>
                  <a:pt x="164011" y="334551"/>
                </a:lnTo>
                <a:lnTo>
                  <a:pt x="138302" y="343746"/>
                </a:lnTo>
                <a:lnTo>
                  <a:pt x="138830" y="343575"/>
                </a:lnTo>
                <a:lnTo>
                  <a:pt x="111982" y="351381"/>
                </a:lnTo>
                <a:lnTo>
                  <a:pt x="112516" y="351243"/>
                </a:lnTo>
                <a:lnTo>
                  <a:pt x="84754" y="357534"/>
                </a:lnTo>
                <a:lnTo>
                  <a:pt x="85303" y="357427"/>
                </a:lnTo>
                <a:lnTo>
                  <a:pt x="56858" y="362077"/>
                </a:lnTo>
                <a:lnTo>
                  <a:pt x="57429" y="362002"/>
                </a:lnTo>
                <a:lnTo>
                  <a:pt x="28528" y="364885"/>
                </a:lnTo>
                <a:lnTo>
                  <a:pt x="29130" y="364845"/>
                </a:lnTo>
                <a:lnTo>
                  <a:pt x="0" y="365833"/>
                </a:lnTo>
                <a:lnTo>
                  <a:pt x="624" y="384223"/>
                </a:lnTo>
                <a:moveTo>
                  <a:pt x="552399" y="73324"/>
                </a:moveTo>
                <a:lnTo>
                  <a:pt x="622538" y="30290"/>
                </a:lnTo>
                <a:lnTo>
                  <a:pt x="546028" y="0"/>
                </a:lnTo>
                <a:lnTo>
                  <a:pt x="552399" y="73324"/>
                </a:lnTo>
              </a:path>
            </a:pathLst>
          </a:custGeom>
          <a:solidFill xmlns:a="http://schemas.openxmlformats.org/drawingml/2006/main">
            <a:srgbClr val="1560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280">
            <a:extLst xmlns:a="http://schemas.openxmlformats.org/drawingml/2006/main">
              <a:ext uri="{FF2B5EF4-FFF2-40B4-BE49-F238E27FC236}">
                <a16:creationId xmlns:a16="http://schemas.microsoft.com/office/drawing/2014/main" id="{0E8DB495-8EC1-49FC-AF3F-D47039BD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37" y="4455322"/>
            <a:ext cx="1117931" cy="1206198"/>
          </a:xfrm>
          <a:custGeom xmlns:a="http://schemas.openxmlformats.org/drawingml/2006/main">
            <a:pathLst>
              <a:path w="1071351" h="1155940">
                <a:moveTo>
                  <a:pt x="0" y="140604"/>
                </a:moveTo>
                <a:cubicBezTo>
                  <a:pt x="0" y="62951"/>
                  <a:pt x="62951" y="0"/>
                  <a:pt x="140604" y="0"/>
                </a:cubicBezTo>
                <a:lnTo>
                  <a:pt x="930748" y="0"/>
                </a:lnTo>
                <a:cubicBezTo>
                  <a:pt x="1008401" y="0"/>
                  <a:pt x="1071351" y="62951"/>
                  <a:pt x="1071351" y="140604"/>
                </a:cubicBezTo>
                <a:lnTo>
                  <a:pt x="1071351" y="1015336"/>
                </a:lnTo>
                <a:cubicBezTo>
                  <a:pt x="1071351" y="1092990"/>
                  <a:pt x="1008401" y="1155940"/>
                  <a:pt x="930748" y="1155940"/>
                </a:cubicBezTo>
                <a:lnTo>
                  <a:pt x="140604" y="1155940"/>
                </a:lnTo>
                <a:cubicBezTo>
                  <a:pt x="62951" y="1155940"/>
                  <a:pt x="0" y="1092990"/>
                  <a:pt x="0" y="1015336"/>
                </a:cubicBezTo>
                <a:lnTo>
                  <a:pt x="0" y="140604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24" name="text-281 Visual">
            <a:extLst xmlns:a="http://schemas.openxmlformats.org/drawingml/2006/main">
              <a:ext uri="{FF2B5EF4-FFF2-40B4-BE49-F238E27FC236}">
                <a16:creationId xmlns:a16="http://schemas.microsoft.com/office/drawing/2014/main" id="{AE75398C-2AB8-4F7F-AB70-38A11C65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7699" y="4494195"/>
            <a:ext cx="445896" cy="215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</a:t>
            </a:r>
          </a:p>
        </p:txBody>
      </p:sp>
      <p:sp>
        <p:nvSpPr>
          <p:cNvPr id="325" name="text-282 Anchor">
            <a:extLst xmlns:a="http://schemas.openxmlformats.org/drawingml/2006/main">
              <a:ext uri="{FF2B5EF4-FFF2-40B4-BE49-F238E27FC236}">
                <a16:creationId xmlns:a16="http://schemas.microsoft.com/office/drawing/2014/main" id="{5B2F5F5D-A20A-4A2F-8506-D9929127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0468" y="4685468"/>
            <a:ext cx="539836" cy="2139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3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Anchor</a:t>
            </a:r>
          </a:p>
        </p:txBody>
      </p:sp>
      <p:pic>
        <p:nvPic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28643AFF-D552-43EE-8610-DF97E32B7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d3f3af1844796"/>
          <a:stretch xmlns:a="http://schemas.openxmlformats.org/drawingml/2006/main"/>
        </p:blipFill>
        <p:spPr>
          <a:xfrm xmlns:a="http://schemas.openxmlformats.org/drawingml/2006/main">
            <a:off x="6977270" y="4904961"/>
            <a:ext cx="596348" cy="467139"/>
          </a:xfrm>
          <a:prstGeom xmlns:a="http://schemas.openxmlformats.org/drawingml/2006/main" prst="rect">
            <a:avLst/>
          </a:prstGeom>
        </p:spPr>
      </p:pic>
      <p:sp>
        <p:nvSpPr>
          <p:cNvPr id="327" name="text-284 t=30.4s+bbox">
            <a:extLst xmlns:a="http://schemas.openxmlformats.org/drawingml/2006/main">
              <a:ext uri="{FF2B5EF4-FFF2-40B4-BE49-F238E27FC236}">
                <a16:creationId xmlns:a16="http://schemas.microsoft.com/office/drawing/2014/main" id="{43363B60-2512-4CDC-90D1-39FB5D7A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0676" y="5428367"/>
            <a:ext cx="878496" cy="188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6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t=30.4s+bbox</a:t>
            </a:r>
          </a:p>
        </p:txBody>
      </p:sp>
      <p:sp>
        <p:nvSpPr>
          <p:cNvPr id="328" name="path-285">
            <a:extLst xmlns:a="http://schemas.openxmlformats.org/drawingml/2006/main">
              <a:ext uri="{FF2B5EF4-FFF2-40B4-BE49-F238E27FC236}">
                <a16:creationId xmlns:a16="http://schemas.microsoft.com/office/drawing/2014/main" id="{109C4D73-CD1D-4348-8595-A953F89D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402" y="3290395"/>
            <a:ext cx="931341" cy="843765"/>
          </a:xfrm>
          <a:custGeom xmlns:a="http://schemas.openxmlformats.org/drawingml/2006/main">
            <a:pathLst>
              <a:path w="892535" h="808608">
                <a:moveTo>
                  <a:pt x="0" y="106121"/>
                </a:moveTo>
                <a:cubicBezTo>
                  <a:pt x="0" y="47512"/>
                  <a:pt x="47512" y="0"/>
                  <a:pt x="106121" y="0"/>
                </a:cubicBezTo>
                <a:lnTo>
                  <a:pt x="786414" y="0"/>
                </a:lnTo>
                <a:cubicBezTo>
                  <a:pt x="845023" y="0"/>
                  <a:pt x="892535" y="47512"/>
                  <a:pt x="892535" y="106121"/>
                </a:cubicBezTo>
                <a:lnTo>
                  <a:pt x="892535" y="702486"/>
                </a:lnTo>
                <a:cubicBezTo>
                  <a:pt x="892535" y="761096"/>
                  <a:pt x="845023" y="808608"/>
                  <a:pt x="786414" y="808608"/>
                </a:cubicBezTo>
                <a:lnTo>
                  <a:pt x="106121" y="808608"/>
                </a:lnTo>
                <a:cubicBezTo>
                  <a:pt x="47512" y="808608"/>
                  <a:pt x="0" y="761096"/>
                  <a:pt x="0" y="702486"/>
                </a:cubicBezTo>
                <a:lnTo>
                  <a:pt x="0" y="106121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29" name="text-286 Entity">
            <a:extLst xmlns:a="http://schemas.openxmlformats.org/drawingml/2006/main">
              <a:ext uri="{FF2B5EF4-FFF2-40B4-BE49-F238E27FC236}">
                <a16:creationId xmlns:a16="http://schemas.microsoft.com/office/drawing/2014/main" id="{D0BC3E62-4860-44A0-82BC-7B383AD5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4217" y="3317970"/>
            <a:ext cx="470728" cy="214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pic>
        <p:nvPic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305545F-60B2-4038-AC3C-834D822789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e8af53e2794aa6"/>
          <a:stretch xmlns:a="http://schemas.openxmlformats.org/drawingml/2006/main"/>
        </p:blipFill>
        <p:spPr>
          <a:xfrm xmlns:a="http://schemas.openxmlformats.org/drawingml/2006/main">
            <a:off x="8460224" y="3600276"/>
            <a:ext cx="445440" cy="445440"/>
          </a:xfrm>
          <a:prstGeom xmlns:a="http://schemas.openxmlformats.org/drawingml/2006/main" prst="rect">
            <a:avLst/>
          </a:prstGeom>
        </p:spPr>
      </p:pic>
      <p:sp>
        <p:nvSpPr>
          <p:cNvPr id="331" name="path-288">
            <a:extLst xmlns:a="http://schemas.openxmlformats.org/drawingml/2006/main">
              <a:ext uri="{FF2B5EF4-FFF2-40B4-BE49-F238E27FC236}">
                <a16:creationId xmlns:a16="http://schemas.microsoft.com/office/drawing/2014/main" id="{D2292D77-86BF-4953-B6F0-1E1C46F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272" y="3253003"/>
            <a:ext cx="932486" cy="843764"/>
          </a:xfrm>
          <a:custGeom xmlns:a="http://schemas.openxmlformats.org/drawingml/2006/main">
            <a:pathLst>
              <a:path w="893633" h="808608">
                <a:moveTo>
                  <a:pt x="0" y="106122"/>
                </a:moveTo>
                <a:cubicBezTo>
                  <a:pt x="0" y="47513"/>
                  <a:pt x="47512" y="0"/>
                  <a:pt x="106121" y="0"/>
                </a:cubicBezTo>
                <a:lnTo>
                  <a:pt x="787510" y="0"/>
                </a:lnTo>
                <a:cubicBezTo>
                  <a:pt x="846120" y="0"/>
                  <a:pt x="893633" y="47513"/>
                  <a:pt x="893633" y="106122"/>
                </a:cubicBezTo>
                <a:lnTo>
                  <a:pt x="893633" y="702486"/>
                </a:lnTo>
                <a:cubicBezTo>
                  <a:pt x="893633" y="761095"/>
                  <a:pt x="846120" y="808608"/>
                  <a:pt x="787510" y="808608"/>
                </a:cubicBezTo>
                <a:lnTo>
                  <a:pt x="106121" y="808608"/>
                </a:lnTo>
                <a:cubicBezTo>
                  <a:pt x="47512" y="808608"/>
                  <a:pt x="0" y="761095"/>
                  <a:pt x="0" y="702486"/>
                </a:cubicBezTo>
                <a:lnTo>
                  <a:pt x="0" y="106122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32" name="text-289 Supported">
            <a:extLst xmlns:a="http://schemas.openxmlformats.org/drawingml/2006/main">
              <a:ext uri="{FF2B5EF4-FFF2-40B4-BE49-F238E27FC236}">
                <a16:creationId xmlns:a16="http://schemas.microsoft.com/office/drawing/2014/main" id="{6E0995AD-6E12-40CF-AF98-348D9EB6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1390" y="3278546"/>
            <a:ext cx="650583" cy="179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Supported</a:t>
            </a:r>
          </a:p>
        </p:txBody>
      </p:sp>
      <p:sp>
        <p:nvSpPr>
          <p:cNvPr id="333" name="text-290 Fact">
            <a:extLst xmlns:a="http://schemas.openxmlformats.org/drawingml/2006/main">
              <a:ext uri="{FF2B5EF4-FFF2-40B4-BE49-F238E27FC236}">
                <a16:creationId xmlns:a16="http://schemas.microsoft.com/office/drawing/2014/main" id="{B55D0E12-DC82-4A5F-989D-8D1D840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820" y="3432035"/>
            <a:ext cx="293008" cy="1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Fact</a:t>
            </a:r>
          </a:p>
        </p:txBody>
      </p:sp>
      <p:pic>
        <p:nvPic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293AFFB1-9AB1-42DF-AAFF-CE09696C81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be9cc21d14702"/>
          <a:stretch xmlns:a="http://schemas.openxmlformats.org/drawingml/2006/main"/>
        </p:blipFill>
        <p:spPr>
          <a:xfrm xmlns:a="http://schemas.openxmlformats.org/drawingml/2006/main">
            <a:off x="10966977" y="3578773"/>
            <a:ext cx="460800" cy="423936"/>
          </a:xfrm>
          <a:prstGeom xmlns:a="http://schemas.openxmlformats.org/drawingml/2006/main" prst="rect">
            <a:avLst/>
          </a:prstGeom>
        </p:spPr>
      </p:pic>
      <p:sp>
        <p:nvSpPr>
          <p:cNvPr id="335" name="path-292">
            <a:extLst xmlns:a="http://schemas.openxmlformats.org/drawingml/2006/main">
              <a:ext uri="{FF2B5EF4-FFF2-40B4-BE49-F238E27FC236}">
                <a16:creationId xmlns:a16="http://schemas.microsoft.com/office/drawing/2014/main" id="{F5902F7D-40D7-4449-8A73-40502447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163" y="5012086"/>
            <a:ext cx="341066" cy="48001"/>
          </a:xfrm>
          <a:custGeom xmlns:a="http://schemas.openxmlformats.org/drawingml/2006/main">
            <a:pathLst>
              <a:path w="326854" h="46001">
                <a:moveTo>
                  <a:pt x="0" y="46001"/>
                </a:moveTo>
                <a:lnTo>
                  <a:pt x="265521" y="46000"/>
                </a:lnTo>
                <a:lnTo>
                  <a:pt x="265521" y="27600"/>
                </a:lnTo>
                <a:lnTo>
                  <a:pt x="0" y="27601"/>
                </a:lnTo>
                <a:lnTo>
                  <a:pt x="0" y="46001"/>
                </a:lnTo>
                <a:moveTo>
                  <a:pt x="253254" y="73600"/>
                </a:moveTo>
                <a:lnTo>
                  <a:pt x="326854" y="36800"/>
                </a:lnTo>
                <a:lnTo>
                  <a:pt x="253254" y="0"/>
                </a:lnTo>
                <a:lnTo>
                  <a:pt x="253254" y="736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path-293">
            <a:extLst xmlns:a="http://schemas.openxmlformats.org/drawingml/2006/main">
              <a:ext uri="{FF2B5EF4-FFF2-40B4-BE49-F238E27FC236}">
                <a16:creationId xmlns:a16="http://schemas.microsoft.com/office/drawing/2014/main" id="{C7681C5B-89E9-452F-A3BC-76F83F79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528" y="5040887"/>
            <a:ext cx="299732" cy="48000"/>
          </a:xfrm>
          <a:custGeom xmlns:a="http://schemas.openxmlformats.org/drawingml/2006/main">
            <a:pathLst>
              <a:path w="287243" h="46000">
                <a:moveTo>
                  <a:pt x="0" y="0"/>
                </a:moveTo>
                <a:lnTo>
                  <a:pt x="0" y="18400"/>
                </a:lnTo>
                <a:lnTo>
                  <a:pt x="225909" y="18400"/>
                </a:lnTo>
                <a:lnTo>
                  <a:pt x="225909" y="0"/>
                </a:lnTo>
                <a:close/>
                <a:moveTo>
                  <a:pt x="213643" y="-27600"/>
                </a:moveTo>
                <a:lnTo>
                  <a:pt x="287243" y="9200"/>
                </a:lnTo>
                <a:lnTo>
                  <a:pt x="213642" y="46000"/>
                </a:lnTo>
                <a:lnTo>
                  <a:pt x="213643" y="-276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94">
            <a:extLst xmlns:a="http://schemas.openxmlformats.org/drawingml/2006/main">
              <a:ext uri="{FF2B5EF4-FFF2-40B4-BE49-F238E27FC236}">
                <a16:creationId xmlns:a16="http://schemas.microsoft.com/office/drawing/2014/main" id="{330F6571-F062-49FD-A8D5-9E3808B3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86" y="4628610"/>
            <a:ext cx="931341" cy="843764"/>
          </a:xfrm>
          <a:custGeom xmlns:a="http://schemas.openxmlformats.org/drawingml/2006/main">
            <a:pathLst>
              <a:path w="892535" h="808608">
                <a:moveTo>
                  <a:pt x="0" y="106121"/>
                </a:moveTo>
                <a:cubicBezTo>
                  <a:pt x="0" y="47512"/>
                  <a:pt x="47512" y="0"/>
                  <a:pt x="106121" y="0"/>
                </a:cubicBezTo>
                <a:lnTo>
                  <a:pt x="786414" y="0"/>
                </a:lnTo>
                <a:cubicBezTo>
                  <a:pt x="845023" y="0"/>
                  <a:pt x="892535" y="47512"/>
                  <a:pt x="892535" y="106121"/>
                </a:cubicBezTo>
                <a:lnTo>
                  <a:pt x="892535" y="702486"/>
                </a:lnTo>
                <a:cubicBezTo>
                  <a:pt x="892535" y="761095"/>
                  <a:pt x="845023" y="808608"/>
                  <a:pt x="786414" y="808608"/>
                </a:cubicBezTo>
                <a:lnTo>
                  <a:pt x="106121" y="808608"/>
                </a:lnTo>
                <a:cubicBezTo>
                  <a:pt x="47512" y="808608"/>
                  <a:pt x="0" y="761095"/>
                  <a:pt x="0" y="702486"/>
                </a:cubicBezTo>
                <a:lnTo>
                  <a:pt x="0" y="106121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38" name="text-295 Entity">
            <a:extLst xmlns:a="http://schemas.openxmlformats.org/drawingml/2006/main">
              <a:ext uri="{FF2B5EF4-FFF2-40B4-BE49-F238E27FC236}">
                <a16:creationId xmlns:a16="http://schemas.microsoft.com/office/drawing/2014/main" id="{245DD2C3-5B45-40C8-ACFE-2B6B2B24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46002" y="4654292"/>
            <a:ext cx="470728" cy="214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pic>
        <p:nvPic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15F3EF21-A090-4550-A9E5-562D2F367C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f762a98614e73"/>
          <a:stretch xmlns:a="http://schemas.openxmlformats.org/drawingml/2006/main"/>
        </p:blipFill>
        <p:spPr>
          <a:xfrm xmlns:a="http://schemas.openxmlformats.org/drawingml/2006/main">
            <a:off x="8463296" y="4939670"/>
            <a:ext cx="445440" cy="445440"/>
          </a:xfrm>
          <a:prstGeom xmlns:a="http://schemas.openxmlformats.org/drawingml/2006/main" prst="rect">
            <a:avLst/>
          </a:prstGeom>
        </p:spPr>
      </p:pic>
      <p:sp>
        <p:nvSpPr>
          <p:cNvPr id="340" name="path-297">
            <a:extLst xmlns:a="http://schemas.openxmlformats.org/drawingml/2006/main">
              <a:ext uri="{FF2B5EF4-FFF2-40B4-BE49-F238E27FC236}">
                <a16:creationId xmlns:a16="http://schemas.microsoft.com/office/drawing/2014/main" id="{B6A6BAEC-4829-45D8-B76F-C8CB8273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393" y="4642419"/>
            <a:ext cx="932486" cy="843764"/>
          </a:xfrm>
          <a:custGeom xmlns:a="http://schemas.openxmlformats.org/drawingml/2006/main">
            <a:pathLst>
              <a:path w="893633" h="808608">
                <a:moveTo>
                  <a:pt x="0" y="106122"/>
                </a:moveTo>
                <a:cubicBezTo>
                  <a:pt x="0" y="47512"/>
                  <a:pt x="47512" y="0"/>
                  <a:pt x="106121" y="0"/>
                </a:cubicBezTo>
                <a:lnTo>
                  <a:pt x="787510" y="0"/>
                </a:lnTo>
                <a:cubicBezTo>
                  <a:pt x="846120" y="0"/>
                  <a:pt x="893633" y="47512"/>
                  <a:pt x="893633" y="106122"/>
                </a:cubicBezTo>
                <a:lnTo>
                  <a:pt x="893633" y="702486"/>
                </a:lnTo>
                <a:cubicBezTo>
                  <a:pt x="893633" y="761095"/>
                  <a:pt x="846120" y="808608"/>
                  <a:pt x="787510" y="808608"/>
                </a:cubicBezTo>
                <a:lnTo>
                  <a:pt x="106121" y="808608"/>
                </a:lnTo>
                <a:cubicBezTo>
                  <a:pt x="47512" y="808608"/>
                  <a:pt x="0" y="761095"/>
                  <a:pt x="0" y="702486"/>
                </a:cubicBezTo>
                <a:lnTo>
                  <a:pt x="0" y="106122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41" name="text-298 Supported">
            <a:extLst xmlns:a="http://schemas.openxmlformats.org/drawingml/2006/main">
              <a:ext uri="{FF2B5EF4-FFF2-40B4-BE49-F238E27FC236}">
                <a16:creationId xmlns:a16="http://schemas.microsoft.com/office/drawing/2014/main" id="{F18CDCAD-F847-4970-A8DE-EA828BE0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0508" y="4670163"/>
            <a:ext cx="650583" cy="179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Supported</a:t>
            </a:r>
          </a:p>
        </p:txBody>
      </p:sp>
      <p:sp>
        <p:nvSpPr>
          <p:cNvPr id="342" name="text-299 Fact">
            <a:extLst xmlns:a="http://schemas.openxmlformats.org/drawingml/2006/main">
              <a:ext uri="{FF2B5EF4-FFF2-40B4-BE49-F238E27FC236}">
                <a16:creationId xmlns:a16="http://schemas.microsoft.com/office/drawing/2014/main" id="{410BB860-FCAA-4B43-8900-C57F1E51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8940" y="4823653"/>
            <a:ext cx="293008" cy="1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10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Fact</a:t>
            </a:r>
          </a:p>
        </p:txBody>
      </p:sp>
      <p:pic>
        <p:nvPic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8821F539-7BD7-4A91-BDCD-B0F3E9D0F5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a626dee504c2f"/>
          <a:stretch xmlns:a="http://schemas.openxmlformats.org/drawingml/2006/main"/>
        </p:blipFill>
        <p:spPr>
          <a:xfrm xmlns:a="http://schemas.openxmlformats.org/drawingml/2006/main">
            <a:off x="9673665" y="4967318"/>
            <a:ext cx="463872" cy="423936"/>
          </a:xfrm>
          <a:prstGeom xmlns:a="http://schemas.openxmlformats.org/drawingml/2006/main" prst="rect">
            <a:avLst/>
          </a:prstGeom>
        </p:spPr>
      </p:pic>
      <p:sp>
        <p:nvSpPr>
          <p:cNvPr id="344" name="path-301">
            <a:extLst xmlns:a="http://schemas.openxmlformats.org/drawingml/2006/main">
              <a:ext uri="{FF2B5EF4-FFF2-40B4-BE49-F238E27FC236}">
                <a16:creationId xmlns:a16="http://schemas.microsoft.com/office/drawing/2014/main" id="{4FD54792-DDF1-4EFB-8E98-FBE6B88C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584" y="4835325"/>
            <a:ext cx="932486" cy="843764"/>
          </a:xfrm>
          <a:custGeom xmlns:a="http://schemas.openxmlformats.org/drawingml/2006/main">
            <a:pathLst>
              <a:path w="893633" h="808608">
                <a:moveTo>
                  <a:pt x="0" y="106122"/>
                </a:moveTo>
                <a:cubicBezTo>
                  <a:pt x="0" y="47512"/>
                  <a:pt x="47512" y="0"/>
                  <a:pt x="106121" y="0"/>
                </a:cubicBezTo>
                <a:lnTo>
                  <a:pt x="787510" y="0"/>
                </a:lnTo>
                <a:cubicBezTo>
                  <a:pt x="846120" y="0"/>
                  <a:pt x="893633" y="47512"/>
                  <a:pt x="893633" y="106122"/>
                </a:cubicBezTo>
                <a:lnTo>
                  <a:pt x="893633" y="702486"/>
                </a:lnTo>
                <a:cubicBezTo>
                  <a:pt x="893633" y="761095"/>
                  <a:pt x="846120" y="808608"/>
                  <a:pt x="787510" y="808608"/>
                </a:cubicBezTo>
                <a:lnTo>
                  <a:pt x="106121" y="808608"/>
                </a:lnTo>
                <a:cubicBezTo>
                  <a:pt x="47512" y="808608"/>
                  <a:pt x="0" y="761095"/>
                  <a:pt x="0" y="702486"/>
                </a:cubicBezTo>
                <a:lnTo>
                  <a:pt x="0" y="106122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45" name="text-302 Supported">
            <a:extLst xmlns:a="http://schemas.openxmlformats.org/drawingml/2006/main">
              <a:ext uri="{FF2B5EF4-FFF2-40B4-BE49-F238E27FC236}">
                <a16:creationId xmlns:a16="http://schemas.microsoft.com/office/drawing/2014/main" id="{B4A8399A-38C5-44E0-BB31-99F1A48A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0700" y="4860627"/>
            <a:ext cx="650583" cy="1794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9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Supported</a:t>
            </a:r>
          </a:p>
        </p:txBody>
      </p:sp>
      <p:sp>
        <p:nvSpPr>
          <p:cNvPr id="346" name="text-303 Answer">
            <a:extLst xmlns:a="http://schemas.openxmlformats.org/drawingml/2006/main">
              <a:ext uri="{FF2B5EF4-FFF2-40B4-BE49-F238E27FC236}">
                <a16:creationId xmlns:a16="http://schemas.microsoft.com/office/drawing/2014/main" id="{2D290E03-22CF-4874-B503-3201CED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2732" y="5013926"/>
            <a:ext cx="466901" cy="179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Answer</a:t>
            </a:r>
          </a:p>
        </p:txBody>
      </p:sp>
      <p:pic>
        <p:nvPic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C15CF261-11A8-4C01-9BD5-34EC88CE5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2424fa5a94d30"/>
          <a:stretch xmlns:a="http://schemas.openxmlformats.org/drawingml/2006/main"/>
        </p:blipFill>
        <p:spPr>
          <a:xfrm xmlns:a="http://schemas.openxmlformats.org/drawingml/2006/main">
            <a:off x="11000770" y="5160854"/>
            <a:ext cx="347136" cy="420864"/>
          </a:xfrm>
          <a:prstGeom xmlns:a="http://schemas.openxmlformats.org/drawingml/2006/main" prst="rect">
            <a:avLst/>
          </a:prstGeom>
        </p:spPr>
      </p:pic>
      <p:sp>
        <p:nvSpPr>
          <p:cNvPr id="348" name="path-305">
            <a:extLst xmlns:a="http://schemas.openxmlformats.org/drawingml/2006/main">
              <a:ext uri="{FF2B5EF4-FFF2-40B4-BE49-F238E27FC236}">
                <a16:creationId xmlns:a16="http://schemas.microsoft.com/office/drawing/2014/main" id="{736E3F75-5EC9-49D1-93F3-DA33F6B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6709" y="3702677"/>
            <a:ext cx="277434" cy="48582"/>
          </a:xfrm>
          <a:custGeom xmlns:a="http://schemas.openxmlformats.org/drawingml/2006/main">
            <a:pathLst>
              <a:path w="265874" h="46558">
                <a:moveTo>
                  <a:pt x="55" y="0"/>
                </a:moveTo>
                <a:lnTo>
                  <a:pt x="204568" y="594"/>
                </a:lnTo>
                <a:lnTo>
                  <a:pt x="204513" y="18994"/>
                </a:lnTo>
                <a:lnTo>
                  <a:pt x="0" y="18400"/>
                </a:lnTo>
                <a:lnTo>
                  <a:pt x="55" y="0"/>
                </a:lnTo>
                <a:moveTo>
                  <a:pt x="192381" y="-27042"/>
                </a:moveTo>
                <a:lnTo>
                  <a:pt x="265874" y="9971"/>
                </a:lnTo>
                <a:lnTo>
                  <a:pt x="192167" y="46558"/>
                </a:lnTo>
                <a:lnTo>
                  <a:pt x="192381" y="-2704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path-306">
            <a:extLst xmlns:a="http://schemas.openxmlformats.org/drawingml/2006/main">
              <a:ext uri="{FF2B5EF4-FFF2-40B4-BE49-F238E27FC236}">
                <a16:creationId xmlns:a16="http://schemas.microsoft.com/office/drawing/2014/main" id="{4A8F193C-B420-4628-BFD2-8455B01C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148" y="3291200"/>
            <a:ext cx="931341" cy="843765"/>
          </a:xfrm>
          <a:custGeom xmlns:a="http://schemas.openxmlformats.org/drawingml/2006/main">
            <a:pathLst>
              <a:path w="892535" h="808608">
                <a:moveTo>
                  <a:pt x="0" y="106121"/>
                </a:moveTo>
                <a:cubicBezTo>
                  <a:pt x="0" y="47512"/>
                  <a:pt x="47512" y="0"/>
                  <a:pt x="106121" y="0"/>
                </a:cubicBezTo>
                <a:lnTo>
                  <a:pt x="786414" y="0"/>
                </a:lnTo>
                <a:cubicBezTo>
                  <a:pt x="845023" y="0"/>
                  <a:pt x="892535" y="47512"/>
                  <a:pt x="892535" y="106121"/>
                </a:cubicBezTo>
                <a:lnTo>
                  <a:pt x="892535" y="702486"/>
                </a:lnTo>
                <a:cubicBezTo>
                  <a:pt x="892535" y="761096"/>
                  <a:pt x="845023" y="808608"/>
                  <a:pt x="786414" y="808608"/>
                </a:cubicBezTo>
                <a:lnTo>
                  <a:pt x="106121" y="808608"/>
                </a:lnTo>
                <a:cubicBezTo>
                  <a:pt x="47512" y="808608"/>
                  <a:pt x="0" y="761096"/>
                  <a:pt x="0" y="702486"/>
                </a:cubicBezTo>
                <a:lnTo>
                  <a:pt x="0" y="106121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3B7D23"/>
            </a:solidFill>
            <a:prstDash val="solid"/>
          </a:ln>
        </p:spPr>
      </p:sp>
      <p:sp>
        <p:nvSpPr>
          <p:cNvPr id="350" name="text-307 Entity">
            <a:extLst xmlns:a="http://schemas.openxmlformats.org/drawingml/2006/main">
              <a:ext uri="{FF2B5EF4-FFF2-40B4-BE49-F238E27FC236}">
                <a16:creationId xmlns:a16="http://schemas.microsoft.com/office/drawing/2014/main" id="{223484FA-CF56-4CE1-A987-81352771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2962" y="3317970"/>
            <a:ext cx="470728" cy="214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207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Entity</a:t>
            </a:r>
          </a:p>
        </p:txBody>
      </p:sp>
      <p:pic>
        <p:nvPic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BCD84E96-BEDB-47A2-82A2-773EFC5F11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e7f1f20214c0d"/>
          <a:stretch xmlns:a="http://schemas.openxmlformats.org/drawingml/2006/main"/>
        </p:blipFill>
        <p:spPr>
          <a:xfrm xmlns:a="http://schemas.openxmlformats.org/drawingml/2006/main">
            <a:off x="9670593" y="3600277"/>
            <a:ext cx="445440" cy="445440"/>
          </a:xfrm>
          <a:prstGeom xmlns:a="http://schemas.openxmlformats.org/drawingml/2006/main" prst="rect">
            <a:avLst/>
          </a:prstGeom>
        </p:spPr>
      </p:pic>
      <p:sp>
        <p:nvSpPr>
          <p:cNvPr id="352" name="path-309">
            <a:extLst xmlns:a="http://schemas.openxmlformats.org/drawingml/2006/main">
              <a:ext uri="{FF2B5EF4-FFF2-40B4-BE49-F238E27FC236}">
                <a16:creationId xmlns:a16="http://schemas.microsoft.com/office/drawing/2014/main" id="{A7C46B09-D4E1-4B0E-9373-8B4951CE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523" y="4267211"/>
            <a:ext cx="932485" cy="366064"/>
          </a:xfrm>
          <a:custGeom xmlns:a="http://schemas.openxmlformats.org/drawingml/2006/main">
            <a:pathLst>
              <a:path w="893632" h="350811">
                <a:moveTo>
                  <a:pt x="0" y="46040"/>
                </a:moveTo>
                <a:cubicBezTo>
                  <a:pt x="0" y="20613"/>
                  <a:pt x="20612" y="0"/>
                  <a:pt x="46040" y="0"/>
                </a:cubicBezTo>
                <a:lnTo>
                  <a:pt x="847592" y="0"/>
                </a:lnTo>
                <a:cubicBezTo>
                  <a:pt x="873019" y="0"/>
                  <a:pt x="893632" y="20613"/>
                  <a:pt x="893632" y="46040"/>
                </a:cubicBezTo>
                <a:lnTo>
                  <a:pt x="893632" y="304770"/>
                </a:lnTo>
                <a:cubicBezTo>
                  <a:pt x="893632" y="330198"/>
                  <a:pt x="873019" y="350811"/>
                  <a:pt x="847592" y="350811"/>
                </a:cubicBezTo>
                <a:lnTo>
                  <a:pt x="46040" y="350811"/>
                </a:lnTo>
                <a:cubicBezTo>
                  <a:pt x="20612" y="350811"/>
                  <a:pt x="0" y="330198"/>
                  <a:pt x="0" y="304770"/>
                </a:cubicBezTo>
                <a:lnTo>
                  <a:pt x="0" y="46040"/>
                </a:lnTo>
              </a:path>
            </a:pathLst>
          </a:custGeom>
          <a:solidFill xmlns:a="http://schemas.openxmlformats.org/drawingml/2006/main">
            <a:srgbClr val="F2CFEE">
              <a:alpha val="5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path-310">
            <a:extLst xmlns:a="http://schemas.openxmlformats.org/drawingml/2006/main">
              <a:ext uri="{FF2B5EF4-FFF2-40B4-BE49-F238E27FC236}">
                <a16:creationId xmlns:a16="http://schemas.microsoft.com/office/drawing/2014/main" id="{8FB1387B-6F4B-48D9-8006-3E6B73BB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523" y="4267211"/>
            <a:ext cx="932486" cy="366064"/>
          </a:xfrm>
          <a:custGeom xmlns:a="http://schemas.openxmlformats.org/drawingml/2006/main">
            <a:pathLst>
              <a:path w="893633" h="350812">
                <a:moveTo>
                  <a:pt x="0" y="46040"/>
                </a:moveTo>
                <a:cubicBezTo>
                  <a:pt x="0" y="20613"/>
                  <a:pt x="20613" y="0"/>
                  <a:pt x="46040" y="0"/>
                </a:cubicBezTo>
                <a:lnTo>
                  <a:pt x="847592" y="0"/>
                </a:lnTo>
                <a:cubicBezTo>
                  <a:pt x="873019" y="0"/>
                  <a:pt x="893633" y="20613"/>
                  <a:pt x="893633" y="46040"/>
                </a:cubicBezTo>
                <a:lnTo>
                  <a:pt x="893633" y="304772"/>
                </a:lnTo>
                <a:cubicBezTo>
                  <a:pt x="893633" y="330198"/>
                  <a:pt x="873019" y="350812"/>
                  <a:pt x="847592" y="350812"/>
                </a:cubicBezTo>
                <a:lnTo>
                  <a:pt x="46040" y="350812"/>
                </a:lnTo>
                <a:cubicBezTo>
                  <a:pt x="20613" y="350812"/>
                  <a:pt x="0" y="330198"/>
                  <a:pt x="0" y="304772"/>
                </a:cubicBezTo>
                <a:lnTo>
                  <a:pt x="0" y="46040"/>
                </a:lnTo>
              </a:path>
            </a:pathLst>
          </a:custGeom>
          <a:noFill xmlns:a="http://schemas.openxmlformats.org/drawingml/2006/main"/>
          <a:ln xmlns:a="http://schemas.openxmlformats.org/drawingml/2006/main" w="14401">
            <a:solidFill>
              <a:srgbClr val="78206E"/>
            </a:solidFill>
            <a:prstDash val="solid"/>
          </a:ln>
        </p:spPr>
      </p:sp>
      <p:sp>
        <p:nvSpPr>
          <p:cNvPr id="354" name="text-311 compose">
            <a:extLst xmlns:a="http://schemas.openxmlformats.org/drawingml/2006/main">
              <a:ext uri="{FF2B5EF4-FFF2-40B4-BE49-F238E27FC236}">
                <a16:creationId xmlns:a16="http://schemas.microsoft.com/office/drawing/2014/main" id="{7FED37EC-5EF5-4299-ABC3-4956DB79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6740" y="4350882"/>
            <a:ext cx="523627" cy="17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008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compose</a:t>
            </a:r>
          </a:p>
        </p:txBody>
      </p:sp>
      <p:sp>
        <p:nvSpPr>
          <p:cNvPr id="355" name="path-312">
            <a:extLst xmlns:a="http://schemas.openxmlformats.org/drawingml/2006/main">
              <a:ext uri="{FF2B5EF4-FFF2-40B4-BE49-F238E27FC236}">
                <a16:creationId xmlns:a16="http://schemas.microsoft.com/office/drawing/2014/main" id="{CC073E8C-3DF2-4AE3-8350-6C42FA6E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057" y="4590956"/>
            <a:ext cx="277098" cy="191670"/>
          </a:xfrm>
          <a:custGeom xmlns:a="http://schemas.openxmlformats.org/drawingml/2006/main">
            <a:pathLst>
              <a:path w="265552" h="183684">
                <a:moveTo>
                  <a:pt x="10306" y="183684"/>
                </a:moveTo>
                <a:lnTo>
                  <a:pt x="219897" y="41974"/>
                </a:lnTo>
                <a:lnTo>
                  <a:pt x="209590" y="26732"/>
                </a:lnTo>
                <a:lnTo>
                  <a:pt x="0" y="168441"/>
                </a:lnTo>
                <a:lnTo>
                  <a:pt x="10306" y="183684"/>
                </a:lnTo>
                <a:moveTo>
                  <a:pt x="225193" y="71710"/>
                </a:moveTo>
                <a:lnTo>
                  <a:pt x="265552" y="0"/>
                </a:lnTo>
                <a:lnTo>
                  <a:pt x="183969" y="10738"/>
                </a:lnTo>
                <a:lnTo>
                  <a:pt x="225193" y="717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path-313">
            <a:extLst xmlns:a="http://schemas.openxmlformats.org/drawingml/2006/main">
              <a:ext uri="{FF2B5EF4-FFF2-40B4-BE49-F238E27FC236}">
                <a16:creationId xmlns:a16="http://schemas.microsoft.com/office/drawing/2014/main" id="{9190A3D7-928F-44AB-89C3-373EE445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822" y="4096669"/>
            <a:ext cx="48129" cy="170542"/>
          </a:xfrm>
          <a:custGeom xmlns:a="http://schemas.openxmlformats.org/drawingml/2006/main">
            <a:pathLst>
              <a:path w="46124" h="163436">
                <a:moveTo>
                  <a:pt x="1049" y="0"/>
                </a:moveTo>
                <a:lnTo>
                  <a:pt x="0" y="102011"/>
                </a:lnTo>
                <a:lnTo>
                  <a:pt x="18400" y="102200"/>
                </a:lnTo>
                <a:lnTo>
                  <a:pt x="19446" y="189"/>
                </a:lnTo>
                <a:lnTo>
                  <a:pt x="1049" y="0"/>
                </a:lnTo>
                <a:moveTo>
                  <a:pt x="-27472" y="89462"/>
                </a:moveTo>
                <a:lnTo>
                  <a:pt x="8572" y="163436"/>
                </a:lnTo>
                <a:lnTo>
                  <a:pt x="46124" y="90218"/>
                </a:lnTo>
                <a:lnTo>
                  <a:pt x="-27472" y="894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path-314">
            <a:extLst xmlns:a="http://schemas.openxmlformats.org/drawingml/2006/main">
              <a:ext uri="{FF2B5EF4-FFF2-40B4-BE49-F238E27FC236}">
                <a16:creationId xmlns:a16="http://schemas.microsoft.com/office/drawing/2014/main" id="{C3988570-312A-47B3-AA56-2A1C934D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048" y="4622108"/>
            <a:ext cx="47999" cy="184251"/>
          </a:xfrm>
          <a:custGeom xmlns:a="http://schemas.openxmlformats.org/drawingml/2006/main">
            <a:pathLst>
              <a:path w="46000" h="176574">
                <a:moveTo>
                  <a:pt x="46000" y="0"/>
                </a:moveTo>
                <a:lnTo>
                  <a:pt x="46000" y="115241"/>
                </a:lnTo>
                <a:lnTo>
                  <a:pt x="27599" y="115241"/>
                </a:lnTo>
                <a:lnTo>
                  <a:pt x="27599" y="1"/>
                </a:lnTo>
                <a:lnTo>
                  <a:pt x="46000" y="0"/>
                </a:lnTo>
                <a:moveTo>
                  <a:pt x="73600" y="102974"/>
                </a:moveTo>
                <a:lnTo>
                  <a:pt x="36801" y="176574"/>
                </a:lnTo>
                <a:lnTo>
                  <a:pt x="0" y="102974"/>
                </a:lnTo>
                <a:lnTo>
                  <a:pt x="73600" y="10297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text-315 EVGR">
            <a:extLst xmlns:a="http://schemas.openxmlformats.org/drawingml/2006/main">
              <a:ext uri="{FF2B5EF4-FFF2-40B4-BE49-F238E27FC236}">
                <a16:creationId xmlns:a16="http://schemas.microsoft.com/office/drawing/2014/main" id="{71F90DD0-DBE6-4D77-9D7C-A68527B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4374" y="6949834"/>
            <a:ext cx="565551" cy="286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2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EVGR</a:t>
            </a:r>
          </a:p>
        </p:txBody>
      </p:sp>
      <p:sp>
        <p:nvSpPr>
          <p:cNvPr id="359" name="text-315 Reward">
            <a:extLst xmlns:a="http://schemas.openxmlformats.org/drawingml/2006/main">
              <a:ext uri="{FF2B5EF4-FFF2-40B4-BE49-F238E27FC236}">
                <a16:creationId xmlns:a16="http://schemas.microsoft.com/office/drawing/2014/main" id="{D42D0779-E634-4303-B258-57AD83E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53174" y="6949366"/>
            <a:ext cx="742844" cy="287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defPPr>
            <a:lvl1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1pPr>
            <a:lvl2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2pPr>
            <a:lvl3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3pPr>
            <a:lvl4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4pPr>
            <a:lvl5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5pPr>
            <a:lvl6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6pPr>
            <a:lvl7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7pPr>
            <a:lvl8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8pPr>
            <a:lvl9pPr algn="l"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defRPr>
            </a:pPr>
            <a:r>
              <a:rPr sz="1616" b="0" i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Reward</a:t>
            </a:r>
          </a:p>
        </p:txBody>
      </p:sp>
      <p:sp>
        <p:nvSpPr>
          <p:cNvPr id="360" name="path-316">
            <a:extLst xmlns:a="http://schemas.openxmlformats.org/drawingml/2006/main">
              <a:ext uri="{FF2B5EF4-FFF2-40B4-BE49-F238E27FC236}">
                <a16:creationId xmlns:a16="http://schemas.microsoft.com/office/drawing/2014/main" id="{599BFF1C-7050-4752-9004-7B4E6086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4772" y="3701608"/>
            <a:ext cx="388199" cy="568114"/>
          </a:xfrm>
          <a:custGeom xmlns:a="http://schemas.openxmlformats.org/drawingml/2006/main">
            <a:pathLst>
              <a:path w="372024" h="544443">
                <a:moveTo>
                  <a:pt x="15247" y="544443"/>
                </a:moveTo>
                <a:lnTo>
                  <a:pt x="345309" y="55969"/>
                </a:lnTo>
                <a:lnTo>
                  <a:pt x="330062" y="45668"/>
                </a:lnTo>
                <a:lnTo>
                  <a:pt x="0" y="534142"/>
                </a:lnTo>
                <a:lnTo>
                  <a:pt x="15247" y="544443"/>
                </a:lnTo>
                <a:moveTo>
                  <a:pt x="361309" y="81586"/>
                </a:moveTo>
                <a:lnTo>
                  <a:pt x="372024" y="0"/>
                </a:lnTo>
                <a:lnTo>
                  <a:pt x="300326" y="40379"/>
                </a:lnTo>
                <a:lnTo>
                  <a:pt x="361309" y="8158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path-317">
            <a:extLst xmlns:a="http://schemas.openxmlformats.org/drawingml/2006/main">
              <a:ext uri="{FF2B5EF4-FFF2-40B4-BE49-F238E27FC236}">
                <a16:creationId xmlns:a16="http://schemas.microsoft.com/office/drawing/2014/main" id="{5FA6E829-456B-4256-8050-75DC1EC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155" y="3701601"/>
            <a:ext cx="420242" cy="3210163"/>
          </a:xfrm>
          <a:custGeom xmlns:a="http://schemas.openxmlformats.org/drawingml/2006/main">
            <a:pathLst>
              <a:path w="402732" h="3076406">
                <a:moveTo>
                  <a:pt x="18251" y="3076406"/>
                </a:moveTo>
                <a:lnTo>
                  <a:pt x="402732" y="61992"/>
                </a:lnTo>
                <a:lnTo>
                  <a:pt x="384481" y="59664"/>
                </a:lnTo>
                <a:lnTo>
                  <a:pt x="0" y="3074078"/>
                </a:lnTo>
                <a:lnTo>
                  <a:pt x="18251" y="3076406"/>
                </a:lnTo>
                <a:moveTo>
                  <a:pt x="428558" y="77664"/>
                </a:moveTo>
                <a:lnTo>
                  <a:pt x="401365" y="0"/>
                </a:lnTo>
                <a:lnTo>
                  <a:pt x="355549" y="68352"/>
                </a:lnTo>
                <a:lnTo>
                  <a:pt x="428558" y="776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path-318">
            <a:extLst xmlns:a="http://schemas.openxmlformats.org/drawingml/2006/main">
              <a:ext uri="{FF2B5EF4-FFF2-40B4-BE49-F238E27FC236}">
                <a16:creationId xmlns:a16="http://schemas.microsoft.com/office/drawing/2014/main" id="{9F82E592-6F1A-4926-A36D-426CE47C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38" y="4261941"/>
            <a:ext cx="361201" cy="1361367"/>
          </a:xfrm>
          <a:custGeom xmlns:a="http://schemas.openxmlformats.org/drawingml/2006/main">
            <a:pathLst>
              <a:path w="346151" h="1304644">
                <a:moveTo>
                  <a:pt x="17812" y="0"/>
                </a:moveTo>
                <a:lnTo>
                  <a:pt x="339682" y="1242963"/>
                </a:lnTo>
                <a:lnTo>
                  <a:pt x="321869" y="1247575"/>
                </a:lnTo>
                <a:lnTo>
                  <a:pt x="0" y="4613"/>
                </a:lnTo>
                <a:lnTo>
                  <a:pt x="17812" y="0"/>
                </a:lnTo>
                <a:moveTo>
                  <a:pt x="363325" y="1224168"/>
                </a:moveTo>
                <a:lnTo>
                  <a:pt x="346151" y="1304644"/>
                </a:lnTo>
                <a:lnTo>
                  <a:pt x="292075" y="1242618"/>
                </a:lnTo>
                <a:lnTo>
                  <a:pt x="363325" y="122416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path-319">
            <a:extLst xmlns:a="http://schemas.openxmlformats.org/drawingml/2006/main">
              <a:ext uri="{FF2B5EF4-FFF2-40B4-BE49-F238E27FC236}">
                <a16:creationId xmlns:a16="http://schemas.microsoft.com/office/drawing/2014/main" id="{A75EB02A-65F8-45BC-88ED-F4D21FAA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6035" y="5623301"/>
            <a:ext cx="368602" cy="1289830"/>
          </a:xfrm>
          <a:custGeom xmlns:a="http://schemas.openxmlformats.org/drawingml/2006/main">
            <a:pathLst>
              <a:path w="353244" h="1236087">
                <a:moveTo>
                  <a:pt x="17722" y="1236087"/>
                </a:moveTo>
                <a:lnTo>
                  <a:pt x="345614" y="61550"/>
                </a:lnTo>
                <a:lnTo>
                  <a:pt x="327892" y="56604"/>
                </a:lnTo>
                <a:lnTo>
                  <a:pt x="0" y="1231139"/>
                </a:lnTo>
                <a:lnTo>
                  <a:pt x="17722" y="1236087"/>
                </a:lnTo>
                <a:moveTo>
                  <a:pt x="368900" y="80785"/>
                </a:moveTo>
                <a:lnTo>
                  <a:pt x="353244" y="0"/>
                </a:lnTo>
                <a:lnTo>
                  <a:pt x="298010" y="60995"/>
                </a:lnTo>
                <a:lnTo>
                  <a:pt x="368900" y="8078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path-320">
            <a:extLst xmlns:a="http://schemas.openxmlformats.org/drawingml/2006/main">
              <a:ext uri="{FF2B5EF4-FFF2-40B4-BE49-F238E27FC236}">
                <a16:creationId xmlns:a16="http://schemas.microsoft.com/office/drawing/2014/main" id="{A0C6B201-55C9-4C4F-8C01-2F9CAB40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9739" y="7312115"/>
            <a:ext cx="222849" cy="48001"/>
          </a:xfrm>
          <a:custGeom xmlns:a="http://schemas.openxmlformats.org/drawingml/2006/main">
            <a:pathLst>
              <a:path w="213564" h="46001">
                <a:moveTo>
                  <a:pt x="0" y="0"/>
                </a:moveTo>
                <a:lnTo>
                  <a:pt x="152230" y="1"/>
                </a:lnTo>
                <a:lnTo>
                  <a:pt x="152230" y="18401"/>
                </a:lnTo>
                <a:lnTo>
                  <a:pt x="0" y="18400"/>
                </a:lnTo>
                <a:lnTo>
                  <a:pt x="0" y="0"/>
                </a:lnTo>
                <a:moveTo>
                  <a:pt x="139964" y="-27599"/>
                </a:moveTo>
                <a:lnTo>
                  <a:pt x="213564" y="9201"/>
                </a:lnTo>
                <a:lnTo>
                  <a:pt x="139964" y="46001"/>
                </a:lnTo>
                <a:lnTo>
                  <a:pt x="139964" y="-2759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path-321">
            <a:extLst xmlns:a="http://schemas.openxmlformats.org/drawingml/2006/main">
              <a:ext uri="{FF2B5EF4-FFF2-40B4-BE49-F238E27FC236}">
                <a16:creationId xmlns:a16="http://schemas.microsoft.com/office/drawing/2014/main" id="{BE846750-0927-4CA1-9D1A-C71C8BBC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10072" y="4286338"/>
            <a:ext cx="73000" cy="97300"/>
          </a:xfrm>
          <a:custGeom xmlns:a="http://schemas.openxmlformats.org/drawingml/2006/main">
            <a:pathLst>
              <a:path w="69958" h="93246">
                <a:moveTo>
                  <a:pt x="27217" y="17538"/>
                </a:moveTo>
                <a:lnTo>
                  <a:pt x="28558" y="17825"/>
                </a:lnTo>
                <a:cubicBezTo>
                  <a:pt x="32072" y="13544"/>
                  <a:pt x="35331" y="10174"/>
                  <a:pt x="38333" y="7715"/>
                </a:cubicBezTo>
                <a:cubicBezTo>
                  <a:pt x="41336" y="5255"/>
                  <a:pt x="44579" y="3354"/>
                  <a:pt x="48060" y="2013"/>
                </a:cubicBezTo>
                <a:cubicBezTo>
                  <a:pt x="51542" y="671"/>
                  <a:pt x="55488" y="0"/>
                  <a:pt x="59896" y="0"/>
                </a:cubicBezTo>
                <a:cubicBezTo>
                  <a:pt x="63601" y="0"/>
                  <a:pt x="66956" y="192"/>
                  <a:pt x="69958" y="575"/>
                </a:cubicBezTo>
                <a:lnTo>
                  <a:pt x="69958" y="22617"/>
                </a:lnTo>
                <a:lnTo>
                  <a:pt x="59129" y="22617"/>
                </a:lnTo>
                <a:cubicBezTo>
                  <a:pt x="57596" y="19167"/>
                  <a:pt x="55967" y="16659"/>
                  <a:pt x="54242" y="15094"/>
                </a:cubicBezTo>
                <a:cubicBezTo>
                  <a:pt x="52517" y="13528"/>
                  <a:pt x="50153" y="12746"/>
                  <a:pt x="47150" y="12746"/>
                </a:cubicBezTo>
                <a:cubicBezTo>
                  <a:pt x="44850" y="12746"/>
                  <a:pt x="42566" y="13417"/>
                  <a:pt x="40298" y="14758"/>
                </a:cubicBezTo>
                <a:cubicBezTo>
                  <a:pt x="38030" y="16100"/>
                  <a:pt x="35842" y="18049"/>
                  <a:pt x="33733" y="20604"/>
                </a:cubicBezTo>
                <a:cubicBezTo>
                  <a:pt x="31625" y="23160"/>
                  <a:pt x="30172" y="25556"/>
                  <a:pt x="29373" y="27792"/>
                </a:cubicBezTo>
                <a:cubicBezTo>
                  <a:pt x="28574" y="30028"/>
                  <a:pt x="28175" y="32679"/>
                  <a:pt x="28175" y="35746"/>
                </a:cubicBezTo>
                <a:lnTo>
                  <a:pt x="28175" y="69288"/>
                </a:lnTo>
                <a:cubicBezTo>
                  <a:pt x="28175" y="75101"/>
                  <a:pt x="28526" y="79110"/>
                  <a:pt x="29229" y="81315"/>
                </a:cubicBezTo>
                <a:cubicBezTo>
                  <a:pt x="29932" y="83519"/>
                  <a:pt x="31098" y="85132"/>
                  <a:pt x="32727" y="86154"/>
                </a:cubicBezTo>
                <a:cubicBezTo>
                  <a:pt x="34356" y="87176"/>
                  <a:pt x="36800" y="87975"/>
                  <a:pt x="40058" y="88550"/>
                </a:cubicBezTo>
                <a:lnTo>
                  <a:pt x="40058" y="93246"/>
                </a:lnTo>
                <a:lnTo>
                  <a:pt x="1438" y="93246"/>
                </a:lnTo>
                <a:lnTo>
                  <a:pt x="1438" y="88550"/>
                </a:lnTo>
                <a:cubicBezTo>
                  <a:pt x="3865" y="87783"/>
                  <a:pt x="5606" y="87113"/>
                  <a:pt x="6660" y="86538"/>
                </a:cubicBezTo>
                <a:cubicBezTo>
                  <a:pt x="7715" y="85963"/>
                  <a:pt x="8625" y="85164"/>
                  <a:pt x="9392" y="84142"/>
                </a:cubicBezTo>
                <a:cubicBezTo>
                  <a:pt x="10158" y="83119"/>
                  <a:pt x="10733" y="81554"/>
                  <a:pt x="11117" y="79446"/>
                </a:cubicBezTo>
                <a:cubicBezTo>
                  <a:pt x="11500" y="77338"/>
                  <a:pt x="11692" y="74047"/>
                  <a:pt x="11692" y="69575"/>
                </a:cubicBezTo>
                <a:lnTo>
                  <a:pt x="11692" y="27792"/>
                </a:lnTo>
                <a:cubicBezTo>
                  <a:pt x="11692" y="23703"/>
                  <a:pt x="11628" y="20413"/>
                  <a:pt x="11500" y="17921"/>
                </a:cubicBezTo>
                <a:cubicBezTo>
                  <a:pt x="11372" y="15429"/>
                  <a:pt x="10925" y="13433"/>
                  <a:pt x="10158" y="11931"/>
                </a:cubicBezTo>
                <a:cubicBezTo>
                  <a:pt x="9392" y="10430"/>
                  <a:pt x="8226" y="9312"/>
                  <a:pt x="6660" y="8577"/>
                </a:cubicBezTo>
                <a:cubicBezTo>
                  <a:pt x="5095" y="7842"/>
                  <a:pt x="2875" y="7219"/>
                  <a:pt x="0" y="6708"/>
                </a:cubicBezTo>
                <a:lnTo>
                  <a:pt x="0" y="1725"/>
                </a:lnTo>
                <a:lnTo>
                  <a:pt x="22425" y="767"/>
                </a:lnTo>
                <a:lnTo>
                  <a:pt x="28271" y="767"/>
                </a:lnTo>
                <a:lnTo>
                  <a:pt x="27217" y="17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path-322">
            <a:extLst xmlns:a="http://schemas.openxmlformats.org/drawingml/2006/main">
              <a:ext uri="{FF2B5EF4-FFF2-40B4-BE49-F238E27FC236}">
                <a16:creationId xmlns:a16="http://schemas.microsoft.com/office/drawing/2014/main" id="{B9B7D661-3337-4AED-81B0-7F685021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223" y="4332596"/>
            <a:ext cx="54525" cy="95400"/>
          </a:xfrm>
          <a:custGeom xmlns:a="http://schemas.openxmlformats.org/drawingml/2006/main">
            <a:pathLst>
              <a:path w="52253" h="91425">
                <a:moveTo>
                  <a:pt x="45281" y="76259"/>
                </a:moveTo>
                <a:cubicBezTo>
                  <a:pt x="42838" y="78991"/>
                  <a:pt x="40514" y="81315"/>
                  <a:pt x="38309" y="83231"/>
                </a:cubicBezTo>
                <a:cubicBezTo>
                  <a:pt x="36105" y="85148"/>
                  <a:pt x="33949" y="86717"/>
                  <a:pt x="31841" y="87939"/>
                </a:cubicBezTo>
                <a:cubicBezTo>
                  <a:pt x="29732" y="89161"/>
                  <a:pt x="27648" y="90047"/>
                  <a:pt x="25588" y="90599"/>
                </a:cubicBezTo>
                <a:cubicBezTo>
                  <a:pt x="23527" y="91150"/>
                  <a:pt x="21419" y="91425"/>
                  <a:pt x="19263" y="91425"/>
                </a:cubicBezTo>
                <a:cubicBezTo>
                  <a:pt x="13560" y="91425"/>
                  <a:pt x="9308" y="90083"/>
                  <a:pt x="6505" y="87400"/>
                </a:cubicBezTo>
                <a:cubicBezTo>
                  <a:pt x="3702" y="84717"/>
                  <a:pt x="2300" y="80764"/>
                  <a:pt x="2300" y="75541"/>
                </a:cubicBezTo>
                <a:cubicBezTo>
                  <a:pt x="2300" y="73768"/>
                  <a:pt x="2432" y="71815"/>
                  <a:pt x="2695" y="69683"/>
                </a:cubicBezTo>
                <a:cubicBezTo>
                  <a:pt x="2959" y="67551"/>
                  <a:pt x="3330" y="65478"/>
                  <a:pt x="3809" y="63466"/>
                </a:cubicBezTo>
                <a:lnTo>
                  <a:pt x="12363" y="26234"/>
                </a:lnTo>
                <a:lnTo>
                  <a:pt x="0" y="26234"/>
                </a:lnTo>
                <a:lnTo>
                  <a:pt x="1438" y="20700"/>
                </a:lnTo>
                <a:cubicBezTo>
                  <a:pt x="4313" y="20700"/>
                  <a:pt x="6553" y="20424"/>
                  <a:pt x="8158" y="19873"/>
                </a:cubicBezTo>
                <a:cubicBezTo>
                  <a:pt x="9763" y="19322"/>
                  <a:pt x="11117" y="18568"/>
                  <a:pt x="12219" y="17609"/>
                </a:cubicBezTo>
                <a:cubicBezTo>
                  <a:pt x="12938" y="16939"/>
                  <a:pt x="13632" y="16112"/>
                  <a:pt x="14303" y="15130"/>
                </a:cubicBezTo>
                <a:cubicBezTo>
                  <a:pt x="14974" y="14147"/>
                  <a:pt x="15645" y="12961"/>
                  <a:pt x="16316" y="11572"/>
                </a:cubicBezTo>
                <a:cubicBezTo>
                  <a:pt x="16986" y="10182"/>
                  <a:pt x="17669" y="8541"/>
                  <a:pt x="18364" y="6648"/>
                </a:cubicBezTo>
                <a:cubicBezTo>
                  <a:pt x="19059" y="4756"/>
                  <a:pt x="19838" y="2540"/>
                  <a:pt x="20700" y="0"/>
                </a:cubicBezTo>
                <a:lnTo>
                  <a:pt x="31913" y="0"/>
                </a:lnTo>
                <a:lnTo>
                  <a:pt x="27816" y="18256"/>
                </a:lnTo>
                <a:lnTo>
                  <a:pt x="52253" y="18256"/>
                </a:lnTo>
                <a:lnTo>
                  <a:pt x="50600" y="26234"/>
                </a:lnTo>
                <a:lnTo>
                  <a:pt x="26234" y="26234"/>
                </a:lnTo>
                <a:lnTo>
                  <a:pt x="18903" y="56350"/>
                </a:lnTo>
                <a:cubicBezTo>
                  <a:pt x="18424" y="58363"/>
                  <a:pt x="18029" y="60171"/>
                  <a:pt x="17717" y="61777"/>
                </a:cubicBezTo>
                <a:cubicBezTo>
                  <a:pt x="17406" y="63382"/>
                  <a:pt x="17154" y="64831"/>
                  <a:pt x="16963" y="66125"/>
                </a:cubicBezTo>
                <a:cubicBezTo>
                  <a:pt x="16771" y="67419"/>
                  <a:pt x="16639" y="68593"/>
                  <a:pt x="16567" y="69647"/>
                </a:cubicBezTo>
                <a:cubicBezTo>
                  <a:pt x="16495" y="70701"/>
                  <a:pt x="16459" y="71683"/>
                  <a:pt x="16459" y="72594"/>
                </a:cubicBezTo>
                <a:cubicBezTo>
                  <a:pt x="16459" y="75469"/>
                  <a:pt x="17058" y="77721"/>
                  <a:pt x="18256" y="79350"/>
                </a:cubicBezTo>
                <a:cubicBezTo>
                  <a:pt x="19454" y="80979"/>
                  <a:pt x="21419" y="81794"/>
                  <a:pt x="24150" y="81794"/>
                </a:cubicBezTo>
                <a:cubicBezTo>
                  <a:pt x="26450" y="81794"/>
                  <a:pt x="28894" y="80943"/>
                  <a:pt x="31481" y="79242"/>
                </a:cubicBezTo>
                <a:cubicBezTo>
                  <a:pt x="34069" y="77541"/>
                  <a:pt x="37016" y="74870"/>
                  <a:pt x="40322" y="71228"/>
                </a:cubicBezTo>
                <a:lnTo>
                  <a:pt x="45281" y="762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path-323">
            <a:extLst xmlns:a="http://schemas.openxmlformats.org/drawingml/2006/main">
              <a:ext uri="{FF2B5EF4-FFF2-40B4-BE49-F238E27FC236}">
                <a16:creationId xmlns:a16="http://schemas.microsoft.com/office/drawing/2014/main" id="{30B99A12-A1D4-4026-8E20-D1F62418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55250" y="4350071"/>
            <a:ext cx="75525" cy="76575"/>
          </a:xfrm>
          <a:custGeom xmlns:a="http://schemas.openxmlformats.org/drawingml/2006/main">
            <a:pathLst>
              <a:path w="72378" h="73384">
                <a:moveTo>
                  <a:pt x="19909" y="26522"/>
                </a:moveTo>
                <a:cubicBezTo>
                  <a:pt x="20580" y="23743"/>
                  <a:pt x="21047" y="21443"/>
                  <a:pt x="21311" y="19622"/>
                </a:cubicBezTo>
                <a:cubicBezTo>
                  <a:pt x="21574" y="17801"/>
                  <a:pt x="21706" y="16268"/>
                  <a:pt x="21706" y="15022"/>
                </a:cubicBezTo>
                <a:cubicBezTo>
                  <a:pt x="21706" y="11524"/>
                  <a:pt x="20293" y="9775"/>
                  <a:pt x="17466" y="9775"/>
                </a:cubicBezTo>
                <a:cubicBezTo>
                  <a:pt x="16555" y="9775"/>
                  <a:pt x="15657" y="9955"/>
                  <a:pt x="14770" y="10314"/>
                </a:cubicBezTo>
                <a:cubicBezTo>
                  <a:pt x="13884" y="10673"/>
                  <a:pt x="12961" y="11213"/>
                  <a:pt x="12003" y="11931"/>
                </a:cubicBezTo>
                <a:cubicBezTo>
                  <a:pt x="11045" y="12650"/>
                  <a:pt x="9991" y="13560"/>
                  <a:pt x="8841" y="14663"/>
                </a:cubicBezTo>
                <a:cubicBezTo>
                  <a:pt x="7691" y="15765"/>
                  <a:pt x="6397" y="17058"/>
                  <a:pt x="4959" y="18544"/>
                </a:cubicBezTo>
                <a:lnTo>
                  <a:pt x="0" y="13872"/>
                </a:lnTo>
                <a:cubicBezTo>
                  <a:pt x="2396" y="11428"/>
                  <a:pt x="4588" y="9332"/>
                  <a:pt x="6577" y="7583"/>
                </a:cubicBezTo>
                <a:cubicBezTo>
                  <a:pt x="8565" y="5834"/>
                  <a:pt x="10470" y="4396"/>
                  <a:pt x="12291" y="3270"/>
                </a:cubicBezTo>
                <a:cubicBezTo>
                  <a:pt x="14111" y="2144"/>
                  <a:pt x="15908" y="1318"/>
                  <a:pt x="17681" y="791"/>
                </a:cubicBezTo>
                <a:cubicBezTo>
                  <a:pt x="19454" y="264"/>
                  <a:pt x="21299" y="0"/>
                  <a:pt x="23216" y="0"/>
                </a:cubicBezTo>
                <a:cubicBezTo>
                  <a:pt x="26761" y="0"/>
                  <a:pt x="29505" y="1162"/>
                  <a:pt x="31445" y="3486"/>
                </a:cubicBezTo>
                <a:cubicBezTo>
                  <a:pt x="33386" y="5810"/>
                  <a:pt x="34356" y="8865"/>
                  <a:pt x="34356" y="12650"/>
                </a:cubicBezTo>
                <a:cubicBezTo>
                  <a:pt x="34356" y="14806"/>
                  <a:pt x="34021" y="16723"/>
                  <a:pt x="33350" y="18400"/>
                </a:cubicBezTo>
                <a:lnTo>
                  <a:pt x="34356" y="18831"/>
                </a:lnTo>
                <a:cubicBezTo>
                  <a:pt x="39196" y="12363"/>
                  <a:pt x="43904" y="7607"/>
                  <a:pt x="48480" y="4564"/>
                </a:cubicBezTo>
                <a:cubicBezTo>
                  <a:pt x="53056" y="1521"/>
                  <a:pt x="57764" y="0"/>
                  <a:pt x="62603" y="0"/>
                </a:cubicBezTo>
                <a:cubicBezTo>
                  <a:pt x="64424" y="0"/>
                  <a:pt x="66137" y="96"/>
                  <a:pt x="67742" y="288"/>
                </a:cubicBezTo>
                <a:cubicBezTo>
                  <a:pt x="69347" y="479"/>
                  <a:pt x="70893" y="719"/>
                  <a:pt x="72378" y="1006"/>
                </a:cubicBezTo>
                <a:lnTo>
                  <a:pt x="68713" y="18400"/>
                </a:lnTo>
                <a:lnTo>
                  <a:pt x="60375" y="18400"/>
                </a:lnTo>
                <a:cubicBezTo>
                  <a:pt x="60135" y="15525"/>
                  <a:pt x="59525" y="13465"/>
                  <a:pt x="58542" y="12219"/>
                </a:cubicBezTo>
                <a:cubicBezTo>
                  <a:pt x="57560" y="10973"/>
                  <a:pt x="56134" y="10350"/>
                  <a:pt x="54266" y="10350"/>
                </a:cubicBezTo>
                <a:cubicBezTo>
                  <a:pt x="53164" y="10302"/>
                  <a:pt x="51894" y="10638"/>
                  <a:pt x="50456" y="11356"/>
                </a:cubicBezTo>
                <a:cubicBezTo>
                  <a:pt x="49019" y="12075"/>
                  <a:pt x="47497" y="13105"/>
                  <a:pt x="45892" y="14447"/>
                </a:cubicBezTo>
                <a:cubicBezTo>
                  <a:pt x="44287" y="15789"/>
                  <a:pt x="42694" y="17370"/>
                  <a:pt x="41113" y="19191"/>
                </a:cubicBezTo>
                <a:cubicBezTo>
                  <a:pt x="39531" y="21011"/>
                  <a:pt x="38034" y="23000"/>
                  <a:pt x="36620" y="25156"/>
                </a:cubicBezTo>
                <a:cubicBezTo>
                  <a:pt x="35207" y="27313"/>
                  <a:pt x="33973" y="29601"/>
                  <a:pt x="32919" y="32020"/>
                </a:cubicBezTo>
                <a:cubicBezTo>
                  <a:pt x="31865" y="34440"/>
                  <a:pt x="31074" y="36872"/>
                  <a:pt x="30547" y="39316"/>
                </a:cubicBezTo>
                <a:lnTo>
                  <a:pt x="23216" y="73384"/>
                </a:lnTo>
                <a:lnTo>
                  <a:pt x="9128" y="73384"/>
                </a:lnTo>
                <a:lnTo>
                  <a:pt x="19909" y="26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path-324">
            <a:extLst xmlns:a="http://schemas.openxmlformats.org/drawingml/2006/main">
              <a:ext uri="{FF2B5EF4-FFF2-40B4-BE49-F238E27FC236}">
                <a16:creationId xmlns:a16="http://schemas.microsoft.com/office/drawing/2014/main" id="{5158B507-6792-4B12-8D5D-C6FF6C5C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127" y="4350071"/>
            <a:ext cx="83475" cy="77925"/>
          </a:xfrm>
          <a:custGeom xmlns:a="http://schemas.openxmlformats.org/drawingml/2006/main">
            <a:pathLst>
              <a:path w="79997" h="74678">
                <a:moveTo>
                  <a:pt x="45856" y="55559"/>
                </a:moveTo>
                <a:cubicBezTo>
                  <a:pt x="43413" y="58962"/>
                  <a:pt x="41041" y="61860"/>
                  <a:pt x="38741" y="64256"/>
                </a:cubicBezTo>
                <a:cubicBezTo>
                  <a:pt x="36441" y="66652"/>
                  <a:pt x="34165" y="68629"/>
                  <a:pt x="31913" y="70186"/>
                </a:cubicBezTo>
                <a:cubicBezTo>
                  <a:pt x="29660" y="71743"/>
                  <a:pt x="27384" y="72881"/>
                  <a:pt x="25084" y="73600"/>
                </a:cubicBezTo>
                <a:cubicBezTo>
                  <a:pt x="22784" y="74319"/>
                  <a:pt x="20389" y="74678"/>
                  <a:pt x="17897" y="74678"/>
                </a:cubicBezTo>
                <a:cubicBezTo>
                  <a:pt x="12195" y="74678"/>
                  <a:pt x="7786" y="72630"/>
                  <a:pt x="4672" y="68533"/>
                </a:cubicBezTo>
                <a:cubicBezTo>
                  <a:pt x="1557" y="64436"/>
                  <a:pt x="0" y="58482"/>
                  <a:pt x="0" y="50672"/>
                </a:cubicBezTo>
                <a:cubicBezTo>
                  <a:pt x="0" y="46024"/>
                  <a:pt x="491" y="41556"/>
                  <a:pt x="1473" y="37267"/>
                </a:cubicBezTo>
                <a:cubicBezTo>
                  <a:pt x="2456" y="32979"/>
                  <a:pt x="3845" y="28954"/>
                  <a:pt x="5642" y="25192"/>
                </a:cubicBezTo>
                <a:cubicBezTo>
                  <a:pt x="7439" y="21431"/>
                  <a:pt x="9583" y="18005"/>
                  <a:pt x="12075" y="14914"/>
                </a:cubicBezTo>
                <a:cubicBezTo>
                  <a:pt x="14567" y="11823"/>
                  <a:pt x="17298" y="9176"/>
                  <a:pt x="20269" y="6972"/>
                </a:cubicBezTo>
                <a:cubicBezTo>
                  <a:pt x="23240" y="4768"/>
                  <a:pt x="26402" y="3055"/>
                  <a:pt x="29756" y="1833"/>
                </a:cubicBezTo>
                <a:cubicBezTo>
                  <a:pt x="33110" y="611"/>
                  <a:pt x="36584" y="0"/>
                  <a:pt x="40178" y="0"/>
                </a:cubicBezTo>
                <a:cubicBezTo>
                  <a:pt x="43964" y="0"/>
                  <a:pt x="47306" y="443"/>
                  <a:pt x="50205" y="1330"/>
                </a:cubicBezTo>
                <a:cubicBezTo>
                  <a:pt x="53104" y="2216"/>
                  <a:pt x="55751" y="3426"/>
                  <a:pt x="58147" y="4959"/>
                </a:cubicBezTo>
                <a:lnTo>
                  <a:pt x="65119" y="0"/>
                </a:lnTo>
                <a:lnTo>
                  <a:pt x="70941" y="1509"/>
                </a:lnTo>
                <a:lnTo>
                  <a:pt x="60088" y="48588"/>
                </a:lnTo>
                <a:cubicBezTo>
                  <a:pt x="59465" y="51271"/>
                  <a:pt x="59033" y="53487"/>
                  <a:pt x="58794" y="55236"/>
                </a:cubicBezTo>
                <a:cubicBezTo>
                  <a:pt x="58554" y="56985"/>
                  <a:pt x="58434" y="58530"/>
                  <a:pt x="58434" y="59872"/>
                </a:cubicBezTo>
                <a:cubicBezTo>
                  <a:pt x="58434" y="61693"/>
                  <a:pt x="58806" y="63010"/>
                  <a:pt x="59548" y="63825"/>
                </a:cubicBezTo>
                <a:cubicBezTo>
                  <a:pt x="60291" y="64640"/>
                  <a:pt x="61357" y="65047"/>
                  <a:pt x="62747" y="65047"/>
                </a:cubicBezTo>
                <a:cubicBezTo>
                  <a:pt x="63609" y="65047"/>
                  <a:pt x="64460" y="64879"/>
                  <a:pt x="65298" y="64544"/>
                </a:cubicBezTo>
                <a:cubicBezTo>
                  <a:pt x="66137" y="64208"/>
                  <a:pt x="67047" y="63681"/>
                  <a:pt x="68030" y="62963"/>
                </a:cubicBezTo>
                <a:cubicBezTo>
                  <a:pt x="69012" y="62244"/>
                  <a:pt x="70090" y="61321"/>
                  <a:pt x="71264" y="60195"/>
                </a:cubicBezTo>
                <a:cubicBezTo>
                  <a:pt x="72438" y="59069"/>
                  <a:pt x="73768" y="57716"/>
                  <a:pt x="75253" y="56134"/>
                </a:cubicBezTo>
                <a:cubicBezTo>
                  <a:pt x="76020" y="56949"/>
                  <a:pt x="76810" y="57752"/>
                  <a:pt x="77625" y="58542"/>
                </a:cubicBezTo>
                <a:cubicBezTo>
                  <a:pt x="78440" y="59333"/>
                  <a:pt x="79230" y="60112"/>
                  <a:pt x="79997" y="60878"/>
                </a:cubicBezTo>
                <a:cubicBezTo>
                  <a:pt x="77601" y="63322"/>
                  <a:pt x="75421" y="65418"/>
                  <a:pt x="73456" y="67167"/>
                </a:cubicBezTo>
                <a:cubicBezTo>
                  <a:pt x="71492" y="68916"/>
                  <a:pt x="69587" y="70354"/>
                  <a:pt x="67742" y="71480"/>
                </a:cubicBezTo>
                <a:cubicBezTo>
                  <a:pt x="65897" y="72606"/>
                  <a:pt x="64089" y="73420"/>
                  <a:pt x="62316" y="73923"/>
                </a:cubicBezTo>
                <a:cubicBezTo>
                  <a:pt x="60543" y="74427"/>
                  <a:pt x="58698" y="74678"/>
                  <a:pt x="56781" y="74678"/>
                </a:cubicBezTo>
                <a:cubicBezTo>
                  <a:pt x="53331" y="74678"/>
                  <a:pt x="50648" y="73564"/>
                  <a:pt x="48731" y="71336"/>
                </a:cubicBezTo>
                <a:cubicBezTo>
                  <a:pt x="46815" y="69108"/>
                  <a:pt x="45856" y="66053"/>
                  <a:pt x="45856" y="62172"/>
                </a:cubicBezTo>
                <a:cubicBezTo>
                  <a:pt x="45856" y="60016"/>
                  <a:pt x="46192" y="57955"/>
                  <a:pt x="46863" y="55991"/>
                </a:cubicBezTo>
                <a:lnTo>
                  <a:pt x="45856" y="55559"/>
                </a:lnTo>
                <a:moveTo>
                  <a:pt x="50528" y="32703"/>
                </a:moveTo>
                <a:cubicBezTo>
                  <a:pt x="51199" y="29732"/>
                  <a:pt x="51726" y="27049"/>
                  <a:pt x="52109" y="24653"/>
                </a:cubicBezTo>
                <a:cubicBezTo>
                  <a:pt x="52493" y="22257"/>
                  <a:pt x="52684" y="19981"/>
                  <a:pt x="52684" y="17825"/>
                </a:cubicBezTo>
                <a:cubicBezTo>
                  <a:pt x="52684" y="13992"/>
                  <a:pt x="51786" y="11248"/>
                  <a:pt x="49989" y="9595"/>
                </a:cubicBezTo>
                <a:cubicBezTo>
                  <a:pt x="48192" y="7942"/>
                  <a:pt x="45353" y="7116"/>
                  <a:pt x="41472" y="7116"/>
                </a:cubicBezTo>
                <a:cubicBezTo>
                  <a:pt x="38645" y="7116"/>
                  <a:pt x="36009" y="7739"/>
                  <a:pt x="33566" y="8984"/>
                </a:cubicBezTo>
                <a:cubicBezTo>
                  <a:pt x="31122" y="10230"/>
                  <a:pt x="28894" y="11931"/>
                  <a:pt x="26881" y="14088"/>
                </a:cubicBezTo>
                <a:cubicBezTo>
                  <a:pt x="24869" y="16244"/>
                  <a:pt x="23084" y="18735"/>
                  <a:pt x="21527" y="21563"/>
                </a:cubicBezTo>
                <a:cubicBezTo>
                  <a:pt x="19969" y="24390"/>
                  <a:pt x="18652" y="27384"/>
                  <a:pt x="17573" y="30547"/>
                </a:cubicBezTo>
                <a:cubicBezTo>
                  <a:pt x="16495" y="33709"/>
                  <a:pt x="15681" y="36956"/>
                  <a:pt x="15130" y="40286"/>
                </a:cubicBezTo>
                <a:cubicBezTo>
                  <a:pt x="14579" y="43616"/>
                  <a:pt x="14303" y="46815"/>
                  <a:pt x="14303" y="49881"/>
                </a:cubicBezTo>
                <a:cubicBezTo>
                  <a:pt x="14303" y="55056"/>
                  <a:pt x="15034" y="58902"/>
                  <a:pt x="16495" y="61417"/>
                </a:cubicBezTo>
                <a:cubicBezTo>
                  <a:pt x="17957" y="63933"/>
                  <a:pt x="20317" y="65191"/>
                  <a:pt x="23575" y="65191"/>
                </a:cubicBezTo>
                <a:cubicBezTo>
                  <a:pt x="25204" y="65191"/>
                  <a:pt x="26773" y="64903"/>
                  <a:pt x="28283" y="64328"/>
                </a:cubicBezTo>
                <a:cubicBezTo>
                  <a:pt x="29792" y="63753"/>
                  <a:pt x="31385" y="62843"/>
                  <a:pt x="33063" y="61597"/>
                </a:cubicBezTo>
                <a:cubicBezTo>
                  <a:pt x="37279" y="58291"/>
                  <a:pt x="40873" y="54266"/>
                  <a:pt x="43844" y="49522"/>
                </a:cubicBezTo>
                <a:cubicBezTo>
                  <a:pt x="46815" y="44778"/>
                  <a:pt x="49043" y="39172"/>
                  <a:pt x="50528" y="327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path-325">
            <a:extLst xmlns:a="http://schemas.openxmlformats.org/drawingml/2006/main">
              <a:ext uri="{FF2B5EF4-FFF2-40B4-BE49-F238E27FC236}">
                <a16:creationId xmlns:a16="http://schemas.microsoft.com/office/drawing/2014/main" id="{DCC5C586-39B5-4B8C-B8CA-F83DCF28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2919" y="4350071"/>
            <a:ext cx="65775" cy="77925"/>
          </a:xfrm>
          <a:custGeom xmlns:a="http://schemas.openxmlformats.org/drawingml/2006/main">
            <a:pathLst>
              <a:path w="63034" h="74678">
                <a:moveTo>
                  <a:pt x="50528" y="19981"/>
                </a:moveTo>
                <a:cubicBezTo>
                  <a:pt x="50480" y="17490"/>
                  <a:pt x="50301" y="15417"/>
                  <a:pt x="49989" y="13764"/>
                </a:cubicBezTo>
                <a:cubicBezTo>
                  <a:pt x="49678" y="12111"/>
                  <a:pt x="49175" y="10805"/>
                  <a:pt x="48480" y="9847"/>
                </a:cubicBezTo>
                <a:cubicBezTo>
                  <a:pt x="47785" y="8889"/>
                  <a:pt x="46875" y="8206"/>
                  <a:pt x="45748" y="7798"/>
                </a:cubicBezTo>
                <a:cubicBezTo>
                  <a:pt x="44622" y="7391"/>
                  <a:pt x="43245" y="7164"/>
                  <a:pt x="41616" y="7116"/>
                </a:cubicBezTo>
                <a:cubicBezTo>
                  <a:pt x="39028" y="7116"/>
                  <a:pt x="36548" y="7691"/>
                  <a:pt x="34177" y="8841"/>
                </a:cubicBezTo>
                <a:cubicBezTo>
                  <a:pt x="31805" y="9991"/>
                  <a:pt x="29601" y="11584"/>
                  <a:pt x="27564" y="13620"/>
                </a:cubicBezTo>
                <a:cubicBezTo>
                  <a:pt x="25528" y="15657"/>
                  <a:pt x="23671" y="18041"/>
                  <a:pt x="21994" y="20772"/>
                </a:cubicBezTo>
                <a:cubicBezTo>
                  <a:pt x="20317" y="23503"/>
                  <a:pt x="18879" y="26450"/>
                  <a:pt x="17681" y="29613"/>
                </a:cubicBezTo>
                <a:cubicBezTo>
                  <a:pt x="16483" y="32775"/>
                  <a:pt x="15561" y="36069"/>
                  <a:pt x="14914" y="39495"/>
                </a:cubicBezTo>
                <a:cubicBezTo>
                  <a:pt x="14267" y="42921"/>
                  <a:pt x="13944" y="46335"/>
                  <a:pt x="13944" y="49738"/>
                </a:cubicBezTo>
                <a:cubicBezTo>
                  <a:pt x="13944" y="54817"/>
                  <a:pt x="14950" y="58686"/>
                  <a:pt x="16963" y="61345"/>
                </a:cubicBezTo>
                <a:cubicBezTo>
                  <a:pt x="18975" y="64005"/>
                  <a:pt x="21994" y="65334"/>
                  <a:pt x="26019" y="65334"/>
                </a:cubicBezTo>
                <a:cubicBezTo>
                  <a:pt x="28271" y="65334"/>
                  <a:pt x="30355" y="65131"/>
                  <a:pt x="32272" y="64723"/>
                </a:cubicBezTo>
                <a:cubicBezTo>
                  <a:pt x="34189" y="64316"/>
                  <a:pt x="36057" y="63633"/>
                  <a:pt x="37878" y="62675"/>
                </a:cubicBezTo>
                <a:cubicBezTo>
                  <a:pt x="39699" y="61717"/>
                  <a:pt x="41580" y="60459"/>
                  <a:pt x="43520" y="58902"/>
                </a:cubicBezTo>
                <a:cubicBezTo>
                  <a:pt x="45461" y="57344"/>
                  <a:pt x="47605" y="55416"/>
                  <a:pt x="49953" y="53116"/>
                </a:cubicBezTo>
                <a:cubicBezTo>
                  <a:pt x="50864" y="54074"/>
                  <a:pt x="51738" y="55020"/>
                  <a:pt x="52577" y="55955"/>
                </a:cubicBezTo>
                <a:cubicBezTo>
                  <a:pt x="53415" y="56889"/>
                  <a:pt x="54290" y="57835"/>
                  <a:pt x="55200" y="58794"/>
                </a:cubicBezTo>
                <a:cubicBezTo>
                  <a:pt x="50025" y="64160"/>
                  <a:pt x="44850" y="68150"/>
                  <a:pt x="39675" y="70761"/>
                </a:cubicBezTo>
                <a:cubicBezTo>
                  <a:pt x="34500" y="73372"/>
                  <a:pt x="28942" y="74678"/>
                  <a:pt x="23000" y="74678"/>
                </a:cubicBezTo>
                <a:cubicBezTo>
                  <a:pt x="15573" y="74678"/>
                  <a:pt x="9883" y="72510"/>
                  <a:pt x="5930" y="68173"/>
                </a:cubicBezTo>
                <a:cubicBezTo>
                  <a:pt x="1977" y="63837"/>
                  <a:pt x="0" y="57644"/>
                  <a:pt x="0" y="49594"/>
                </a:cubicBezTo>
                <a:cubicBezTo>
                  <a:pt x="0" y="45090"/>
                  <a:pt x="503" y="40741"/>
                  <a:pt x="1509" y="36548"/>
                </a:cubicBezTo>
                <a:cubicBezTo>
                  <a:pt x="2516" y="32356"/>
                  <a:pt x="3965" y="28415"/>
                  <a:pt x="5858" y="24725"/>
                </a:cubicBezTo>
                <a:cubicBezTo>
                  <a:pt x="7751" y="21035"/>
                  <a:pt x="10015" y="17681"/>
                  <a:pt x="12650" y="14663"/>
                </a:cubicBezTo>
                <a:cubicBezTo>
                  <a:pt x="15285" y="11644"/>
                  <a:pt x="18232" y="9044"/>
                  <a:pt x="21491" y="6864"/>
                </a:cubicBezTo>
                <a:cubicBezTo>
                  <a:pt x="24749" y="4684"/>
                  <a:pt x="28271" y="2995"/>
                  <a:pt x="32056" y="1797"/>
                </a:cubicBezTo>
                <a:cubicBezTo>
                  <a:pt x="35842" y="599"/>
                  <a:pt x="39819" y="0"/>
                  <a:pt x="43988" y="0"/>
                </a:cubicBezTo>
                <a:cubicBezTo>
                  <a:pt x="47485" y="0"/>
                  <a:pt x="50732" y="192"/>
                  <a:pt x="53727" y="575"/>
                </a:cubicBezTo>
                <a:cubicBezTo>
                  <a:pt x="56721" y="958"/>
                  <a:pt x="59824" y="1557"/>
                  <a:pt x="63034" y="2372"/>
                </a:cubicBezTo>
                <a:lnTo>
                  <a:pt x="59009" y="19981"/>
                </a:lnTo>
                <a:lnTo>
                  <a:pt x="50528" y="199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path-326">
            <a:extLst xmlns:a="http://schemas.openxmlformats.org/drawingml/2006/main">
              <a:ext uri="{FF2B5EF4-FFF2-40B4-BE49-F238E27FC236}">
                <a16:creationId xmlns:a16="http://schemas.microsoft.com/office/drawing/2014/main" id="{C0ADEB35-6B29-49EF-AC07-07156195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8043" y="4350071"/>
            <a:ext cx="66600" cy="77925"/>
          </a:xfrm>
          <a:custGeom xmlns:a="http://schemas.openxmlformats.org/drawingml/2006/main">
            <a:pathLst>
              <a:path w="63825" h="74678">
                <a:moveTo>
                  <a:pt x="57859" y="58075"/>
                </a:moveTo>
                <a:cubicBezTo>
                  <a:pt x="52301" y="63585"/>
                  <a:pt x="46755" y="67730"/>
                  <a:pt x="41220" y="70509"/>
                </a:cubicBezTo>
                <a:cubicBezTo>
                  <a:pt x="35686" y="73289"/>
                  <a:pt x="29732" y="74678"/>
                  <a:pt x="23359" y="74678"/>
                </a:cubicBezTo>
                <a:cubicBezTo>
                  <a:pt x="19622" y="74678"/>
                  <a:pt x="16304" y="74115"/>
                  <a:pt x="13405" y="72989"/>
                </a:cubicBezTo>
                <a:cubicBezTo>
                  <a:pt x="10506" y="71863"/>
                  <a:pt x="8062" y="70222"/>
                  <a:pt x="6073" y="68066"/>
                </a:cubicBezTo>
                <a:cubicBezTo>
                  <a:pt x="4085" y="65909"/>
                  <a:pt x="2576" y="63286"/>
                  <a:pt x="1545" y="60195"/>
                </a:cubicBezTo>
                <a:cubicBezTo>
                  <a:pt x="515" y="57105"/>
                  <a:pt x="0" y="53619"/>
                  <a:pt x="0" y="49738"/>
                </a:cubicBezTo>
                <a:cubicBezTo>
                  <a:pt x="0" y="47006"/>
                  <a:pt x="240" y="44167"/>
                  <a:pt x="719" y="41220"/>
                </a:cubicBezTo>
                <a:cubicBezTo>
                  <a:pt x="1198" y="38273"/>
                  <a:pt x="1941" y="35327"/>
                  <a:pt x="2947" y="32380"/>
                </a:cubicBezTo>
                <a:cubicBezTo>
                  <a:pt x="3953" y="29433"/>
                  <a:pt x="5199" y="26558"/>
                  <a:pt x="6684" y="23755"/>
                </a:cubicBezTo>
                <a:cubicBezTo>
                  <a:pt x="8170" y="20952"/>
                  <a:pt x="9919" y="18328"/>
                  <a:pt x="11931" y="15884"/>
                </a:cubicBezTo>
                <a:cubicBezTo>
                  <a:pt x="15956" y="10901"/>
                  <a:pt x="20808" y="7008"/>
                  <a:pt x="26486" y="4205"/>
                </a:cubicBezTo>
                <a:cubicBezTo>
                  <a:pt x="32164" y="1402"/>
                  <a:pt x="38357" y="0"/>
                  <a:pt x="45066" y="0"/>
                </a:cubicBezTo>
                <a:cubicBezTo>
                  <a:pt x="51199" y="0"/>
                  <a:pt x="55859" y="1342"/>
                  <a:pt x="59045" y="4025"/>
                </a:cubicBezTo>
                <a:cubicBezTo>
                  <a:pt x="62232" y="6708"/>
                  <a:pt x="63825" y="10518"/>
                  <a:pt x="63825" y="15453"/>
                </a:cubicBezTo>
                <a:cubicBezTo>
                  <a:pt x="63825" y="32799"/>
                  <a:pt x="47414" y="41472"/>
                  <a:pt x="14591" y="41472"/>
                </a:cubicBezTo>
                <a:cubicBezTo>
                  <a:pt x="14351" y="42718"/>
                  <a:pt x="14159" y="44071"/>
                  <a:pt x="14016" y="45533"/>
                </a:cubicBezTo>
                <a:cubicBezTo>
                  <a:pt x="13872" y="46994"/>
                  <a:pt x="13800" y="48588"/>
                  <a:pt x="13800" y="50313"/>
                </a:cubicBezTo>
                <a:cubicBezTo>
                  <a:pt x="13800" y="55535"/>
                  <a:pt x="14866" y="59345"/>
                  <a:pt x="16998" y="61741"/>
                </a:cubicBezTo>
                <a:cubicBezTo>
                  <a:pt x="19131" y="64137"/>
                  <a:pt x="22449" y="65334"/>
                  <a:pt x="26953" y="65334"/>
                </a:cubicBezTo>
                <a:cubicBezTo>
                  <a:pt x="29301" y="65334"/>
                  <a:pt x="31529" y="65083"/>
                  <a:pt x="33638" y="64580"/>
                </a:cubicBezTo>
                <a:cubicBezTo>
                  <a:pt x="35746" y="64077"/>
                  <a:pt x="37818" y="63298"/>
                  <a:pt x="39855" y="62244"/>
                </a:cubicBezTo>
                <a:cubicBezTo>
                  <a:pt x="41891" y="61190"/>
                  <a:pt x="43940" y="59836"/>
                  <a:pt x="46000" y="58183"/>
                </a:cubicBezTo>
                <a:cubicBezTo>
                  <a:pt x="48060" y="56530"/>
                  <a:pt x="50217" y="54553"/>
                  <a:pt x="52469" y="52253"/>
                </a:cubicBezTo>
                <a:lnTo>
                  <a:pt x="57859" y="58075"/>
                </a:lnTo>
                <a:moveTo>
                  <a:pt x="16028" y="34500"/>
                </a:moveTo>
                <a:cubicBezTo>
                  <a:pt x="22114" y="34452"/>
                  <a:pt x="27348" y="33973"/>
                  <a:pt x="31733" y="33063"/>
                </a:cubicBezTo>
                <a:cubicBezTo>
                  <a:pt x="36117" y="32152"/>
                  <a:pt x="39711" y="30906"/>
                  <a:pt x="42514" y="29325"/>
                </a:cubicBezTo>
                <a:cubicBezTo>
                  <a:pt x="45317" y="27744"/>
                  <a:pt x="47378" y="25875"/>
                  <a:pt x="48695" y="23719"/>
                </a:cubicBezTo>
                <a:cubicBezTo>
                  <a:pt x="50013" y="21563"/>
                  <a:pt x="50672" y="19191"/>
                  <a:pt x="50672" y="16603"/>
                </a:cubicBezTo>
                <a:cubicBezTo>
                  <a:pt x="50672" y="13632"/>
                  <a:pt x="49929" y="11308"/>
                  <a:pt x="48444" y="9631"/>
                </a:cubicBezTo>
                <a:cubicBezTo>
                  <a:pt x="46958" y="7954"/>
                  <a:pt x="44802" y="7116"/>
                  <a:pt x="41975" y="7116"/>
                </a:cubicBezTo>
                <a:cubicBezTo>
                  <a:pt x="39340" y="7116"/>
                  <a:pt x="36740" y="7763"/>
                  <a:pt x="34177" y="9056"/>
                </a:cubicBezTo>
                <a:cubicBezTo>
                  <a:pt x="31613" y="10350"/>
                  <a:pt x="29193" y="12183"/>
                  <a:pt x="26917" y="14555"/>
                </a:cubicBezTo>
                <a:cubicBezTo>
                  <a:pt x="24641" y="16927"/>
                  <a:pt x="22569" y="19802"/>
                  <a:pt x="20700" y="23180"/>
                </a:cubicBezTo>
                <a:cubicBezTo>
                  <a:pt x="18831" y="26558"/>
                  <a:pt x="17274" y="30331"/>
                  <a:pt x="16028" y="345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path-327">
            <a:extLst xmlns:a="http://schemas.openxmlformats.org/drawingml/2006/main">
              <a:ext uri="{FF2B5EF4-FFF2-40B4-BE49-F238E27FC236}">
                <a16:creationId xmlns:a16="http://schemas.microsoft.com/office/drawing/2014/main" id="{A1E247CA-B815-42DA-86B8-DFD15E3C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4774" y="6218628"/>
            <a:ext cx="73000" cy="97300"/>
          </a:xfrm>
          <a:custGeom xmlns:a="http://schemas.openxmlformats.org/drawingml/2006/main">
            <a:pathLst>
              <a:path w="69958" h="93246">
                <a:moveTo>
                  <a:pt x="27217" y="17538"/>
                </a:moveTo>
                <a:lnTo>
                  <a:pt x="28558" y="17825"/>
                </a:lnTo>
                <a:cubicBezTo>
                  <a:pt x="32072" y="13544"/>
                  <a:pt x="35331" y="10174"/>
                  <a:pt x="38333" y="7715"/>
                </a:cubicBezTo>
                <a:cubicBezTo>
                  <a:pt x="41336" y="5255"/>
                  <a:pt x="44579" y="3354"/>
                  <a:pt x="48060" y="2013"/>
                </a:cubicBezTo>
                <a:cubicBezTo>
                  <a:pt x="51542" y="671"/>
                  <a:pt x="55488" y="0"/>
                  <a:pt x="59896" y="0"/>
                </a:cubicBezTo>
                <a:cubicBezTo>
                  <a:pt x="63601" y="0"/>
                  <a:pt x="66956" y="192"/>
                  <a:pt x="69958" y="575"/>
                </a:cubicBezTo>
                <a:lnTo>
                  <a:pt x="69958" y="22617"/>
                </a:lnTo>
                <a:lnTo>
                  <a:pt x="59129" y="22617"/>
                </a:lnTo>
                <a:cubicBezTo>
                  <a:pt x="57596" y="19167"/>
                  <a:pt x="55967" y="16659"/>
                  <a:pt x="54242" y="15094"/>
                </a:cubicBezTo>
                <a:cubicBezTo>
                  <a:pt x="52517" y="13528"/>
                  <a:pt x="50153" y="12746"/>
                  <a:pt x="47150" y="12746"/>
                </a:cubicBezTo>
                <a:cubicBezTo>
                  <a:pt x="44850" y="12746"/>
                  <a:pt x="42566" y="13417"/>
                  <a:pt x="40298" y="14758"/>
                </a:cubicBezTo>
                <a:cubicBezTo>
                  <a:pt x="38030" y="16100"/>
                  <a:pt x="35842" y="18049"/>
                  <a:pt x="33733" y="20604"/>
                </a:cubicBezTo>
                <a:cubicBezTo>
                  <a:pt x="31625" y="23160"/>
                  <a:pt x="30172" y="25556"/>
                  <a:pt x="29373" y="27792"/>
                </a:cubicBezTo>
                <a:cubicBezTo>
                  <a:pt x="28574" y="30028"/>
                  <a:pt x="28175" y="32679"/>
                  <a:pt x="28175" y="35746"/>
                </a:cubicBezTo>
                <a:lnTo>
                  <a:pt x="28175" y="69288"/>
                </a:lnTo>
                <a:cubicBezTo>
                  <a:pt x="28175" y="75101"/>
                  <a:pt x="28526" y="79110"/>
                  <a:pt x="29229" y="81315"/>
                </a:cubicBezTo>
                <a:cubicBezTo>
                  <a:pt x="29932" y="83519"/>
                  <a:pt x="31098" y="85132"/>
                  <a:pt x="32727" y="86154"/>
                </a:cubicBezTo>
                <a:cubicBezTo>
                  <a:pt x="34356" y="87176"/>
                  <a:pt x="36800" y="87975"/>
                  <a:pt x="40058" y="88550"/>
                </a:cubicBezTo>
                <a:lnTo>
                  <a:pt x="40058" y="93246"/>
                </a:lnTo>
                <a:lnTo>
                  <a:pt x="1438" y="93246"/>
                </a:lnTo>
                <a:lnTo>
                  <a:pt x="1438" y="88550"/>
                </a:lnTo>
                <a:cubicBezTo>
                  <a:pt x="3865" y="87783"/>
                  <a:pt x="5606" y="87113"/>
                  <a:pt x="6660" y="86538"/>
                </a:cubicBezTo>
                <a:cubicBezTo>
                  <a:pt x="7715" y="85963"/>
                  <a:pt x="8625" y="85164"/>
                  <a:pt x="9392" y="84142"/>
                </a:cubicBezTo>
                <a:cubicBezTo>
                  <a:pt x="10158" y="83119"/>
                  <a:pt x="10733" y="81554"/>
                  <a:pt x="11117" y="79446"/>
                </a:cubicBezTo>
                <a:cubicBezTo>
                  <a:pt x="11500" y="77338"/>
                  <a:pt x="11692" y="74047"/>
                  <a:pt x="11692" y="69575"/>
                </a:cubicBezTo>
                <a:lnTo>
                  <a:pt x="11692" y="27792"/>
                </a:lnTo>
                <a:cubicBezTo>
                  <a:pt x="11692" y="23703"/>
                  <a:pt x="11628" y="20413"/>
                  <a:pt x="11500" y="17921"/>
                </a:cubicBezTo>
                <a:cubicBezTo>
                  <a:pt x="11372" y="15429"/>
                  <a:pt x="10925" y="13433"/>
                  <a:pt x="10158" y="11931"/>
                </a:cubicBezTo>
                <a:cubicBezTo>
                  <a:pt x="9392" y="10430"/>
                  <a:pt x="8226" y="9312"/>
                  <a:pt x="6660" y="8577"/>
                </a:cubicBezTo>
                <a:cubicBezTo>
                  <a:pt x="5095" y="7842"/>
                  <a:pt x="2875" y="7219"/>
                  <a:pt x="0" y="6708"/>
                </a:cubicBezTo>
                <a:lnTo>
                  <a:pt x="0" y="1725"/>
                </a:lnTo>
                <a:lnTo>
                  <a:pt x="22425" y="767"/>
                </a:lnTo>
                <a:lnTo>
                  <a:pt x="28271" y="767"/>
                </a:lnTo>
                <a:lnTo>
                  <a:pt x="27217" y="17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path-328">
            <a:extLst xmlns:a="http://schemas.openxmlformats.org/drawingml/2006/main">
              <a:ext uri="{FF2B5EF4-FFF2-40B4-BE49-F238E27FC236}">
                <a16:creationId xmlns:a16="http://schemas.microsoft.com/office/drawing/2014/main" id="{69311A59-56C4-45C7-92A4-08AD8816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7800" y="6282360"/>
            <a:ext cx="76650" cy="110025"/>
          </a:xfrm>
          <a:custGeom xmlns:a="http://schemas.openxmlformats.org/drawingml/2006/main">
            <a:pathLst>
              <a:path w="73456" h="105441">
                <a:moveTo>
                  <a:pt x="73456" y="10206"/>
                </a:moveTo>
                <a:cubicBezTo>
                  <a:pt x="71013" y="10063"/>
                  <a:pt x="68629" y="9931"/>
                  <a:pt x="66305" y="9811"/>
                </a:cubicBezTo>
                <a:cubicBezTo>
                  <a:pt x="63981" y="9691"/>
                  <a:pt x="61645" y="9583"/>
                  <a:pt x="59297" y="9488"/>
                </a:cubicBezTo>
                <a:cubicBezTo>
                  <a:pt x="59201" y="9631"/>
                  <a:pt x="59129" y="9751"/>
                  <a:pt x="59081" y="9847"/>
                </a:cubicBezTo>
                <a:cubicBezTo>
                  <a:pt x="59033" y="9943"/>
                  <a:pt x="58962" y="10063"/>
                  <a:pt x="58866" y="10206"/>
                </a:cubicBezTo>
                <a:cubicBezTo>
                  <a:pt x="60351" y="11979"/>
                  <a:pt x="61501" y="14004"/>
                  <a:pt x="62316" y="16280"/>
                </a:cubicBezTo>
                <a:cubicBezTo>
                  <a:pt x="63130" y="18556"/>
                  <a:pt x="63538" y="21059"/>
                  <a:pt x="63538" y="23791"/>
                </a:cubicBezTo>
                <a:cubicBezTo>
                  <a:pt x="63538" y="27816"/>
                  <a:pt x="62855" y="31397"/>
                  <a:pt x="61489" y="34536"/>
                </a:cubicBezTo>
                <a:cubicBezTo>
                  <a:pt x="60123" y="37675"/>
                  <a:pt x="58135" y="40334"/>
                  <a:pt x="55523" y="42514"/>
                </a:cubicBezTo>
                <a:cubicBezTo>
                  <a:pt x="52912" y="44694"/>
                  <a:pt x="49714" y="46347"/>
                  <a:pt x="45928" y="47473"/>
                </a:cubicBezTo>
                <a:cubicBezTo>
                  <a:pt x="42143" y="48600"/>
                  <a:pt x="37830" y="49163"/>
                  <a:pt x="32991" y="49163"/>
                </a:cubicBezTo>
                <a:cubicBezTo>
                  <a:pt x="30691" y="49163"/>
                  <a:pt x="28570" y="49043"/>
                  <a:pt x="26630" y="48803"/>
                </a:cubicBezTo>
                <a:cubicBezTo>
                  <a:pt x="24689" y="48564"/>
                  <a:pt x="22952" y="48180"/>
                  <a:pt x="21419" y="47653"/>
                </a:cubicBezTo>
                <a:cubicBezTo>
                  <a:pt x="19550" y="48899"/>
                  <a:pt x="18160" y="50217"/>
                  <a:pt x="17250" y="51606"/>
                </a:cubicBezTo>
                <a:cubicBezTo>
                  <a:pt x="16340" y="52996"/>
                  <a:pt x="15884" y="54314"/>
                  <a:pt x="15884" y="55559"/>
                </a:cubicBezTo>
                <a:cubicBezTo>
                  <a:pt x="15884" y="57045"/>
                  <a:pt x="16088" y="58267"/>
                  <a:pt x="16495" y="59225"/>
                </a:cubicBezTo>
                <a:cubicBezTo>
                  <a:pt x="16903" y="60183"/>
                  <a:pt x="17585" y="60950"/>
                  <a:pt x="18544" y="61525"/>
                </a:cubicBezTo>
                <a:cubicBezTo>
                  <a:pt x="19502" y="62100"/>
                  <a:pt x="20784" y="62495"/>
                  <a:pt x="22389" y="62711"/>
                </a:cubicBezTo>
                <a:cubicBezTo>
                  <a:pt x="23994" y="62927"/>
                  <a:pt x="25995" y="63034"/>
                  <a:pt x="28391" y="63034"/>
                </a:cubicBezTo>
                <a:lnTo>
                  <a:pt x="47366" y="63034"/>
                </a:lnTo>
                <a:cubicBezTo>
                  <a:pt x="51534" y="63034"/>
                  <a:pt x="55104" y="63442"/>
                  <a:pt x="58075" y="64256"/>
                </a:cubicBezTo>
                <a:cubicBezTo>
                  <a:pt x="61046" y="65071"/>
                  <a:pt x="63478" y="66269"/>
                  <a:pt x="65370" y="67850"/>
                </a:cubicBezTo>
                <a:cubicBezTo>
                  <a:pt x="67263" y="69431"/>
                  <a:pt x="68665" y="71372"/>
                  <a:pt x="69575" y="73672"/>
                </a:cubicBezTo>
                <a:cubicBezTo>
                  <a:pt x="70485" y="75972"/>
                  <a:pt x="70941" y="78607"/>
                  <a:pt x="70941" y="81578"/>
                </a:cubicBezTo>
                <a:cubicBezTo>
                  <a:pt x="70941" y="85076"/>
                  <a:pt x="70138" y="88287"/>
                  <a:pt x="68533" y="91209"/>
                </a:cubicBezTo>
                <a:cubicBezTo>
                  <a:pt x="66928" y="94132"/>
                  <a:pt x="64604" y="96648"/>
                  <a:pt x="61561" y="98756"/>
                </a:cubicBezTo>
                <a:cubicBezTo>
                  <a:pt x="58518" y="100865"/>
                  <a:pt x="54805" y="102506"/>
                  <a:pt x="50420" y="103680"/>
                </a:cubicBezTo>
                <a:cubicBezTo>
                  <a:pt x="46036" y="104854"/>
                  <a:pt x="41065" y="105441"/>
                  <a:pt x="35506" y="105441"/>
                </a:cubicBezTo>
                <a:cubicBezTo>
                  <a:pt x="30140" y="105441"/>
                  <a:pt x="25264" y="105153"/>
                  <a:pt x="20880" y="104578"/>
                </a:cubicBezTo>
                <a:cubicBezTo>
                  <a:pt x="16495" y="104003"/>
                  <a:pt x="12758" y="103009"/>
                  <a:pt x="9667" y="101595"/>
                </a:cubicBezTo>
                <a:cubicBezTo>
                  <a:pt x="6577" y="100182"/>
                  <a:pt x="4193" y="98313"/>
                  <a:pt x="2516" y="95989"/>
                </a:cubicBezTo>
                <a:cubicBezTo>
                  <a:pt x="839" y="93665"/>
                  <a:pt x="0" y="90754"/>
                  <a:pt x="0" y="87256"/>
                </a:cubicBezTo>
                <a:cubicBezTo>
                  <a:pt x="0" y="83998"/>
                  <a:pt x="958" y="81147"/>
                  <a:pt x="2875" y="78703"/>
                </a:cubicBezTo>
                <a:cubicBezTo>
                  <a:pt x="4792" y="76259"/>
                  <a:pt x="7595" y="74151"/>
                  <a:pt x="11284" y="72378"/>
                </a:cubicBezTo>
                <a:cubicBezTo>
                  <a:pt x="9272" y="71468"/>
                  <a:pt x="7655" y="70042"/>
                  <a:pt x="6433" y="68102"/>
                </a:cubicBezTo>
                <a:cubicBezTo>
                  <a:pt x="5211" y="66161"/>
                  <a:pt x="4600" y="63897"/>
                  <a:pt x="4600" y="61309"/>
                </a:cubicBezTo>
                <a:cubicBezTo>
                  <a:pt x="4600" y="58099"/>
                  <a:pt x="5403" y="55224"/>
                  <a:pt x="7008" y="52684"/>
                </a:cubicBezTo>
                <a:cubicBezTo>
                  <a:pt x="8613" y="50145"/>
                  <a:pt x="11284" y="47581"/>
                  <a:pt x="15022" y="44994"/>
                </a:cubicBezTo>
                <a:cubicBezTo>
                  <a:pt x="11811" y="43029"/>
                  <a:pt x="9236" y="40382"/>
                  <a:pt x="7295" y="37052"/>
                </a:cubicBezTo>
                <a:cubicBezTo>
                  <a:pt x="5355" y="33721"/>
                  <a:pt x="4384" y="29684"/>
                  <a:pt x="4384" y="24941"/>
                </a:cubicBezTo>
                <a:cubicBezTo>
                  <a:pt x="4384" y="20772"/>
                  <a:pt x="5139" y="17130"/>
                  <a:pt x="6648" y="14016"/>
                </a:cubicBezTo>
                <a:cubicBezTo>
                  <a:pt x="8158" y="10901"/>
                  <a:pt x="10242" y="8302"/>
                  <a:pt x="12902" y="6217"/>
                </a:cubicBezTo>
                <a:cubicBezTo>
                  <a:pt x="15561" y="4133"/>
                  <a:pt x="18711" y="2576"/>
                  <a:pt x="22353" y="1545"/>
                </a:cubicBezTo>
                <a:cubicBezTo>
                  <a:pt x="25995" y="515"/>
                  <a:pt x="29948" y="0"/>
                  <a:pt x="34213" y="0"/>
                </a:cubicBezTo>
                <a:cubicBezTo>
                  <a:pt x="36033" y="0"/>
                  <a:pt x="37878" y="132"/>
                  <a:pt x="39747" y="395"/>
                </a:cubicBezTo>
                <a:cubicBezTo>
                  <a:pt x="41616" y="659"/>
                  <a:pt x="43484" y="1030"/>
                  <a:pt x="45353" y="1509"/>
                </a:cubicBezTo>
                <a:lnTo>
                  <a:pt x="73456" y="1509"/>
                </a:lnTo>
                <a:lnTo>
                  <a:pt x="73456" y="10206"/>
                </a:lnTo>
                <a:moveTo>
                  <a:pt x="18831" y="23791"/>
                </a:moveTo>
                <a:cubicBezTo>
                  <a:pt x="18831" y="29636"/>
                  <a:pt x="20149" y="34117"/>
                  <a:pt x="22784" y="37231"/>
                </a:cubicBezTo>
                <a:cubicBezTo>
                  <a:pt x="25420" y="40346"/>
                  <a:pt x="29277" y="41903"/>
                  <a:pt x="34356" y="41903"/>
                </a:cubicBezTo>
                <a:cubicBezTo>
                  <a:pt x="36848" y="41903"/>
                  <a:pt x="38992" y="41496"/>
                  <a:pt x="40789" y="40681"/>
                </a:cubicBezTo>
                <a:cubicBezTo>
                  <a:pt x="42586" y="39867"/>
                  <a:pt x="44083" y="38717"/>
                  <a:pt x="45281" y="37231"/>
                </a:cubicBezTo>
                <a:cubicBezTo>
                  <a:pt x="46479" y="35746"/>
                  <a:pt x="47366" y="33961"/>
                  <a:pt x="47941" y="31877"/>
                </a:cubicBezTo>
                <a:cubicBezTo>
                  <a:pt x="48516" y="29792"/>
                  <a:pt x="48803" y="27480"/>
                  <a:pt x="48803" y="24941"/>
                </a:cubicBezTo>
                <a:cubicBezTo>
                  <a:pt x="48803" y="18903"/>
                  <a:pt x="47485" y="14375"/>
                  <a:pt x="44850" y="11356"/>
                </a:cubicBezTo>
                <a:cubicBezTo>
                  <a:pt x="42215" y="8338"/>
                  <a:pt x="38621" y="6828"/>
                  <a:pt x="34069" y="6828"/>
                </a:cubicBezTo>
                <a:cubicBezTo>
                  <a:pt x="29133" y="6828"/>
                  <a:pt x="25360" y="8254"/>
                  <a:pt x="22748" y="11105"/>
                </a:cubicBezTo>
                <a:cubicBezTo>
                  <a:pt x="20137" y="13956"/>
                  <a:pt x="18831" y="18184"/>
                  <a:pt x="18831" y="23791"/>
                </a:cubicBezTo>
                <a:moveTo>
                  <a:pt x="20844" y="74391"/>
                </a:moveTo>
                <a:cubicBezTo>
                  <a:pt x="18352" y="76068"/>
                  <a:pt x="16435" y="77889"/>
                  <a:pt x="15094" y="79853"/>
                </a:cubicBezTo>
                <a:cubicBezTo>
                  <a:pt x="13752" y="81818"/>
                  <a:pt x="13081" y="84022"/>
                  <a:pt x="13081" y="86466"/>
                </a:cubicBezTo>
                <a:cubicBezTo>
                  <a:pt x="13081" y="90730"/>
                  <a:pt x="14938" y="93797"/>
                  <a:pt x="18652" y="95666"/>
                </a:cubicBezTo>
                <a:cubicBezTo>
                  <a:pt x="22365" y="97534"/>
                  <a:pt x="27983" y="98469"/>
                  <a:pt x="35506" y="98469"/>
                </a:cubicBezTo>
                <a:cubicBezTo>
                  <a:pt x="42550" y="98469"/>
                  <a:pt x="47989" y="97307"/>
                  <a:pt x="51822" y="94983"/>
                </a:cubicBezTo>
                <a:cubicBezTo>
                  <a:pt x="55655" y="92659"/>
                  <a:pt x="57572" y="89293"/>
                  <a:pt x="57572" y="84884"/>
                </a:cubicBezTo>
                <a:cubicBezTo>
                  <a:pt x="57572" y="81674"/>
                  <a:pt x="56530" y="79194"/>
                  <a:pt x="54445" y="77445"/>
                </a:cubicBezTo>
                <a:cubicBezTo>
                  <a:pt x="52361" y="75696"/>
                  <a:pt x="48731" y="74822"/>
                  <a:pt x="43556" y="74822"/>
                </a:cubicBezTo>
                <a:lnTo>
                  <a:pt x="31913" y="74822"/>
                </a:lnTo>
                <a:cubicBezTo>
                  <a:pt x="31290" y="74822"/>
                  <a:pt x="30475" y="74810"/>
                  <a:pt x="29469" y="74786"/>
                </a:cubicBezTo>
                <a:cubicBezTo>
                  <a:pt x="28463" y="74762"/>
                  <a:pt x="27420" y="74738"/>
                  <a:pt x="26342" y="74714"/>
                </a:cubicBezTo>
                <a:cubicBezTo>
                  <a:pt x="25264" y="74690"/>
                  <a:pt x="24222" y="74654"/>
                  <a:pt x="23216" y="74606"/>
                </a:cubicBezTo>
                <a:cubicBezTo>
                  <a:pt x="22209" y="74558"/>
                  <a:pt x="21419" y="74487"/>
                  <a:pt x="20844" y="7439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path-329">
            <a:extLst xmlns:a="http://schemas.openxmlformats.org/drawingml/2006/main">
              <a:ext uri="{FF2B5EF4-FFF2-40B4-BE49-F238E27FC236}">
                <a16:creationId xmlns:a16="http://schemas.microsoft.com/office/drawing/2014/main" id="{8206F32C-1D55-493C-9FE5-DDFD1C3C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2504" y="6282360"/>
            <a:ext cx="60225" cy="76575"/>
          </a:xfrm>
          <a:custGeom xmlns:a="http://schemas.openxmlformats.org/drawingml/2006/main">
            <a:pathLst>
              <a:path w="57716" h="73384">
                <a:moveTo>
                  <a:pt x="22928" y="13513"/>
                </a:moveTo>
                <a:cubicBezTo>
                  <a:pt x="23072" y="13608"/>
                  <a:pt x="23192" y="13668"/>
                  <a:pt x="23288" y="13692"/>
                </a:cubicBezTo>
                <a:cubicBezTo>
                  <a:pt x="23383" y="13716"/>
                  <a:pt x="23503" y="13776"/>
                  <a:pt x="23647" y="13872"/>
                </a:cubicBezTo>
                <a:cubicBezTo>
                  <a:pt x="25947" y="11380"/>
                  <a:pt x="28067" y="9248"/>
                  <a:pt x="30008" y="7475"/>
                </a:cubicBezTo>
                <a:cubicBezTo>
                  <a:pt x="31948" y="5702"/>
                  <a:pt x="33913" y="4265"/>
                  <a:pt x="35902" y="3163"/>
                </a:cubicBezTo>
                <a:cubicBezTo>
                  <a:pt x="37890" y="2060"/>
                  <a:pt x="39951" y="1258"/>
                  <a:pt x="42083" y="755"/>
                </a:cubicBezTo>
                <a:cubicBezTo>
                  <a:pt x="44215" y="252"/>
                  <a:pt x="46599" y="0"/>
                  <a:pt x="49234" y="0"/>
                </a:cubicBezTo>
                <a:cubicBezTo>
                  <a:pt x="52205" y="0"/>
                  <a:pt x="55032" y="288"/>
                  <a:pt x="57716" y="863"/>
                </a:cubicBezTo>
                <a:lnTo>
                  <a:pt x="57716" y="18688"/>
                </a:lnTo>
                <a:lnTo>
                  <a:pt x="48516" y="18688"/>
                </a:lnTo>
                <a:cubicBezTo>
                  <a:pt x="47989" y="17346"/>
                  <a:pt x="47438" y="16184"/>
                  <a:pt x="46863" y="15202"/>
                </a:cubicBezTo>
                <a:cubicBezTo>
                  <a:pt x="46288" y="14219"/>
                  <a:pt x="45629" y="13405"/>
                  <a:pt x="44886" y="12758"/>
                </a:cubicBezTo>
                <a:cubicBezTo>
                  <a:pt x="44143" y="12111"/>
                  <a:pt x="43281" y="11632"/>
                  <a:pt x="42298" y="11320"/>
                </a:cubicBezTo>
                <a:cubicBezTo>
                  <a:pt x="41316" y="11009"/>
                  <a:pt x="40154" y="10853"/>
                  <a:pt x="38813" y="10853"/>
                </a:cubicBezTo>
                <a:cubicBezTo>
                  <a:pt x="37423" y="10853"/>
                  <a:pt x="35854" y="11296"/>
                  <a:pt x="34105" y="12183"/>
                </a:cubicBezTo>
                <a:cubicBezTo>
                  <a:pt x="32356" y="13069"/>
                  <a:pt x="30715" y="14279"/>
                  <a:pt x="29181" y="15813"/>
                </a:cubicBezTo>
                <a:cubicBezTo>
                  <a:pt x="27648" y="17346"/>
                  <a:pt x="26366" y="19119"/>
                  <a:pt x="25336" y="21131"/>
                </a:cubicBezTo>
                <a:cubicBezTo>
                  <a:pt x="24306" y="23144"/>
                  <a:pt x="23791" y="25276"/>
                  <a:pt x="23791" y="27528"/>
                </a:cubicBezTo>
                <a:lnTo>
                  <a:pt x="23791" y="55056"/>
                </a:lnTo>
                <a:cubicBezTo>
                  <a:pt x="23791" y="58075"/>
                  <a:pt x="23922" y="60387"/>
                  <a:pt x="24186" y="61992"/>
                </a:cubicBezTo>
                <a:cubicBezTo>
                  <a:pt x="24449" y="63597"/>
                  <a:pt x="24941" y="64807"/>
                  <a:pt x="25659" y="65622"/>
                </a:cubicBezTo>
                <a:cubicBezTo>
                  <a:pt x="26378" y="66437"/>
                  <a:pt x="27360" y="67023"/>
                  <a:pt x="28606" y="67383"/>
                </a:cubicBezTo>
                <a:cubicBezTo>
                  <a:pt x="29852" y="67742"/>
                  <a:pt x="31481" y="68209"/>
                  <a:pt x="33494" y="68784"/>
                </a:cubicBezTo>
                <a:lnTo>
                  <a:pt x="33494" y="73384"/>
                </a:lnTo>
                <a:lnTo>
                  <a:pt x="1078" y="73384"/>
                </a:lnTo>
                <a:lnTo>
                  <a:pt x="1078" y="68784"/>
                </a:lnTo>
                <a:cubicBezTo>
                  <a:pt x="2947" y="68114"/>
                  <a:pt x="4444" y="67587"/>
                  <a:pt x="5570" y="67203"/>
                </a:cubicBezTo>
                <a:cubicBezTo>
                  <a:pt x="6696" y="66820"/>
                  <a:pt x="7559" y="66233"/>
                  <a:pt x="8158" y="65442"/>
                </a:cubicBezTo>
                <a:cubicBezTo>
                  <a:pt x="8757" y="64652"/>
                  <a:pt x="9140" y="63490"/>
                  <a:pt x="9308" y="61956"/>
                </a:cubicBezTo>
                <a:cubicBezTo>
                  <a:pt x="9476" y="60423"/>
                  <a:pt x="9559" y="58195"/>
                  <a:pt x="9559" y="55272"/>
                </a:cubicBezTo>
                <a:lnTo>
                  <a:pt x="9559" y="24366"/>
                </a:lnTo>
                <a:cubicBezTo>
                  <a:pt x="9559" y="21059"/>
                  <a:pt x="9547" y="18352"/>
                  <a:pt x="9523" y="16244"/>
                </a:cubicBezTo>
                <a:cubicBezTo>
                  <a:pt x="9499" y="14135"/>
                  <a:pt x="9212" y="12422"/>
                  <a:pt x="8661" y="11105"/>
                </a:cubicBezTo>
                <a:cubicBezTo>
                  <a:pt x="8110" y="9787"/>
                  <a:pt x="7176" y="8781"/>
                  <a:pt x="5858" y="8086"/>
                </a:cubicBezTo>
                <a:cubicBezTo>
                  <a:pt x="4540" y="7391"/>
                  <a:pt x="2588" y="6828"/>
                  <a:pt x="0" y="6397"/>
                </a:cubicBezTo>
                <a:lnTo>
                  <a:pt x="0" y="1509"/>
                </a:lnTo>
                <a:lnTo>
                  <a:pt x="18831" y="719"/>
                </a:lnTo>
                <a:lnTo>
                  <a:pt x="23934" y="719"/>
                </a:lnTo>
                <a:lnTo>
                  <a:pt x="22928" y="135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path-330">
            <a:extLst xmlns:a="http://schemas.openxmlformats.org/drawingml/2006/main">
              <a:ext uri="{FF2B5EF4-FFF2-40B4-BE49-F238E27FC236}">
                <a16:creationId xmlns:a16="http://schemas.microsoft.com/office/drawing/2014/main" id="{7485FABC-AC93-40D8-90FC-0D758D4D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684" y="6282360"/>
            <a:ext cx="72300" cy="77925"/>
          </a:xfrm>
          <a:custGeom xmlns:a="http://schemas.openxmlformats.org/drawingml/2006/main">
            <a:pathLst>
              <a:path w="69288" h="74678">
                <a:moveTo>
                  <a:pt x="33925" y="74678"/>
                </a:moveTo>
                <a:cubicBezTo>
                  <a:pt x="28606" y="74678"/>
                  <a:pt x="23851" y="73935"/>
                  <a:pt x="19658" y="72450"/>
                </a:cubicBezTo>
                <a:cubicBezTo>
                  <a:pt x="15465" y="70965"/>
                  <a:pt x="11907" y="68701"/>
                  <a:pt x="8984" y="65658"/>
                </a:cubicBezTo>
                <a:cubicBezTo>
                  <a:pt x="6061" y="62615"/>
                  <a:pt x="3833" y="58794"/>
                  <a:pt x="2300" y="54194"/>
                </a:cubicBezTo>
                <a:cubicBezTo>
                  <a:pt x="767" y="49594"/>
                  <a:pt x="0" y="44179"/>
                  <a:pt x="0" y="37950"/>
                </a:cubicBezTo>
                <a:cubicBezTo>
                  <a:pt x="0" y="31769"/>
                  <a:pt x="886" y="26318"/>
                  <a:pt x="2659" y="21598"/>
                </a:cubicBezTo>
                <a:cubicBezTo>
                  <a:pt x="4432" y="16879"/>
                  <a:pt x="6888" y="12914"/>
                  <a:pt x="10027" y="9703"/>
                </a:cubicBezTo>
                <a:cubicBezTo>
                  <a:pt x="13165" y="6493"/>
                  <a:pt x="16867" y="4073"/>
                  <a:pt x="21131" y="2444"/>
                </a:cubicBezTo>
                <a:cubicBezTo>
                  <a:pt x="25396" y="815"/>
                  <a:pt x="30044" y="0"/>
                  <a:pt x="35075" y="0"/>
                </a:cubicBezTo>
                <a:cubicBezTo>
                  <a:pt x="41065" y="0"/>
                  <a:pt x="46216" y="886"/>
                  <a:pt x="50528" y="2659"/>
                </a:cubicBezTo>
                <a:cubicBezTo>
                  <a:pt x="54841" y="4432"/>
                  <a:pt x="58387" y="6924"/>
                  <a:pt x="61166" y="10134"/>
                </a:cubicBezTo>
                <a:cubicBezTo>
                  <a:pt x="63945" y="13345"/>
                  <a:pt x="65993" y="17202"/>
                  <a:pt x="67311" y="21706"/>
                </a:cubicBezTo>
                <a:cubicBezTo>
                  <a:pt x="68629" y="26210"/>
                  <a:pt x="69288" y="31170"/>
                  <a:pt x="69288" y="36584"/>
                </a:cubicBezTo>
                <a:cubicBezTo>
                  <a:pt x="69288" y="42814"/>
                  <a:pt x="68461" y="48300"/>
                  <a:pt x="66808" y="53044"/>
                </a:cubicBezTo>
                <a:cubicBezTo>
                  <a:pt x="65155" y="57788"/>
                  <a:pt x="62783" y="61765"/>
                  <a:pt x="59692" y="64975"/>
                </a:cubicBezTo>
                <a:cubicBezTo>
                  <a:pt x="56602" y="68185"/>
                  <a:pt x="52876" y="70605"/>
                  <a:pt x="48516" y="72234"/>
                </a:cubicBezTo>
                <a:cubicBezTo>
                  <a:pt x="44155" y="73864"/>
                  <a:pt x="39292" y="74678"/>
                  <a:pt x="33925" y="74678"/>
                </a:cubicBezTo>
                <a:moveTo>
                  <a:pt x="15597" y="36728"/>
                </a:moveTo>
                <a:cubicBezTo>
                  <a:pt x="15597" y="41664"/>
                  <a:pt x="16028" y="46048"/>
                  <a:pt x="16891" y="49881"/>
                </a:cubicBezTo>
                <a:cubicBezTo>
                  <a:pt x="17753" y="53715"/>
                  <a:pt x="19011" y="56949"/>
                  <a:pt x="20664" y="59584"/>
                </a:cubicBezTo>
                <a:cubicBezTo>
                  <a:pt x="22317" y="62220"/>
                  <a:pt x="24342" y="64232"/>
                  <a:pt x="26738" y="65622"/>
                </a:cubicBezTo>
                <a:cubicBezTo>
                  <a:pt x="29133" y="67012"/>
                  <a:pt x="31865" y="67706"/>
                  <a:pt x="34931" y="67706"/>
                </a:cubicBezTo>
                <a:cubicBezTo>
                  <a:pt x="38381" y="67706"/>
                  <a:pt x="41316" y="66916"/>
                  <a:pt x="43736" y="65334"/>
                </a:cubicBezTo>
                <a:cubicBezTo>
                  <a:pt x="46156" y="63753"/>
                  <a:pt x="48108" y="61633"/>
                  <a:pt x="49594" y="58973"/>
                </a:cubicBezTo>
                <a:cubicBezTo>
                  <a:pt x="51079" y="56314"/>
                  <a:pt x="52157" y="53223"/>
                  <a:pt x="52828" y="49702"/>
                </a:cubicBezTo>
                <a:cubicBezTo>
                  <a:pt x="53499" y="46180"/>
                  <a:pt x="53834" y="42478"/>
                  <a:pt x="53834" y="38597"/>
                </a:cubicBezTo>
                <a:cubicBezTo>
                  <a:pt x="53834" y="33134"/>
                  <a:pt x="53343" y="28427"/>
                  <a:pt x="52361" y="24473"/>
                </a:cubicBezTo>
                <a:cubicBezTo>
                  <a:pt x="51379" y="20520"/>
                  <a:pt x="50037" y="17262"/>
                  <a:pt x="48336" y="14698"/>
                </a:cubicBezTo>
                <a:cubicBezTo>
                  <a:pt x="46635" y="12135"/>
                  <a:pt x="44622" y="10230"/>
                  <a:pt x="42298" y="8984"/>
                </a:cubicBezTo>
                <a:cubicBezTo>
                  <a:pt x="39975" y="7739"/>
                  <a:pt x="37471" y="7116"/>
                  <a:pt x="34788" y="7116"/>
                </a:cubicBezTo>
                <a:cubicBezTo>
                  <a:pt x="28654" y="7116"/>
                  <a:pt x="23922" y="9679"/>
                  <a:pt x="20592" y="14806"/>
                </a:cubicBezTo>
                <a:cubicBezTo>
                  <a:pt x="17262" y="19933"/>
                  <a:pt x="15597" y="27241"/>
                  <a:pt x="15597" y="36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path-331">
            <a:extLst xmlns:a="http://schemas.openxmlformats.org/drawingml/2006/main">
              <a:ext uri="{FF2B5EF4-FFF2-40B4-BE49-F238E27FC236}">
                <a16:creationId xmlns:a16="http://schemas.microsoft.com/office/drawing/2014/main" id="{F7EEA74C-8D7D-48BE-8D47-47A96913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1867" y="6283935"/>
            <a:ext cx="81300" cy="76350"/>
          </a:xfrm>
          <a:custGeom xmlns:a="http://schemas.openxmlformats.org/drawingml/2006/main">
            <a:pathLst>
              <a:path w="77913" h="73169">
                <a:moveTo>
                  <a:pt x="0" y="0"/>
                </a:moveTo>
                <a:lnTo>
                  <a:pt x="23072" y="0"/>
                </a:lnTo>
                <a:lnTo>
                  <a:pt x="23072" y="37519"/>
                </a:lnTo>
                <a:cubicBezTo>
                  <a:pt x="23072" y="42694"/>
                  <a:pt x="23240" y="46958"/>
                  <a:pt x="23575" y="50313"/>
                </a:cubicBezTo>
                <a:cubicBezTo>
                  <a:pt x="23910" y="53667"/>
                  <a:pt x="24545" y="56314"/>
                  <a:pt x="25480" y="58255"/>
                </a:cubicBezTo>
                <a:cubicBezTo>
                  <a:pt x="26414" y="60195"/>
                  <a:pt x="27744" y="61537"/>
                  <a:pt x="29469" y="62280"/>
                </a:cubicBezTo>
                <a:cubicBezTo>
                  <a:pt x="31194" y="63022"/>
                  <a:pt x="33470" y="63394"/>
                  <a:pt x="36297" y="63394"/>
                </a:cubicBezTo>
                <a:cubicBezTo>
                  <a:pt x="38166" y="63394"/>
                  <a:pt x="40154" y="62939"/>
                  <a:pt x="42263" y="62028"/>
                </a:cubicBezTo>
                <a:cubicBezTo>
                  <a:pt x="44371" y="61118"/>
                  <a:pt x="46300" y="59920"/>
                  <a:pt x="48048" y="58434"/>
                </a:cubicBezTo>
                <a:cubicBezTo>
                  <a:pt x="49797" y="56949"/>
                  <a:pt x="51247" y="55248"/>
                  <a:pt x="52397" y="53331"/>
                </a:cubicBezTo>
                <a:cubicBezTo>
                  <a:pt x="53547" y="51415"/>
                  <a:pt x="54122" y="49474"/>
                  <a:pt x="54122" y="47509"/>
                </a:cubicBezTo>
                <a:lnTo>
                  <a:pt x="54122" y="18113"/>
                </a:lnTo>
                <a:cubicBezTo>
                  <a:pt x="54122" y="15381"/>
                  <a:pt x="54062" y="13261"/>
                  <a:pt x="53942" y="11752"/>
                </a:cubicBezTo>
                <a:cubicBezTo>
                  <a:pt x="53822" y="10242"/>
                  <a:pt x="53475" y="9056"/>
                  <a:pt x="52900" y="8194"/>
                </a:cubicBezTo>
                <a:cubicBezTo>
                  <a:pt x="52325" y="7331"/>
                  <a:pt x="51451" y="6672"/>
                  <a:pt x="50277" y="6217"/>
                </a:cubicBezTo>
                <a:cubicBezTo>
                  <a:pt x="49103" y="5762"/>
                  <a:pt x="47461" y="5223"/>
                  <a:pt x="45353" y="4600"/>
                </a:cubicBezTo>
                <a:lnTo>
                  <a:pt x="45353" y="0"/>
                </a:lnTo>
                <a:lnTo>
                  <a:pt x="68209" y="0"/>
                </a:lnTo>
                <a:lnTo>
                  <a:pt x="68209" y="52109"/>
                </a:lnTo>
                <a:cubicBezTo>
                  <a:pt x="68209" y="54553"/>
                  <a:pt x="68197" y="56614"/>
                  <a:pt x="68173" y="58291"/>
                </a:cubicBezTo>
                <a:cubicBezTo>
                  <a:pt x="68150" y="59968"/>
                  <a:pt x="68389" y="61357"/>
                  <a:pt x="68892" y="62459"/>
                </a:cubicBezTo>
                <a:cubicBezTo>
                  <a:pt x="69395" y="63562"/>
                  <a:pt x="70330" y="64460"/>
                  <a:pt x="71695" y="65155"/>
                </a:cubicBezTo>
                <a:cubicBezTo>
                  <a:pt x="73061" y="65850"/>
                  <a:pt x="75133" y="66437"/>
                  <a:pt x="77913" y="66916"/>
                </a:cubicBezTo>
                <a:lnTo>
                  <a:pt x="77913" y="71875"/>
                </a:lnTo>
                <a:lnTo>
                  <a:pt x="59441" y="72594"/>
                </a:lnTo>
                <a:lnTo>
                  <a:pt x="54266" y="72594"/>
                </a:lnTo>
                <a:cubicBezTo>
                  <a:pt x="54409" y="70581"/>
                  <a:pt x="54529" y="68593"/>
                  <a:pt x="54625" y="66628"/>
                </a:cubicBezTo>
                <a:cubicBezTo>
                  <a:pt x="54721" y="64664"/>
                  <a:pt x="54817" y="62675"/>
                  <a:pt x="54913" y="60663"/>
                </a:cubicBezTo>
                <a:cubicBezTo>
                  <a:pt x="54721" y="60567"/>
                  <a:pt x="54553" y="60519"/>
                  <a:pt x="54409" y="60519"/>
                </a:cubicBezTo>
                <a:cubicBezTo>
                  <a:pt x="54266" y="60519"/>
                  <a:pt x="54122" y="60471"/>
                  <a:pt x="53978" y="60375"/>
                </a:cubicBezTo>
                <a:cubicBezTo>
                  <a:pt x="51726" y="62771"/>
                  <a:pt x="49594" y="64783"/>
                  <a:pt x="47581" y="66413"/>
                </a:cubicBezTo>
                <a:cubicBezTo>
                  <a:pt x="45569" y="68042"/>
                  <a:pt x="43604" y="69359"/>
                  <a:pt x="41688" y="70366"/>
                </a:cubicBezTo>
                <a:cubicBezTo>
                  <a:pt x="39771" y="71372"/>
                  <a:pt x="37866" y="72091"/>
                  <a:pt x="35973" y="72522"/>
                </a:cubicBezTo>
                <a:cubicBezTo>
                  <a:pt x="34081" y="72953"/>
                  <a:pt x="32104" y="73169"/>
                  <a:pt x="30044" y="73169"/>
                </a:cubicBezTo>
                <a:cubicBezTo>
                  <a:pt x="26450" y="73121"/>
                  <a:pt x="23311" y="72642"/>
                  <a:pt x="20628" y="71731"/>
                </a:cubicBezTo>
                <a:cubicBezTo>
                  <a:pt x="17945" y="70821"/>
                  <a:pt x="15729" y="69359"/>
                  <a:pt x="13980" y="67347"/>
                </a:cubicBezTo>
                <a:cubicBezTo>
                  <a:pt x="12231" y="65334"/>
                  <a:pt x="10913" y="62723"/>
                  <a:pt x="10027" y="59513"/>
                </a:cubicBezTo>
                <a:cubicBezTo>
                  <a:pt x="9140" y="56302"/>
                  <a:pt x="8673" y="52349"/>
                  <a:pt x="8625" y="47653"/>
                </a:cubicBezTo>
                <a:lnTo>
                  <a:pt x="8625" y="18113"/>
                </a:lnTo>
                <a:cubicBezTo>
                  <a:pt x="8625" y="15477"/>
                  <a:pt x="8613" y="13417"/>
                  <a:pt x="8589" y="11931"/>
                </a:cubicBezTo>
                <a:cubicBezTo>
                  <a:pt x="8565" y="10446"/>
                  <a:pt x="8302" y="9284"/>
                  <a:pt x="7798" y="8445"/>
                </a:cubicBezTo>
                <a:cubicBezTo>
                  <a:pt x="7295" y="7607"/>
                  <a:pt x="6457" y="6936"/>
                  <a:pt x="5283" y="6433"/>
                </a:cubicBezTo>
                <a:cubicBezTo>
                  <a:pt x="4109" y="5930"/>
                  <a:pt x="2348" y="5319"/>
                  <a:pt x="0" y="460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path-332">
            <a:extLst xmlns:a="http://schemas.openxmlformats.org/drawingml/2006/main">
              <a:ext uri="{FF2B5EF4-FFF2-40B4-BE49-F238E27FC236}">
                <a16:creationId xmlns:a16="http://schemas.microsoft.com/office/drawing/2014/main" id="{E8EFC793-2C60-4563-AF60-E895BC41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45346" y="6282360"/>
            <a:ext cx="81375" cy="76575"/>
          </a:xfrm>
          <a:custGeom xmlns:a="http://schemas.openxmlformats.org/drawingml/2006/main">
            <a:pathLst>
              <a:path w="77984" h="73384">
                <a:moveTo>
                  <a:pt x="77984" y="73384"/>
                </a:moveTo>
                <a:lnTo>
                  <a:pt x="46359" y="73384"/>
                </a:lnTo>
                <a:lnTo>
                  <a:pt x="46359" y="68784"/>
                </a:lnTo>
                <a:cubicBezTo>
                  <a:pt x="48324" y="68114"/>
                  <a:pt x="49869" y="67575"/>
                  <a:pt x="50995" y="67167"/>
                </a:cubicBezTo>
                <a:cubicBezTo>
                  <a:pt x="52121" y="66760"/>
                  <a:pt x="52972" y="66161"/>
                  <a:pt x="53547" y="65370"/>
                </a:cubicBezTo>
                <a:cubicBezTo>
                  <a:pt x="54122" y="64580"/>
                  <a:pt x="54493" y="63442"/>
                  <a:pt x="54661" y="61956"/>
                </a:cubicBezTo>
                <a:cubicBezTo>
                  <a:pt x="54829" y="60471"/>
                  <a:pt x="54913" y="58291"/>
                  <a:pt x="54913" y="55416"/>
                </a:cubicBezTo>
                <a:lnTo>
                  <a:pt x="54913" y="35434"/>
                </a:lnTo>
                <a:cubicBezTo>
                  <a:pt x="54913" y="30307"/>
                  <a:pt x="54697" y="26091"/>
                  <a:pt x="54266" y="22784"/>
                </a:cubicBezTo>
                <a:cubicBezTo>
                  <a:pt x="53834" y="19478"/>
                  <a:pt x="53104" y="16879"/>
                  <a:pt x="52073" y="14986"/>
                </a:cubicBezTo>
                <a:cubicBezTo>
                  <a:pt x="51043" y="13093"/>
                  <a:pt x="49678" y="11776"/>
                  <a:pt x="47977" y="11033"/>
                </a:cubicBezTo>
                <a:cubicBezTo>
                  <a:pt x="46276" y="10290"/>
                  <a:pt x="44179" y="9919"/>
                  <a:pt x="41688" y="9919"/>
                </a:cubicBezTo>
                <a:cubicBezTo>
                  <a:pt x="39579" y="9919"/>
                  <a:pt x="37459" y="10446"/>
                  <a:pt x="35327" y="11500"/>
                </a:cubicBezTo>
                <a:cubicBezTo>
                  <a:pt x="33194" y="12554"/>
                  <a:pt x="31278" y="13860"/>
                  <a:pt x="29577" y="15417"/>
                </a:cubicBezTo>
                <a:cubicBezTo>
                  <a:pt x="27876" y="16974"/>
                  <a:pt x="26486" y="18676"/>
                  <a:pt x="25408" y="20520"/>
                </a:cubicBezTo>
                <a:cubicBezTo>
                  <a:pt x="24330" y="22365"/>
                  <a:pt x="23791" y="24078"/>
                  <a:pt x="23791" y="25659"/>
                </a:cubicBezTo>
                <a:lnTo>
                  <a:pt x="23791" y="55056"/>
                </a:lnTo>
                <a:cubicBezTo>
                  <a:pt x="23791" y="57979"/>
                  <a:pt x="23863" y="60207"/>
                  <a:pt x="24006" y="61741"/>
                </a:cubicBezTo>
                <a:cubicBezTo>
                  <a:pt x="24150" y="63274"/>
                  <a:pt x="24521" y="64460"/>
                  <a:pt x="25120" y="65298"/>
                </a:cubicBezTo>
                <a:cubicBezTo>
                  <a:pt x="25719" y="66137"/>
                  <a:pt x="26606" y="66760"/>
                  <a:pt x="27780" y="67167"/>
                </a:cubicBezTo>
                <a:cubicBezTo>
                  <a:pt x="28954" y="67575"/>
                  <a:pt x="30571" y="68114"/>
                  <a:pt x="32631" y="68784"/>
                </a:cubicBezTo>
                <a:lnTo>
                  <a:pt x="32631" y="73384"/>
                </a:lnTo>
                <a:lnTo>
                  <a:pt x="1078" y="73384"/>
                </a:lnTo>
                <a:lnTo>
                  <a:pt x="1078" y="68784"/>
                </a:lnTo>
                <a:cubicBezTo>
                  <a:pt x="2995" y="68114"/>
                  <a:pt x="4516" y="67587"/>
                  <a:pt x="5642" y="67203"/>
                </a:cubicBezTo>
                <a:cubicBezTo>
                  <a:pt x="6768" y="66820"/>
                  <a:pt x="7619" y="66233"/>
                  <a:pt x="8194" y="65442"/>
                </a:cubicBezTo>
                <a:cubicBezTo>
                  <a:pt x="8769" y="64652"/>
                  <a:pt x="9140" y="63490"/>
                  <a:pt x="9308" y="61956"/>
                </a:cubicBezTo>
                <a:cubicBezTo>
                  <a:pt x="9476" y="60423"/>
                  <a:pt x="9559" y="58195"/>
                  <a:pt x="9559" y="55272"/>
                </a:cubicBezTo>
                <a:lnTo>
                  <a:pt x="9559" y="21419"/>
                </a:lnTo>
                <a:cubicBezTo>
                  <a:pt x="9559" y="19742"/>
                  <a:pt x="9523" y="18316"/>
                  <a:pt x="9452" y="17142"/>
                </a:cubicBezTo>
                <a:cubicBezTo>
                  <a:pt x="9380" y="15968"/>
                  <a:pt x="9296" y="14974"/>
                  <a:pt x="9200" y="14159"/>
                </a:cubicBezTo>
                <a:cubicBezTo>
                  <a:pt x="9104" y="13009"/>
                  <a:pt x="8936" y="12039"/>
                  <a:pt x="8697" y="11248"/>
                </a:cubicBezTo>
                <a:cubicBezTo>
                  <a:pt x="8457" y="10458"/>
                  <a:pt x="8014" y="9763"/>
                  <a:pt x="7367" y="9164"/>
                </a:cubicBezTo>
                <a:cubicBezTo>
                  <a:pt x="6720" y="8565"/>
                  <a:pt x="5810" y="8050"/>
                  <a:pt x="4636" y="7619"/>
                </a:cubicBezTo>
                <a:cubicBezTo>
                  <a:pt x="3462" y="7188"/>
                  <a:pt x="1917" y="6780"/>
                  <a:pt x="0" y="6397"/>
                </a:cubicBezTo>
                <a:lnTo>
                  <a:pt x="0" y="1509"/>
                </a:lnTo>
                <a:lnTo>
                  <a:pt x="18831" y="719"/>
                </a:lnTo>
                <a:lnTo>
                  <a:pt x="23934" y="719"/>
                </a:lnTo>
                <a:cubicBezTo>
                  <a:pt x="23791" y="2779"/>
                  <a:pt x="23623" y="4804"/>
                  <a:pt x="23431" y="6792"/>
                </a:cubicBezTo>
                <a:cubicBezTo>
                  <a:pt x="23240" y="8781"/>
                  <a:pt x="23072" y="10781"/>
                  <a:pt x="22928" y="12794"/>
                </a:cubicBezTo>
                <a:cubicBezTo>
                  <a:pt x="23072" y="12890"/>
                  <a:pt x="23216" y="12938"/>
                  <a:pt x="23359" y="12938"/>
                </a:cubicBezTo>
                <a:cubicBezTo>
                  <a:pt x="23503" y="12938"/>
                  <a:pt x="23647" y="12985"/>
                  <a:pt x="23791" y="13081"/>
                </a:cubicBezTo>
                <a:cubicBezTo>
                  <a:pt x="26139" y="10685"/>
                  <a:pt x="28343" y="8661"/>
                  <a:pt x="30403" y="7008"/>
                </a:cubicBezTo>
                <a:cubicBezTo>
                  <a:pt x="32464" y="5355"/>
                  <a:pt x="34452" y="4001"/>
                  <a:pt x="36369" y="2947"/>
                </a:cubicBezTo>
                <a:cubicBezTo>
                  <a:pt x="38285" y="1893"/>
                  <a:pt x="40190" y="1138"/>
                  <a:pt x="42083" y="683"/>
                </a:cubicBezTo>
                <a:cubicBezTo>
                  <a:pt x="43976" y="228"/>
                  <a:pt x="45928" y="0"/>
                  <a:pt x="47941" y="0"/>
                </a:cubicBezTo>
                <a:cubicBezTo>
                  <a:pt x="51486" y="0"/>
                  <a:pt x="54589" y="467"/>
                  <a:pt x="57248" y="1402"/>
                </a:cubicBezTo>
                <a:cubicBezTo>
                  <a:pt x="59908" y="2336"/>
                  <a:pt x="62124" y="3833"/>
                  <a:pt x="63897" y="5894"/>
                </a:cubicBezTo>
                <a:cubicBezTo>
                  <a:pt x="65670" y="7954"/>
                  <a:pt x="67000" y="10590"/>
                  <a:pt x="67886" y="13800"/>
                </a:cubicBezTo>
                <a:cubicBezTo>
                  <a:pt x="68772" y="17010"/>
                  <a:pt x="69216" y="20868"/>
                  <a:pt x="69216" y="25372"/>
                </a:cubicBezTo>
                <a:lnTo>
                  <a:pt x="69216" y="55056"/>
                </a:lnTo>
                <a:cubicBezTo>
                  <a:pt x="69216" y="57883"/>
                  <a:pt x="69240" y="60064"/>
                  <a:pt x="69288" y="61597"/>
                </a:cubicBezTo>
                <a:cubicBezTo>
                  <a:pt x="69335" y="63130"/>
                  <a:pt x="69623" y="64316"/>
                  <a:pt x="70150" y="65155"/>
                </a:cubicBezTo>
                <a:cubicBezTo>
                  <a:pt x="70677" y="65993"/>
                  <a:pt x="71540" y="66652"/>
                  <a:pt x="72738" y="67131"/>
                </a:cubicBezTo>
                <a:cubicBezTo>
                  <a:pt x="73935" y="67610"/>
                  <a:pt x="75684" y="68162"/>
                  <a:pt x="77984" y="68784"/>
                </a:cubicBezTo>
                <a:lnTo>
                  <a:pt x="77984" y="733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path-333">
            <a:extLst xmlns:a="http://schemas.openxmlformats.org/drawingml/2006/main">
              <a:ext uri="{FF2B5EF4-FFF2-40B4-BE49-F238E27FC236}">
                <a16:creationId xmlns:a16="http://schemas.microsoft.com/office/drawing/2014/main" id="{B26839A3-AF6E-47B1-96C7-870E8874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1489" y="6249810"/>
            <a:ext cx="79350" cy="110475"/>
          </a:xfrm>
          <a:custGeom xmlns:a="http://schemas.openxmlformats.org/drawingml/2006/main">
            <a:pathLst>
              <a:path w="76044" h="105872">
                <a:moveTo>
                  <a:pt x="52181" y="25228"/>
                </a:moveTo>
                <a:cubicBezTo>
                  <a:pt x="52181" y="22209"/>
                  <a:pt x="52157" y="19790"/>
                  <a:pt x="52109" y="17969"/>
                </a:cubicBezTo>
                <a:cubicBezTo>
                  <a:pt x="52061" y="16148"/>
                  <a:pt x="51990" y="14686"/>
                  <a:pt x="51894" y="13584"/>
                </a:cubicBezTo>
                <a:cubicBezTo>
                  <a:pt x="51702" y="12530"/>
                  <a:pt x="51498" y="11584"/>
                  <a:pt x="51283" y="10745"/>
                </a:cubicBezTo>
                <a:cubicBezTo>
                  <a:pt x="51067" y="9907"/>
                  <a:pt x="50636" y="9164"/>
                  <a:pt x="49989" y="8517"/>
                </a:cubicBezTo>
                <a:cubicBezTo>
                  <a:pt x="49342" y="7870"/>
                  <a:pt x="48408" y="7319"/>
                  <a:pt x="47186" y="6864"/>
                </a:cubicBezTo>
                <a:cubicBezTo>
                  <a:pt x="45964" y="6409"/>
                  <a:pt x="44275" y="6038"/>
                  <a:pt x="42119" y="5750"/>
                </a:cubicBezTo>
                <a:lnTo>
                  <a:pt x="42119" y="1006"/>
                </a:lnTo>
                <a:lnTo>
                  <a:pt x="61453" y="0"/>
                </a:lnTo>
                <a:lnTo>
                  <a:pt x="66269" y="0"/>
                </a:lnTo>
                <a:lnTo>
                  <a:pt x="66269" y="84813"/>
                </a:lnTo>
                <a:cubicBezTo>
                  <a:pt x="66269" y="87783"/>
                  <a:pt x="66281" y="90119"/>
                  <a:pt x="66305" y="91820"/>
                </a:cubicBezTo>
                <a:cubicBezTo>
                  <a:pt x="66329" y="93521"/>
                  <a:pt x="66616" y="94863"/>
                  <a:pt x="67167" y="95845"/>
                </a:cubicBezTo>
                <a:cubicBezTo>
                  <a:pt x="67718" y="96828"/>
                  <a:pt x="68665" y="97558"/>
                  <a:pt x="70006" y="98038"/>
                </a:cubicBezTo>
                <a:cubicBezTo>
                  <a:pt x="71348" y="98517"/>
                  <a:pt x="73360" y="99044"/>
                  <a:pt x="76044" y="99619"/>
                </a:cubicBezTo>
                <a:lnTo>
                  <a:pt x="76044" y="104578"/>
                </a:lnTo>
                <a:cubicBezTo>
                  <a:pt x="72881" y="104722"/>
                  <a:pt x="69755" y="104842"/>
                  <a:pt x="66664" y="104938"/>
                </a:cubicBezTo>
                <a:cubicBezTo>
                  <a:pt x="63573" y="105033"/>
                  <a:pt x="60495" y="105153"/>
                  <a:pt x="57428" y="105297"/>
                </a:cubicBezTo>
                <a:lnTo>
                  <a:pt x="52181" y="105297"/>
                </a:lnTo>
                <a:cubicBezTo>
                  <a:pt x="52373" y="103284"/>
                  <a:pt x="52517" y="101296"/>
                  <a:pt x="52613" y="99331"/>
                </a:cubicBezTo>
                <a:cubicBezTo>
                  <a:pt x="52708" y="97367"/>
                  <a:pt x="52828" y="95378"/>
                  <a:pt x="52972" y="93366"/>
                </a:cubicBezTo>
                <a:cubicBezTo>
                  <a:pt x="52828" y="93270"/>
                  <a:pt x="52672" y="93222"/>
                  <a:pt x="52505" y="93222"/>
                </a:cubicBezTo>
                <a:cubicBezTo>
                  <a:pt x="52337" y="93222"/>
                  <a:pt x="52181" y="93174"/>
                  <a:pt x="52038" y="93078"/>
                </a:cubicBezTo>
                <a:cubicBezTo>
                  <a:pt x="49450" y="95714"/>
                  <a:pt x="47138" y="97834"/>
                  <a:pt x="45102" y="99439"/>
                </a:cubicBezTo>
                <a:cubicBezTo>
                  <a:pt x="43065" y="101044"/>
                  <a:pt x="41125" y="102302"/>
                  <a:pt x="39280" y="103213"/>
                </a:cubicBezTo>
                <a:cubicBezTo>
                  <a:pt x="37435" y="104123"/>
                  <a:pt x="35554" y="104758"/>
                  <a:pt x="33638" y="105117"/>
                </a:cubicBezTo>
                <a:cubicBezTo>
                  <a:pt x="31721" y="105477"/>
                  <a:pt x="29589" y="105728"/>
                  <a:pt x="27241" y="105872"/>
                </a:cubicBezTo>
                <a:cubicBezTo>
                  <a:pt x="22928" y="105872"/>
                  <a:pt x="19083" y="105069"/>
                  <a:pt x="15705" y="103464"/>
                </a:cubicBezTo>
                <a:cubicBezTo>
                  <a:pt x="12327" y="101859"/>
                  <a:pt x="9476" y="99499"/>
                  <a:pt x="7152" y="96384"/>
                </a:cubicBezTo>
                <a:cubicBezTo>
                  <a:pt x="4828" y="93270"/>
                  <a:pt x="3055" y="89425"/>
                  <a:pt x="1833" y="84848"/>
                </a:cubicBezTo>
                <a:cubicBezTo>
                  <a:pt x="611" y="80272"/>
                  <a:pt x="0" y="75038"/>
                  <a:pt x="0" y="69144"/>
                </a:cubicBezTo>
                <a:cubicBezTo>
                  <a:pt x="0" y="62963"/>
                  <a:pt x="886" y="57512"/>
                  <a:pt x="2659" y="52792"/>
                </a:cubicBezTo>
                <a:cubicBezTo>
                  <a:pt x="4432" y="48072"/>
                  <a:pt x="6876" y="44107"/>
                  <a:pt x="9991" y="40897"/>
                </a:cubicBezTo>
                <a:cubicBezTo>
                  <a:pt x="13105" y="37686"/>
                  <a:pt x="16783" y="35267"/>
                  <a:pt x="21023" y="33638"/>
                </a:cubicBezTo>
                <a:cubicBezTo>
                  <a:pt x="25264" y="32008"/>
                  <a:pt x="29852" y="31194"/>
                  <a:pt x="34788" y="31194"/>
                </a:cubicBezTo>
                <a:cubicBezTo>
                  <a:pt x="36560" y="31194"/>
                  <a:pt x="38202" y="31254"/>
                  <a:pt x="39711" y="31373"/>
                </a:cubicBezTo>
                <a:cubicBezTo>
                  <a:pt x="41220" y="31493"/>
                  <a:pt x="42658" y="31697"/>
                  <a:pt x="44023" y="31984"/>
                </a:cubicBezTo>
                <a:cubicBezTo>
                  <a:pt x="45389" y="32272"/>
                  <a:pt x="46743" y="32631"/>
                  <a:pt x="48084" y="33063"/>
                </a:cubicBezTo>
                <a:cubicBezTo>
                  <a:pt x="49426" y="33494"/>
                  <a:pt x="50792" y="33997"/>
                  <a:pt x="52181" y="34572"/>
                </a:cubicBezTo>
                <a:lnTo>
                  <a:pt x="52181" y="25228"/>
                </a:lnTo>
                <a:moveTo>
                  <a:pt x="52181" y="59297"/>
                </a:moveTo>
                <a:cubicBezTo>
                  <a:pt x="52181" y="55080"/>
                  <a:pt x="51846" y="51618"/>
                  <a:pt x="51175" y="48911"/>
                </a:cubicBezTo>
                <a:cubicBezTo>
                  <a:pt x="50504" y="46204"/>
                  <a:pt x="49486" y="44059"/>
                  <a:pt x="48120" y="42478"/>
                </a:cubicBezTo>
                <a:cubicBezTo>
                  <a:pt x="46755" y="40897"/>
                  <a:pt x="45018" y="39807"/>
                  <a:pt x="42909" y="39208"/>
                </a:cubicBezTo>
                <a:cubicBezTo>
                  <a:pt x="40801" y="38609"/>
                  <a:pt x="38333" y="38309"/>
                  <a:pt x="35506" y="38309"/>
                </a:cubicBezTo>
                <a:cubicBezTo>
                  <a:pt x="28942" y="38309"/>
                  <a:pt x="23934" y="40837"/>
                  <a:pt x="20484" y="45892"/>
                </a:cubicBezTo>
                <a:cubicBezTo>
                  <a:pt x="17034" y="50947"/>
                  <a:pt x="15309" y="58147"/>
                  <a:pt x="15309" y="67491"/>
                </a:cubicBezTo>
                <a:cubicBezTo>
                  <a:pt x="15309" y="77122"/>
                  <a:pt x="16747" y="84297"/>
                  <a:pt x="19622" y="89017"/>
                </a:cubicBezTo>
                <a:cubicBezTo>
                  <a:pt x="22497" y="93737"/>
                  <a:pt x="26929" y="96097"/>
                  <a:pt x="32919" y="96097"/>
                </a:cubicBezTo>
                <a:cubicBezTo>
                  <a:pt x="35794" y="96097"/>
                  <a:pt x="38417" y="95570"/>
                  <a:pt x="40789" y="94516"/>
                </a:cubicBezTo>
                <a:cubicBezTo>
                  <a:pt x="43161" y="93462"/>
                  <a:pt x="45185" y="92108"/>
                  <a:pt x="46863" y="90455"/>
                </a:cubicBezTo>
                <a:cubicBezTo>
                  <a:pt x="48540" y="88802"/>
                  <a:pt x="49845" y="86945"/>
                  <a:pt x="50780" y="84884"/>
                </a:cubicBezTo>
                <a:cubicBezTo>
                  <a:pt x="51714" y="82824"/>
                  <a:pt x="52181" y="80764"/>
                  <a:pt x="52181" y="78703"/>
                </a:cubicBezTo>
                <a:lnTo>
                  <a:pt x="52181" y="592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0839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2026-10-21T09:02:04.6630000Z</dcterms:created>
  <dcterms:modified xsi:type="dcterms:W3CDTF">2026-10-21T09:02:04.6630000Z</dcterms:modified>
</coreProperties>
</file>