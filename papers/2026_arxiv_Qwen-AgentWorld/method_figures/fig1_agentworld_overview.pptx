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201711e0b04e50" /><Relationship Type="http://schemas.openxmlformats.org/officeDocument/2006/relationships/extended-properties" Target="/docProps/app.xml" Id="Ra1fd768ceb6349c7" /><Relationship Type="http://schemas.openxmlformats.org/officeDocument/2006/relationships/officeDocument" Target="/ppt/presentation.xml" Id="R6fc2c9e2cd324a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f6483d840a446a"/>
  </p:sldMasterIdLst>
  <p:notesMasterIdLst>
    <p:notesMasterId xmlns:r="http://schemas.openxmlformats.org/officeDocument/2006/relationships" r:id="Ra33925ec0d034ea6"/>
  </p:notesMasterIdLst>
  <p:sldIdLst>
    <p:sldId xmlns:r="http://schemas.openxmlformats.org/officeDocument/2006/relationships" id="256" r:id="R7dfdc49a0e0a4642"/>
  </p:sldIdLst>
  <p:sldSz cx="17554575" cy="104108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973e60a2874adf" /><Relationship Type="http://schemas.openxmlformats.org/officeDocument/2006/relationships/slideMaster" Target="/ppt/slideMasters/slideMaster1.xml" Id="Rdbf6483d840a446a" /><Relationship Type="http://schemas.openxmlformats.org/officeDocument/2006/relationships/notesMaster" Target="/ppt/notesMasters/notesMaster1.xml" Id="Ra33925ec0d034ea6" /><Relationship Type="http://schemas.openxmlformats.org/officeDocument/2006/relationships/presProps" Target="/ppt/presProps.xml" Id="R6e08f5c39017434b" /><Relationship Type="http://schemas.openxmlformats.org/officeDocument/2006/relationships/tableStyles" Target="/ppt/tableStyles.xml" Id="Rdaf64edfab1f4410" /><Relationship Type="http://schemas.openxmlformats.org/officeDocument/2006/relationships/slide" Target="/ppt/slides/slide1.xml" Id="R7dfdc49a0e0a46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5303b4cec84f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f17d7d4f644d7a" /><Relationship Type="http://schemas.openxmlformats.org/officeDocument/2006/relationships/notesMaster" Target="/ppt/notesMasters/notesMaster1.xml" Id="Rb0e812677beb4d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Language World Model Overview and Agent Improvements</a:t>
            </a:r>
          </a:p>
          <a:p xmlns:a="http://schemas.openxmlformats.org/drawingml/2006/main">
            <a:r>
              <a:t>Source: https://arxiv.org/abs/2606.24597v1</a:t>
            </a:r>
          </a:p>
          <a:p xmlns:a="http://schemas.openxmlformats.org/drawingml/2006/main">
            <a:r>
              <a:t>Approved image: fig1_agentworld_overview.png; SHA-256: 94d39332ee214992afe61e0d7d85136256e36f55cd86e0a4abde7c026d897516</a:t>
            </a:r>
          </a:p>
          <a:p xmlns:a="http://schemas.openxmlformats.org/drawingml/2006/main">
            <a:r>
              <a:t>Text and vector paths are native editable PowerPoint objects. Arrow paths are not endpoint-bound connectors; plot paths are not data-bound charts. Photos/screenshots remain independent raster objects (6).</a:t>
            </a:r>
          </a:p>
          <a:p xmlns:a="http://schemas.openxmlformats.org/drawingml/2006/main">
            <a:r>
              <a:t>Font substitution: source PDF families mapped to Arial (installed Windows fonts); equations may use Cambria Math.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a9a73e5fd2489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4aae9d4bad48f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2ab8d337754d8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b1bba0bfe84f5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5c14f119794d8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666e722b9842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342512-A6FD-4210-97A4-5A09616E17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55458" y="3932978"/>
            <a:ext cx="14043660" cy="15037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9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2F1CBBB-003F-48DF-B191-4765C70620E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33186" y="5725954"/>
            <a:ext cx="12288203" cy="1156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02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9566852-83D0-4710-BEBC-2B643A2AD2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55458" y="4337844"/>
            <a:ext cx="14043660" cy="1735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0FE0D9-7BB6-4DCA-9245-8B46853DEC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7445" y="809731"/>
            <a:ext cx="15579685" cy="1272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75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9FACCD6-E157-4084-8DBE-A5B2C72C54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87445" y="2891896"/>
            <a:ext cx="15579685" cy="64778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9148" indent="-329148">
              <a:lnSpc>
                <a:spcPct val="110000"/>
              </a:lnSpc>
              <a:spcBef>
                <a:spcPts val="0"/>
              </a:spcBef>
              <a:spcAft>
                <a:spcPts val="1728"/>
              </a:spcAft>
              <a:buChar char="•"/>
            </a:lvl1pPr>
            <a:lvl2pPr marL="768013" indent="-329148">
              <a:lnSpc>
                <a:spcPct val="110000"/>
              </a:lnSpc>
              <a:spcBef>
                <a:spcPts val="0"/>
              </a:spcBef>
              <a:spcAft>
                <a:spcPts val="1728"/>
              </a:spcAft>
              <a:buChar char="•"/>
            </a:lvl2pPr>
            <a:lvl3pPr marL="1206877" indent="-329148">
              <a:lnSpc>
                <a:spcPct val="110000"/>
              </a:lnSpc>
              <a:spcBef>
                <a:spcPts val="0"/>
              </a:spcBef>
              <a:spcAft>
                <a:spcPts val="1728"/>
              </a:spcAft>
              <a:buChar char="•"/>
            </a:lvl3pPr>
            <a:lvl4pPr marL="1645741" indent="-329148">
              <a:lnSpc>
                <a:spcPct val="110000"/>
              </a:lnSpc>
              <a:spcBef>
                <a:spcPts val="0"/>
              </a:spcBef>
              <a:spcAft>
                <a:spcPts val="1728"/>
              </a:spcAft>
              <a:buChar char="•"/>
            </a:lvl4pPr>
            <a:lvl5pPr marL="2084606" indent="-329148">
              <a:lnSpc>
                <a:spcPct val="110000"/>
              </a:lnSpc>
              <a:spcBef>
                <a:spcPts val="0"/>
              </a:spcBef>
              <a:spcAft>
                <a:spcPts val="1728"/>
              </a:spcAft>
              <a:buChar char="•"/>
            </a:lvl5pPr>
            <a:lvl6pPr marL="2523470" indent="-329148">
              <a:lnSpc>
                <a:spcPct val="110000"/>
              </a:lnSpc>
              <a:spcBef>
                <a:spcPts val="0"/>
              </a:spcBef>
              <a:spcAft>
                <a:spcPts val="1728"/>
              </a:spcAft>
              <a:buChar char="•"/>
            </a:lvl6pPr>
            <a:lvl7pPr marL="2962335" indent="-329148">
              <a:lnSpc>
                <a:spcPct val="110000"/>
              </a:lnSpc>
              <a:spcBef>
                <a:spcPts val="0"/>
              </a:spcBef>
              <a:spcAft>
                <a:spcPts val="1728"/>
              </a:spcAft>
              <a:buChar char="•"/>
            </a:lvl7pPr>
            <a:lvl8pPr marL="3401199" indent="-329148">
              <a:lnSpc>
                <a:spcPct val="110000"/>
              </a:lnSpc>
              <a:spcBef>
                <a:spcPts val="0"/>
              </a:spcBef>
              <a:spcAft>
                <a:spcPts val="1728"/>
              </a:spcAft>
              <a:buChar char="•"/>
            </a:lvl8pPr>
            <a:lvl9pPr marL="3840063" indent="-329148">
              <a:lnSpc>
                <a:spcPct val="110000"/>
              </a:lnSpc>
              <a:spcBef>
                <a:spcPts val="0"/>
              </a:spcBef>
              <a:spcAft>
                <a:spcPts val="172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9A01E17-C7A3-44AA-82B4-7FBE333D38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7445" y="809731"/>
            <a:ext cx="15579685" cy="1272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75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82B903E-0243-4018-96D4-120448C395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87445" y="2891896"/>
            <a:ext cx="7241262" cy="64778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2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9148" indent="-329148">
              <a:lnSpc>
                <a:spcPct val="110000"/>
              </a:lnSpc>
              <a:spcBef>
                <a:spcPts val="0"/>
              </a:spcBef>
              <a:spcAft>
                <a:spcPts val="1728"/>
              </a:spcAft>
              <a:buChar char="•"/>
            </a:lvl1pPr>
            <a:lvl2pPr marL="768013" indent="-329148">
              <a:lnSpc>
                <a:spcPct val="110000"/>
              </a:lnSpc>
              <a:spcBef>
                <a:spcPts val="0"/>
              </a:spcBef>
              <a:spcAft>
                <a:spcPts val="1728"/>
              </a:spcAft>
              <a:buChar char="•"/>
            </a:lvl2pPr>
            <a:lvl3pPr marL="1206877" indent="-329148">
              <a:lnSpc>
                <a:spcPct val="110000"/>
              </a:lnSpc>
              <a:spcBef>
                <a:spcPts val="0"/>
              </a:spcBef>
              <a:spcAft>
                <a:spcPts val="1728"/>
              </a:spcAft>
              <a:buChar char="•"/>
            </a:lvl3pPr>
            <a:lvl4pPr marL="1645741" indent="-329148">
              <a:lnSpc>
                <a:spcPct val="110000"/>
              </a:lnSpc>
              <a:spcBef>
                <a:spcPts val="0"/>
              </a:spcBef>
              <a:spcAft>
                <a:spcPts val="1728"/>
              </a:spcAft>
              <a:buChar char="•"/>
            </a:lvl4pPr>
            <a:lvl5pPr marL="2084606" indent="-329148">
              <a:lnSpc>
                <a:spcPct val="110000"/>
              </a:lnSpc>
              <a:spcBef>
                <a:spcPts val="0"/>
              </a:spcBef>
              <a:spcAft>
                <a:spcPts val="1728"/>
              </a:spcAft>
              <a:buChar char="•"/>
            </a:lvl5pPr>
            <a:lvl6pPr marL="2523470" indent="-329148">
              <a:lnSpc>
                <a:spcPct val="110000"/>
              </a:lnSpc>
              <a:spcBef>
                <a:spcPts val="0"/>
              </a:spcBef>
              <a:spcAft>
                <a:spcPts val="1728"/>
              </a:spcAft>
              <a:buChar char="•"/>
            </a:lvl6pPr>
            <a:lvl7pPr marL="2962335" indent="-329148">
              <a:lnSpc>
                <a:spcPct val="110000"/>
              </a:lnSpc>
              <a:spcBef>
                <a:spcPts val="0"/>
              </a:spcBef>
              <a:spcAft>
                <a:spcPts val="1728"/>
              </a:spcAft>
              <a:buChar char="•"/>
            </a:lvl7pPr>
            <a:lvl8pPr marL="3401199" indent="-329148">
              <a:lnSpc>
                <a:spcPct val="110000"/>
              </a:lnSpc>
              <a:spcBef>
                <a:spcPts val="0"/>
              </a:spcBef>
              <a:spcAft>
                <a:spcPts val="1728"/>
              </a:spcAft>
              <a:buChar char="•"/>
            </a:lvl8pPr>
            <a:lvl9pPr marL="3840063" indent="-329148">
              <a:lnSpc>
                <a:spcPct val="110000"/>
              </a:lnSpc>
              <a:spcBef>
                <a:spcPts val="0"/>
              </a:spcBef>
              <a:spcAft>
                <a:spcPts val="1728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C8ACA2D-262E-45CA-8CD3-D6BE19CFA2A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325868" y="2891896"/>
            <a:ext cx="7241262" cy="64778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2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9148" indent="-329148">
              <a:lnSpc>
                <a:spcPct val="110000"/>
              </a:lnSpc>
              <a:spcBef>
                <a:spcPts val="0"/>
              </a:spcBef>
              <a:spcAft>
                <a:spcPts val="1728"/>
              </a:spcAft>
              <a:buChar char="•"/>
            </a:lvl1pPr>
            <a:lvl2pPr marL="768013" indent="-329148">
              <a:lnSpc>
                <a:spcPct val="110000"/>
              </a:lnSpc>
              <a:spcBef>
                <a:spcPts val="0"/>
              </a:spcBef>
              <a:spcAft>
                <a:spcPts val="1728"/>
              </a:spcAft>
              <a:buChar char="•"/>
            </a:lvl2pPr>
            <a:lvl3pPr marL="1206877" indent="-329148">
              <a:lnSpc>
                <a:spcPct val="110000"/>
              </a:lnSpc>
              <a:spcBef>
                <a:spcPts val="0"/>
              </a:spcBef>
              <a:spcAft>
                <a:spcPts val="1728"/>
              </a:spcAft>
              <a:buChar char="•"/>
            </a:lvl3pPr>
            <a:lvl4pPr marL="1645741" indent="-329148">
              <a:lnSpc>
                <a:spcPct val="110000"/>
              </a:lnSpc>
              <a:spcBef>
                <a:spcPts val="0"/>
              </a:spcBef>
              <a:spcAft>
                <a:spcPts val="1728"/>
              </a:spcAft>
              <a:buChar char="•"/>
            </a:lvl4pPr>
            <a:lvl5pPr marL="2084606" indent="-329148">
              <a:lnSpc>
                <a:spcPct val="110000"/>
              </a:lnSpc>
              <a:spcBef>
                <a:spcPts val="0"/>
              </a:spcBef>
              <a:spcAft>
                <a:spcPts val="1728"/>
              </a:spcAft>
              <a:buChar char="•"/>
            </a:lvl5pPr>
            <a:lvl6pPr marL="2523470" indent="-329148">
              <a:lnSpc>
                <a:spcPct val="110000"/>
              </a:lnSpc>
              <a:spcBef>
                <a:spcPts val="0"/>
              </a:spcBef>
              <a:spcAft>
                <a:spcPts val="1728"/>
              </a:spcAft>
              <a:buChar char="•"/>
            </a:lvl6pPr>
            <a:lvl7pPr marL="2962335" indent="-329148">
              <a:lnSpc>
                <a:spcPct val="110000"/>
              </a:lnSpc>
              <a:spcBef>
                <a:spcPts val="0"/>
              </a:spcBef>
              <a:spcAft>
                <a:spcPts val="1728"/>
              </a:spcAft>
              <a:buChar char="•"/>
            </a:lvl7pPr>
            <a:lvl8pPr marL="3401199" indent="-329148">
              <a:lnSpc>
                <a:spcPct val="110000"/>
              </a:lnSpc>
              <a:spcBef>
                <a:spcPts val="0"/>
              </a:spcBef>
              <a:spcAft>
                <a:spcPts val="1728"/>
              </a:spcAft>
              <a:buChar char="•"/>
            </a:lvl8pPr>
            <a:lvl9pPr marL="3840063" indent="-329148">
              <a:lnSpc>
                <a:spcPct val="110000"/>
              </a:lnSpc>
              <a:spcBef>
                <a:spcPts val="0"/>
              </a:spcBef>
              <a:spcAft>
                <a:spcPts val="172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601C15-A89B-4014-8AB5-BC7EEA98DF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7445" y="809731"/>
            <a:ext cx="15579685" cy="1272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75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9C4C503-0E8D-4779-BDA2-2CFA75A68D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87445" y="2891896"/>
            <a:ext cx="7241262" cy="64778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9148" indent="-329148">
              <a:lnSpc>
                <a:spcPct val="110000"/>
              </a:lnSpc>
              <a:spcBef>
                <a:spcPts val="0"/>
              </a:spcBef>
              <a:spcAft>
                <a:spcPts val="1728"/>
              </a:spcAft>
              <a:buChar char="•"/>
            </a:lvl1pPr>
            <a:lvl2pPr marL="768013" indent="-329148">
              <a:lnSpc>
                <a:spcPct val="110000"/>
              </a:lnSpc>
              <a:spcBef>
                <a:spcPts val="0"/>
              </a:spcBef>
              <a:spcAft>
                <a:spcPts val="1728"/>
              </a:spcAft>
              <a:buChar char="•"/>
            </a:lvl2pPr>
            <a:lvl3pPr marL="1206877" indent="-329148">
              <a:lnSpc>
                <a:spcPct val="110000"/>
              </a:lnSpc>
              <a:spcBef>
                <a:spcPts val="0"/>
              </a:spcBef>
              <a:spcAft>
                <a:spcPts val="1728"/>
              </a:spcAft>
              <a:buChar char="•"/>
            </a:lvl3pPr>
            <a:lvl4pPr marL="1645741" indent="-329148">
              <a:lnSpc>
                <a:spcPct val="110000"/>
              </a:lnSpc>
              <a:spcBef>
                <a:spcPts val="0"/>
              </a:spcBef>
              <a:spcAft>
                <a:spcPts val="1728"/>
              </a:spcAft>
              <a:buChar char="•"/>
            </a:lvl4pPr>
            <a:lvl5pPr marL="2084606" indent="-329148">
              <a:lnSpc>
                <a:spcPct val="110000"/>
              </a:lnSpc>
              <a:spcBef>
                <a:spcPts val="0"/>
              </a:spcBef>
              <a:spcAft>
                <a:spcPts val="1728"/>
              </a:spcAft>
              <a:buChar char="•"/>
            </a:lvl5pPr>
            <a:lvl6pPr marL="2523470" indent="-329148">
              <a:lnSpc>
                <a:spcPct val="110000"/>
              </a:lnSpc>
              <a:spcBef>
                <a:spcPts val="0"/>
              </a:spcBef>
              <a:spcAft>
                <a:spcPts val="1728"/>
              </a:spcAft>
              <a:buChar char="•"/>
            </a:lvl6pPr>
            <a:lvl7pPr marL="2962335" indent="-329148">
              <a:lnSpc>
                <a:spcPct val="110000"/>
              </a:lnSpc>
              <a:spcBef>
                <a:spcPts val="0"/>
              </a:spcBef>
              <a:spcAft>
                <a:spcPts val="1728"/>
              </a:spcAft>
              <a:buChar char="•"/>
            </a:lvl7pPr>
            <a:lvl8pPr marL="3401199" indent="-329148">
              <a:lnSpc>
                <a:spcPct val="110000"/>
              </a:lnSpc>
              <a:spcBef>
                <a:spcPts val="0"/>
              </a:spcBef>
              <a:spcAft>
                <a:spcPts val="1728"/>
              </a:spcAft>
              <a:buChar char="•"/>
            </a:lvl8pPr>
            <a:lvl9pPr marL="3840063" indent="-329148">
              <a:lnSpc>
                <a:spcPct val="110000"/>
              </a:lnSpc>
              <a:spcBef>
                <a:spcPts val="0"/>
              </a:spcBef>
              <a:spcAft>
                <a:spcPts val="172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5f73293cb44d5a" /><Relationship Type="http://schemas.openxmlformats.org/officeDocument/2006/relationships/slideLayout" Target="/ppt/slideLayouts/slideLayout1.xml" Id="R3bf9ee24cefb48c1" /><Relationship Type="http://schemas.openxmlformats.org/officeDocument/2006/relationships/slideLayout" Target="/ppt/slideLayouts/slideLayout2.xml" Id="R00a3fc5be9fd40d6" /><Relationship Type="http://schemas.openxmlformats.org/officeDocument/2006/relationships/slideLayout" Target="/ppt/slideLayouts/slideLayout3.xml" Id="R61365ad7e388456c" /><Relationship Type="http://schemas.openxmlformats.org/officeDocument/2006/relationships/slideLayout" Target="/ppt/slideLayouts/slideLayout4.xml" Id="Rc6efde2996214a50" /><Relationship Type="http://schemas.openxmlformats.org/officeDocument/2006/relationships/slideLayout" Target="/ppt/slideLayouts/slideLayout5.xml" Id="R67cb22b0a0884379" /><Relationship Type="http://schemas.openxmlformats.org/officeDocument/2006/relationships/slideLayout" Target="/ppt/slideLayouts/slideLayout6.xml" Id="R8f3c0514f54f4d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f9ee24cefb48c1"/>
    <p:sldLayoutId xmlns:r="http://schemas.openxmlformats.org/officeDocument/2006/relationships" id="2147483650" r:id="R00a3fc5be9fd40d6"/>
    <p:sldLayoutId xmlns:r="http://schemas.openxmlformats.org/officeDocument/2006/relationships" id="2147483651" r:id="R61365ad7e388456c"/>
    <p:sldLayoutId xmlns:r="http://schemas.openxmlformats.org/officeDocument/2006/relationships" id="2147483652" r:id="Rc6efde2996214a50"/>
    <p:sldLayoutId xmlns:r="http://schemas.openxmlformats.org/officeDocument/2006/relationships" id="2147483653" r:id="R67cb22b0a0884379"/>
    <p:sldLayoutId xmlns:r="http://schemas.openxmlformats.org/officeDocument/2006/relationships" id="2147483654" r:id="R8f3c0514f54f4d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7150fa543f4dd8" /><Relationship Type="http://schemas.openxmlformats.org/officeDocument/2006/relationships/image" Target="/ppt/media/image.png" Id="R607c62428cd24fed" /><Relationship Type="http://schemas.openxmlformats.org/officeDocument/2006/relationships/image" Target="/ppt/media/image2.png" Id="R4ade4843e7034c08" /><Relationship Type="http://schemas.openxmlformats.org/officeDocument/2006/relationships/image" Target="/ppt/media/image3.png" Id="Re63a7bb857c84652" /><Relationship Type="http://schemas.openxmlformats.org/officeDocument/2006/relationships/image" Target="/ppt/media/image4.png" Id="R806a4e22e18a4e67" /><Relationship Type="http://schemas.openxmlformats.org/officeDocument/2006/relationships/image" Target="/ppt/media/image5.png" Id="R1992c58bd58c4622" /><Relationship Type="http://schemas.openxmlformats.org/officeDocument/2006/relationships/image" Target="/ppt/media/image6.png" Id="R7302fb5dd1594eb4" /><Relationship Type="http://schemas.openxmlformats.org/officeDocument/2006/relationships/notesSlide" Target="/ppt/notesSlides/notesSlide1.xml" Id="R843a853754bd4f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path-1">
            <a:extLst xmlns:a="http://schemas.openxmlformats.org/drawingml/2006/main">
              <a:ext uri="{FF2B5EF4-FFF2-40B4-BE49-F238E27FC236}">
                <a16:creationId xmlns:a16="http://schemas.microsoft.com/office/drawing/2014/main" id="{9250E819-9897-48F1-B000-4478D676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78" y="191908"/>
            <a:ext cx="17292494" cy="10137600"/>
          </a:xfrm>
          <a:custGeom xmlns:a="http://schemas.openxmlformats.org/drawingml/2006/main">
            <a:pathLst>
              <a:path w="17292494" h="10137600">
                <a:moveTo>
                  <a:pt x="17292494" y="0"/>
                </a:moveTo>
                <a:lnTo>
                  <a:pt x="0" y="0"/>
                </a:lnTo>
                <a:lnTo>
                  <a:pt x="0" y="10137600"/>
                </a:lnTo>
                <a:lnTo>
                  <a:pt x="17292494" y="10137600"/>
                </a:lnTo>
                <a:lnTo>
                  <a:pt x="17292494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427DC209-74FF-470A-BDB9-0FFA67CF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78" y="191908"/>
            <a:ext cx="17292494" cy="10137600"/>
          </a:xfrm>
          <a:custGeom xmlns:a="http://schemas.openxmlformats.org/drawingml/2006/main">
            <a:pathLst>
              <a:path w="17292494" h="10137600">
                <a:moveTo>
                  <a:pt x="17292494" y="0"/>
                </a:moveTo>
                <a:lnTo>
                  <a:pt x="0" y="0"/>
                </a:lnTo>
                <a:lnTo>
                  <a:pt x="0" y="10137600"/>
                </a:lnTo>
                <a:lnTo>
                  <a:pt x="17292494" y="10137600"/>
                </a:lnTo>
                <a:lnTo>
                  <a:pt x="17292494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5F633A00-582D-4CE4-9196-5F780673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333" y="473350"/>
            <a:ext cx="6711346" cy="3709583"/>
          </a:xfrm>
          <a:custGeom xmlns:a="http://schemas.openxmlformats.org/drawingml/2006/main">
            <a:pathLst>
              <a:path w="6711346" h="3709583">
                <a:moveTo>
                  <a:pt x="0" y="0"/>
                </a:moveTo>
                <a:lnTo>
                  <a:pt x="0" y="3709583"/>
                </a:lnTo>
                <a:lnTo>
                  <a:pt x="6711346" y="3709583"/>
                </a:lnTo>
                <a:lnTo>
                  <a:pt x="671134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86D6CBD7-B61F-422E-A2A1-F24D3CA8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254" y="938887"/>
            <a:ext cx="6117535" cy="2537888"/>
          </a:xfrm>
          <a:custGeom xmlns:a="http://schemas.openxmlformats.org/drawingml/2006/main">
            <a:pathLst>
              <a:path w="6117535" h="2537888">
                <a:moveTo>
                  <a:pt x="0" y="0"/>
                </a:moveTo>
                <a:lnTo>
                  <a:pt x="6117535" y="0"/>
                </a:lnTo>
                <a:lnTo>
                  <a:pt x="6117535" y="2537888"/>
                </a:lnTo>
                <a:lnTo>
                  <a:pt x="0" y="253788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4CBBCC29-DC1C-46A6-B7BC-6A5C79AB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8050" y="3476773"/>
            <a:ext cx="191" cy="41420"/>
          </a:xfrm>
          <a:custGeom xmlns:a="http://schemas.openxmlformats.org/drawingml/2006/main">
            <a:pathLst>
              <a:path w="191" h="41420">
                <a:moveTo>
                  <a:pt x="0" y="0"/>
                </a:moveTo>
                <a:lnTo>
                  <a:pt x="0" y="4142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8285">
            <a:solidFill>
              <a:srgbClr val="000000"/>
            </a:solidFill>
            <a:prstDash val="solid"/>
          </a:ln>
        </p:spPr>
      </p:sp>
      <p:sp>
        <p:nvSpPr>
          <p:cNvPr id="6" name="path-6">
            <a:extLst xmlns:a="http://schemas.openxmlformats.org/drawingml/2006/main">
              <a:ext uri="{FF2B5EF4-FFF2-40B4-BE49-F238E27FC236}">
                <a16:creationId xmlns:a16="http://schemas.microsoft.com/office/drawing/2014/main" id="{56A59EF0-7232-48EA-A3FD-DB1240CD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034" y="3599887"/>
            <a:ext cx="116888" cy="153854"/>
          </a:xfrm>
          <a:custGeom xmlns:a="http://schemas.openxmlformats.org/drawingml/2006/main">
            <a:pathLst>
              <a:path w="116888" h="153854">
                <a:moveTo>
                  <a:pt x="116888" y="37382"/>
                </a:moveTo>
                <a:cubicBezTo>
                  <a:pt x="103900" y="26755"/>
                  <a:pt x="90321" y="21247"/>
                  <a:pt x="75760" y="21247"/>
                </a:cubicBezTo>
                <a:cubicBezTo>
                  <a:pt x="61197" y="21247"/>
                  <a:pt x="48604" y="26755"/>
                  <a:pt x="38175" y="37578"/>
                </a:cubicBezTo>
                <a:cubicBezTo>
                  <a:pt x="27547" y="48593"/>
                  <a:pt x="22432" y="61778"/>
                  <a:pt x="22432" y="77515"/>
                </a:cubicBezTo>
                <a:cubicBezTo>
                  <a:pt x="22432" y="93255"/>
                  <a:pt x="27547" y="106437"/>
                  <a:pt x="38175" y="117062"/>
                </a:cubicBezTo>
                <a:cubicBezTo>
                  <a:pt x="48800" y="127689"/>
                  <a:pt x="61591" y="132998"/>
                  <a:pt x="76941" y="132998"/>
                </a:cubicBezTo>
                <a:cubicBezTo>
                  <a:pt x="84812" y="132998"/>
                  <a:pt x="91502" y="131819"/>
                  <a:pt x="97012" y="129260"/>
                </a:cubicBezTo>
                <a:cubicBezTo>
                  <a:pt x="102916" y="126899"/>
                  <a:pt x="109410" y="122375"/>
                  <a:pt x="116888" y="116077"/>
                </a:cubicBezTo>
                <a:lnTo>
                  <a:pt x="116888" y="143031"/>
                </a:lnTo>
                <a:cubicBezTo>
                  <a:pt x="104095" y="150310"/>
                  <a:pt x="90717" y="153854"/>
                  <a:pt x="76548" y="153854"/>
                </a:cubicBezTo>
                <a:cubicBezTo>
                  <a:pt x="55295" y="153854"/>
                  <a:pt x="37387" y="146575"/>
                  <a:pt x="22432" y="131819"/>
                </a:cubicBezTo>
                <a:cubicBezTo>
                  <a:pt x="7476" y="116865"/>
                  <a:pt x="0" y="99552"/>
                  <a:pt x="0" y="79483"/>
                </a:cubicBezTo>
                <a:cubicBezTo>
                  <a:pt x="0" y="59417"/>
                  <a:pt x="6099" y="42102"/>
                  <a:pt x="18693" y="27346"/>
                </a:cubicBezTo>
                <a:cubicBezTo>
                  <a:pt x="34043" y="9245"/>
                  <a:pt x="53917" y="0"/>
                  <a:pt x="78319" y="0"/>
                </a:cubicBezTo>
                <a:cubicBezTo>
                  <a:pt x="91701" y="0"/>
                  <a:pt x="104490" y="3736"/>
                  <a:pt x="116888" y="11017"/>
                </a:cubicBezTo>
                <a:lnTo>
                  <a:pt x="116888" y="3738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th-7">
            <a:extLst xmlns:a="http://schemas.openxmlformats.org/drawingml/2006/main">
              <a:ext uri="{FF2B5EF4-FFF2-40B4-BE49-F238E27FC236}">
                <a16:creationId xmlns:a16="http://schemas.microsoft.com/office/drawing/2014/main" id="{60129580-3D2A-47CB-B27C-3589E023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0125" y="3588867"/>
            <a:ext cx="21646" cy="162314"/>
          </a:xfrm>
          <a:custGeom xmlns:a="http://schemas.openxmlformats.org/drawingml/2006/main">
            <a:pathLst>
              <a:path w="21646" h="162314">
                <a:moveTo>
                  <a:pt x="0" y="0"/>
                </a:moveTo>
                <a:lnTo>
                  <a:pt x="21646" y="0"/>
                </a:lnTo>
                <a:lnTo>
                  <a:pt x="21646" y="162314"/>
                </a:lnTo>
                <a:lnTo>
                  <a:pt x="0" y="1623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-8">
            <a:extLst xmlns:a="http://schemas.openxmlformats.org/drawingml/2006/main">
              <a:ext uri="{FF2B5EF4-FFF2-40B4-BE49-F238E27FC236}">
                <a16:creationId xmlns:a16="http://schemas.microsoft.com/office/drawing/2014/main" id="{1150F449-BF0B-4DA9-804F-AC2A542B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4794" y="3654975"/>
            <a:ext cx="95045" cy="98767"/>
          </a:xfrm>
          <a:custGeom xmlns:a="http://schemas.openxmlformats.org/drawingml/2006/main">
            <a:pathLst>
              <a:path w="95045" h="98767">
                <a:moveTo>
                  <a:pt x="29517" y="27940"/>
                </a:moveTo>
                <a:cubicBezTo>
                  <a:pt x="24401" y="33644"/>
                  <a:pt x="22041" y="40923"/>
                  <a:pt x="22041" y="49577"/>
                </a:cubicBezTo>
                <a:cubicBezTo>
                  <a:pt x="22041" y="58236"/>
                  <a:pt x="24401" y="65518"/>
                  <a:pt x="29321" y="71026"/>
                </a:cubicBezTo>
                <a:cubicBezTo>
                  <a:pt x="34044" y="76732"/>
                  <a:pt x="40342" y="79680"/>
                  <a:pt x="48213" y="79680"/>
                </a:cubicBezTo>
                <a:cubicBezTo>
                  <a:pt x="56084" y="79680"/>
                  <a:pt x="62379" y="76928"/>
                  <a:pt x="67299" y="71220"/>
                </a:cubicBezTo>
                <a:cubicBezTo>
                  <a:pt x="72217" y="65712"/>
                  <a:pt x="74777" y="58433"/>
                  <a:pt x="74777" y="49577"/>
                </a:cubicBezTo>
                <a:cubicBezTo>
                  <a:pt x="74777" y="40923"/>
                  <a:pt x="72217" y="33644"/>
                  <a:pt x="67299" y="27940"/>
                </a:cubicBezTo>
                <a:cubicBezTo>
                  <a:pt x="62379" y="22428"/>
                  <a:pt x="56084" y="19478"/>
                  <a:pt x="48409" y="19478"/>
                </a:cubicBezTo>
                <a:cubicBezTo>
                  <a:pt x="40538" y="19478"/>
                  <a:pt x="34240" y="22428"/>
                  <a:pt x="29517" y="27940"/>
                </a:cubicBezTo>
                <a:moveTo>
                  <a:pt x="73400" y="2557"/>
                </a:moveTo>
                <a:lnTo>
                  <a:pt x="95045" y="2557"/>
                </a:lnTo>
                <a:lnTo>
                  <a:pt x="95045" y="96207"/>
                </a:lnTo>
                <a:lnTo>
                  <a:pt x="73400" y="96207"/>
                </a:lnTo>
                <a:lnTo>
                  <a:pt x="73400" y="86370"/>
                </a:lnTo>
                <a:cubicBezTo>
                  <a:pt x="64347" y="94636"/>
                  <a:pt x="54903" y="98767"/>
                  <a:pt x="44670" y="98767"/>
                </a:cubicBezTo>
                <a:cubicBezTo>
                  <a:pt x="31684" y="98767"/>
                  <a:pt x="20858" y="94239"/>
                  <a:pt x="12594" y="84795"/>
                </a:cubicBezTo>
                <a:cubicBezTo>
                  <a:pt x="4132" y="75353"/>
                  <a:pt x="0" y="63550"/>
                  <a:pt x="0" y="49383"/>
                </a:cubicBezTo>
                <a:cubicBezTo>
                  <a:pt x="0" y="35217"/>
                  <a:pt x="4132" y="23608"/>
                  <a:pt x="12594" y="14164"/>
                </a:cubicBezTo>
                <a:cubicBezTo>
                  <a:pt x="20858" y="4722"/>
                  <a:pt x="30895" y="0"/>
                  <a:pt x="42703" y="0"/>
                </a:cubicBezTo>
                <a:cubicBezTo>
                  <a:pt x="54508" y="0"/>
                  <a:pt x="64741" y="4526"/>
                  <a:pt x="73400" y="13575"/>
                </a:cubicBezTo>
                <a:lnTo>
                  <a:pt x="73400" y="255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-9">
            <a:extLst xmlns:a="http://schemas.openxmlformats.org/drawingml/2006/main">
              <a:ext uri="{FF2B5EF4-FFF2-40B4-BE49-F238E27FC236}">
                <a16:creationId xmlns:a16="http://schemas.microsoft.com/office/drawing/2014/main" id="{53175A52-BD32-4A04-956E-22EF2C27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7191" y="3657532"/>
            <a:ext cx="80091" cy="96210"/>
          </a:xfrm>
          <a:custGeom xmlns:a="http://schemas.openxmlformats.org/drawingml/2006/main">
            <a:pathLst>
              <a:path w="80091" h="96210">
                <a:moveTo>
                  <a:pt x="21648" y="0"/>
                </a:moveTo>
                <a:lnTo>
                  <a:pt x="21648" y="53710"/>
                </a:lnTo>
                <a:cubicBezTo>
                  <a:pt x="21648" y="69453"/>
                  <a:pt x="27747" y="77122"/>
                  <a:pt x="39948" y="77122"/>
                </a:cubicBezTo>
                <a:cubicBezTo>
                  <a:pt x="52147" y="77122"/>
                  <a:pt x="58446" y="69453"/>
                  <a:pt x="58446" y="53710"/>
                </a:cubicBezTo>
                <a:lnTo>
                  <a:pt x="58446" y="0"/>
                </a:lnTo>
                <a:lnTo>
                  <a:pt x="80091" y="0"/>
                </a:lnTo>
                <a:lnTo>
                  <a:pt x="80091" y="54302"/>
                </a:lnTo>
                <a:cubicBezTo>
                  <a:pt x="80091" y="61778"/>
                  <a:pt x="79106" y="68270"/>
                  <a:pt x="77336" y="73387"/>
                </a:cubicBezTo>
                <a:cubicBezTo>
                  <a:pt x="75367" y="78502"/>
                  <a:pt x="72220" y="83027"/>
                  <a:pt x="67893" y="86765"/>
                </a:cubicBezTo>
                <a:cubicBezTo>
                  <a:pt x="60413" y="93061"/>
                  <a:pt x="51163" y="96210"/>
                  <a:pt x="39948" y="96210"/>
                </a:cubicBezTo>
                <a:cubicBezTo>
                  <a:pt x="28731" y="96210"/>
                  <a:pt x="19484" y="93061"/>
                  <a:pt x="12202" y="86765"/>
                </a:cubicBezTo>
                <a:cubicBezTo>
                  <a:pt x="7675" y="83027"/>
                  <a:pt x="4527" y="78894"/>
                  <a:pt x="2756" y="74175"/>
                </a:cubicBezTo>
                <a:cubicBezTo>
                  <a:pt x="788" y="69453"/>
                  <a:pt x="0" y="62961"/>
                  <a:pt x="0" y="54302"/>
                </a:cubicBezTo>
                <a:lnTo>
                  <a:pt x="0" y="0"/>
                </a:lnTo>
                <a:lnTo>
                  <a:pt x="21648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th-10">
            <a:extLst xmlns:a="http://schemas.openxmlformats.org/drawingml/2006/main">
              <a:ext uri="{FF2B5EF4-FFF2-40B4-BE49-F238E27FC236}">
                <a16:creationId xmlns:a16="http://schemas.microsoft.com/office/drawing/2014/main" id="{74E9CC22-3042-45A5-8233-98415D10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0109" y="3588870"/>
            <a:ext cx="95045" cy="164872"/>
          </a:xfrm>
          <a:custGeom xmlns:a="http://schemas.openxmlformats.org/drawingml/2006/main">
            <a:pathLst>
              <a:path w="95045" h="164872">
                <a:moveTo>
                  <a:pt x="29516" y="94045"/>
                </a:moveTo>
                <a:cubicBezTo>
                  <a:pt x="24401" y="99749"/>
                  <a:pt x="22040" y="107028"/>
                  <a:pt x="22040" y="115682"/>
                </a:cubicBezTo>
                <a:cubicBezTo>
                  <a:pt x="22040" y="124341"/>
                  <a:pt x="24401" y="131623"/>
                  <a:pt x="29319" y="137131"/>
                </a:cubicBezTo>
                <a:cubicBezTo>
                  <a:pt x="34043" y="142837"/>
                  <a:pt x="40340" y="145785"/>
                  <a:pt x="48211" y="145785"/>
                </a:cubicBezTo>
                <a:cubicBezTo>
                  <a:pt x="56082" y="145785"/>
                  <a:pt x="62378" y="143033"/>
                  <a:pt x="67297" y="137324"/>
                </a:cubicBezTo>
                <a:cubicBezTo>
                  <a:pt x="72217" y="131817"/>
                  <a:pt x="74776" y="124537"/>
                  <a:pt x="74776" y="115682"/>
                </a:cubicBezTo>
                <a:cubicBezTo>
                  <a:pt x="74776" y="107028"/>
                  <a:pt x="72217" y="99749"/>
                  <a:pt x="67297" y="94045"/>
                </a:cubicBezTo>
                <a:cubicBezTo>
                  <a:pt x="62378" y="88532"/>
                  <a:pt x="56082" y="85582"/>
                  <a:pt x="48408" y="85582"/>
                </a:cubicBezTo>
                <a:cubicBezTo>
                  <a:pt x="40537" y="85582"/>
                  <a:pt x="34239" y="88532"/>
                  <a:pt x="29516" y="94045"/>
                </a:cubicBezTo>
                <a:moveTo>
                  <a:pt x="73400" y="0"/>
                </a:moveTo>
                <a:lnTo>
                  <a:pt x="95045" y="0"/>
                </a:lnTo>
                <a:lnTo>
                  <a:pt x="95045" y="162312"/>
                </a:lnTo>
                <a:lnTo>
                  <a:pt x="73400" y="162312"/>
                </a:lnTo>
                <a:lnTo>
                  <a:pt x="73400" y="152475"/>
                </a:lnTo>
                <a:cubicBezTo>
                  <a:pt x="64741" y="160741"/>
                  <a:pt x="54703" y="164872"/>
                  <a:pt x="42897" y="164872"/>
                </a:cubicBezTo>
                <a:cubicBezTo>
                  <a:pt x="31091" y="164872"/>
                  <a:pt x="20857" y="160344"/>
                  <a:pt x="12594" y="150899"/>
                </a:cubicBezTo>
                <a:cubicBezTo>
                  <a:pt x="4132" y="141458"/>
                  <a:pt x="0" y="129655"/>
                  <a:pt x="0" y="115488"/>
                </a:cubicBezTo>
                <a:cubicBezTo>
                  <a:pt x="0" y="101322"/>
                  <a:pt x="4132" y="89713"/>
                  <a:pt x="12398" y="80269"/>
                </a:cubicBezTo>
                <a:cubicBezTo>
                  <a:pt x="20662" y="71023"/>
                  <a:pt x="30895" y="66301"/>
                  <a:pt x="42700" y="66105"/>
                </a:cubicBezTo>
                <a:cubicBezTo>
                  <a:pt x="54508" y="66105"/>
                  <a:pt x="64741" y="70631"/>
                  <a:pt x="73400" y="79680"/>
                </a:cubicBezTo>
                <a:lnTo>
                  <a:pt x="7340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th-11">
            <a:extLst xmlns:a="http://schemas.openxmlformats.org/drawingml/2006/main">
              <a:ext uri="{FF2B5EF4-FFF2-40B4-BE49-F238E27FC236}">
                <a16:creationId xmlns:a16="http://schemas.microsoft.com/office/drawing/2014/main" id="{981FD646-4408-464A-9090-D789504E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178" y="3654975"/>
            <a:ext cx="90518" cy="98767"/>
          </a:xfrm>
          <a:custGeom xmlns:a="http://schemas.openxmlformats.org/drawingml/2006/main">
            <a:pathLst>
              <a:path w="90518" h="98767">
                <a:moveTo>
                  <a:pt x="45652" y="19478"/>
                </a:moveTo>
                <a:cubicBezTo>
                  <a:pt x="37389" y="19478"/>
                  <a:pt x="31286" y="23019"/>
                  <a:pt x="27156" y="29707"/>
                </a:cubicBezTo>
                <a:cubicBezTo>
                  <a:pt x="25580" y="31872"/>
                  <a:pt x="24596" y="34233"/>
                  <a:pt x="24007" y="36793"/>
                </a:cubicBezTo>
                <a:lnTo>
                  <a:pt x="67496" y="36793"/>
                </a:lnTo>
                <a:cubicBezTo>
                  <a:pt x="64345" y="25380"/>
                  <a:pt x="57065" y="19478"/>
                  <a:pt x="45652" y="19478"/>
                </a:cubicBezTo>
                <a:moveTo>
                  <a:pt x="45849" y="79680"/>
                </a:moveTo>
                <a:cubicBezTo>
                  <a:pt x="51951" y="79680"/>
                  <a:pt x="56870" y="78502"/>
                  <a:pt x="60409" y="75748"/>
                </a:cubicBezTo>
                <a:cubicBezTo>
                  <a:pt x="63757" y="73188"/>
                  <a:pt x="67693" y="68468"/>
                  <a:pt x="72218" y="61581"/>
                </a:cubicBezTo>
                <a:lnTo>
                  <a:pt x="90518" y="71617"/>
                </a:lnTo>
                <a:cubicBezTo>
                  <a:pt x="82254" y="85781"/>
                  <a:pt x="72020" y="94438"/>
                  <a:pt x="59822" y="97191"/>
                </a:cubicBezTo>
                <a:cubicBezTo>
                  <a:pt x="55491" y="98176"/>
                  <a:pt x="50966" y="98767"/>
                  <a:pt x="46243" y="98767"/>
                </a:cubicBezTo>
                <a:cubicBezTo>
                  <a:pt x="32271" y="98767"/>
                  <a:pt x="21056" y="94438"/>
                  <a:pt x="12593" y="85388"/>
                </a:cubicBezTo>
                <a:cubicBezTo>
                  <a:pt x="4132" y="76533"/>
                  <a:pt x="0" y="64534"/>
                  <a:pt x="0" y="49577"/>
                </a:cubicBezTo>
                <a:cubicBezTo>
                  <a:pt x="0" y="34824"/>
                  <a:pt x="3936" y="22823"/>
                  <a:pt x="12199" y="13575"/>
                </a:cubicBezTo>
                <a:cubicBezTo>
                  <a:pt x="20464" y="4526"/>
                  <a:pt x="31483" y="0"/>
                  <a:pt x="45259" y="0"/>
                </a:cubicBezTo>
                <a:cubicBezTo>
                  <a:pt x="59034" y="196"/>
                  <a:pt x="69856" y="4722"/>
                  <a:pt x="77727" y="13381"/>
                </a:cubicBezTo>
                <a:cubicBezTo>
                  <a:pt x="85598" y="22035"/>
                  <a:pt x="89732" y="34034"/>
                  <a:pt x="89732" y="49383"/>
                </a:cubicBezTo>
                <a:lnTo>
                  <a:pt x="89534" y="54498"/>
                </a:lnTo>
                <a:lnTo>
                  <a:pt x="22629" y="54498"/>
                </a:lnTo>
                <a:cubicBezTo>
                  <a:pt x="23024" y="62369"/>
                  <a:pt x="25580" y="68468"/>
                  <a:pt x="29911" y="72795"/>
                </a:cubicBezTo>
                <a:cubicBezTo>
                  <a:pt x="34238" y="77321"/>
                  <a:pt x="39553" y="79680"/>
                  <a:pt x="45849" y="7968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th-12">
            <a:extLst xmlns:a="http://schemas.openxmlformats.org/drawingml/2006/main">
              <a:ext uri="{FF2B5EF4-FFF2-40B4-BE49-F238E27FC236}">
                <a16:creationId xmlns:a16="http://schemas.microsoft.com/office/drawing/2014/main" id="{80AD4D1B-EB10-4FE2-9915-21989EB7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788" y="3858828"/>
            <a:ext cx="155063" cy="153658"/>
          </a:xfrm>
          <a:custGeom xmlns:a="http://schemas.openxmlformats.org/drawingml/2006/main">
            <a:pathLst>
              <a:path w="155063" h="153658">
                <a:moveTo>
                  <a:pt x="22432" y="77122"/>
                </a:moveTo>
                <a:cubicBezTo>
                  <a:pt x="22432" y="93257"/>
                  <a:pt x="27942" y="106439"/>
                  <a:pt x="38961" y="117064"/>
                </a:cubicBezTo>
                <a:cubicBezTo>
                  <a:pt x="49982" y="127689"/>
                  <a:pt x="62969" y="132804"/>
                  <a:pt x="77926" y="132804"/>
                </a:cubicBezTo>
                <a:cubicBezTo>
                  <a:pt x="92880" y="132804"/>
                  <a:pt x="105670" y="127490"/>
                  <a:pt x="116297" y="116671"/>
                </a:cubicBezTo>
                <a:cubicBezTo>
                  <a:pt x="126923" y="105848"/>
                  <a:pt x="132433" y="92469"/>
                  <a:pt x="132433" y="76730"/>
                </a:cubicBezTo>
                <a:cubicBezTo>
                  <a:pt x="132433" y="60992"/>
                  <a:pt x="127119" y="47810"/>
                  <a:pt x="116692" y="37185"/>
                </a:cubicBezTo>
                <a:cubicBezTo>
                  <a:pt x="106066" y="26561"/>
                  <a:pt x="92880" y="21051"/>
                  <a:pt x="77531" y="21051"/>
                </a:cubicBezTo>
                <a:cubicBezTo>
                  <a:pt x="61985" y="21051"/>
                  <a:pt x="48999" y="26364"/>
                  <a:pt x="38570" y="36989"/>
                </a:cubicBezTo>
                <a:cubicBezTo>
                  <a:pt x="27746" y="47810"/>
                  <a:pt x="22432" y="61189"/>
                  <a:pt x="22432" y="77122"/>
                </a:cubicBezTo>
                <a:moveTo>
                  <a:pt x="0" y="76337"/>
                </a:moveTo>
                <a:cubicBezTo>
                  <a:pt x="0" y="55482"/>
                  <a:pt x="7478" y="37382"/>
                  <a:pt x="22826" y="22430"/>
                </a:cubicBezTo>
                <a:cubicBezTo>
                  <a:pt x="37977" y="7476"/>
                  <a:pt x="56279" y="0"/>
                  <a:pt x="77531" y="0"/>
                </a:cubicBezTo>
                <a:cubicBezTo>
                  <a:pt x="98783" y="0"/>
                  <a:pt x="117085" y="7675"/>
                  <a:pt x="132236" y="22626"/>
                </a:cubicBezTo>
                <a:cubicBezTo>
                  <a:pt x="147387" y="37777"/>
                  <a:pt x="155063" y="56072"/>
                  <a:pt x="155063" y="77321"/>
                </a:cubicBezTo>
                <a:cubicBezTo>
                  <a:pt x="155063" y="98571"/>
                  <a:pt x="147387" y="116671"/>
                  <a:pt x="132039" y="131427"/>
                </a:cubicBezTo>
                <a:cubicBezTo>
                  <a:pt x="116692" y="146378"/>
                  <a:pt x="98390" y="153658"/>
                  <a:pt x="76743" y="153658"/>
                </a:cubicBezTo>
                <a:cubicBezTo>
                  <a:pt x="57459" y="153658"/>
                  <a:pt x="40340" y="147166"/>
                  <a:pt x="25187" y="133984"/>
                </a:cubicBezTo>
                <a:cubicBezTo>
                  <a:pt x="8262" y="119423"/>
                  <a:pt x="0" y="100146"/>
                  <a:pt x="0" y="7633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th-13">
            <a:extLst xmlns:a="http://schemas.openxmlformats.org/drawingml/2006/main">
              <a:ext uri="{FF2B5EF4-FFF2-40B4-BE49-F238E27FC236}">
                <a16:creationId xmlns:a16="http://schemas.microsoft.com/office/drawing/2014/main" id="{1771B519-E2BE-4EB1-A368-2F4E18D7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858" y="3913722"/>
            <a:ext cx="95244" cy="146968"/>
          </a:xfrm>
          <a:custGeom xmlns:a="http://schemas.openxmlformats.org/drawingml/2006/main">
            <a:pathLst>
              <a:path w="95244" h="146968">
                <a:moveTo>
                  <a:pt x="27746" y="27741"/>
                </a:moveTo>
                <a:cubicBezTo>
                  <a:pt x="22828" y="33249"/>
                  <a:pt x="20465" y="40528"/>
                  <a:pt x="20465" y="49383"/>
                </a:cubicBezTo>
                <a:cubicBezTo>
                  <a:pt x="20465" y="58234"/>
                  <a:pt x="22828" y="65513"/>
                  <a:pt x="27746" y="71220"/>
                </a:cubicBezTo>
                <a:cubicBezTo>
                  <a:pt x="32471" y="76926"/>
                  <a:pt x="38962" y="79680"/>
                  <a:pt x="46836" y="79680"/>
                </a:cubicBezTo>
                <a:cubicBezTo>
                  <a:pt x="54312" y="79680"/>
                  <a:pt x="60609" y="76926"/>
                  <a:pt x="65529" y="71220"/>
                </a:cubicBezTo>
                <a:cubicBezTo>
                  <a:pt x="70449" y="65712"/>
                  <a:pt x="73007" y="58430"/>
                  <a:pt x="73007" y="49580"/>
                </a:cubicBezTo>
                <a:cubicBezTo>
                  <a:pt x="73007" y="40921"/>
                  <a:pt x="70449" y="33641"/>
                  <a:pt x="65724" y="27938"/>
                </a:cubicBezTo>
                <a:cubicBezTo>
                  <a:pt x="60806" y="22428"/>
                  <a:pt x="54508" y="19478"/>
                  <a:pt x="46836" y="19478"/>
                </a:cubicBezTo>
                <a:cubicBezTo>
                  <a:pt x="38962" y="19478"/>
                  <a:pt x="32667" y="22229"/>
                  <a:pt x="27746" y="27741"/>
                </a:cubicBezTo>
                <a:moveTo>
                  <a:pt x="21645" y="146968"/>
                </a:moveTo>
                <a:lnTo>
                  <a:pt x="0" y="146968"/>
                </a:lnTo>
                <a:lnTo>
                  <a:pt x="0" y="2555"/>
                </a:lnTo>
                <a:lnTo>
                  <a:pt x="21645" y="2555"/>
                </a:lnTo>
                <a:lnTo>
                  <a:pt x="21645" y="12787"/>
                </a:lnTo>
                <a:cubicBezTo>
                  <a:pt x="30107" y="4327"/>
                  <a:pt x="40340" y="0"/>
                  <a:pt x="52147" y="0"/>
                </a:cubicBezTo>
                <a:cubicBezTo>
                  <a:pt x="63953" y="0"/>
                  <a:pt x="74187" y="4722"/>
                  <a:pt x="82650" y="14166"/>
                </a:cubicBezTo>
                <a:cubicBezTo>
                  <a:pt x="90913" y="23608"/>
                  <a:pt x="95244" y="35610"/>
                  <a:pt x="95244" y="49776"/>
                </a:cubicBezTo>
                <a:cubicBezTo>
                  <a:pt x="95244" y="63943"/>
                  <a:pt x="90913" y="75745"/>
                  <a:pt x="82650" y="84797"/>
                </a:cubicBezTo>
                <a:cubicBezTo>
                  <a:pt x="74383" y="94239"/>
                  <a:pt x="64150" y="98765"/>
                  <a:pt x="52343" y="98765"/>
                </a:cubicBezTo>
                <a:cubicBezTo>
                  <a:pt x="40537" y="98765"/>
                  <a:pt x="30304" y="94438"/>
                  <a:pt x="21645" y="85781"/>
                </a:cubicBezTo>
                <a:lnTo>
                  <a:pt x="21645" y="14696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th-14">
            <a:extLst xmlns:a="http://schemas.openxmlformats.org/drawingml/2006/main">
              <a:ext uri="{FF2B5EF4-FFF2-40B4-BE49-F238E27FC236}">
                <a16:creationId xmlns:a16="http://schemas.microsoft.com/office/drawing/2014/main" id="{B14B8CAF-A983-44CC-B8FB-889B1A5E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2927" y="3916277"/>
            <a:ext cx="80091" cy="96210"/>
          </a:xfrm>
          <a:custGeom xmlns:a="http://schemas.openxmlformats.org/drawingml/2006/main">
            <a:pathLst>
              <a:path w="80091" h="96210">
                <a:moveTo>
                  <a:pt x="21647" y="0"/>
                </a:moveTo>
                <a:lnTo>
                  <a:pt x="21647" y="53713"/>
                </a:lnTo>
                <a:cubicBezTo>
                  <a:pt x="21647" y="69453"/>
                  <a:pt x="27746" y="77125"/>
                  <a:pt x="39948" y="77125"/>
                </a:cubicBezTo>
                <a:cubicBezTo>
                  <a:pt x="52147" y="77125"/>
                  <a:pt x="58445" y="69453"/>
                  <a:pt x="58445" y="53713"/>
                </a:cubicBezTo>
                <a:lnTo>
                  <a:pt x="58445" y="0"/>
                </a:lnTo>
                <a:lnTo>
                  <a:pt x="80091" y="0"/>
                </a:lnTo>
                <a:lnTo>
                  <a:pt x="80091" y="54304"/>
                </a:lnTo>
                <a:cubicBezTo>
                  <a:pt x="80091" y="61780"/>
                  <a:pt x="79106" y="68272"/>
                  <a:pt x="77334" y="73387"/>
                </a:cubicBezTo>
                <a:cubicBezTo>
                  <a:pt x="75367" y="78502"/>
                  <a:pt x="72218" y="83027"/>
                  <a:pt x="67889" y="86765"/>
                </a:cubicBezTo>
                <a:cubicBezTo>
                  <a:pt x="60413" y="93061"/>
                  <a:pt x="51163" y="96210"/>
                  <a:pt x="39948" y="96210"/>
                </a:cubicBezTo>
                <a:cubicBezTo>
                  <a:pt x="28730" y="96210"/>
                  <a:pt x="19480" y="93061"/>
                  <a:pt x="12202" y="86765"/>
                </a:cubicBezTo>
                <a:cubicBezTo>
                  <a:pt x="7675" y="83027"/>
                  <a:pt x="4526" y="78897"/>
                  <a:pt x="2755" y="74175"/>
                </a:cubicBezTo>
                <a:cubicBezTo>
                  <a:pt x="788" y="69453"/>
                  <a:pt x="0" y="62958"/>
                  <a:pt x="0" y="54304"/>
                </a:cubicBezTo>
                <a:lnTo>
                  <a:pt x="0" y="0"/>
                </a:lnTo>
                <a:lnTo>
                  <a:pt x="21647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th-15">
            <a:extLst xmlns:a="http://schemas.openxmlformats.org/drawingml/2006/main">
              <a:ext uri="{FF2B5EF4-FFF2-40B4-BE49-F238E27FC236}">
                <a16:creationId xmlns:a16="http://schemas.microsoft.com/office/drawing/2014/main" id="{CE5DE2B3-1B7F-4D76-8DED-3FC99CC3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877" y="3913722"/>
            <a:ext cx="66710" cy="98765"/>
          </a:xfrm>
          <a:custGeom xmlns:a="http://schemas.openxmlformats.org/drawingml/2006/main">
            <a:pathLst>
              <a:path w="66710" h="98765">
                <a:moveTo>
                  <a:pt x="32467" y="19478"/>
                </a:moveTo>
                <a:cubicBezTo>
                  <a:pt x="30500" y="19478"/>
                  <a:pt x="28728" y="20265"/>
                  <a:pt x="27352" y="21443"/>
                </a:cubicBezTo>
                <a:cubicBezTo>
                  <a:pt x="25777" y="22820"/>
                  <a:pt x="25187" y="24592"/>
                  <a:pt x="25187" y="26561"/>
                </a:cubicBezTo>
                <a:cubicBezTo>
                  <a:pt x="25187" y="30102"/>
                  <a:pt x="29319" y="33641"/>
                  <a:pt x="37782" y="37185"/>
                </a:cubicBezTo>
                <a:cubicBezTo>
                  <a:pt x="49193" y="42104"/>
                  <a:pt x="56868" y="46627"/>
                  <a:pt x="60803" y="50760"/>
                </a:cubicBezTo>
                <a:cubicBezTo>
                  <a:pt x="64741" y="55087"/>
                  <a:pt x="66710" y="61186"/>
                  <a:pt x="66710" y="69057"/>
                </a:cubicBezTo>
                <a:cubicBezTo>
                  <a:pt x="66710" y="77321"/>
                  <a:pt x="63362" y="84205"/>
                  <a:pt x="56868" y="90108"/>
                </a:cubicBezTo>
                <a:cubicBezTo>
                  <a:pt x="50177" y="96013"/>
                  <a:pt x="42505" y="98765"/>
                  <a:pt x="33451" y="98765"/>
                </a:cubicBezTo>
                <a:cubicBezTo>
                  <a:pt x="17709" y="98765"/>
                  <a:pt x="6492" y="91289"/>
                  <a:pt x="0" y="75942"/>
                </a:cubicBezTo>
                <a:lnTo>
                  <a:pt x="18497" y="67482"/>
                </a:lnTo>
                <a:cubicBezTo>
                  <a:pt x="20858" y="72007"/>
                  <a:pt x="23220" y="75154"/>
                  <a:pt x="25187" y="76926"/>
                </a:cubicBezTo>
                <a:cubicBezTo>
                  <a:pt x="27156" y="78698"/>
                  <a:pt x="30107" y="79680"/>
                  <a:pt x="33648" y="79680"/>
                </a:cubicBezTo>
                <a:cubicBezTo>
                  <a:pt x="40929" y="79680"/>
                  <a:pt x="44669" y="76337"/>
                  <a:pt x="44669" y="69646"/>
                </a:cubicBezTo>
                <a:cubicBezTo>
                  <a:pt x="44669" y="65712"/>
                  <a:pt x="41717" y="62171"/>
                  <a:pt x="36206" y="58828"/>
                </a:cubicBezTo>
                <a:cubicBezTo>
                  <a:pt x="34043" y="57844"/>
                  <a:pt x="31879" y="56859"/>
                  <a:pt x="29712" y="55679"/>
                </a:cubicBezTo>
                <a:cubicBezTo>
                  <a:pt x="27352" y="54695"/>
                  <a:pt x="24203" y="53119"/>
                  <a:pt x="19874" y="51153"/>
                </a:cubicBezTo>
                <a:cubicBezTo>
                  <a:pt x="15546" y="49185"/>
                  <a:pt x="12003" y="46235"/>
                  <a:pt x="9247" y="42693"/>
                </a:cubicBezTo>
                <a:cubicBezTo>
                  <a:pt x="6295" y="39151"/>
                  <a:pt x="4920" y="33840"/>
                  <a:pt x="4920" y="26561"/>
                </a:cubicBezTo>
                <a:cubicBezTo>
                  <a:pt x="4920" y="19478"/>
                  <a:pt x="7675" y="13376"/>
                  <a:pt x="13182" y="8067"/>
                </a:cubicBezTo>
                <a:cubicBezTo>
                  <a:pt x="18890" y="2754"/>
                  <a:pt x="25777" y="0"/>
                  <a:pt x="34043" y="0"/>
                </a:cubicBezTo>
                <a:cubicBezTo>
                  <a:pt x="45849" y="0"/>
                  <a:pt x="54901" y="6295"/>
                  <a:pt x="60803" y="18493"/>
                </a:cubicBezTo>
                <a:lnTo>
                  <a:pt x="42897" y="28134"/>
                </a:lnTo>
                <a:cubicBezTo>
                  <a:pt x="39947" y="22428"/>
                  <a:pt x="36403" y="19478"/>
                  <a:pt x="32467" y="1947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th-16">
            <a:extLst xmlns:a="http://schemas.openxmlformats.org/drawingml/2006/main">
              <a:ext uri="{FF2B5EF4-FFF2-40B4-BE49-F238E27FC236}">
                <a16:creationId xmlns:a16="http://schemas.microsoft.com/office/drawing/2014/main" id="{CF640B95-B590-4CDF-BB2F-3686F902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063" y="3850564"/>
            <a:ext cx="110984" cy="159364"/>
          </a:xfrm>
          <a:custGeom xmlns:a="http://schemas.openxmlformats.org/drawingml/2006/main">
            <a:pathLst>
              <a:path w="110984" h="159364">
                <a:moveTo>
                  <a:pt x="72811" y="118048"/>
                </a:moveTo>
                <a:lnTo>
                  <a:pt x="72811" y="68272"/>
                </a:lnTo>
                <a:lnTo>
                  <a:pt x="38766" y="118048"/>
                </a:lnTo>
                <a:lnTo>
                  <a:pt x="72811" y="118048"/>
                </a:lnTo>
                <a:moveTo>
                  <a:pt x="95244" y="118048"/>
                </a:moveTo>
                <a:lnTo>
                  <a:pt x="110984" y="118048"/>
                </a:lnTo>
                <a:lnTo>
                  <a:pt x="110984" y="138311"/>
                </a:lnTo>
                <a:lnTo>
                  <a:pt x="95244" y="138311"/>
                </a:lnTo>
                <a:lnTo>
                  <a:pt x="95244" y="159364"/>
                </a:lnTo>
                <a:lnTo>
                  <a:pt x="72811" y="159364"/>
                </a:lnTo>
                <a:lnTo>
                  <a:pt x="72811" y="138311"/>
                </a:lnTo>
                <a:lnTo>
                  <a:pt x="0" y="138311"/>
                </a:lnTo>
                <a:lnTo>
                  <a:pt x="95244" y="0"/>
                </a:lnTo>
                <a:lnTo>
                  <a:pt x="95244" y="11804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th-17">
            <a:extLst xmlns:a="http://schemas.openxmlformats.org/drawingml/2006/main">
              <a:ext uri="{FF2B5EF4-FFF2-40B4-BE49-F238E27FC236}">
                <a16:creationId xmlns:a16="http://schemas.microsoft.com/office/drawing/2014/main" id="{99F30B13-F805-46FD-9A26-4372A6FD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5631" y="3985925"/>
            <a:ext cx="26761" cy="26561"/>
          </a:xfrm>
          <a:custGeom xmlns:a="http://schemas.openxmlformats.org/drawingml/2006/main">
            <a:pathLst>
              <a:path w="26761" h="26561">
                <a:moveTo>
                  <a:pt x="3936" y="22823"/>
                </a:moveTo>
                <a:cubicBezTo>
                  <a:pt x="1181" y="20462"/>
                  <a:pt x="0" y="17313"/>
                  <a:pt x="0" y="13577"/>
                </a:cubicBezTo>
                <a:cubicBezTo>
                  <a:pt x="0" y="9837"/>
                  <a:pt x="1181" y="6690"/>
                  <a:pt x="3936" y="3934"/>
                </a:cubicBezTo>
                <a:cubicBezTo>
                  <a:pt x="6492" y="1377"/>
                  <a:pt x="9642" y="0"/>
                  <a:pt x="13379" y="0"/>
                </a:cubicBezTo>
                <a:cubicBezTo>
                  <a:pt x="16923" y="0"/>
                  <a:pt x="20070" y="1377"/>
                  <a:pt x="22825" y="3934"/>
                </a:cubicBezTo>
                <a:cubicBezTo>
                  <a:pt x="25384" y="6690"/>
                  <a:pt x="26761" y="9837"/>
                  <a:pt x="26761" y="13379"/>
                </a:cubicBezTo>
                <a:cubicBezTo>
                  <a:pt x="26761" y="17313"/>
                  <a:pt x="25384" y="20462"/>
                  <a:pt x="22825" y="22823"/>
                </a:cubicBezTo>
                <a:cubicBezTo>
                  <a:pt x="20268" y="25184"/>
                  <a:pt x="17119" y="26561"/>
                  <a:pt x="13379" y="26561"/>
                </a:cubicBezTo>
                <a:cubicBezTo>
                  <a:pt x="9642" y="26561"/>
                  <a:pt x="6492" y="25184"/>
                  <a:pt x="3936" y="2282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th-18">
            <a:extLst xmlns:a="http://schemas.openxmlformats.org/drawingml/2006/main">
              <a:ext uri="{FF2B5EF4-FFF2-40B4-BE49-F238E27FC236}">
                <a16:creationId xmlns:a16="http://schemas.microsoft.com/office/drawing/2014/main" id="{033F81EE-C556-4B07-B3D2-FA35833D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483" y="3859024"/>
            <a:ext cx="93275" cy="153069"/>
          </a:xfrm>
          <a:custGeom xmlns:a="http://schemas.openxmlformats.org/drawingml/2006/main">
            <a:pathLst>
              <a:path w="93275" h="153069">
                <a:moveTo>
                  <a:pt x="64151" y="90700"/>
                </a:moveTo>
                <a:cubicBezTo>
                  <a:pt x="59233" y="85977"/>
                  <a:pt x="53329" y="83616"/>
                  <a:pt x="46638" y="83616"/>
                </a:cubicBezTo>
                <a:cubicBezTo>
                  <a:pt x="39948" y="83616"/>
                  <a:pt x="34240" y="85977"/>
                  <a:pt x="29518" y="90700"/>
                </a:cubicBezTo>
                <a:cubicBezTo>
                  <a:pt x="24598" y="95422"/>
                  <a:pt x="22235" y="101324"/>
                  <a:pt x="22235" y="108012"/>
                </a:cubicBezTo>
                <a:cubicBezTo>
                  <a:pt x="22235" y="114899"/>
                  <a:pt x="24598" y="120802"/>
                  <a:pt x="29322" y="125720"/>
                </a:cubicBezTo>
                <a:cubicBezTo>
                  <a:pt x="34045" y="130639"/>
                  <a:pt x="39948" y="133000"/>
                  <a:pt x="46835" y="133000"/>
                </a:cubicBezTo>
                <a:cubicBezTo>
                  <a:pt x="53525" y="133000"/>
                  <a:pt x="59233" y="130639"/>
                  <a:pt x="64151" y="125720"/>
                </a:cubicBezTo>
                <a:cubicBezTo>
                  <a:pt x="68876" y="120998"/>
                  <a:pt x="71432" y="115096"/>
                  <a:pt x="71432" y="108211"/>
                </a:cubicBezTo>
                <a:cubicBezTo>
                  <a:pt x="71432" y="101521"/>
                  <a:pt x="68876" y="95618"/>
                  <a:pt x="64151" y="90700"/>
                </a:cubicBezTo>
                <a:moveTo>
                  <a:pt x="24991" y="42497"/>
                </a:moveTo>
                <a:cubicBezTo>
                  <a:pt x="24795" y="48792"/>
                  <a:pt x="26959" y="53909"/>
                  <a:pt x="31289" y="58236"/>
                </a:cubicBezTo>
                <a:cubicBezTo>
                  <a:pt x="35617" y="62566"/>
                  <a:pt x="40932" y="64730"/>
                  <a:pt x="47227" y="64730"/>
                </a:cubicBezTo>
                <a:cubicBezTo>
                  <a:pt x="53130" y="64730"/>
                  <a:pt x="58445" y="62566"/>
                  <a:pt x="62773" y="58236"/>
                </a:cubicBezTo>
                <a:cubicBezTo>
                  <a:pt x="67104" y="53909"/>
                  <a:pt x="69267" y="48792"/>
                  <a:pt x="69267" y="42693"/>
                </a:cubicBezTo>
                <a:cubicBezTo>
                  <a:pt x="69267" y="36596"/>
                  <a:pt x="67104" y="31280"/>
                  <a:pt x="62773" y="26953"/>
                </a:cubicBezTo>
                <a:cubicBezTo>
                  <a:pt x="58445" y="22626"/>
                  <a:pt x="53130" y="20265"/>
                  <a:pt x="47031" y="20265"/>
                </a:cubicBezTo>
                <a:cubicBezTo>
                  <a:pt x="40932" y="20265"/>
                  <a:pt x="35813" y="22430"/>
                  <a:pt x="31485" y="26757"/>
                </a:cubicBezTo>
                <a:cubicBezTo>
                  <a:pt x="27157" y="31086"/>
                  <a:pt x="24991" y="36398"/>
                  <a:pt x="24991" y="42497"/>
                </a:cubicBezTo>
                <a:moveTo>
                  <a:pt x="20268" y="73779"/>
                </a:moveTo>
                <a:cubicBezTo>
                  <a:pt x="9249" y="66304"/>
                  <a:pt x="3938" y="56074"/>
                  <a:pt x="3938" y="43284"/>
                </a:cubicBezTo>
                <a:cubicBezTo>
                  <a:pt x="3938" y="30694"/>
                  <a:pt x="8070" y="20265"/>
                  <a:pt x="16332" y="12198"/>
                </a:cubicBezTo>
                <a:cubicBezTo>
                  <a:pt x="24598" y="4131"/>
                  <a:pt x="35029" y="0"/>
                  <a:pt x="47227" y="0"/>
                </a:cubicBezTo>
                <a:cubicBezTo>
                  <a:pt x="59429" y="0"/>
                  <a:pt x="69660" y="4131"/>
                  <a:pt x="77926" y="12198"/>
                </a:cubicBezTo>
                <a:cubicBezTo>
                  <a:pt x="86192" y="20265"/>
                  <a:pt x="90324" y="30497"/>
                  <a:pt x="90324" y="42892"/>
                </a:cubicBezTo>
                <a:cubicBezTo>
                  <a:pt x="90324" y="55482"/>
                  <a:pt x="84813" y="65715"/>
                  <a:pt x="74187" y="73583"/>
                </a:cubicBezTo>
                <a:cubicBezTo>
                  <a:pt x="80089" y="76926"/>
                  <a:pt x="84616" y="81651"/>
                  <a:pt x="88159" y="87750"/>
                </a:cubicBezTo>
                <a:cubicBezTo>
                  <a:pt x="91700" y="94045"/>
                  <a:pt x="93275" y="100932"/>
                  <a:pt x="93275" y="108408"/>
                </a:cubicBezTo>
                <a:cubicBezTo>
                  <a:pt x="93275" y="121587"/>
                  <a:pt x="88945" y="132411"/>
                  <a:pt x="80485" y="140675"/>
                </a:cubicBezTo>
                <a:cubicBezTo>
                  <a:pt x="71827" y="148936"/>
                  <a:pt x="60806" y="153069"/>
                  <a:pt x="47227" y="153069"/>
                </a:cubicBezTo>
                <a:cubicBezTo>
                  <a:pt x="33650" y="153069"/>
                  <a:pt x="22435" y="148936"/>
                  <a:pt x="13381" y="140478"/>
                </a:cubicBezTo>
                <a:cubicBezTo>
                  <a:pt x="4329" y="132215"/>
                  <a:pt x="0" y="121587"/>
                  <a:pt x="198" y="108800"/>
                </a:cubicBezTo>
                <a:cubicBezTo>
                  <a:pt x="198" y="92273"/>
                  <a:pt x="6889" y="80470"/>
                  <a:pt x="20268" y="7377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th-19">
            <a:extLst xmlns:a="http://schemas.openxmlformats.org/drawingml/2006/main">
              <a:ext uri="{FF2B5EF4-FFF2-40B4-BE49-F238E27FC236}">
                <a16:creationId xmlns:a16="http://schemas.microsoft.com/office/drawing/2014/main" id="{6EBF8FF8-4578-46B4-8940-CB3FC792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7640" y="3476773"/>
            <a:ext cx="191" cy="41420"/>
          </a:xfrm>
          <a:custGeom xmlns:a="http://schemas.openxmlformats.org/drawingml/2006/main">
            <a:pathLst>
              <a:path w="191" h="41420">
                <a:moveTo>
                  <a:pt x="0" y="0"/>
                </a:moveTo>
                <a:lnTo>
                  <a:pt x="0" y="4142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8285">
            <a:solidFill>
              <a:srgbClr val="000000"/>
            </a:solidFill>
            <a:prstDash val="solid"/>
          </a:ln>
        </p:spPr>
      </p:sp>
      <p:sp>
        <p:nvSpPr>
          <p:cNvPr id="20" name="path-20">
            <a:extLst xmlns:a="http://schemas.openxmlformats.org/drawingml/2006/main">
              <a:ext uri="{FF2B5EF4-FFF2-40B4-BE49-F238E27FC236}">
                <a16:creationId xmlns:a16="http://schemas.microsoft.com/office/drawing/2014/main" id="{596FB9CE-4D27-4ACC-A868-8110CDEB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565" y="3599887"/>
            <a:ext cx="145027" cy="153854"/>
          </a:xfrm>
          <a:custGeom xmlns:a="http://schemas.openxmlformats.org/drawingml/2006/main">
            <a:pathLst>
              <a:path w="145027" h="153854">
                <a:moveTo>
                  <a:pt x="83633" y="73976"/>
                </a:moveTo>
                <a:lnTo>
                  <a:pt x="145027" y="73976"/>
                </a:lnTo>
                <a:lnTo>
                  <a:pt x="145027" y="78894"/>
                </a:lnTo>
                <a:cubicBezTo>
                  <a:pt x="144831" y="90108"/>
                  <a:pt x="143453" y="99749"/>
                  <a:pt x="140895" y="108012"/>
                </a:cubicBezTo>
                <a:cubicBezTo>
                  <a:pt x="138337" y="116276"/>
                  <a:pt x="134008" y="123948"/>
                  <a:pt x="128106" y="130835"/>
                </a:cubicBezTo>
                <a:cubicBezTo>
                  <a:pt x="114328" y="146180"/>
                  <a:pt x="96816" y="153854"/>
                  <a:pt x="75760" y="153854"/>
                </a:cubicBezTo>
                <a:cubicBezTo>
                  <a:pt x="54706" y="153854"/>
                  <a:pt x="36798" y="146378"/>
                  <a:pt x="22039" y="131424"/>
                </a:cubicBezTo>
                <a:cubicBezTo>
                  <a:pt x="7281" y="116473"/>
                  <a:pt x="0" y="98369"/>
                  <a:pt x="0" y="77122"/>
                </a:cubicBezTo>
                <a:cubicBezTo>
                  <a:pt x="0" y="55873"/>
                  <a:pt x="7477" y="37775"/>
                  <a:pt x="22431" y="22624"/>
                </a:cubicBezTo>
                <a:cubicBezTo>
                  <a:pt x="37389" y="7672"/>
                  <a:pt x="55885" y="0"/>
                  <a:pt x="77531" y="0"/>
                </a:cubicBezTo>
                <a:cubicBezTo>
                  <a:pt x="88945" y="0"/>
                  <a:pt x="99767" y="2557"/>
                  <a:pt x="109606" y="7280"/>
                </a:cubicBezTo>
                <a:cubicBezTo>
                  <a:pt x="119447" y="11999"/>
                  <a:pt x="129089" y="19674"/>
                  <a:pt x="138337" y="30299"/>
                </a:cubicBezTo>
                <a:lnTo>
                  <a:pt x="122398" y="45444"/>
                </a:lnTo>
                <a:cubicBezTo>
                  <a:pt x="110197" y="29314"/>
                  <a:pt x="95242" y="21247"/>
                  <a:pt x="77926" y="21247"/>
                </a:cubicBezTo>
                <a:cubicBezTo>
                  <a:pt x="62181" y="21247"/>
                  <a:pt x="48998" y="26755"/>
                  <a:pt x="38372" y="37382"/>
                </a:cubicBezTo>
                <a:cubicBezTo>
                  <a:pt x="27746" y="48201"/>
                  <a:pt x="22431" y="61579"/>
                  <a:pt x="22431" y="77711"/>
                </a:cubicBezTo>
                <a:cubicBezTo>
                  <a:pt x="22431" y="94042"/>
                  <a:pt x="28139" y="107421"/>
                  <a:pt x="39553" y="117653"/>
                </a:cubicBezTo>
                <a:cubicBezTo>
                  <a:pt x="50966" y="128079"/>
                  <a:pt x="62773" y="133196"/>
                  <a:pt x="74776" y="133196"/>
                </a:cubicBezTo>
                <a:cubicBezTo>
                  <a:pt x="86585" y="133196"/>
                  <a:pt x="97012" y="129456"/>
                  <a:pt x="105868" y="121980"/>
                </a:cubicBezTo>
                <a:cubicBezTo>
                  <a:pt x="114525" y="114504"/>
                  <a:pt x="119447" y="105649"/>
                  <a:pt x="120627" y="95027"/>
                </a:cubicBezTo>
                <a:lnTo>
                  <a:pt x="83633" y="95027"/>
                </a:lnTo>
                <a:lnTo>
                  <a:pt x="83633" y="7397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th-21">
            <a:extLst xmlns:a="http://schemas.openxmlformats.org/drawingml/2006/main">
              <a:ext uri="{FF2B5EF4-FFF2-40B4-BE49-F238E27FC236}">
                <a16:creationId xmlns:a16="http://schemas.microsoft.com/office/drawing/2014/main" id="{D79B0407-ED25-4A8A-86A2-3E2CEC5E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4535" y="3602837"/>
            <a:ext cx="83237" cy="148344"/>
          </a:xfrm>
          <a:custGeom xmlns:a="http://schemas.openxmlformats.org/drawingml/2006/main">
            <a:pathLst>
              <a:path w="83237" h="148344">
                <a:moveTo>
                  <a:pt x="22431" y="67285"/>
                </a:moveTo>
                <a:lnTo>
                  <a:pt x="30894" y="67285"/>
                </a:lnTo>
                <a:cubicBezTo>
                  <a:pt x="51359" y="67285"/>
                  <a:pt x="61592" y="59417"/>
                  <a:pt x="61592" y="43677"/>
                </a:cubicBezTo>
                <a:cubicBezTo>
                  <a:pt x="61592" y="28333"/>
                  <a:pt x="50966" y="20658"/>
                  <a:pt x="29911" y="20658"/>
                </a:cubicBezTo>
                <a:lnTo>
                  <a:pt x="22431" y="20658"/>
                </a:lnTo>
                <a:lnTo>
                  <a:pt x="22431" y="67285"/>
                </a:lnTo>
                <a:moveTo>
                  <a:pt x="22431" y="88140"/>
                </a:moveTo>
                <a:lnTo>
                  <a:pt x="22431" y="148344"/>
                </a:lnTo>
                <a:lnTo>
                  <a:pt x="0" y="148344"/>
                </a:lnTo>
                <a:lnTo>
                  <a:pt x="0" y="0"/>
                </a:lnTo>
                <a:lnTo>
                  <a:pt x="25384" y="0"/>
                </a:lnTo>
                <a:cubicBezTo>
                  <a:pt x="37585" y="0"/>
                  <a:pt x="47031" y="984"/>
                  <a:pt x="53523" y="2557"/>
                </a:cubicBezTo>
                <a:cubicBezTo>
                  <a:pt x="59822" y="4329"/>
                  <a:pt x="65528" y="7675"/>
                  <a:pt x="70448" y="12394"/>
                </a:cubicBezTo>
                <a:cubicBezTo>
                  <a:pt x="78908" y="20857"/>
                  <a:pt x="83237" y="31676"/>
                  <a:pt x="83237" y="44659"/>
                </a:cubicBezTo>
                <a:cubicBezTo>
                  <a:pt x="83237" y="57844"/>
                  <a:pt x="78711" y="68466"/>
                  <a:pt x="69660" y="76337"/>
                </a:cubicBezTo>
                <a:cubicBezTo>
                  <a:pt x="60608" y="84208"/>
                  <a:pt x="48211" y="88140"/>
                  <a:pt x="32862" y="88140"/>
                </a:cubicBezTo>
                <a:lnTo>
                  <a:pt x="22431" y="8814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th-22">
            <a:extLst xmlns:a="http://schemas.openxmlformats.org/drawingml/2006/main">
              <a:ext uri="{FF2B5EF4-FFF2-40B4-BE49-F238E27FC236}">
                <a16:creationId xmlns:a16="http://schemas.microsoft.com/office/drawing/2014/main" id="{614C22EE-45E5-4DA8-A8DB-64CE4D7C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252" y="3602837"/>
            <a:ext cx="90517" cy="148344"/>
          </a:xfrm>
          <a:custGeom xmlns:a="http://schemas.openxmlformats.org/drawingml/2006/main">
            <a:pathLst>
              <a:path w="90517" h="148344">
                <a:moveTo>
                  <a:pt x="56474" y="21053"/>
                </a:moveTo>
                <a:lnTo>
                  <a:pt x="56474" y="148344"/>
                </a:lnTo>
                <a:lnTo>
                  <a:pt x="34239" y="148344"/>
                </a:lnTo>
                <a:lnTo>
                  <a:pt x="34239" y="21053"/>
                </a:lnTo>
                <a:lnTo>
                  <a:pt x="0" y="21053"/>
                </a:lnTo>
                <a:lnTo>
                  <a:pt x="0" y="0"/>
                </a:lnTo>
                <a:lnTo>
                  <a:pt x="90517" y="0"/>
                </a:lnTo>
                <a:lnTo>
                  <a:pt x="90517" y="21053"/>
                </a:lnTo>
                <a:lnTo>
                  <a:pt x="56474" y="2105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th-23">
            <a:extLst xmlns:a="http://schemas.openxmlformats.org/drawingml/2006/main">
              <a:ext uri="{FF2B5EF4-FFF2-40B4-BE49-F238E27FC236}">
                <a16:creationId xmlns:a16="http://schemas.microsoft.com/office/drawing/2014/main" id="{64117F60-0E67-4EA0-802D-41C0B5F9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7936" y="3694128"/>
            <a:ext cx="42898" cy="18886"/>
          </a:xfrm>
          <a:custGeom xmlns:a="http://schemas.openxmlformats.org/drawingml/2006/main">
            <a:pathLst>
              <a:path w="42898" h="18886">
                <a:moveTo>
                  <a:pt x="0" y="0"/>
                </a:moveTo>
                <a:lnTo>
                  <a:pt x="42898" y="0"/>
                </a:lnTo>
                <a:lnTo>
                  <a:pt x="42898" y="18886"/>
                </a:lnTo>
                <a:lnTo>
                  <a:pt x="0" y="188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th-24">
            <a:extLst xmlns:a="http://schemas.openxmlformats.org/drawingml/2006/main">
              <a:ext uri="{FF2B5EF4-FFF2-40B4-BE49-F238E27FC236}">
                <a16:creationId xmlns:a16="http://schemas.microsoft.com/office/drawing/2014/main" id="{D7A1CB7E-78DB-458B-BD1F-B95C1AD1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573" y="3602837"/>
            <a:ext cx="101932" cy="150509"/>
          </a:xfrm>
          <a:custGeom xmlns:a="http://schemas.openxmlformats.org/drawingml/2006/main">
            <a:pathLst>
              <a:path w="101932" h="150509">
                <a:moveTo>
                  <a:pt x="52538" y="45250"/>
                </a:moveTo>
                <a:cubicBezTo>
                  <a:pt x="66905" y="45250"/>
                  <a:pt x="78711" y="50169"/>
                  <a:pt x="87960" y="59809"/>
                </a:cubicBezTo>
                <a:cubicBezTo>
                  <a:pt x="97207" y="69649"/>
                  <a:pt x="101932" y="82041"/>
                  <a:pt x="101932" y="97388"/>
                </a:cubicBezTo>
                <a:cubicBezTo>
                  <a:pt x="101932" y="112735"/>
                  <a:pt x="96619" y="125522"/>
                  <a:pt x="86188" y="135557"/>
                </a:cubicBezTo>
                <a:cubicBezTo>
                  <a:pt x="75562" y="145591"/>
                  <a:pt x="62378" y="150509"/>
                  <a:pt x="46441" y="150509"/>
                </a:cubicBezTo>
                <a:cubicBezTo>
                  <a:pt x="26759" y="150509"/>
                  <a:pt x="11215" y="141460"/>
                  <a:pt x="0" y="123163"/>
                </a:cubicBezTo>
                <a:lnTo>
                  <a:pt x="16921" y="108800"/>
                </a:lnTo>
                <a:cubicBezTo>
                  <a:pt x="21645" y="116671"/>
                  <a:pt x="26368" y="122375"/>
                  <a:pt x="31090" y="125522"/>
                </a:cubicBezTo>
                <a:cubicBezTo>
                  <a:pt x="35813" y="128671"/>
                  <a:pt x="42109" y="130440"/>
                  <a:pt x="49980" y="130440"/>
                </a:cubicBezTo>
                <a:cubicBezTo>
                  <a:pt x="57853" y="130440"/>
                  <a:pt x="64936" y="127294"/>
                  <a:pt x="71037" y="120998"/>
                </a:cubicBezTo>
                <a:cubicBezTo>
                  <a:pt x="76939" y="114703"/>
                  <a:pt x="80091" y="106832"/>
                  <a:pt x="80091" y="97388"/>
                </a:cubicBezTo>
                <a:cubicBezTo>
                  <a:pt x="80091" y="87946"/>
                  <a:pt x="76939" y="80271"/>
                  <a:pt x="71037" y="73978"/>
                </a:cubicBezTo>
                <a:cubicBezTo>
                  <a:pt x="64936" y="67877"/>
                  <a:pt x="57067" y="64927"/>
                  <a:pt x="47620" y="64927"/>
                </a:cubicBezTo>
                <a:cubicBezTo>
                  <a:pt x="38175" y="64927"/>
                  <a:pt x="29711" y="69450"/>
                  <a:pt x="22432" y="78109"/>
                </a:cubicBezTo>
                <a:lnTo>
                  <a:pt x="15151" y="78109"/>
                </a:lnTo>
                <a:lnTo>
                  <a:pt x="38371" y="0"/>
                </a:lnTo>
                <a:lnTo>
                  <a:pt x="99767" y="0"/>
                </a:lnTo>
                <a:lnTo>
                  <a:pt x="99767" y="21053"/>
                </a:lnTo>
                <a:lnTo>
                  <a:pt x="53918" y="21053"/>
                </a:lnTo>
                <a:lnTo>
                  <a:pt x="46636" y="45643"/>
                </a:lnTo>
                <a:cubicBezTo>
                  <a:pt x="48800" y="45447"/>
                  <a:pt x="50768" y="45250"/>
                  <a:pt x="52538" y="4525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ath-25">
            <a:extLst xmlns:a="http://schemas.openxmlformats.org/drawingml/2006/main">
              <a:ext uri="{FF2B5EF4-FFF2-40B4-BE49-F238E27FC236}">
                <a16:creationId xmlns:a16="http://schemas.microsoft.com/office/drawing/2014/main" id="{C520A077-70CA-4041-8F01-4AF44014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9170" y="3727178"/>
            <a:ext cx="26763" cy="26563"/>
          </a:xfrm>
          <a:custGeom xmlns:a="http://schemas.openxmlformats.org/drawingml/2006/main">
            <a:pathLst>
              <a:path w="26763" h="26563">
                <a:moveTo>
                  <a:pt x="3936" y="22823"/>
                </a:moveTo>
                <a:cubicBezTo>
                  <a:pt x="1181" y="20464"/>
                  <a:pt x="0" y="17315"/>
                  <a:pt x="0" y="13577"/>
                </a:cubicBezTo>
                <a:cubicBezTo>
                  <a:pt x="0" y="9839"/>
                  <a:pt x="1181" y="6690"/>
                  <a:pt x="3936" y="3937"/>
                </a:cubicBezTo>
                <a:cubicBezTo>
                  <a:pt x="6494" y="1379"/>
                  <a:pt x="9642" y="0"/>
                  <a:pt x="13382" y="0"/>
                </a:cubicBezTo>
                <a:cubicBezTo>
                  <a:pt x="16921" y="0"/>
                  <a:pt x="20073" y="1379"/>
                  <a:pt x="22828" y="3937"/>
                </a:cubicBezTo>
                <a:cubicBezTo>
                  <a:pt x="25384" y="6690"/>
                  <a:pt x="26763" y="9839"/>
                  <a:pt x="26763" y="13381"/>
                </a:cubicBezTo>
                <a:cubicBezTo>
                  <a:pt x="26763" y="17315"/>
                  <a:pt x="25384" y="20464"/>
                  <a:pt x="22828" y="22823"/>
                </a:cubicBezTo>
                <a:cubicBezTo>
                  <a:pt x="20269" y="25186"/>
                  <a:pt x="17120" y="26563"/>
                  <a:pt x="13382" y="26563"/>
                </a:cubicBezTo>
                <a:cubicBezTo>
                  <a:pt x="9642" y="26563"/>
                  <a:pt x="6494" y="25186"/>
                  <a:pt x="3936" y="2282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th-26">
            <a:extLst xmlns:a="http://schemas.openxmlformats.org/drawingml/2006/main">
              <a:ext uri="{FF2B5EF4-FFF2-40B4-BE49-F238E27FC236}">
                <a16:creationId xmlns:a16="http://schemas.microsoft.com/office/drawing/2014/main" id="{BB8FEE5E-CC62-4E82-9862-F42445EC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4823" y="3591820"/>
            <a:ext cx="110984" cy="159362"/>
          </a:xfrm>
          <a:custGeom xmlns:a="http://schemas.openxmlformats.org/drawingml/2006/main">
            <a:pathLst>
              <a:path w="110984" h="159362">
                <a:moveTo>
                  <a:pt x="72807" y="118048"/>
                </a:moveTo>
                <a:lnTo>
                  <a:pt x="72807" y="68270"/>
                </a:lnTo>
                <a:lnTo>
                  <a:pt x="38765" y="118048"/>
                </a:lnTo>
                <a:lnTo>
                  <a:pt x="72807" y="118048"/>
                </a:lnTo>
                <a:moveTo>
                  <a:pt x="95244" y="118048"/>
                </a:moveTo>
                <a:lnTo>
                  <a:pt x="110984" y="118048"/>
                </a:lnTo>
                <a:lnTo>
                  <a:pt x="110984" y="138311"/>
                </a:lnTo>
                <a:lnTo>
                  <a:pt x="95244" y="138311"/>
                </a:lnTo>
                <a:lnTo>
                  <a:pt x="95244" y="159362"/>
                </a:lnTo>
                <a:lnTo>
                  <a:pt x="72807" y="159362"/>
                </a:lnTo>
                <a:lnTo>
                  <a:pt x="72807" y="138311"/>
                </a:lnTo>
                <a:lnTo>
                  <a:pt x="0" y="138311"/>
                </a:lnTo>
                <a:lnTo>
                  <a:pt x="95244" y="0"/>
                </a:lnTo>
                <a:lnTo>
                  <a:pt x="95244" y="11804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th-27">
            <a:extLst xmlns:a="http://schemas.openxmlformats.org/drawingml/2006/main">
              <a:ext uri="{FF2B5EF4-FFF2-40B4-BE49-F238E27FC236}">
                <a16:creationId xmlns:a16="http://schemas.microsoft.com/office/drawing/2014/main" id="{929B73C3-BBFE-44EA-9E04-6B2A0918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7229" y="3476773"/>
            <a:ext cx="191" cy="41420"/>
          </a:xfrm>
          <a:custGeom xmlns:a="http://schemas.openxmlformats.org/drawingml/2006/main">
            <a:pathLst>
              <a:path w="191" h="41420">
                <a:moveTo>
                  <a:pt x="0" y="0"/>
                </a:moveTo>
                <a:lnTo>
                  <a:pt x="0" y="4142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8285">
            <a:solidFill>
              <a:srgbClr val="000000"/>
            </a:solidFill>
            <a:prstDash val="solid"/>
          </a:ln>
        </p:spPr>
      </p:sp>
      <p:sp>
        <p:nvSpPr>
          <p:cNvPr id="28" name="path-28">
            <a:extLst xmlns:a="http://schemas.openxmlformats.org/drawingml/2006/main">
              <a:ext uri="{FF2B5EF4-FFF2-40B4-BE49-F238E27FC236}">
                <a16:creationId xmlns:a16="http://schemas.microsoft.com/office/drawing/2014/main" id="{302E9CC8-EC95-4484-AED7-3F494F2A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830" y="3599887"/>
            <a:ext cx="145028" cy="153854"/>
          </a:xfrm>
          <a:custGeom xmlns:a="http://schemas.openxmlformats.org/drawingml/2006/main">
            <a:pathLst>
              <a:path w="145028" h="153854">
                <a:moveTo>
                  <a:pt x="83632" y="73976"/>
                </a:moveTo>
                <a:lnTo>
                  <a:pt x="145028" y="73976"/>
                </a:lnTo>
                <a:lnTo>
                  <a:pt x="145028" y="78894"/>
                </a:lnTo>
                <a:cubicBezTo>
                  <a:pt x="144829" y="90108"/>
                  <a:pt x="143453" y="99749"/>
                  <a:pt x="140894" y="108012"/>
                </a:cubicBezTo>
                <a:cubicBezTo>
                  <a:pt x="138338" y="116276"/>
                  <a:pt x="134007" y="123948"/>
                  <a:pt x="128104" y="130835"/>
                </a:cubicBezTo>
                <a:cubicBezTo>
                  <a:pt x="114330" y="146180"/>
                  <a:pt x="96817" y="153854"/>
                  <a:pt x="75760" y="153854"/>
                </a:cubicBezTo>
                <a:cubicBezTo>
                  <a:pt x="54704" y="153854"/>
                  <a:pt x="36799" y="146378"/>
                  <a:pt x="22039" y="131424"/>
                </a:cubicBezTo>
                <a:cubicBezTo>
                  <a:pt x="7281" y="116473"/>
                  <a:pt x="0" y="98369"/>
                  <a:pt x="0" y="77122"/>
                </a:cubicBezTo>
                <a:cubicBezTo>
                  <a:pt x="0" y="55873"/>
                  <a:pt x="7477" y="37775"/>
                  <a:pt x="22434" y="22624"/>
                </a:cubicBezTo>
                <a:cubicBezTo>
                  <a:pt x="37388" y="7672"/>
                  <a:pt x="55885" y="0"/>
                  <a:pt x="77532" y="0"/>
                </a:cubicBezTo>
                <a:cubicBezTo>
                  <a:pt x="88946" y="0"/>
                  <a:pt x="99768" y="2557"/>
                  <a:pt x="109606" y="7280"/>
                </a:cubicBezTo>
                <a:cubicBezTo>
                  <a:pt x="119446" y="11999"/>
                  <a:pt x="129087" y="19674"/>
                  <a:pt x="138338" y="30299"/>
                </a:cubicBezTo>
                <a:lnTo>
                  <a:pt x="122397" y="45444"/>
                </a:lnTo>
                <a:cubicBezTo>
                  <a:pt x="110198" y="29314"/>
                  <a:pt x="95241" y="21247"/>
                  <a:pt x="77925" y="21247"/>
                </a:cubicBezTo>
                <a:cubicBezTo>
                  <a:pt x="62183" y="21247"/>
                  <a:pt x="48997" y="26755"/>
                  <a:pt x="38371" y="37382"/>
                </a:cubicBezTo>
                <a:cubicBezTo>
                  <a:pt x="27745" y="48201"/>
                  <a:pt x="22434" y="61579"/>
                  <a:pt x="22434" y="77711"/>
                </a:cubicBezTo>
                <a:cubicBezTo>
                  <a:pt x="22434" y="94042"/>
                  <a:pt x="28140" y="107421"/>
                  <a:pt x="39554" y="117653"/>
                </a:cubicBezTo>
                <a:cubicBezTo>
                  <a:pt x="50965" y="128079"/>
                  <a:pt x="62774" y="133196"/>
                  <a:pt x="74777" y="133196"/>
                </a:cubicBezTo>
                <a:cubicBezTo>
                  <a:pt x="86582" y="133196"/>
                  <a:pt x="97013" y="129456"/>
                  <a:pt x="105867" y="121980"/>
                </a:cubicBezTo>
                <a:cubicBezTo>
                  <a:pt x="114526" y="114504"/>
                  <a:pt x="119446" y="105649"/>
                  <a:pt x="120625" y="95027"/>
                </a:cubicBezTo>
                <a:lnTo>
                  <a:pt x="83632" y="95027"/>
                </a:lnTo>
                <a:lnTo>
                  <a:pt x="83632" y="7397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ath-29">
            <a:extLst xmlns:a="http://schemas.openxmlformats.org/drawingml/2006/main">
              <a:ext uri="{FF2B5EF4-FFF2-40B4-BE49-F238E27FC236}">
                <a16:creationId xmlns:a16="http://schemas.microsoft.com/office/drawing/2014/main" id="{DC9AD94F-970D-422B-97E5-EDAC62F0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339" y="3654975"/>
            <a:ext cx="90518" cy="98767"/>
          </a:xfrm>
          <a:custGeom xmlns:a="http://schemas.openxmlformats.org/drawingml/2006/main">
            <a:pathLst>
              <a:path w="90518" h="98767">
                <a:moveTo>
                  <a:pt x="45653" y="19478"/>
                </a:moveTo>
                <a:cubicBezTo>
                  <a:pt x="37387" y="19478"/>
                  <a:pt x="31288" y="23019"/>
                  <a:pt x="27156" y="29707"/>
                </a:cubicBezTo>
                <a:cubicBezTo>
                  <a:pt x="25580" y="31872"/>
                  <a:pt x="24597" y="34233"/>
                  <a:pt x="24008" y="36793"/>
                </a:cubicBezTo>
                <a:lnTo>
                  <a:pt x="67496" y="36793"/>
                </a:lnTo>
                <a:cubicBezTo>
                  <a:pt x="64346" y="25380"/>
                  <a:pt x="57067" y="19478"/>
                  <a:pt x="45653" y="19478"/>
                </a:cubicBezTo>
                <a:moveTo>
                  <a:pt x="45849" y="79680"/>
                </a:moveTo>
                <a:cubicBezTo>
                  <a:pt x="51951" y="79680"/>
                  <a:pt x="56870" y="78502"/>
                  <a:pt x="60411" y="75748"/>
                </a:cubicBezTo>
                <a:cubicBezTo>
                  <a:pt x="63757" y="73188"/>
                  <a:pt x="67693" y="68468"/>
                  <a:pt x="72217" y="61581"/>
                </a:cubicBezTo>
                <a:lnTo>
                  <a:pt x="90518" y="71617"/>
                </a:lnTo>
                <a:cubicBezTo>
                  <a:pt x="82254" y="85781"/>
                  <a:pt x="72021" y="94438"/>
                  <a:pt x="59822" y="97191"/>
                </a:cubicBezTo>
                <a:cubicBezTo>
                  <a:pt x="55491" y="98176"/>
                  <a:pt x="50964" y="98767"/>
                  <a:pt x="46244" y="98767"/>
                </a:cubicBezTo>
                <a:cubicBezTo>
                  <a:pt x="32271" y="98767"/>
                  <a:pt x="21056" y="94438"/>
                  <a:pt x="12594" y="85388"/>
                </a:cubicBezTo>
                <a:cubicBezTo>
                  <a:pt x="4132" y="76533"/>
                  <a:pt x="0" y="64534"/>
                  <a:pt x="0" y="49577"/>
                </a:cubicBezTo>
                <a:cubicBezTo>
                  <a:pt x="0" y="34824"/>
                  <a:pt x="3936" y="22823"/>
                  <a:pt x="12199" y="13575"/>
                </a:cubicBezTo>
                <a:cubicBezTo>
                  <a:pt x="20465" y="4526"/>
                  <a:pt x="31484" y="0"/>
                  <a:pt x="45260" y="0"/>
                </a:cubicBezTo>
                <a:cubicBezTo>
                  <a:pt x="59034" y="196"/>
                  <a:pt x="69856" y="4722"/>
                  <a:pt x="77727" y="13381"/>
                </a:cubicBezTo>
                <a:cubicBezTo>
                  <a:pt x="85599" y="22035"/>
                  <a:pt x="89732" y="34034"/>
                  <a:pt x="89732" y="49383"/>
                </a:cubicBezTo>
                <a:lnTo>
                  <a:pt x="89534" y="54498"/>
                </a:lnTo>
                <a:lnTo>
                  <a:pt x="22629" y="54498"/>
                </a:lnTo>
                <a:cubicBezTo>
                  <a:pt x="23024" y="62369"/>
                  <a:pt x="25580" y="68468"/>
                  <a:pt x="29911" y="72795"/>
                </a:cubicBezTo>
                <a:cubicBezTo>
                  <a:pt x="34239" y="77321"/>
                  <a:pt x="39554" y="79680"/>
                  <a:pt x="45849" y="7968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th-30">
            <a:extLst xmlns:a="http://schemas.openxmlformats.org/drawingml/2006/main">
              <a:ext uri="{FF2B5EF4-FFF2-40B4-BE49-F238E27FC236}">
                <a16:creationId xmlns:a16="http://schemas.microsoft.com/office/drawing/2014/main" id="{E0477A34-C372-4070-8A46-D5146CB0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7488" y="3654975"/>
            <a:ext cx="128498" cy="96207"/>
          </a:xfrm>
          <a:custGeom xmlns:a="http://schemas.openxmlformats.org/drawingml/2006/main">
            <a:pathLst>
              <a:path w="128498" h="96207">
                <a:moveTo>
                  <a:pt x="0" y="2557"/>
                </a:moveTo>
                <a:lnTo>
                  <a:pt x="21645" y="2557"/>
                </a:lnTo>
                <a:lnTo>
                  <a:pt x="21645" y="11214"/>
                </a:lnTo>
                <a:cubicBezTo>
                  <a:pt x="25777" y="6884"/>
                  <a:pt x="29319" y="4133"/>
                  <a:pt x="32467" y="2557"/>
                </a:cubicBezTo>
                <a:cubicBezTo>
                  <a:pt x="35618" y="984"/>
                  <a:pt x="39354" y="196"/>
                  <a:pt x="44077" y="0"/>
                </a:cubicBezTo>
                <a:cubicBezTo>
                  <a:pt x="54703" y="0"/>
                  <a:pt x="62969" y="4722"/>
                  <a:pt x="69265" y="13968"/>
                </a:cubicBezTo>
                <a:cubicBezTo>
                  <a:pt x="75955" y="4722"/>
                  <a:pt x="85205" y="0"/>
                  <a:pt x="96816" y="0"/>
                </a:cubicBezTo>
                <a:cubicBezTo>
                  <a:pt x="117872" y="0"/>
                  <a:pt x="128498" y="12789"/>
                  <a:pt x="128498" y="38366"/>
                </a:cubicBezTo>
                <a:lnTo>
                  <a:pt x="128498" y="96207"/>
                </a:lnTo>
                <a:lnTo>
                  <a:pt x="106655" y="96207"/>
                </a:lnTo>
                <a:lnTo>
                  <a:pt x="106655" y="44266"/>
                </a:lnTo>
                <a:cubicBezTo>
                  <a:pt x="106655" y="35217"/>
                  <a:pt x="105474" y="28922"/>
                  <a:pt x="103311" y="25184"/>
                </a:cubicBezTo>
                <a:cubicBezTo>
                  <a:pt x="101144" y="21443"/>
                  <a:pt x="97208" y="19478"/>
                  <a:pt x="91701" y="19478"/>
                </a:cubicBezTo>
                <a:cubicBezTo>
                  <a:pt x="86190" y="19478"/>
                  <a:pt x="82058" y="21841"/>
                  <a:pt x="79303" y="26364"/>
                </a:cubicBezTo>
                <a:cubicBezTo>
                  <a:pt x="76548" y="30888"/>
                  <a:pt x="75367" y="37971"/>
                  <a:pt x="75367" y="47810"/>
                </a:cubicBezTo>
                <a:lnTo>
                  <a:pt x="75367" y="96207"/>
                </a:lnTo>
                <a:lnTo>
                  <a:pt x="53524" y="96207"/>
                </a:lnTo>
                <a:lnTo>
                  <a:pt x="53524" y="44465"/>
                </a:lnTo>
                <a:cubicBezTo>
                  <a:pt x="53524" y="27940"/>
                  <a:pt x="48604" y="19478"/>
                  <a:pt x="39157" y="19478"/>
                </a:cubicBezTo>
                <a:cubicBezTo>
                  <a:pt x="33058" y="19478"/>
                  <a:pt x="28531" y="21841"/>
                  <a:pt x="25777" y="26364"/>
                </a:cubicBezTo>
                <a:cubicBezTo>
                  <a:pt x="23024" y="31086"/>
                  <a:pt x="21645" y="38167"/>
                  <a:pt x="21645" y="47810"/>
                </a:cubicBezTo>
                <a:lnTo>
                  <a:pt x="21645" y="96207"/>
                </a:lnTo>
                <a:lnTo>
                  <a:pt x="0" y="96207"/>
                </a:lnTo>
                <a:lnTo>
                  <a:pt x="0" y="255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th-31">
            <a:extLst xmlns:a="http://schemas.openxmlformats.org/drawingml/2006/main">
              <a:ext uri="{FF2B5EF4-FFF2-40B4-BE49-F238E27FC236}">
                <a16:creationId xmlns:a16="http://schemas.microsoft.com/office/drawing/2014/main" id="{192DA356-AA9D-45EB-9EFC-035E110A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9992" y="3604803"/>
            <a:ext cx="28141" cy="146378"/>
          </a:xfrm>
          <a:custGeom xmlns:a="http://schemas.openxmlformats.org/drawingml/2006/main">
            <a:pathLst>
              <a:path w="28141" h="146378">
                <a:moveTo>
                  <a:pt x="4134" y="24003"/>
                </a:moveTo>
                <a:cubicBezTo>
                  <a:pt x="1378" y="21252"/>
                  <a:pt x="0" y="17907"/>
                  <a:pt x="0" y="13970"/>
                </a:cubicBezTo>
                <a:cubicBezTo>
                  <a:pt x="0" y="10232"/>
                  <a:pt x="1378" y="6887"/>
                  <a:pt x="4134" y="4133"/>
                </a:cubicBezTo>
                <a:cubicBezTo>
                  <a:pt x="6889" y="1379"/>
                  <a:pt x="10037" y="0"/>
                  <a:pt x="13972" y="0"/>
                </a:cubicBezTo>
                <a:cubicBezTo>
                  <a:pt x="17712" y="0"/>
                  <a:pt x="21056" y="1379"/>
                  <a:pt x="24007" y="3937"/>
                </a:cubicBezTo>
                <a:cubicBezTo>
                  <a:pt x="26762" y="6690"/>
                  <a:pt x="28141" y="10036"/>
                  <a:pt x="28141" y="13970"/>
                </a:cubicBezTo>
                <a:cubicBezTo>
                  <a:pt x="27942" y="17907"/>
                  <a:pt x="26566" y="21252"/>
                  <a:pt x="23811" y="24003"/>
                </a:cubicBezTo>
                <a:cubicBezTo>
                  <a:pt x="21056" y="26759"/>
                  <a:pt x="17908" y="28136"/>
                  <a:pt x="13972" y="28136"/>
                </a:cubicBezTo>
                <a:cubicBezTo>
                  <a:pt x="10037" y="28136"/>
                  <a:pt x="6889" y="26759"/>
                  <a:pt x="4134" y="24003"/>
                </a:cubicBezTo>
                <a:moveTo>
                  <a:pt x="24795" y="52729"/>
                </a:moveTo>
                <a:lnTo>
                  <a:pt x="24795" y="146378"/>
                </a:lnTo>
                <a:lnTo>
                  <a:pt x="3149" y="146378"/>
                </a:lnTo>
                <a:lnTo>
                  <a:pt x="3149" y="52729"/>
                </a:lnTo>
                <a:lnTo>
                  <a:pt x="24795" y="5272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ath-32">
            <a:extLst xmlns:a="http://schemas.openxmlformats.org/drawingml/2006/main">
              <a:ext uri="{FF2B5EF4-FFF2-40B4-BE49-F238E27FC236}">
                <a16:creationId xmlns:a16="http://schemas.microsoft.com/office/drawing/2014/main" id="{F6FB2749-5ECD-4B59-A805-161DD584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138" y="3654975"/>
            <a:ext cx="80682" cy="96207"/>
          </a:xfrm>
          <a:custGeom xmlns:a="http://schemas.openxmlformats.org/drawingml/2006/main">
            <a:pathLst>
              <a:path w="80682" h="96207">
                <a:moveTo>
                  <a:pt x="0" y="2557"/>
                </a:moveTo>
                <a:lnTo>
                  <a:pt x="21845" y="2557"/>
                </a:lnTo>
                <a:lnTo>
                  <a:pt x="21845" y="11214"/>
                </a:lnTo>
                <a:cubicBezTo>
                  <a:pt x="29323" y="3738"/>
                  <a:pt x="38178" y="0"/>
                  <a:pt x="48409" y="0"/>
                </a:cubicBezTo>
                <a:cubicBezTo>
                  <a:pt x="58642" y="0"/>
                  <a:pt x="66513" y="3345"/>
                  <a:pt x="72221" y="9641"/>
                </a:cubicBezTo>
                <a:cubicBezTo>
                  <a:pt x="77731" y="15936"/>
                  <a:pt x="80682" y="25773"/>
                  <a:pt x="80682" y="38759"/>
                </a:cubicBezTo>
                <a:lnTo>
                  <a:pt x="80682" y="96207"/>
                </a:lnTo>
                <a:lnTo>
                  <a:pt x="59035" y="96207"/>
                </a:lnTo>
                <a:lnTo>
                  <a:pt x="59035" y="43876"/>
                </a:lnTo>
                <a:cubicBezTo>
                  <a:pt x="59035" y="34824"/>
                  <a:pt x="57659" y="28333"/>
                  <a:pt x="55099" y="24791"/>
                </a:cubicBezTo>
                <a:cubicBezTo>
                  <a:pt x="52542" y="21247"/>
                  <a:pt x="47820" y="19478"/>
                  <a:pt x="40933" y="19478"/>
                </a:cubicBezTo>
                <a:cubicBezTo>
                  <a:pt x="34046" y="19478"/>
                  <a:pt x="29127" y="21841"/>
                  <a:pt x="26173" y="26561"/>
                </a:cubicBezTo>
                <a:cubicBezTo>
                  <a:pt x="23220" y="31283"/>
                  <a:pt x="21845" y="39547"/>
                  <a:pt x="21845" y="51153"/>
                </a:cubicBezTo>
                <a:lnTo>
                  <a:pt x="21845" y="96207"/>
                </a:lnTo>
                <a:lnTo>
                  <a:pt x="0" y="96207"/>
                </a:lnTo>
                <a:lnTo>
                  <a:pt x="0" y="255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th-33">
            <a:extLst xmlns:a="http://schemas.openxmlformats.org/drawingml/2006/main">
              <a:ext uri="{FF2B5EF4-FFF2-40B4-BE49-F238E27FC236}">
                <a16:creationId xmlns:a16="http://schemas.microsoft.com/office/drawing/2014/main" id="{2F6D4573-3F3D-4C64-BC97-201C4A03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6828" y="3604803"/>
            <a:ext cx="28139" cy="146378"/>
          </a:xfrm>
          <a:custGeom xmlns:a="http://schemas.openxmlformats.org/drawingml/2006/main">
            <a:pathLst>
              <a:path w="28139" h="146378">
                <a:moveTo>
                  <a:pt x="4132" y="24003"/>
                </a:moveTo>
                <a:cubicBezTo>
                  <a:pt x="1377" y="21252"/>
                  <a:pt x="0" y="17907"/>
                  <a:pt x="0" y="13970"/>
                </a:cubicBezTo>
                <a:cubicBezTo>
                  <a:pt x="0" y="10232"/>
                  <a:pt x="1377" y="6887"/>
                  <a:pt x="4132" y="4133"/>
                </a:cubicBezTo>
                <a:cubicBezTo>
                  <a:pt x="6887" y="1379"/>
                  <a:pt x="10035" y="0"/>
                  <a:pt x="13970" y="0"/>
                </a:cubicBezTo>
                <a:cubicBezTo>
                  <a:pt x="17709" y="0"/>
                  <a:pt x="21053" y="1379"/>
                  <a:pt x="24005" y="3937"/>
                </a:cubicBezTo>
                <a:cubicBezTo>
                  <a:pt x="26761" y="6690"/>
                  <a:pt x="28139" y="10036"/>
                  <a:pt x="28139" y="13970"/>
                </a:cubicBezTo>
                <a:cubicBezTo>
                  <a:pt x="27942" y="17907"/>
                  <a:pt x="26564" y="21252"/>
                  <a:pt x="23808" y="24003"/>
                </a:cubicBezTo>
                <a:cubicBezTo>
                  <a:pt x="21053" y="26759"/>
                  <a:pt x="17906" y="28136"/>
                  <a:pt x="13970" y="28136"/>
                </a:cubicBezTo>
                <a:cubicBezTo>
                  <a:pt x="10035" y="28136"/>
                  <a:pt x="6887" y="26759"/>
                  <a:pt x="4132" y="24003"/>
                </a:cubicBezTo>
                <a:moveTo>
                  <a:pt x="24792" y="52729"/>
                </a:moveTo>
                <a:lnTo>
                  <a:pt x="24792" y="146378"/>
                </a:lnTo>
                <a:lnTo>
                  <a:pt x="3148" y="146378"/>
                </a:lnTo>
                <a:lnTo>
                  <a:pt x="3148" y="52729"/>
                </a:lnTo>
                <a:lnTo>
                  <a:pt x="24792" y="5272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ath-34">
            <a:extLst xmlns:a="http://schemas.openxmlformats.org/drawingml/2006/main">
              <a:ext uri="{FF2B5EF4-FFF2-40B4-BE49-F238E27FC236}">
                <a16:creationId xmlns:a16="http://schemas.microsoft.com/office/drawing/2014/main" id="{4E2F9917-C62F-41F3-A90D-33BBD3FD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4233" y="3859024"/>
            <a:ext cx="94652" cy="153069"/>
          </a:xfrm>
          <a:custGeom xmlns:a="http://schemas.openxmlformats.org/drawingml/2006/main">
            <a:pathLst>
              <a:path w="94652" h="153069">
                <a:moveTo>
                  <a:pt x="42701" y="82041"/>
                </a:moveTo>
                <a:lnTo>
                  <a:pt x="42701" y="62958"/>
                </a:lnTo>
                <a:cubicBezTo>
                  <a:pt x="52147" y="62958"/>
                  <a:pt x="58444" y="61974"/>
                  <a:pt x="61790" y="59812"/>
                </a:cubicBezTo>
                <a:cubicBezTo>
                  <a:pt x="67496" y="56270"/>
                  <a:pt x="70449" y="50760"/>
                  <a:pt x="70449" y="43284"/>
                </a:cubicBezTo>
                <a:cubicBezTo>
                  <a:pt x="70449" y="36005"/>
                  <a:pt x="68284" y="30301"/>
                  <a:pt x="64150" y="26364"/>
                </a:cubicBezTo>
                <a:cubicBezTo>
                  <a:pt x="59822" y="22430"/>
                  <a:pt x="54508" y="20462"/>
                  <a:pt x="48211" y="20265"/>
                </a:cubicBezTo>
                <a:cubicBezTo>
                  <a:pt x="41717" y="20265"/>
                  <a:pt x="36798" y="21839"/>
                  <a:pt x="33454" y="24789"/>
                </a:cubicBezTo>
                <a:cubicBezTo>
                  <a:pt x="30304" y="27938"/>
                  <a:pt x="27747" y="33249"/>
                  <a:pt x="26172" y="40332"/>
                </a:cubicBezTo>
                <a:lnTo>
                  <a:pt x="3936" y="40332"/>
                </a:lnTo>
                <a:cubicBezTo>
                  <a:pt x="6299" y="26561"/>
                  <a:pt x="11019" y="16331"/>
                  <a:pt x="18104" y="9643"/>
                </a:cubicBezTo>
                <a:cubicBezTo>
                  <a:pt x="25187" y="3149"/>
                  <a:pt x="35422" y="0"/>
                  <a:pt x="48408" y="0"/>
                </a:cubicBezTo>
                <a:cubicBezTo>
                  <a:pt x="61198" y="0"/>
                  <a:pt x="71628" y="3738"/>
                  <a:pt x="79894" y="11410"/>
                </a:cubicBezTo>
                <a:cubicBezTo>
                  <a:pt x="88158" y="19281"/>
                  <a:pt x="92290" y="29513"/>
                  <a:pt x="92290" y="42300"/>
                </a:cubicBezTo>
                <a:cubicBezTo>
                  <a:pt x="92290" y="55087"/>
                  <a:pt x="86781" y="65319"/>
                  <a:pt x="76155" y="72795"/>
                </a:cubicBezTo>
                <a:cubicBezTo>
                  <a:pt x="88354" y="80075"/>
                  <a:pt x="94652" y="91883"/>
                  <a:pt x="94652" y="108012"/>
                </a:cubicBezTo>
                <a:cubicBezTo>
                  <a:pt x="94652" y="121391"/>
                  <a:pt x="90125" y="132215"/>
                  <a:pt x="81075" y="140478"/>
                </a:cubicBezTo>
                <a:cubicBezTo>
                  <a:pt x="72023" y="148936"/>
                  <a:pt x="60609" y="153069"/>
                  <a:pt x="46636" y="153069"/>
                </a:cubicBezTo>
                <a:cubicBezTo>
                  <a:pt x="28730" y="153069"/>
                  <a:pt x="15546" y="146577"/>
                  <a:pt x="6888" y="133591"/>
                </a:cubicBezTo>
                <a:cubicBezTo>
                  <a:pt x="3346" y="128081"/>
                  <a:pt x="984" y="120608"/>
                  <a:pt x="0" y="110769"/>
                </a:cubicBezTo>
                <a:lnTo>
                  <a:pt x="21646" y="110769"/>
                </a:lnTo>
                <a:cubicBezTo>
                  <a:pt x="22828" y="118048"/>
                  <a:pt x="25584" y="123556"/>
                  <a:pt x="30107" y="127294"/>
                </a:cubicBezTo>
                <a:cubicBezTo>
                  <a:pt x="34438" y="131230"/>
                  <a:pt x="40342" y="133000"/>
                  <a:pt x="47621" y="133000"/>
                </a:cubicBezTo>
                <a:cubicBezTo>
                  <a:pt x="54706" y="133000"/>
                  <a:pt x="60806" y="130639"/>
                  <a:pt x="65529" y="125720"/>
                </a:cubicBezTo>
                <a:cubicBezTo>
                  <a:pt x="70252" y="120802"/>
                  <a:pt x="72612" y="114507"/>
                  <a:pt x="72612" y="107028"/>
                </a:cubicBezTo>
                <a:cubicBezTo>
                  <a:pt x="72612" y="97191"/>
                  <a:pt x="69069" y="89914"/>
                  <a:pt x="61986" y="85585"/>
                </a:cubicBezTo>
                <a:cubicBezTo>
                  <a:pt x="57658" y="83224"/>
                  <a:pt x="51360" y="82041"/>
                  <a:pt x="42701" y="8204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th-35">
            <a:extLst xmlns:a="http://schemas.openxmlformats.org/drawingml/2006/main">
              <a:ext uri="{FF2B5EF4-FFF2-40B4-BE49-F238E27FC236}">
                <a16:creationId xmlns:a16="http://schemas.microsoft.com/office/drawing/2014/main" id="{295A52D7-2611-4A7F-9489-BC79CC4D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4307" y="3985925"/>
            <a:ext cx="26761" cy="26561"/>
          </a:xfrm>
          <a:custGeom xmlns:a="http://schemas.openxmlformats.org/drawingml/2006/main">
            <a:pathLst>
              <a:path w="26761" h="26561">
                <a:moveTo>
                  <a:pt x="3936" y="22823"/>
                </a:moveTo>
                <a:cubicBezTo>
                  <a:pt x="1181" y="20462"/>
                  <a:pt x="0" y="17313"/>
                  <a:pt x="0" y="13577"/>
                </a:cubicBezTo>
                <a:cubicBezTo>
                  <a:pt x="0" y="9837"/>
                  <a:pt x="1181" y="6690"/>
                  <a:pt x="3936" y="3934"/>
                </a:cubicBezTo>
                <a:cubicBezTo>
                  <a:pt x="6492" y="1377"/>
                  <a:pt x="9642" y="0"/>
                  <a:pt x="13379" y="0"/>
                </a:cubicBezTo>
                <a:cubicBezTo>
                  <a:pt x="16921" y="0"/>
                  <a:pt x="20069" y="1377"/>
                  <a:pt x="22825" y="3934"/>
                </a:cubicBezTo>
                <a:cubicBezTo>
                  <a:pt x="25384" y="6690"/>
                  <a:pt x="26761" y="9837"/>
                  <a:pt x="26761" y="13379"/>
                </a:cubicBezTo>
                <a:cubicBezTo>
                  <a:pt x="26761" y="17313"/>
                  <a:pt x="25384" y="20462"/>
                  <a:pt x="22825" y="22823"/>
                </a:cubicBezTo>
                <a:cubicBezTo>
                  <a:pt x="20269" y="25184"/>
                  <a:pt x="17118" y="26561"/>
                  <a:pt x="13379" y="26561"/>
                </a:cubicBezTo>
                <a:cubicBezTo>
                  <a:pt x="9642" y="26561"/>
                  <a:pt x="6492" y="25184"/>
                  <a:pt x="3936" y="2282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ath-36">
            <a:extLst xmlns:a="http://schemas.openxmlformats.org/drawingml/2006/main">
              <a:ext uri="{FF2B5EF4-FFF2-40B4-BE49-F238E27FC236}">
                <a16:creationId xmlns:a16="http://schemas.microsoft.com/office/drawing/2014/main" id="{DAAF78AC-FEB2-4D7E-B929-5D2BF6BE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5935" y="3861584"/>
            <a:ext cx="48013" cy="148344"/>
          </a:xfrm>
          <a:custGeom xmlns:a="http://schemas.openxmlformats.org/drawingml/2006/main">
            <a:pathLst>
              <a:path w="48013" h="148344">
                <a:moveTo>
                  <a:pt x="25580" y="21051"/>
                </a:moveTo>
                <a:lnTo>
                  <a:pt x="0" y="21051"/>
                </a:lnTo>
                <a:lnTo>
                  <a:pt x="12199" y="0"/>
                </a:lnTo>
                <a:lnTo>
                  <a:pt x="48013" y="0"/>
                </a:lnTo>
                <a:lnTo>
                  <a:pt x="48013" y="148344"/>
                </a:lnTo>
                <a:lnTo>
                  <a:pt x="25580" y="148344"/>
                </a:lnTo>
                <a:lnTo>
                  <a:pt x="25580" y="2105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th-37">
            <a:extLst xmlns:a="http://schemas.openxmlformats.org/drawingml/2006/main">
              <a:ext uri="{FF2B5EF4-FFF2-40B4-BE49-F238E27FC236}">
                <a16:creationId xmlns:a16="http://schemas.microsoft.com/office/drawing/2014/main" id="{627F5783-9529-4D49-AB34-E2D6392D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8118" y="3861584"/>
            <a:ext cx="83238" cy="148344"/>
          </a:xfrm>
          <a:custGeom xmlns:a="http://schemas.openxmlformats.org/drawingml/2006/main">
            <a:pathLst>
              <a:path w="83238" h="148344">
                <a:moveTo>
                  <a:pt x="22432" y="67288"/>
                </a:moveTo>
                <a:lnTo>
                  <a:pt x="30895" y="67288"/>
                </a:lnTo>
                <a:cubicBezTo>
                  <a:pt x="51360" y="67288"/>
                  <a:pt x="61590" y="59414"/>
                  <a:pt x="61590" y="43677"/>
                </a:cubicBezTo>
                <a:cubicBezTo>
                  <a:pt x="61590" y="28330"/>
                  <a:pt x="50964" y="20658"/>
                  <a:pt x="29911" y="20658"/>
                </a:cubicBezTo>
                <a:lnTo>
                  <a:pt x="22432" y="20658"/>
                </a:lnTo>
                <a:lnTo>
                  <a:pt x="22432" y="67288"/>
                </a:lnTo>
                <a:moveTo>
                  <a:pt x="22432" y="88140"/>
                </a:moveTo>
                <a:lnTo>
                  <a:pt x="22432" y="148344"/>
                </a:lnTo>
                <a:lnTo>
                  <a:pt x="0" y="148344"/>
                </a:lnTo>
                <a:lnTo>
                  <a:pt x="0" y="0"/>
                </a:lnTo>
                <a:lnTo>
                  <a:pt x="25384" y="0"/>
                </a:lnTo>
                <a:cubicBezTo>
                  <a:pt x="37585" y="0"/>
                  <a:pt x="47030" y="984"/>
                  <a:pt x="53524" y="2555"/>
                </a:cubicBezTo>
                <a:cubicBezTo>
                  <a:pt x="59822" y="4327"/>
                  <a:pt x="65525" y="7672"/>
                  <a:pt x="70448" y="12394"/>
                </a:cubicBezTo>
                <a:cubicBezTo>
                  <a:pt x="78908" y="20854"/>
                  <a:pt x="83238" y="31673"/>
                  <a:pt x="83238" y="44661"/>
                </a:cubicBezTo>
                <a:cubicBezTo>
                  <a:pt x="83238" y="57844"/>
                  <a:pt x="78711" y="68466"/>
                  <a:pt x="69660" y="76334"/>
                </a:cubicBezTo>
                <a:cubicBezTo>
                  <a:pt x="60607" y="84205"/>
                  <a:pt x="48211" y="88140"/>
                  <a:pt x="32862" y="88140"/>
                </a:cubicBezTo>
                <a:lnTo>
                  <a:pt x="22432" y="8814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ath-38">
            <a:extLst xmlns:a="http://schemas.openxmlformats.org/drawingml/2006/main">
              <a:ext uri="{FF2B5EF4-FFF2-40B4-BE49-F238E27FC236}">
                <a16:creationId xmlns:a16="http://schemas.microsoft.com/office/drawing/2014/main" id="{07C7E738-987F-4040-8063-35C48107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246" y="3913722"/>
            <a:ext cx="61201" cy="96207"/>
          </a:xfrm>
          <a:custGeom xmlns:a="http://schemas.openxmlformats.org/drawingml/2006/main">
            <a:pathLst>
              <a:path w="61201" h="96207">
                <a:moveTo>
                  <a:pt x="0" y="2555"/>
                </a:moveTo>
                <a:lnTo>
                  <a:pt x="21647" y="2555"/>
                </a:lnTo>
                <a:lnTo>
                  <a:pt x="21647" y="11017"/>
                </a:lnTo>
                <a:cubicBezTo>
                  <a:pt x="25583" y="6884"/>
                  <a:pt x="29123" y="4131"/>
                  <a:pt x="32273" y="2555"/>
                </a:cubicBezTo>
                <a:cubicBezTo>
                  <a:pt x="35422" y="984"/>
                  <a:pt x="39356" y="194"/>
                  <a:pt x="44472" y="0"/>
                </a:cubicBezTo>
                <a:cubicBezTo>
                  <a:pt x="49392" y="0"/>
                  <a:pt x="54903" y="1966"/>
                  <a:pt x="61201" y="5706"/>
                </a:cubicBezTo>
                <a:lnTo>
                  <a:pt x="51359" y="25378"/>
                </a:lnTo>
                <a:cubicBezTo>
                  <a:pt x="47227" y="22624"/>
                  <a:pt x="43292" y="21051"/>
                  <a:pt x="39356" y="21051"/>
                </a:cubicBezTo>
                <a:cubicBezTo>
                  <a:pt x="27551" y="21051"/>
                  <a:pt x="21647" y="29904"/>
                  <a:pt x="21647" y="47611"/>
                </a:cubicBezTo>
                <a:lnTo>
                  <a:pt x="21647" y="96207"/>
                </a:lnTo>
                <a:lnTo>
                  <a:pt x="0" y="96207"/>
                </a:lnTo>
                <a:lnTo>
                  <a:pt x="0" y="25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th-39">
            <a:extLst xmlns:a="http://schemas.openxmlformats.org/drawingml/2006/main">
              <a:ext uri="{FF2B5EF4-FFF2-40B4-BE49-F238E27FC236}">
                <a16:creationId xmlns:a16="http://schemas.microsoft.com/office/drawing/2014/main" id="{30C63CF5-92E9-4D58-A88A-6BF751FA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514" y="3913722"/>
            <a:ext cx="99767" cy="98765"/>
          </a:xfrm>
          <a:custGeom xmlns:a="http://schemas.openxmlformats.org/drawingml/2006/main">
            <a:pathLst>
              <a:path w="99767" h="98765">
                <a:moveTo>
                  <a:pt x="29714" y="27741"/>
                </a:moveTo>
                <a:cubicBezTo>
                  <a:pt x="24596" y="33249"/>
                  <a:pt x="22040" y="40528"/>
                  <a:pt x="22040" y="49580"/>
                </a:cubicBezTo>
                <a:cubicBezTo>
                  <a:pt x="22040" y="58629"/>
                  <a:pt x="24400" y="65911"/>
                  <a:pt x="29514" y="71418"/>
                </a:cubicBezTo>
                <a:cubicBezTo>
                  <a:pt x="34633" y="76926"/>
                  <a:pt x="41323" y="79680"/>
                  <a:pt x="49982" y="79680"/>
                </a:cubicBezTo>
                <a:cubicBezTo>
                  <a:pt x="58246" y="79680"/>
                  <a:pt x="64936" y="77122"/>
                  <a:pt x="70052" y="71615"/>
                </a:cubicBezTo>
                <a:cubicBezTo>
                  <a:pt x="75170" y="66105"/>
                  <a:pt x="77727" y="58828"/>
                  <a:pt x="77727" y="49580"/>
                </a:cubicBezTo>
                <a:cubicBezTo>
                  <a:pt x="77727" y="40528"/>
                  <a:pt x="75170" y="33249"/>
                  <a:pt x="70052" y="27741"/>
                </a:cubicBezTo>
                <a:cubicBezTo>
                  <a:pt x="64936" y="22229"/>
                  <a:pt x="58050" y="19478"/>
                  <a:pt x="49783" y="19478"/>
                </a:cubicBezTo>
                <a:cubicBezTo>
                  <a:pt x="41520" y="19478"/>
                  <a:pt x="34829" y="22229"/>
                  <a:pt x="29714" y="27741"/>
                </a:cubicBezTo>
                <a:moveTo>
                  <a:pt x="85205" y="84797"/>
                </a:moveTo>
                <a:cubicBezTo>
                  <a:pt x="75366" y="94239"/>
                  <a:pt x="63561" y="98765"/>
                  <a:pt x="49391" y="98765"/>
                </a:cubicBezTo>
                <a:cubicBezTo>
                  <a:pt x="35222" y="98765"/>
                  <a:pt x="23612" y="94045"/>
                  <a:pt x="14169" y="84601"/>
                </a:cubicBezTo>
                <a:cubicBezTo>
                  <a:pt x="4722" y="75154"/>
                  <a:pt x="0" y="63351"/>
                  <a:pt x="0" y="49383"/>
                </a:cubicBezTo>
                <a:cubicBezTo>
                  <a:pt x="0" y="35411"/>
                  <a:pt x="4722" y="23608"/>
                  <a:pt x="14364" y="14166"/>
                </a:cubicBezTo>
                <a:cubicBezTo>
                  <a:pt x="24007" y="4722"/>
                  <a:pt x="35813" y="0"/>
                  <a:pt x="49783" y="0"/>
                </a:cubicBezTo>
                <a:cubicBezTo>
                  <a:pt x="63757" y="0"/>
                  <a:pt x="75562" y="4918"/>
                  <a:pt x="85205" y="14363"/>
                </a:cubicBezTo>
                <a:cubicBezTo>
                  <a:pt x="94847" y="24001"/>
                  <a:pt x="99767" y="35809"/>
                  <a:pt x="99767" y="49776"/>
                </a:cubicBezTo>
                <a:cubicBezTo>
                  <a:pt x="99767" y="63744"/>
                  <a:pt x="94847" y="75353"/>
                  <a:pt x="85205" y="8479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ath-40">
            <a:extLst xmlns:a="http://schemas.openxmlformats.org/drawingml/2006/main">
              <a:ext uri="{FF2B5EF4-FFF2-40B4-BE49-F238E27FC236}">
                <a16:creationId xmlns:a16="http://schemas.microsoft.com/office/drawing/2014/main" id="{31E4556F-D6A4-47E5-A136-9538A334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818" y="3476773"/>
            <a:ext cx="191" cy="41420"/>
          </a:xfrm>
          <a:custGeom xmlns:a="http://schemas.openxmlformats.org/drawingml/2006/main">
            <a:pathLst>
              <a:path w="191" h="41420">
                <a:moveTo>
                  <a:pt x="0" y="0"/>
                </a:moveTo>
                <a:lnTo>
                  <a:pt x="0" y="4142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8285">
            <a:solidFill>
              <a:srgbClr val="000000"/>
            </a:solidFill>
            <a:prstDash val="solid"/>
          </a:ln>
        </p:spPr>
      </p:sp>
      <p:sp>
        <p:nvSpPr>
          <p:cNvPr id="41" name="path-41">
            <a:extLst xmlns:a="http://schemas.openxmlformats.org/drawingml/2006/main">
              <a:ext uri="{FF2B5EF4-FFF2-40B4-BE49-F238E27FC236}">
                <a16:creationId xmlns:a16="http://schemas.microsoft.com/office/drawing/2014/main" id="{6C3E493B-0825-4E6E-82F9-5899D40F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9956" y="3602837"/>
            <a:ext cx="114724" cy="148344"/>
          </a:xfrm>
          <a:custGeom xmlns:a="http://schemas.openxmlformats.org/drawingml/2006/main">
            <a:pathLst>
              <a:path w="114724" h="148344">
                <a:moveTo>
                  <a:pt x="22435" y="127294"/>
                </a:moveTo>
                <a:lnTo>
                  <a:pt x="32469" y="127294"/>
                </a:lnTo>
                <a:cubicBezTo>
                  <a:pt x="42505" y="127294"/>
                  <a:pt x="50966" y="126309"/>
                  <a:pt x="57658" y="124147"/>
                </a:cubicBezTo>
                <a:cubicBezTo>
                  <a:pt x="64349" y="121982"/>
                  <a:pt x="70251" y="118441"/>
                  <a:pt x="75762" y="113522"/>
                </a:cubicBezTo>
                <a:cubicBezTo>
                  <a:pt x="86781" y="103487"/>
                  <a:pt x="92291" y="90304"/>
                  <a:pt x="92291" y="74172"/>
                </a:cubicBezTo>
                <a:cubicBezTo>
                  <a:pt x="92291" y="58037"/>
                  <a:pt x="86976" y="45054"/>
                  <a:pt x="76550" y="35416"/>
                </a:cubicBezTo>
                <a:cubicBezTo>
                  <a:pt x="66119" y="25969"/>
                  <a:pt x="51363" y="21053"/>
                  <a:pt x="32469" y="21053"/>
                </a:cubicBezTo>
                <a:lnTo>
                  <a:pt x="22435" y="21053"/>
                </a:lnTo>
                <a:lnTo>
                  <a:pt x="22435" y="127294"/>
                </a:lnTo>
                <a:moveTo>
                  <a:pt x="0" y="148344"/>
                </a:moveTo>
                <a:lnTo>
                  <a:pt x="0" y="0"/>
                </a:lnTo>
                <a:lnTo>
                  <a:pt x="31289" y="0"/>
                </a:lnTo>
                <a:cubicBezTo>
                  <a:pt x="46048" y="0"/>
                  <a:pt x="57853" y="1573"/>
                  <a:pt x="66512" y="4526"/>
                </a:cubicBezTo>
                <a:cubicBezTo>
                  <a:pt x="75762" y="7476"/>
                  <a:pt x="84225" y="12394"/>
                  <a:pt x="91897" y="19085"/>
                </a:cubicBezTo>
                <a:cubicBezTo>
                  <a:pt x="107050" y="33052"/>
                  <a:pt x="114724" y="51352"/>
                  <a:pt x="114724" y="74172"/>
                </a:cubicBezTo>
                <a:cubicBezTo>
                  <a:pt x="114724" y="96995"/>
                  <a:pt x="106657" y="115491"/>
                  <a:pt x="90912" y="129458"/>
                </a:cubicBezTo>
                <a:cubicBezTo>
                  <a:pt x="82648" y="136542"/>
                  <a:pt x="74383" y="141460"/>
                  <a:pt x="65923" y="144214"/>
                </a:cubicBezTo>
                <a:cubicBezTo>
                  <a:pt x="57461" y="146968"/>
                  <a:pt x="45850" y="148344"/>
                  <a:pt x="30895" y="148344"/>
                </a:cubicBezTo>
                <a:lnTo>
                  <a:pt x="0" y="14834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th-42">
            <a:extLst xmlns:a="http://schemas.openxmlformats.org/drawingml/2006/main">
              <a:ext uri="{FF2B5EF4-FFF2-40B4-BE49-F238E27FC236}">
                <a16:creationId xmlns:a16="http://schemas.microsoft.com/office/drawing/2014/main" id="{FC75903D-74BC-4AE7-AE7E-CFFB0C4B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358" y="3654975"/>
            <a:ext cx="90519" cy="98767"/>
          </a:xfrm>
          <a:custGeom xmlns:a="http://schemas.openxmlformats.org/drawingml/2006/main">
            <a:pathLst>
              <a:path w="90519" h="98767">
                <a:moveTo>
                  <a:pt x="45655" y="19478"/>
                </a:moveTo>
                <a:cubicBezTo>
                  <a:pt x="37388" y="19478"/>
                  <a:pt x="31289" y="23019"/>
                  <a:pt x="27158" y="29707"/>
                </a:cubicBezTo>
                <a:cubicBezTo>
                  <a:pt x="25581" y="31872"/>
                  <a:pt x="24598" y="34233"/>
                  <a:pt x="24007" y="36793"/>
                </a:cubicBezTo>
                <a:lnTo>
                  <a:pt x="67495" y="36793"/>
                </a:lnTo>
                <a:cubicBezTo>
                  <a:pt x="64347" y="25380"/>
                  <a:pt x="57067" y="19478"/>
                  <a:pt x="45655" y="19478"/>
                </a:cubicBezTo>
                <a:moveTo>
                  <a:pt x="45850" y="79680"/>
                </a:moveTo>
                <a:cubicBezTo>
                  <a:pt x="51951" y="79680"/>
                  <a:pt x="56869" y="78502"/>
                  <a:pt x="60412" y="75748"/>
                </a:cubicBezTo>
                <a:cubicBezTo>
                  <a:pt x="63757" y="73188"/>
                  <a:pt x="67693" y="68468"/>
                  <a:pt x="72218" y="61581"/>
                </a:cubicBezTo>
                <a:lnTo>
                  <a:pt x="90519" y="71617"/>
                </a:lnTo>
                <a:cubicBezTo>
                  <a:pt x="82254" y="85781"/>
                  <a:pt x="72022" y="94438"/>
                  <a:pt x="59822" y="97191"/>
                </a:cubicBezTo>
                <a:cubicBezTo>
                  <a:pt x="55493" y="98176"/>
                  <a:pt x="50966" y="98767"/>
                  <a:pt x="46243" y="98767"/>
                </a:cubicBezTo>
                <a:cubicBezTo>
                  <a:pt x="32272" y="98767"/>
                  <a:pt x="21054" y="94438"/>
                  <a:pt x="12593" y="85388"/>
                </a:cubicBezTo>
                <a:cubicBezTo>
                  <a:pt x="4134" y="76533"/>
                  <a:pt x="0" y="64534"/>
                  <a:pt x="0" y="49577"/>
                </a:cubicBezTo>
                <a:cubicBezTo>
                  <a:pt x="0" y="34824"/>
                  <a:pt x="3936" y="22823"/>
                  <a:pt x="12200" y="13575"/>
                </a:cubicBezTo>
                <a:cubicBezTo>
                  <a:pt x="20467" y="4526"/>
                  <a:pt x="31485" y="0"/>
                  <a:pt x="45259" y="0"/>
                </a:cubicBezTo>
                <a:cubicBezTo>
                  <a:pt x="59033" y="196"/>
                  <a:pt x="69857" y="4722"/>
                  <a:pt x="77730" y="13381"/>
                </a:cubicBezTo>
                <a:cubicBezTo>
                  <a:pt x="85601" y="22035"/>
                  <a:pt x="89731" y="34034"/>
                  <a:pt x="89731" y="49383"/>
                </a:cubicBezTo>
                <a:lnTo>
                  <a:pt x="89536" y="54498"/>
                </a:lnTo>
                <a:lnTo>
                  <a:pt x="22631" y="54498"/>
                </a:lnTo>
                <a:cubicBezTo>
                  <a:pt x="23024" y="62369"/>
                  <a:pt x="25581" y="68468"/>
                  <a:pt x="29910" y="72795"/>
                </a:cubicBezTo>
                <a:cubicBezTo>
                  <a:pt x="34240" y="77321"/>
                  <a:pt x="39553" y="79680"/>
                  <a:pt x="45850" y="7968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th-43">
            <a:extLst xmlns:a="http://schemas.openxmlformats.org/drawingml/2006/main">
              <a:ext uri="{FF2B5EF4-FFF2-40B4-BE49-F238E27FC236}">
                <a16:creationId xmlns:a16="http://schemas.microsoft.com/office/drawing/2014/main" id="{68914B5C-B9A7-4A39-8650-D14C4ECE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3177" y="3654975"/>
            <a:ext cx="90521" cy="98767"/>
          </a:xfrm>
          <a:custGeom xmlns:a="http://schemas.openxmlformats.org/drawingml/2006/main">
            <a:pathLst>
              <a:path w="90521" h="98767">
                <a:moveTo>
                  <a:pt x="45654" y="19478"/>
                </a:moveTo>
                <a:cubicBezTo>
                  <a:pt x="37390" y="19478"/>
                  <a:pt x="31288" y="23019"/>
                  <a:pt x="27156" y="29707"/>
                </a:cubicBezTo>
                <a:cubicBezTo>
                  <a:pt x="25580" y="31872"/>
                  <a:pt x="24597" y="34233"/>
                  <a:pt x="24009" y="36793"/>
                </a:cubicBezTo>
                <a:lnTo>
                  <a:pt x="67497" y="36793"/>
                </a:lnTo>
                <a:cubicBezTo>
                  <a:pt x="64346" y="25380"/>
                  <a:pt x="57067" y="19478"/>
                  <a:pt x="45654" y="19478"/>
                </a:cubicBezTo>
                <a:moveTo>
                  <a:pt x="45849" y="79680"/>
                </a:moveTo>
                <a:cubicBezTo>
                  <a:pt x="51952" y="79680"/>
                  <a:pt x="56870" y="78502"/>
                  <a:pt x="60411" y="75748"/>
                </a:cubicBezTo>
                <a:cubicBezTo>
                  <a:pt x="63758" y="73188"/>
                  <a:pt x="67693" y="68468"/>
                  <a:pt x="72221" y="61581"/>
                </a:cubicBezTo>
                <a:lnTo>
                  <a:pt x="90521" y="71617"/>
                </a:lnTo>
                <a:cubicBezTo>
                  <a:pt x="82254" y="85781"/>
                  <a:pt x="72021" y="94438"/>
                  <a:pt x="59823" y="97191"/>
                </a:cubicBezTo>
                <a:cubicBezTo>
                  <a:pt x="55492" y="98176"/>
                  <a:pt x="50969" y="98767"/>
                  <a:pt x="46244" y="98767"/>
                </a:cubicBezTo>
                <a:cubicBezTo>
                  <a:pt x="32271" y="98767"/>
                  <a:pt x="21057" y="94438"/>
                  <a:pt x="12594" y="85388"/>
                </a:cubicBezTo>
                <a:cubicBezTo>
                  <a:pt x="4132" y="76533"/>
                  <a:pt x="0" y="64534"/>
                  <a:pt x="0" y="49577"/>
                </a:cubicBezTo>
                <a:cubicBezTo>
                  <a:pt x="0" y="34824"/>
                  <a:pt x="3936" y="22823"/>
                  <a:pt x="12202" y="13575"/>
                </a:cubicBezTo>
                <a:cubicBezTo>
                  <a:pt x="20465" y="4526"/>
                  <a:pt x="31486" y="0"/>
                  <a:pt x="45261" y="0"/>
                </a:cubicBezTo>
                <a:cubicBezTo>
                  <a:pt x="59035" y="196"/>
                  <a:pt x="69856" y="4722"/>
                  <a:pt x="77727" y="13381"/>
                </a:cubicBezTo>
                <a:cubicBezTo>
                  <a:pt x="85598" y="22035"/>
                  <a:pt x="89732" y="34034"/>
                  <a:pt x="89732" y="49383"/>
                </a:cubicBezTo>
                <a:lnTo>
                  <a:pt x="89537" y="54498"/>
                </a:lnTo>
                <a:lnTo>
                  <a:pt x="22630" y="54498"/>
                </a:lnTo>
                <a:cubicBezTo>
                  <a:pt x="23024" y="62369"/>
                  <a:pt x="25580" y="68468"/>
                  <a:pt x="29911" y="72795"/>
                </a:cubicBezTo>
                <a:cubicBezTo>
                  <a:pt x="34239" y="77321"/>
                  <a:pt x="39554" y="79680"/>
                  <a:pt x="45849" y="7968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ath-44">
            <a:extLst xmlns:a="http://schemas.openxmlformats.org/drawingml/2006/main">
              <a:ext uri="{FF2B5EF4-FFF2-40B4-BE49-F238E27FC236}">
                <a16:creationId xmlns:a16="http://schemas.microsoft.com/office/drawing/2014/main" id="{66250F9E-741D-4703-8B29-AAF9F7D8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327" y="3654975"/>
            <a:ext cx="95241" cy="146968"/>
          </a:xfrm>
          <a:custGeom xmlns:a="http://schemas.openxmlformats.org/drawingml/2006/main">
            <a:pathLst>
              <a:path w="95241" h="146968">
                <a:moveTo>
                  <a:pt x="27747" y="27741"/>
                </a:moveTo>
                <a:cubicBezTo>
                  <a:pt x="22829" y="33251"/>
                  <a:pt x="20464" y="40531"/>
                  <a:pt x="20464" y="49383"/>
                </a:cubicBezTo>
                <a:cubicBezTo>
                  <a:pt x="20464" y="58236"/>
                  <a:pt x="22829" y="65518"/>
                  <a:pt x="27747" y="71220"/>
                </a:cubicBezTo>
                <a:cubicBezTo>
                  <a:pt x="32469" y="76928"/>
                  <a:pt x="38961" y="79680"/>
                  <a:pt x="46833" y="79680"/>
                </a:cubicBezTo>
                <a:cubicBezTo>
                  <a:pt x="54312" y="79680"/>
                  <a:pt x="60609" y="76928"/>
                  <a:pt x="65529" y="71220"/>
                </a:cubicBezTo>
                <a:cubicBezTo>
                  <a:pt x="70448" y="65712"/>
                  <a:pt x="73004" y="58433"/>
                  <a:pt x="73004" y="49577"/>
                </a:cubicBezTo>
                <a:cubicBezTo>
                  <a:pt x="73004" y="40923"/>
                  <a:pt x="70448" y="33644"/>
                  <a:pt x="65725" y="27940"/>
                </a:cubicBezTo>
                <a:cubicBezTo>
                  <a:pt x="60807" y="22428"/>
                  <a:pt x="54508" y="19478"/>
                  <a:pt x="46833" y="19478"/>
                </a:cubicBezTo>
                <a:cubicBezTo>
                  <a:pt x="38961" y="19478"/>
                  <a:pt x="32667" y="22231"/>
                  <a:pt x="27747" y="27741"/>
                </a:cubicBezTo>
                <a:moveTo>
                  <a:pt x="21645" y="146968"/>
                </a:moveTo>
                <a:lnTo>
                  <a:pt x="0" y="146968"/>
                </a:lnTo>
                <a:lnTo>
                  <a:pt x="0" y="2557"/>
                </a:lnTo>
                <a:lnTo>
                  <a:pt x="21645" y="2557"/>
                </a:lnTo>
                <a:lnTo>
                  <a:pt x="21645" y="12789"/>
                </a:lnTo>
                <a:cubicBezTo>
                  <a:pt x="30107" y="4329"/>
                  <a:pt x="40340" y="0"/>
                  <a:pt x="52147" y="0"/>
                </a:cubicBezTo>
                <a:cubicBezTo>
                  <a:pt x="63955" y="0"/>
                  <a:pt x="74188" y="4722"/>
                  <a:pt x="82647" y="14164"/>
                </a:cubicBezTo>
                <a:cubicBezTo>
                  <a:pt x="90914" y="23608"/>
                  <a:pt x="95241" y="35610"/>
                  <a:pt x="95241" y="49779"/>
                </a:cubicBezTo>
                <a:cubicBezTo>
                  <a:pt x="95241" y="63943"/>
                  <a:pt x="90914" y="75748"/>
                  <a:pt x="82647" y="84795"/>
                </a:cubicBezTo>
                <a:cubicBezTo>
                  <a:pt x="74383" y="94239"/>
                  <a:pt x="64150" y="98767"/>
                  <a:pt x="52345" y="98767"/>
                </a:cubicBezTo>
                <a:cubicBezTo>
                  <a:pt x="40538" y="98767"/>
                  <a:pt x="30305" y="94438"/>
                  <a:pt x="21645" y="85781"/>
                </a:cubicBezTo>
                <a:lnTo>
                  <a:pt x="21645" y="14696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ath-45">
            <a:extLst xmlns:a="http://schemas.openxmlformats.org/drawingml/2006/main">
              <a:ext uri="{FF2B5EF4-FFF2-40B4-BE49-F238E27FC236}">
                <a16:creationId xmlns:a16="http://schemas.microsoft.com/office/drawing/2014/main" id="{73139FE4-E821-4BF9-AEE8-BBE70FEB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248" y="3599887"/>
            <a:ext cx="95045" cy="153854"/>
          </a:xfrm>
          <a:custGeom xmlns:a="http://schemas.openxmlformats.org/drawingml/2006/main">
            <a:pathLst>
              <a:path w="95045" h="153854">
                <a:moveTo>
                  <a:pt x="63362" y="24200"/>
                </a:moveTo>
                <a:cubicBezTo>
                  <a:pt x="60214" y="22231"/>
                  <a:pt x="55687" y="21247"/>
                  <a:pt x="50179" y="21247"/>
                </a:cubicBezTo>
                <a:cubicBezTo>
                  <a:pt x="44472" y="21247"/>
                  <a:pt x="39553" y="23019"/>
                  <a:pt x="35418" y="26558"/>
                </a:cubicBezTo>
                <a:cubicBezTo>
                  <a:pt x="31288" y="30102"/>
                  <a:pt x="29319" y="34429"/>
                  <a:pt x="29319" y="39544"/>
                </a:cubicBezTo>
                <a:cubicBezTo>
                  <a:pt x="29319" y="46826"/>
                  <a:pt x="34634" y="52726"/>
                  <a:pt x="45456" y="57056"/>
                </a:cubicBezTo>
                <a:lnTo>
                  <a:pt x="60214" y="63152"/>
                </a:lnTo>
                <a:cubicBezTo>
                  <a:pt x="72216" y="68073"/>
                  <a:pt x="81074" y="73976"/>
                  <a:pt x="86582" y="81059"/>
                </a:cubicBezTo>
                <a:cubicBezTo>
                  <a:pt x="92092" y="88142"/>
                  <a:pt x="95045" y="96602"/>
                  <a:pt x="95045" y="106633"/>
                </a:cubicBezTo>
                <a:cubicBezTo>
                  <a:pt x="95045" y="120407"/>
                  <a:pt x="90321" y="131621"/>
                  <a:pt x="81271" y="140476"/>
                </a:cubicBezTo>
                <a:cubicBezTo>
                  <a:pt x="72216" y="149525"/>
                  <a:pt x="61002" y="153854"/>
                  <a:pt x="47816" y="153854"/>
                </a:cubicBezTo>
                <a:cubicBezTo>
                  <a:pt x="34435" y="153854"/>
                  <a:pt x="23612" y="150114"/>
                  <a:pt x="15349" y="142641"/>
                </a:cubicBezTo>
                <a:cubicBezTo>
                  <a:pt x="7083" y="134966"/>
                  <a:pt x="1967" y="124145"/>
                  <a:pt x="0" y="110374"/>
                </a:cubicBezTo>
                <a:lnTo>
                  <a:pt x="22629" y="105455"/>
                </a:lnTo>
                <a:cubicBezTo>
                  <a:pt x="23612" y="114111"/>
                  <a:pt x="25384" y="120208"/>
                  <a:pt x="27942" y="123357"/>
                </a:cubicBezTo>
                <a:cubicBezTo>
                  <a:pt x="32467" y="129851"/>
                  <a:pt x="38766" y="132998"/>
                  <a:pt x="46832" y="132998"/>
                </a:cubicBezTo>
                <a:cubicBezTo>
                  <a:pt x="54704" y="132998"/>
                  <a:pt x="61002" y="130835"/>
                  <a:pt x="65529" y="126113"/>
                </a:cubicBezTo>
                <a:cubicBezTo>
                  <a:pt x="70052" y="121391"/>
                  <a:pt x="72416" y="115292"/>
                  <a:pt x="72416" y="107421"/>
                </a:cubicBezTo>
                <a:cubicBezTo>
                  <a:pt x="72416" y="99552"/>
                  <a:pt x="68480" y="93255"/>
                  <a:pt x="61002" y="88142"/>
                </a:cubicBezTo>
                <a:cubicBezTo>
                  <a:pt x="58247" y="86370"/>
                  <a:pt x="54902" y="84598"/>
                  <a:pt x="51359" y="83027"/>
                </a:cubicBezTo>
                <a:lnTo>
                  <a:pt x="36995" y="77122"/>
                </a:lnTo>
                <a:cubicBezTo>
                  <a:pt x="16529" y="68468"/>
                  <a:pt x="6494" y="55873"/>
                  <a:pt x="6494" y="39345"/>
                </a:cubicBezTo>
                <a:cubicBezTo>
                  <a:pt x="6494" y="28330"/>
                  <a:pt x="10626" y="19085"/>
                  <a:pt x="19284" y="11410"/>
                </a:cubicBezTo>
                <a:cubicBezTo>
                  <a:pt x="27745" y="3934"/>
                  <a:pt x="38371" y="0"/>
                  <a:pt x="51164" y="0"/>
                </a:cubicBezTo>
                <a:cubicBezTo>
                  <a:pt x="68085" y="0"/>
                  <a:pt x="81466" y="8460"/>
                  <a:pt x="91304" y="24985"/>
                </a:cubicBezTo>
                <a:lnTo>
                  <a:pt x="73004" y="35806"/>
                </a:lnTo>
                <a:cubicBezTo>
                  <a:pt x="69465" y="29904"/>
                  <a:pt x="66313" y="26168"/>
                  <a:pt x="63362" y="2420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ath-46">
            <a:extLst xmlns:a="http://schemas.openxmlformats.org/drawingml/2006/main">
              <a:ext uri="{FF2B5EF4-FFF2-40B4-BE49-F238E27FC236}">
                <a16:creationId xmlns:a16="http://schemas.microsoft.com/office/drawing/2014/main" id="{664EC572-3E68-47F1-A2AE-29E43097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4789" y="3654975"/>
            <a:ext cx="90519" cy="98767"/>
          </a:xfrm>
          <a:custGeom xmlns:a="http://schemas.openxmlformats.org/drawingml/2006/main">
            <a:pathLst>
              <a:path w="90519" h="98767">
                <a:moveTo>
                  <a:pt x="45653" y="19478"/>
                </a:moveTo>
                <a:cubicBezTo>
                  <a:pt x="37389" y="19478"/>
                  <a:pt x="31289" y="23019"/>
                  <a:pt x="27155" y="29707"/>
                </a:cubicBezTo>
                <a:cubicBezTo>
                  <a:pt x="25583" y="31872"/>
                  <a:pt x="24598" y="34233"/>
                  <a:pt x="24007" y="36793"/>
                </a:cubicBezTo>
                <a:lnTo>
                  <a:pt x="67496" y="36793"/>
                </a:lnTo>
                <a:cubicBezTo>
                  <a:pt x="64349" y="25380"/>
                  <a:pt x="57067" y="19478"/>
                  <a:pt x="45653" y="19478"/>
                </a:cubicBezTo>
                <a:moveTo>
                  <a:pt x="45850" y="79680"/>
                </a:moveTo>
                <a:cubicBezTo>
                  <a:pt x="51951" y="79680"/>
                  <a:pt x="56869" y="78502"/>
                  <a:pt x="60413" y="75748"/>
                </a:cubicBezTo>
                <a:cubicBezTo>
                  <a:pt x="63757" y="73188"/>
                  <a:pt x="67693" y="68468"/>
                  <a:pt x="72220" y="61581"/>
                </a:cubicBezTo>
                <a:lnTo>
                  <a:pt x="90519" y="71617"/>
                </a:lnTo>
                <a:cubicBezTo>
                  <a:pt x="82254" y="85781"/>
                  <a:pt x="72022" y="94438"/>
                  <a:pt x="59822" y="97191"/>
                </a:cubicBezTo>
                <a:cubicBezTo>
                  <a:pt x="55493" y="98176"/>
                  <a:pt x="50966" y="98767"/>
                  <a:pt x="46243" y="98767"/>
                </a:cubicBezTo>
                <a:cubicBezTo>
                  <a:pt x="32273" y="98767"/>
                  <a:pt x="21056" y="94438"/>
                  <a:pt x="12593" y="85388"/>
                </a:cubicBezTo>
                <a:cubicBezTo>
                  <a:pt x="4131" y="76533"/>
                  <a:pt x="0" y="64534"/>
                  <a:pt x="0" y="49577"/>
                </a:cubicBezTo>
                <a:cubicBezTo>
                  <a:pt x="0" y="34824"/>
                  <a:pt x="3936" y="22823"/>
                  <a:pt x="12200" y="13575"/>
                </a:cubicBezTo>
                <a:cubicBezTo>
                  <a:pt x="20464" y="4526"/>
                  <a:pt x="31486" y="0"/>
                  <a:pt x="45260" y="0"/>
                </a:cubicBezTo>
                <a:cubicBezTo>
                  <a:pt x="59034" y="196"/>
                  <a:pt x="69857" y="4722"/>
                  <a:pt x="77730" y="13381"/>
                </a:cubicBezTo>
                <a:cubicBezTo>
                  <a:pt x="85601" y="22035"/>
                  <a:pt x="89731" y="34034"/>
                  <a:pt x="89731" y="49383"/>
                </a:cubicBezTo>
                <a:lnTo>
                  <a:pt x="89536" y="54498"/>
                </a:lnTo>
                <a:lnTo>
                  <a:pt x="22631" y="54498"/>
                </a:lnTo>
                <a:cubicBezTo>
                  <a:pt x="23024" y="62369"/>
                  <a:pt x="25583" y="68468"/>
                  <a:pt x="29910" y="72795"/>
                </a:cubicBezTo>
                <a:cubicBezTo>
                  <a:pt x="34241" y="77321"/>
                  <a:pt x="39553" y="79680"/>
                  <a:pt x="45850" y="7968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ath-47">
            <a:extLst xmlns:a="http://schemas.openxmlformats.org/drawingml/2006/main">
              <a:ext uri="{FF2B5EF4-FFF2-40B4-BE49-F238E27FC236}">
                <a16:creationId xmlns:a16="http://schemas.microsoft.com/office/drawing/2014/main" id="{78D9993C-F60A-4476-A54E-0044C858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3612" y="3654975"/>
            <a:ext cx="90515" cy="98767"/>
          </a:xfrm>
          <a:custGeom xmlns:a="http://schemas.openxmlformats.org/drawingml/2006/main">
            <a:pathLst>
              <a:path w="90515" h="98767">
                <a:moveTo>
                  <a:pt x="45652" y="19478"/>
                </a:moveTo>
                <a:cubicBezTo>
                  <a:pt x="37385" y="19478"/>
                  <a:pt x="31285" y="23019"/>
                  <a:pt x="27155" y="29707"/>
                </a:cubicBezTo>
                <a:cubicBezTo>
                  <a:pt x="25580" y="31872"/>
                  <a:pt x="24595" y="34233"/>
                  <a:pt x="24007" y="36793"/>
                </a:cubicBezTo>
                <a:lnTo>
                  <a:pt x="67495" y="36793"/>
                </a:lnTo>
                <a:cubicBezTo>
                  <a:pt x="64345" y="25380"/>
                  <a:pt x="57065" y="19478"/>
                  <a:pt x="45652" y="19478"/>
                </a:cubicBezTo>
                <a:moveTo>
                  <a:pt x="45847" y="79680"/>
                </a:moveTo>
                <a:cubicBezTo>
                  <a:pt x="51947" y="79680"/>
                  <a:pt x="56869" y="78502"/>
                  <a:pt x="60408" y="75748"/>
                </a:cubicBezTo>
                <a:cubicBezTo>
                  <a:pt x="63756" y="73188"/>
                  <a:pt x="67693" y="68468"/>
                  <a:pt x="72216" y="61581"/>
                </a:cubicBezTo>
                <a:lnTo>
                  <a:pt x="90515" y="71617"/>
                </a:lnTo>
                <a:cubicBezTo>
                  <a:pt x="82252" y="85781"/>
                  <a:pt x="72018" y="94438"/>
                  <a:pt x="59820" y="97191"/>
                </a:cubicBezTo>
                <a:cubicBezTo>
                  <a:pt x="55490" y="98176"/>
                  <a:pt x="50963" y="98767"/>
                  <a:pt x="46243" y="98767"/>
                </a:cubicBezTo>
                <a:cubicBezTo>
                  <a:pt x="32271" y="98767"/>
                  <a:pt x="21054" y="94438"/>
                  <a:pt x="12593" y="85388"/>
                </a:cubicBezTo>
                <a:cubicBezTo>
                  <a:pt x="4131" y="76533"/>
                  <a:pt x="0" y="64534"/>
                  <a:pt x="0" y="49577"/>
                </a:cubicBezTo>
                <a:cubicBezTo>
                  <a:pt x="0" y="34824"/>
                  <a:pt x="3933" y="22823"/>
                  <a:pt x="12197" y="13575"/>
                </a:cubicBezTo>
                <a:cubicBezTo>
                  <a:pt x="20464" y="4526"/>
                  <a:pt x="31483" y="0"/>
                  <a:pt x="45259" y="0"/>
                </a:cubicBezTo>
                <a:cubicBezTo>
                  <a:pt x="59033" y="196"/>
                  <a:pt x="69856" y="4722"/>
                  <a:pt x="77726" y="13381"/>
                </a:cubicBezTo>
                <a:cubicBezTo>
                  <a:pt x="85597" y="22035"/>
                  <a:pt x="89731" y="34034"/>
                  <a:pt x="89731" y="49383"/>
                </a:cubicBezTo>
                <a:lnTo>
                  <a:pt x="89532" y="54498"/>
                </a:lnTo>
                <a:lnTo>
                  <a:pt x="22628" y="54498"/>
                </a:lnTo>
                <a:cubicBezTo>
                  <a:pt x="23022" y="62369"/>
                  <a:pt x="25580" y="68468"/>
                  <a:pt x="29910" y="72795"/>
                </a:cubicBezTo>
                <a:cubicBezTo>
                  <a:pt x="34238" y="77321"/>
                  <a:pt x="39553" y="79680"/>
                  <a:pt x="45847" y="7968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ath-48">
            <a:extLst xmlns:a="http://schemas.openxmlformats.org/drawingml/2006/main">
              <a:ext uri="{FF2B5EF4-FFF2-40B4-BE49-F238E27FC236}">
                <a16:creationId xmlns:a16="http://schemas.microsoft.com/office/drawing/2014/main" id="{7F150766-4526-4676-A54A-64357A51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6758" y="3588870"/>
            <a:ext cx="84224" cy="162312"/>
          </a:xfrm>
          <a:custGeom xmlns:a="http://schemas.openxmlformats.org/drawingml/2006/main">
            <a:pathLst>
              <a:path w="84224" h="162312">
                <a:moveTo>
                  <a:pt x="21646" y="0"/>
                </a:moveTo>
                <a:lnTo>
                  <a:pt x="21646" y="98961"/>
                </a:lnTo>
                <a:lnTo>
                  <a:pt x="52148" y="68662"/>
                </a:lnTo>
                <a:lnTo>
                  <a:pt x="81075" y="68662"/>
                </a:lnTo>
                <a:lnTo>
                  <a:pt x="40538" y="108012"/>
                </a:lnTo>
                <a:lnTo>
                  <a:pt x="84224" y="162312"/>
                </a:lnTo>
                <a:lnTo>
                  <a:pt x="56084" y="162312"/>
                </a:lnTo>
                <a:lnTo>
                  <a:pt x="25189" y="122768"/>
                </a:lnTo>
                <a:lnTo>
                  <a:pt x="21646" y="126309"/>
                </a:lnTo>
                <a:lnTo>
                  <a:pt x="21646" y="162312"/>
                </a:lnTo>
                <a:lnTo>
                  <a:pt x="0" y="162312"/>
                </a:lnTo>
                <a:lnTo>
                  <a:pt x="0" y="0"/>
                </a:lnTo>
                <a:lnTo>
                  <a:pt x="21646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ath-49">
            <a:extLst xmlns:a="http://schemas.openxmlformats.org/drawingml/2006/main">
              <a:ext uri="{FF2B5EF4-FFF2-40B4-BE49-F238E27FC236}">
                <a16:creationId xmlns:a16="http://schemas.microsoft.com/office/drawing/2014/main" id="{E10E93AA-E105-46E7-A873-1ACC662E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005" y="3861584"/>
            <a:ext cx="131645" cy="159362"/>
          </a:xfrm>
          <a:custGeom xmlns:a="http://schemas.openxmlformats.org/drawingml/2006/main">
            <a:pathLst>
              <a:path w="131645" h="159362">
                <a:moveTo>
                  <a:pt x="24403" y="0"/>
                </a:moveTo>
                <a:lnTo>
                  <a:pt x="65529" y="102898"/>
                </a:lnTo>
                <a:lnTo>
                  <a:pt x="107050" y="0"/>
                </a:lnTo>
                <a:lnTo>
                  <a:pt x="131645" y="0"/>
                </a:lnTo>
                <a:lnTo>
                  <a:pt x="64938" y="159362"/>
                </a:lnTo>
                <a:lnTo>
                  <a:pt x="0" y="0"/>
                </a:lnTo>
                <a:lnTo>
                  <a:pt x="2440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ath-50">
            <a:extLst xmlns:a="http://schemas.openxmlformats.org/drawingml/2006/main">
              <a:ext uri="{FF2B5EF4-FFF2-40B4-BE49-F238E27FC236}">
                <a16:creationId xmlns:a16="http://schemas.microsoft.com/office/drawing/2014/main" id="{91722903-72A0-4163-A103-87910F97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4014" y="3850564"/>
            <a:ext cx="110983" cy="159364"/>
          </a:xfrm>
          <a:custGeom xmlns:a="http://schemas.openxmlformats.org/drawingml/2006/main">
            <a:pathLst>
              <a:path w="110983" h="159364">
                <a:moveTo>
                  <a:pt x="72807" y="118048"/>
                </a:moveTo>
                <a:lnTo>
                  <a:pt x="72807" y="68272"/>
                </a:lnTo>
                <a:lnTo>
                  <a:pt x="38765" y="118048"/>
                </a:lnTo>
                <a:lnTo>
                  <a:pt x="72807" y="118048"/>
                </a:lnTo>
                <a:moveTo>
                  <a:pt x="95240" y="118048"/>
                </a:moveTo>
                <a:lnTo>
                  <a:pt x="110983" y="118048"/>
                </a:lnTo>
                <a:lnTo>
                  <a:pt x="110983" y="138311"/>
                </a:lnTo>
                <a:lnTo>
                  <a:pt x="95240" y="138311"/>
                </a:lnTo>
                <a:lnTo>
                  <a:pt x="95240" y="159364"/>
                </a:lnTo>
                <a:lnTo>
                  <a:pt x="72807" y="159364"/>
                </a:lnTo>
                <a:lnTo>
                  <a:pt x="72807" y="138311"/>
                </a:lnTo>
                <a:lnTo>
                  <a:pt x="0" y="138311"/>
                </a:lnTo>
                <a:lnTo>
                  <a:pt x="95240" y="0"/>
                </a:lnTo>
                <a:lnTo>
                  <a:pt x="95240" y="11804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ath-51">
            <a:extLst xmlns:a="http://schemas.openxmlformats.org/drawingml/2006/main">
              <a:ext uri="{FF2B5EF4-FFF2-40B4-BE49-F238E27FC236}">
                <a16:creationId xmlns:a16="http://schemas.microsoft.com/office/drawing/2014/main" id="{30DB099B-2CB0-4EC9-971F-69D60B64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3657" y="3952873"/>
            <a:ext cx="42898" cy="18886"/>
          </a:xfrm>
          <a:custGeom xmlns:a="http://schemas.openxmlformats.org/drawingml/2006/main">
            <a:pathLst>
              <a:path w="42898" h="18886">
                <a:moveTo>
                  <a:pt x="0" y="0"/>
                </a:moveTo>
                <a:lnTo>
                  <a:pt x="42898" y="0"/>
                </a:lnTo>
                <a:lnTo>
                  <a:pt x="42898" y="18886"/>
                </a:lnTo>
                <a:lnTo>
                  <a:pt x="0" y="188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ath-52">
            <a:extLst xmlns:a="http://schemas.openxmlformats.org/drawingml/2006/main">
              <a:ext uri="{FF2B5EF4-FFF2-40B4-BE49-F238E27FC236}">
                <a16:creationId xmlns:a16="http://schemas.microsoft.com/office/drawing/2014/main" id="{8525D787-2758-47EC-BC67-CFD79408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4263" y="3861584"/>
            <a:ext cx="83238" cy="148344"/>
          </a:xfrm>
          <a:custGeom xmlns:a="http://schemas.openxmlformats.org/drawingml/2006/main">
            <a:pathLst>
              <a:path w="83238" h="148344">
                <a:moveTo>
                  <a:pt x="22432" y="67288"/>
                </a:moveTo>
                <a:lnTo>
                  <a:pt x="30895" y="67288"/>
                </a:lnTo>
                <a:cubicBezTo>
                  <a:pt x="51359" y="67288"/>
                  <a:pt x="61594" y="59414"/>
                  <a:pt x="61594" y="43677"/>
                </a:cubicBezTo>
                <a:cubicBezTo>
                  <a:pt x="61594" y="28330"/>
                  <a:pt x="50966" y="20658"/>
                  <a:pt x="29912" y="20658"/>
                </a:cubicBezTo>
                <a:lnTo>
                  <a:pt x="22432" y="20658"/>
                </a:lnTo>
                <a:lnTo>
                  <a:pt x="22432" y="67288"/>
                </a:lnTo>
                <a:moveTo>
                  <a:pt x="22432" y="88140"/>
                </a:moveTo>
                <a:lnTo>
                  <a:pt x="22432" y="148344"/>
                </a:lnTo>
                <a:lnTo>
                  <a:pt x="0" y="148344"/>
                </a:lnTo>
                <a:lnTo>
                  <a:pt x="0" y="0"/>
                </a:lnTo>
                <a:lnTo>
                  <a:pt x="25385" y="0"/>
                </a:lnTo>
                <a:cubicBezTo>
                  <a:pt x="37585" y="0"/>
                  <a:pt x="47031" y="984"/>
                  <a:pt x="53526" y="2555"/>
                </a:cubicBezTo>
                <a:cubicBezTo>
                  <a:pt x="59822" y="4327"/>
                  <a:pt x="65529" y="7672"/>
                  <a:pt x="70448" y="12394"/>
                </a:cubicBezTo>
                <a:cubicBezTo>
                  <a:pt x="78910" y="20854"/>
                  <a:pt x="83238" y="31673"/>
                  <a:pt x="83238" y="44661"/>
                </a:cubicBezTo>
                <a:cubicBezTo>
                  <a:pt x="83238" y="57844"/>
                  <a:pt x="78715" y="68466"/>
                  <a:pt x="69661" y="76334"/>
                </a:cubicBezTo>
                <a:cubicBezTo>
                  <a:pt x="60609" y="84205"/>
                  <a:pt x="48211" y="88140"/>
                  <a:pt x="32862" y="88140"/>
                </a:cubicBezTo>
                <a:lnTo>
                  <a:pt x="22432" y="8814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ath-53">
            <a:extLst xmlns:a="http://schemas.openxmlformats.org/drawingml/2006/main">
              <a:ext uri="{FF2B5EF4-FFF2-40B4-BE49-F238E27FC236}">
                <a16:creationId xmlns:a16="http://schemas.microsoft.com/office/drawing/2014/main" id="{65E958A6-087C-470C-BC40-59E52735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394" y="3913722"/>
            <a:ext cx="61198" cy="96207"/>
          </a:xfrm>
          <a:custGeom xmlns:a="http://schemas.openxmlformats.org/drawingml/2006/main">
            <a:pathLst>
              <a:path w="61198" h="96207">
                <a:moveTo>
                  <a:pt x="0" y="2555"/>
                </a:moveTo>
                <a:lnTo>
                  <a:pt x="21646" y="2555"/>
                </a:lnTo>
                <a:lnTo>
                  <a:pt x="21646" y="11017"/>
                </a:lnTo>
                <a:cubicBezTo>
                  <a:pt x="25581" y="6884"/>
                  <a:pt x="29124" y="4131"/>
                  <a:pt x="32272" y="2555"/>
                </a:cubicBezTo>
                <a:cubicBezTo>
                  <a:pt x="35420" y="984"/>
                  <a:pt x="39357" y="194"/>
                  <a:pt x="44472" y="0"/>
                </a:cubicBezTo>
                <a:cubicBezTo>
                  <a:pt x="49393" y="0"/>
                  <a:pt x="54903" y="1966"/>
                  <a:pt x="61198" y="5706"/>
                </a:cubicBezTo>
                <a:lnTo>
                  <a:pt x="51360" y="25378"/>
                </a:lnTo>
                <a:cubicBezTo>
                  <a:pt x="47228" y="22624"/>
                  <a:pt x="43293" y="21051"/>
                  <a:pt x="39357" y="21051"/>
                </a:cubicBezTo>
                <a:cubicBezTo>
                  <a:pt x="27547" y="21051"/>
                  <a:pt x="21646" y="29904"/>
                  <a:pt x="21646" y="47611"/>
                </a:cubicBezTo>
                <a:lnTo>
                  <a:pt x="21646" y="96207"/>
                </a:lnTo>
                <a:lnTo>
                  <a:pt x="0" y="96207"/>
                </a:lnTo>
                <a:lnTo>
                  <a:pt x="0" y="25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ath-54">
            <a:extLst xmlns:a="http://schemas.openxmlformats.org/drawingml/2006/main">
              <a:ext uri="{FF2B5EF4-FFF2-40B4-BE49-F238E27FC236}">
                <a16:creationId xmlns:a16="http://schemas.microsoft.com/office/drawing/2014/main" id="{DD73D2B3-6CB7-4ACF-A87B-3E246EDA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5660" y="3913722"/>
            <a:ext cx="99771" cy="98765"/>
          </a:xfrm>
          <a:custGeom xmlns:a="http://schemas.openxmlformats.org/drawingml/2006/main">
            <a:pathLst>
              <a:path w="99771" h="98765">
                <a:moveTo>
                  <a:pt x="29714" y="27741"/>
                </a:moveTo>
                <a:cubicBezTo>
                  <a:pt x="24598" y="33249"/>
                  <a:pt x="22039" y="40528"/>
                  <a:pt x="22039" y="49580"/>
                </a:cubicBezTo>
                <a:cubicBezTo>
                  <a:pt x="22039" y="58629"/>
                  <a:pt x="24403" y="65911"/>
                  <a:pt x="29518" y="71418"/>
                </a:cubicBezTo>
                <a:cubicBezTo>
                  <a:pt x="34634" y="76926"/>
                  <a:pt x="41325" y="79680"/>
                  <a:pt x="49983" y="79680"/>
                </a:cubicBezTo>
                <a:cubicBezTo>
                  <a:pt x="58248" y="79680"/>
                  <a:pt x="64939" y="77122"/>
                  <a:pt x="70056" y="71615"/>
                </a:cubicBezTo>
                <a:cubicBezTo>
                  <a:pt x="75170" y="66105"/>
                  <a:pt x="77730" y="58828"/>
                  <a:pt x="77730" y="49580"/>
                </a:cubicBezTo>
                <a:cubicBezTo>
                  <a:pt x="77730" y="40528"/>
                  <a:pt x="75170" y="33249"/>
                  <a:pt x="70056" y="27741"/>
                </a:cubicBezTo>
                <a:cubicBezTo>
                  <a:pt x="64939" y="22229"/>
                  <a:pt x="58053" y="19478"/>
                  <a:pt x="49787" y="19478"/>
                </a:cubicBezTo>
                <a:cubicBezTo>
                  <a:pt x="41520" y="19478"/>
                  <a:pt x="34829" y="22229"/>
                  <a:pt x="29714" y="27741"/>
                </a:cubicBezTo>
                <a:moveTo>
                  <a:pt x="85208" y="84797"/>
                </a:moveTo>
                <a:cubicBezTo>
                  <a:pt x="75367" y="94239"/>
                  <a:pt x="63561" y="98765"/>
                  <a:pt x="49394" y="98765"/>
                </a:cubicBezTo>
                <a:cubicBezTo>
                  <a:pt x="35224" y="98765"/>
                  <a:pt x="23615" y="94045"/>
                  <a:pt x="14170" y="84601"/>
                </a:cubicBezTo>
                <a:cubicBezTo>
                  <a:pt x="4722" y="75154"/>
                  <a:pt x="0" y="63351"/>
                  <a:pt x="0" y="49383"/>
                </a:cubicBezTo>
                <a:cubicBezTo>
                  <a:pt x="0" y="35411"/>
                  <a:pt x="4722" y="23608"/>
                  <a:pt x="14365" y="14166"/>
                </a:cubicBezTo>
                <a:cubicBezTo>
                  <a:pt x="24008" y="4722"/>
                  <a:pt x="35816" y="0"/>
                  <a:pt x="49787" y="0"/>
                </a:cubicBezTo>
                <a:cubicBezTo>
                  <a:pt x="63757" y="0"/>
                  <a:pt x="75566" y="4918"/>
                  <a:pt x="85208" y="14363"/>
                </a:cubicBezTo>
                <a:cubicBezTo>
                  <a:pt x="94851" y="24001"/>
                  <a:pt x="99771" y="35809"/>
                  <a:pt x="99771" y="49776"/>
                </a:cubicBezTo>
                <a:cubicBezTo>
                  <a:pt x="99771" y="63744"/>
                  <a:pt x="94851" y="75353"/>
                  <a:pt x="85208" y="8479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ath-55">
            <a:extLst xmlns:a="http://schemas.openxmlformats.org/drawingml/2006/main">
              <a:ext uri="{FF2B5EF4-FFF2-40B4-BE49-F238E27FC236}">
                <a16:creationId xmlns:a16="http://schemas.microsoft.com/office/drawing/2014/main" id="{1865E8B0-9BA3-4D81-A403-A0ADD3E7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6407" y="3476773"/>
            <a:ext cx="191" cy="41420"/>
          </a:xfrm>
          <a:custGeom xmlns:a="http://schemas.openxmlformats.org/drawingml/2006/main">
            <a:pathLst>
              <a:path w="191" h="41420">
                <a:moveTo>
                  <a:pt x="0" y="0"/>
                </a:moveTo>
                <a:lnTo>
                  <a:pt x="0" y="4142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8285">
            <a:solidFill>
              <a:srgbClr val="000000"/>
            </a:solidFill>
            <a:prstDash val="solid"/>
          </a:ln>
        </p:spPr>
      </p:sp>
      <p:sp>
        <p:nvSpPr>
          <p:cNvPr id="56" name="path-56">
            <a:extLst xmlns:a="http://schemas.openxmlformats.org/drawingml/2006/main">
              <a:ext uri="{FF2B5EF4-FFF2-40B4-BE49-F238E27FC236}">
                <a16:creationId xmlns:a16="http://schemas.microsoft.com/office/drawing/2014/main" id="{01788944-899D-42CA-9954-976E323D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480" y="3600084"/>
            <a:ext cx="158213" cy="153658"/>
          </a:xfrm>
          <a:custGeom xmlns:a="http://schemas.openxmlformats.org/drawingml/2006/main">
            <a:pathLst>
              <a:path w="158213" h="153658">
                <a:moveTo>
                  <a:pt x="118268" y="113915"/>
                </a:moveTo>
                <a:cubicBezTo>
                  <a:pt x="127713" y="104076"/>
                  <a:pt x="132434" y="91485"/>
                  <a:pt x="132434" y="76138"/>
                </a:cubicBezTo>
                <a:cubicBezTo>
                  <a:pt x="132434" y="60990"/>
                  <a:pt x="127123" y="48004"/>
                  <a:pt x="116693" y="37185"/>
                </a:cubicBezTo>
                <a:cubicBezTo>
                  <a:pt x="105870" y="26558"/>
                  <a:pt x="92684" y="21051"/>
                  <a:pt x="76943" y="21051"/>
                </a:cubicBezTo>
                <a:cubicBezTo>
                  <a:pt x="61201" y="21051"/>
                  <a:pt x="48213" y="26558"/>
                  <a:pt x="37981" y="37185"/>
                </a:cubicBezTo>
                <a:cubicBezTo>
                  <a:pt x="27746" y="48004"/>
                  <a:pt x="22435" y="61383"/>
                  <a:pt x="22435" y="77515"/>
                </a:cubicBezTo>
                <a:cubicBezTo>
                  <a:pt x="22435" y="93650"/>
                  <a:pt x="27746" y="107028"/>
                  <a:pt x="38768" y="117260"/>
                </a:cubicBezTo>
                <a:cubicBezTo>
                  <a:pt x="49592" y="127686"/>
                  <a:pt x="62185" y="132801"/>
                  <a:pt x="76350" y="132801"/>
                </a:cubicBezTo>
                <a:cubicBezTo>
                  <a:pt x="85993" y="132801"/>
                  <a:pt x="94851" y="130639"/>
                  <a:pt x="102722" y="126309"/>
                </a:cubicBezTo>
                <a:lnTo>
                  <a:pt x="67693" y="92469"/>
                </a:lnTo>
                <a:lnTo>
                  <a:pt x="96619" y="92469"/>
                </a:lnTo>
                <a:lnTo>
                  <a:pt x="118268" y="113915"/>
                </a:lnTo>
                <a:moveTo>
                  <a:pt x="77139" y="153658"/>
                </a:moveTo>
                <a:cubicBezTo>
                  <a:pt x="57463" y="153658"/>
                  <a:pt x="39949" y="147166"/>
                  <a:pt x="24796" y="133785"/>
                </a:cubicBezTo>
                <a:cubicBezTo>
                  <a:pt x="8266" y="119226"/>
                  <a:pt x="0" y="100537"/>
                  <a:pt x="0" y="77910"/>
                </a:cubicBezTo>
                <a:cubicBezTo>
                  <a:pt x="0" y="55480"/>
                  <a:pt x="7675" y="36790"/>
                  <a:pt x="23223" y="22035"/>
                </a:cubicBezTo>
                <a:cubicBezTo>
                  <a:pt x="38570" y="7280"/>
                  <a:pt x="56282" y="0"/>
                  <a:pt x="75959" y="0"/>
                </a:cubicBezTo>
                <a:cubicBezTo>
                  <a:pt x="95636" y="0"/>
                  <a:pt x="113150" y="6492"/>
                  <a:pt x="128106" y="19082"/>
                </a:cubicBezTo>
                <a:cubicBezTo>
                  <a:pt x="146012" y="34429"/>
                  <a:pt x="155065" y="54300"/>
                  <a:pt x="155065" y="78698"/>
                </a:cubicBezTo>
                <a:cubicBezTo>
                  <a:pt x="155065" y="97977"/>
                  <a:pt x="147982" y="114897"/>
                  <a:pt x="133813" y="129851"/>
                </a:cubicBezTo>
                <a:lnTo>
                  <a:pt x="158213" y="153658"/>
                </a:lnTo>
                <a:lnTo>
                  <a:pt x="130074" y="153658"/>
                </a:lnTo>
                <a:lnTo>
                  <a:pt x="118463" y="141850"/>
                </a:lnTo>
                <a:cubicBezTo>
                  <a:pt x="106065" y="149721"/>
                  <a:pt x="92291" y="153658"/>
                  <a:pt x="77139" y="15365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ath-57">
            <a:extLst xmlns:a="http://schemas.openxmlformats.org/drawingml/2006/main">
              <a:ext uri="{FF2B5EF4-FFF2-40B4-BE49-F238E27FC236}">
                <a16:creationId xmlns:a16="http://schemas.microsoft.com/office/drawing/2014/main" id="{9968BE71-49BC-4A2E-91D6-3430D225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0959" y="3649072"/>
            <a:ext cx="150339" cy="108997"/>
          </a:xfrm>
          <a:custGeom xmlns:a="http://schemas.openxmlformats.org/drawingml/2006/main">
            <a:pathLst>
              <a:path w="150339" h="108997">
                <a:moveTo>
                  <a:pt x="24400" y="8460"/>
                </a:moveTo>
                <a:lnTo>
                  <a:pt x="48800" y="61977"/>
                </a:lnTo>
                <a:lnTo>
                  <a:pt x="75367" y="0"/>
                </a:lnTo>
                <a:lnTo>
                  <a:pt x="101930" y="61977"/>
                </a:lnTo>
                <a:lnTo>
                  <a:pt x="126135" y="8460"/>
                </a:lnTo>
                <a:lnTo>
                  <a:pt x="150339" y="8460"/>
                </a:lnTo>
                <a:lnTo>
                  <a:pt x="101340" y="108997"/>
                </a:lnTo>
                <a:lnTo>
                  <a:pt x="75367" y="48792"/>
                </a:lnTo>
                <a:lnTo>
                  <a:pt x="48997" y="108997"/>
                </a:lnTo>
                <a:lnTo>
                  <a:pt x="0" y="8460"/>
                </a:lnTo>
                <a:lnTo>
                  <a:pt x="24400" y="846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ath-58">
            <a:extLst xmlns:a="http://schemas.openxmlformats.org/drawingml/2006/main">
              <a:ext uri="{FF2B5EF4-FFF2-40B4-BE49-F238E27FC236}">
                <a16:creationId xmlns:a16="http://schemas.microsoft.com/office/drawing/2014/main" id="{B53117DE-813E-44BE-8B3A-A076DB9B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1533" y="3654975"/>
            <a:ext cx="90518" cy="98767"/>
          </a:xfrm>
          <a:custGeom xmlns:a="http://schemas.openxmlformats.org/drawingml/2006/main">
            <a:pathLst>
              <a:path w="90518" h="98767">
                <a:moveTo>
                  <a:pt x="45652" y="19478"/>
                </a:moveTo>
                <a:cubicBezTo>
                  <a:pt x="37387" y="19478"/>
                  <a:pt x="31288" y="23019"/>
                  <a:pt x="27155" y="29707"/>
                </a:cubicBezTo>
                <a:cubicBezTo>
                  <a:pt x="25580" y="31872"/>
                  <a:pt x="24596" y="34233"/>
                  <a:pt x="24007" y="36793"/>
                </a:cubicBezTo>
                <a:lnTo>
                  <a:pt x="67494" y="36793"/>
                </a:lnTo>
                <a:cubicBezTo>
                  <a:pt x="64346" y="25380"/>
                  <a:pt x="57067" y="19478"/>
                  <a:pt x="45652" y="19478"/>
                </a:cubicBezTo>
                <a:moveTo>
                  <a:pt x="45849" y="79680"/>
                </a:moveTo>
                <a:cubicBezTo>
                  <a:pt x="51948" y="79680"/>
                  <a:pt x="56868" y="78502"/>
                  <a:pt x="60411" y="75748"/>
                </a:cubicBezTo>
                <a:cubicBezTo>
                  <a:pt x="63757" y="73188"/>
                  <a:pt x="67693" y="68468"/>
                  <a:pt x="72216" y="61581"/>
                </a:cubicBezTo>
                <a:lnTo>
                  <a:pt x="90518" y="71617"/>
                </a:lnTo>
                <a:cubicBezTo>
                  <a:pt x="82254" y="85781"/>
                  <a:pt x="72021" y="94438"/>
                  <a:pt x="59822" y="97191"/>
                </a:cubicBezTo>
                <a:cubicBezTo>
                  <a:pt x="55490" y="98176"/>
                  <a:pt x="50964" y="98767"/>
                  <a:pt x="46243" y="98767"/>
                </a:cubicBezTo>
                <a:cubicBezTo>
                  <a:pt x="32271" y="98767"/>
                  <a:pt x="21053" y="94438"/>
                  <a:pt x="12593" y="85388"/>
                </a:cubicBezTo>
                <a:cubicBezTo>
                  <a:pt x="4131" y="76533"/>
                  <a:pt x="0" y="64534"/>
                  <a:pt x="0" y="49577"/>
                </a:cubicBezTo>
                <a:cubicBezTo>
                  <a:pt x="0" y="34824"/>
                  <a:pt x="3936" y="22823"/>
                  <a:pt x="12199" y="13575"/>
                </a:cubicBezTo>
                <a:cubicBezTo>
                  <a:pt x="20464" y="4526"/>
                  <a:pt x="31483" y="0"/>
                  <a:pt x="45256" y="0"/>
                </a:cubicBezTo>
                <a:cubicBezTo>
                  <a:pt x="59033" y="196"/>
                  <a:pt x="69856" y="4722"/>
                  <a:pt x="77727" y="13381"/>
                </a:cubicBezTo>
                <a:cubicBezTo>
                  <a:pt x="85598" y="22035"/>
                  <a:pt x="89730" y="34034"/>
                  <a:pt x="89730" y="49383"/>
                </a:cubicBezTo>
                <a:lnTo>
                  <a:pt x="89532" y="54498"/>
                </a:lnTo>
                <a:lnTo>
                  <a:pt x="22628" y="54498"/>
                </a:lnTo>
                <a:cubicBezTo>
                  <a:pt x="23020" y="62369"/>
                  <a:pt x="25580" y="68468"/>
                  <a:pt x="29910" y="72795"/>
                </a:cubicBezTo>
                <a:cubicBezTo>
                  <a:pt x="34238" y="77321"/>
                  <a:pt x="39553" y="79680"/>
                  <a:pt x="45849" y="7968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ath-59">
            <a:extLst xmlns:a="http://schemas.openxmlformats.org/drawingml/2006/main">
              <a:ext uri="{FF2B5EF4-FFF2-40B4-BE49-F238E27FC236}">
                <a16:creationId xmlns:a16="http://schemas.microsoft.com/office/drawing/2014/main" id="{246B0068-0E04-4E52-A187-889E1501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4682" y="3654975"/>
            <a:ext cx="80678" cy="96207"/>
          </a:xfrm>
          <a:custGeom xmlns:a="http://schemas.openxmlformats.org/drawingml/2006/main">
            <a:pathLst>
              <a:path w="80678" h="96207">
                <a:moveTo>
                  <a:pt x="0" y="2557"/>
                </a:moveTo>
                <a:lnTo>
                  <a:pt x="21840" y="2557"/>
                </a:lnTo>
                <a:lnTo>
                  <a:pt x="21840" y="11214"/>
                </a:lnTo>
                <a:cubicBezTo>
                  <a:pt x="29319" y="3738"/>
                  <a:pt x="38173" y="0"/>
                  <a:pt x="48408" y="0"/>
                </a:cubicBezTo>
                <a:cubicBezTo>
                  <a:pt x="58637" y="0"/>
                  <a:pt x="66508" y="3345"/>
                  <a:pt x="72216" y="9641"/>
                </a:cubicBezTo>
                <a:cubicBezTo>
                  <a:pt x="77726" y="15936"/>
                  <a:pt x="80678" y="25773"/>
                  <a:pt x="80678" y="38759"/>
                </a:cubicBezTo>
                <a:lnTo>
                  <a:pt x="80678" y="96207"/>
                </a:lnTo>
                <a:lnTo>
                  <a:pt x="59034" y="96207"/>
                </a:lnTo>
                <a:lnTo>
                  <a:pt x="59034" y="43876"/>
                </a:lnTo>
                <a:cubicBezTo>
                  <a:pt x="59034" y="34824"/>
                  <a:pt x="57654" y="28333"/>
                  <a:pt x="55098" y="24791"/>
                </a:cubicBezTo>
                <a:cubicBezTo>
                  <a:pt x="52540" y="21247"/>
                  <a:pt x="47816" y="19478"/>
                  <a:pt x="40928" y="19478"/>
                </a:cubicBezTo>
                <a:cubicBezTo>
                  <a:pt x="34043" y="19478"/>
                  <a:pt x="29123" y="21841"/>
                  <a:pt x="26172" y="26561"/>
                </a:cubicBezTo>
                <a:cubicBezTo>
                  <a:pt x="23219" y="31283"/>
                  <a:pt x="21840" y="39547"/>
                  <a:pt x="21840" y="51153"/>
                </a:cubicBezTo>
                <a:lnTo>
                  <a:pt x="21840" y="96207"/>
                </a:lnTo>
                <a:lnTo>
                  <a:pt x="0" y="96207"/>
                </a:lnTo>
                <a:lnTo>
                  <a:pt x="0" y="255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ath-60">
            <a:extLst xmlns:a="http://schemas.openxmlformats.org/drawingml/2006/main">
              <a:ext uri="{FF2B5EF4-FFF2-40B4-BE49-F238E27FC236}">
                <a16:creationId xmlns:a16="http://schemas.microsoft.com/office/drawing/2014/main" id="{EC81119B-86D4-4EA9-BB1D-44C61199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0466" y="3859024"/>
            <a:ext cx="94652" cy="153069"/>
          </a:xfrm>
          <a:custGeom xmlns:a="http://schemas.openxmlformats.org/drawingml/2006/main">
            <a:pathLst>
              <a:path w="94652" h="153069">
                <a:moveTo>
                  <a:pt x="42701" y="82041"/>
                </a:moveTo>
                <a:lnTo>
                  <a:pt x="42701" y="62958"/>
                </a:lnTo>
                <a:cubicBezTo>
                  <a:pt x="52147" y="62958"/>
                  <a:pt x="58442" y="61974"/>
                  <a:pt x="61790" y="59812"/>
                </a:cubicBezTo>
                <a:cubicBezTo>
                  <a:pt x="67496" y="56270"/>
                  <a:pt x="70448" y="50760"/>
                  <a:pt x="70448" y="43284"/>
                </a:cubicBezTo>
                <a:cubicBezTo>
                  <a:pt x="70448" y="36005"/>
                  <a:pt x="68283" y="30301"/>
                  <a:pt x="64149" y="26364"/>
                </a:cubicBezTo>
                <a:cubicBezTo>
                  <a:pt x="59820" y="22430"/>
                  <a:pt x="54507" y="20462"/>
                  <a:pt x="48211" y="20265"/>
                </a:cubicBezTo>
                <a:cubicBezTo>
                  <a:pt x="41716" y="20265"/>
                  <a:pt x="36796" y="21839"/>
                  <a:pt x="33454" y="24789"/>
                </a:cubicBezTo>
                <a:cubicBezTo>
                  <a:pt x="30304" y="27938"/>
                  <a:pt x="27747" y="33249"/>
                  <a:pt x="26170" y="40332"/>
                </a:cubicBezTo>
                <a:lnTo>
                  <a:pt x="3936" y="40332"/>
                </a:lnTo>
                <a:cubicBezTo>
                  <a:pt x="6294" y="26561"/>
                  <a:pt x="11017" y="16331"/>
                  <a:pt x="18104" y="9643"/>
                </a:cubicBezTo>
                <a:cubicBezTo>
                  <a:pt x="25187" y="3149"/>
                  <a:pt x="35421" y="0"/>
                  <a:pt x="48407" y="0"/>
                </a:cubicBezTo>
                <a:cubicBezTo>
                  <a:pt x="61197" y="0"/>
                  <a:pt x="71628" y="3738"/>
                  <a:pt x="79893" y="11410"/>
                </a:cubicBezTo>
                <a:cubicBezTo>
                  <a:pt x="88157" y="19281"/>
                  <a:pt x="92289" y="29513"/>
                  <a:pt x="92289" y="42300"/>
                </a:cubicBezTo>
                <a:cubicBezTo>
                  <a:pt x="92289" y="55087"/>
                  <a:pt x="86780" y="65319"/>
                  <a:pt x="76154" y="72795"/>
                </a:cubicBezTo>
                <a:cubicBezTo>
                  <a:pt x="88353" y="80075"/>
                  <a:pt x="94652" y="91883"/>
                  <a:pt x="94652" y="108012"/>
                </a:cubicBezTo>
                <a:cubicBezTo>
                  <a:pt x="94652" y="121391"/>
                  <a:pt x="90125" y="132215"/>
                  <a:pt x="81074" y="140478"/>
                </a:cubicBezTo>
                <a:cubicBezTo>
                  <a:pt x="72020" y="148936"/>
                  <a:pt x="60609" y="153069"/>
                  <a:pt x="46637" y="153069"/>
                </a:cubicBezTo>
                <a:cubicBezTo>
                  <a:pt x="28730" y="153069"/>
                  <a:pt x="15544" y="146577"/>
                  <a:pt x="6887" y="133591"/>
                </a:cubicBezTo>
                <a:cubicBezTo>
                  <a:pt x="3344" y="128081"/>
                  <a:pt x="983" y="120608"/>
                  <a:pt x="0" y="110769"/>
                </a:cubicBezTo>
                <a:lnTo>
                  <a:pt x="21645" y="110769"/>
                </a:lnTo>
                <a:cubicBezTo>
                  <a:pt x="22826" y="118048"/>
                  <a:pt x="25580" y="123556"/>
                  <a:pt x="30106" y="127294"/>
                </a:cubicBezTo>
                <a:cubicBezTo>
                  <a:pt x="34438" y="131230"/>
                  <a:pt x="40340" y="133000"/>
                  <a:pt x="47620" y="133000"/>
                </a:cubicBezTo>
                <a:cubicBezTo>
                  <a:pt x="54707" y="133000"/>
                  <a:pt x="60805" y="130639"/>
                  <a:pt x="65528" y="125720"/>
                </a:cubicBezTo>
                <a:cubicBezTo>
                  <a:pt x="70251" y="120802"/>
                  <a:pt x="72611" y="114507"/>
                  <a:pt x="72611" y="107028"/>
                </a:cubicBezTo>
                <a:cubicBezTo>
                  <a:pt x="72611" y="97191"/>
                  <a:pt x="69068" y="89914"/>
                  <a:pt x="61985" y="85585"/>
                </a:cubicBezTo>
                <a:cubicBezTo>
                  <a:pt x="57657" y="83224"/>
                  <a:pt x="51359" y="82041"/>
                  <a:pt x="42701" y="8204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ath-61">
            <a:extLst xmlns:a="http://schemas.openxmlformats.org/drawingml/2006/main">
              <a:ext uri="{FF2B5EF4-FFF2-40B4-BE49-F238E27FC236}">
                <a16:creationId xmlns:a16="http://schemas.microsoft.com/office/drawing/2014/main" id="{26CE81E1-0031-4C80-A686-6A90D871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0537" y="3985925"/>
            <a:ext cx="26763" cy="26561"/>
          </a:xfrm>
          <a:custGeom xmlns:a="http://schemas.openxmlformats.org/drawingml/2006/main">
            <a:pathLst>
              <a:path w="26763" h="26561">
                <a:moveTo>
                  <a:pt x="3938" y="22823"/>
                </a:moveTo>
                <a:cubicBezTo>
                  <a:pt x="1183" y="20462"/>
                  <a:pt x="0" y="17313"/>
                  <a:pt x="0" y="13577"/>
                </a:cubicBezTo>
                <a:cubicBezTo>
                  <a:pt x="0" y="9837"/>
                  <a:pt x="1183" y="6690"/>
                  <a:pt x="3938" y="3934"/>
                </a:cubicBezTo>
                <a:cubicBezTo>
                  <a:pt x="6495" y="1377"/>
                  <a:pt x="9642" y="0"/>
                  <a:pt x="13381" y="0"/>
                </a:cubicBezTo>
                <a:cubicBezTo>
                  <a:pt x="16924" y="0"/>
                  <a:pt x="20073" y="1377"/>
                  <a:pt x="22828" y="3934"/>
                </a:cubicBezTo>
                <a:cubicBezTo>
                  <a:pt x="25386" y="6690"/>
                  <a:pt x="26763" y="9837"/>
                  <a:pt x="26763" y="13379"/>
                </a:cubicBezTo>
                <a:cubicBezTo>
                  <a:pt x="26763" y="17313"/>
                  <a:pt x="25386" y="20462"/>
                  <a:pt x="22828" y="22823"/>
                </a:cubicBezTo>
                <a:cubicBezTo>
                  <a:pt x="20269" y="25184"/>
                  <a:pt x="17121" y="26561"/>
                  <a:pt x="13381" y="26561"/>
                </a:cubicBezTo>
                <a:cubicBezTo>
                  <a:pt x="9642" y="26561"/>
                  <a:pt x="6495" y="25184"/>
                  <a:pt x="3938" y="2282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ath-62">
            <a:extLst xmlns:a="http://schemas.openxmlformats.org/drawingml/2006/main">
              <a:ext uri="{FF2B5EF4-FFF2-40B4-BE49-F238E27FC236}">
                <a16:creationId xmlns:a16="http://schemas.microsoft.com/office/drawing/2014/main" id="{63182033-A0B5-4478-8361-AEF0C5ED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5244" y="3856467"/>
            <a:ext cx="99767" cy="155626"/>
          </a:xfrm>
          <a:custGeom xmlns:a="http://schemas.openxmlformats.org/drawingml/2006/main">
            <a:pathLst>
              <a:path w="99767" h="155626">
                <a:moveTo>
                  <a:pt x="49983" y="135557"/>
                </a:moveTo>
                <a:cubicBezTo>
                  <a:pt x="57657" y="135557"/>
                  <a:pt x="64150" y="132804"/>
                  <a:pt x="69660" y="127296"/>
                </a:cubicBezTo>
                <a:cubicBezTo>
                  <a:pt x="75171" y="121784"/>
                  <a:pt x="77926" y="115292"/>
                  <a:pt x="77926" y="107622"/>
                </a:cubicBezTo>
                <a:cubicBezTo>
                  <a:pt x="77926" y="99948"/>
                  <a:pt x="75171" y="93257"/>
                  <a:pt x="69660" y="87747"/>
                </a:cubicBezTo>
                <a:cubicBezTo>
                  <a:pt x="64150" y="82240"/>
                  <a:pt x="57459" y="79682"/>
                  <a:pt x="49983" y="79682"/>
                </a:cubicBezTo>
                <a:cubicBezTo>
                  <a:pt x="42112" y="79682"/>
                  <a:pt x="35422" y="82436"/>
                  <a:pt x="29910" y="87946"/>
                </a:cubicBezTo>
                <a:cubicBezTo>
                  <a:pt x="24400" y="93456"/>
                  <a:pt x="21843" y="99948"/>
                  <a:pt x="21843" y="107622"/>
                </a:cubicBezTo>
                <a:cubicBezTo>
                  <a:pt x="21843" y="115488"/>
                  <a:pt x="24400" y="121982"/>
                  <a:pt x="29910" y="127492"/>
                </a:cubicBezTo>
                <a:cubicBezTo>
                  <a:pt x="35422" y="133000"/>
                  <a:pt x="42112" y="135557"/>
                  <a:pt x="49983" y="135557"/>
                </a:cubicBezTo>
                <a:moveTo>
                  <a:pt x="55490" y="59613"/>
                </a:moveTo>
                <a:cubicBezTo>
                  <a:pt x="67495" y="59613"/>
                  <a:pt x="77926" y="64338"/>
                  <a:pt x="86584" y="73387"/>
                </a:cubicBezTo>
                <a:cubicBezTo>
                  <a:pt x="95244" y="82632"/>
                  <a:pt x="99767" y="93849"/>
                  <a:pt x="99767" y="107031"/>
                </a:cubicBezTo>
                <a:cubicBezTo>
                  <a:pt x="99767" y="120213"/>
                  <a:pt x="95045" y="131623"/>
                  <a:pt x="85204" y="141264"/>
                </a:cubicBezTo>
                <a:cubicBezTo>
                  <a:pt x="75366" y="151101"/>
                  <a:pt x="63757" y="155626"/>
                  <a:pt x="50376" y="155626"/>
                </a:cubicBezTo>
                <a:cubicBezTo>
                  <a:pt x="36798" y="155626"/>
                  <a:pt x="24991" y="150902"/>
                  <a:pt x="14954" y="141460"/>
                </a:cubicBezTo>
                <a:cubicBezTo>
                  <a:pt x="4918" y="132016"/>
                  <a:pt x="0" y="121197"/>
                  <a:pt x="0" y="108800"/>
                </a:cubicBezTo>
                <a:cubicBezTo>
                  <a:pt x="0" y="96406"/>
                  <a:pt x="4722" y="83616"/>
                  <a:pt x="14561" y="70437"/>
                </a:cubicBezTo>
                <a:lnTo>
                  <a:pt x="66512" y="0"/>
                </a:lnTo>
                <a:lnTo>
                  <a:pt x="82846" y="12200"/>
                </a:lnTo>
                <a:lnTo>
                  <a:pt x="47424" y="60401"/>
                </a:lnTo>
                <a:cubicBezTo>
                  <a:pt x="51163" y="60008"/>
                  <a:pt x="53919" y="59613"/>
                  <a:pt x="55490" y="5961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ath-63">
            <a:extLst xmlns:a="http://schemas.openxmlformats.org/drawingml/2006/main">
              <a:ext uri="{FF2B5EF4-FFF2-40B4-BE49-F238E27FC236}">
                <a16:creationId xmlns:a16="http://schemas.microsoft.com/office/drawing/2014/main" id="{F17D82D8-4C6F-4FB4-A70F-730AFB7F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833" y="3952873"/>
            <a:ext cx="42899" cy="18886"/>
          </a:xfrm>
          <a:custGeom xmlns:a="http://schemas.openxmlformats.org/drawingml/2006/main">
            <a:pathLst>
              <a:path w="42899" h="18886">
                <a:moveTo>
                  <a:pt x="0" y="0"/>
                </a:moveTo>
                <a:lnTo>
                  <a:pt x="42899" y="0"/>
                </a:lnTo>
                <a:lnTo>
                  <a:pt x="42899" y="18886"/>
                </a:lnTo>
                <a:lnTo>
                  <a:pt x="0" y="188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path-64">
            <a:extLst xmlns:a="http://schemas.openxmlformats.org/drawingml/2006/main">
              <a:ext uri="{FF2B5EF4-FFF2-40B4-BE49-F238E27FC236}">
                <a16:creationId xmlns:a16="http://schemas.microsoft.com/office/drawing/2014/main" id="{0B3DC27B-BFDE-45FF-A0BA-0DB25327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6442" y="3861584"/>
            <a:ext cx="83238" cy="148344"/>
          </a:xfrm>
          <a:custGeom xmlns:a="http://schemas.openxmlformats.org/drawingml/2006/main">
            <a:pathLst>
              <a:path w="83238" h="148344">
                <a:moveTo>
                  <a:pt x="22434" y="67288"/>
                </a:moveTo>
                <a:lnTo>
                  <a:pt x="30895" y="67288"/>
                </a:lnTo>
                <a:cubicBezTo>
                  <a:pt x="51360" y="67288"/>
                  <a:pt x="61594" y="59414"/>
                  <a:pt x="61594" y="43677"/>
                </a:cubicBezTo>
                <a:cubicBezTo>
                  <a:pt x="61594" y="28330"/>
                  <a:pt x="50968" y="20658"/>
                  <a:pt x="29911" y="20658"/>
                </a:cubicBezTo>
                <a:lnTo>
                  <a:pt x="22434" y="20658"/>
                </a:lnTo>
                <a:lnTo>
                  <a:pt x="22434" y="67288"/>
                </a:lnTo>
                <a:moveTo>
                  <a:pt x="22434" y="88140"/>
                </a:moveTo>
                <a:lnTo>
                  <a:pt x="22434" y="148344"/>
                </a:lnTo>
                <a:lnTo>
                  <a:pt x="0" y="148344"/>
                </a:lnTo>
                <a:lnTo>
                  <a:pt x="0" y="0"/>
                </a:lnTo>
                <a:lnTo>
                  <a:pt x="25384" y="0"/>
                </a:lnTo>
                <a:cubicBezTo>
                  <a:pt x="37587" y="0"/>
                  <a:pt x="47032" y="984"/>
                  <a:pt x="53524" y="2555"/>
                </a:cubicBezTo>
                <a:cubicBezTo>
                  <a:pt x="59822" y="4327"/>
                  <a:pt x="65529" y="7672"/>
                  <a:pt x="70449" y="12394"/>
                </a:cubicBezTo>
                <a:cubicBezTo>
                  <a:pt x="78910" y="20854"/>
                  <a:pt x="83238" y="31673"/>
                  <a:pt x="83238" y="44661"/>
                </a:cubicBezTo>
                <a:cubicBezTo>
                  <a:pt x="83238" y="57844"/>
                  <a:pt x="78711" y="68466"/>
                  <a:pt x="69660" y="76334"/>
                </a:cubicBezTo>
                <a:cubicBezTo>
                  <a:pt x="60611" y="84205"/>
                  <a:pt x="48213" y="88140"/>
                  <a:pt x="32862" y="88140"/>
                </a:cubicBezTo>
                <a:lnTo>
                  <a:pt x="22434" y="8814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ath-65">
            <a:extLst xmlns:a="http://schemas.openxmlformats.org/drawingml/2006/main">
              <a:ext uri="{FF2B5EF4-FFF2-40B4-BE49-F238E27FC236}">
                <a16:creationId xmlns:a16="http://schemas.microsoft.com/office/drawing/2014/main" id="{95CF1B4D-82C4-4601-A108-F6F035E1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8572" y="3847614"/>
            <a:ext cx="21647" cy="162314"/>
          </a:xfrm>
          <a:custGeom xmlns:a="http://schemas.openxmlformats.org/drawingml/2006/main">
            <a:pathLst>
              <a:path w="21647" h="162314">
                <a:moveTo>
                  <a:pt x="0" y="0"/>
                </a:moveTo>
                <a:lnTo>
                  <a:pt x="21647" y="0"/>
                </a:lnTo>
                <a:lnTo>
                  <a:pt x="21647" y="162314"/>
                </a:lnTo>
                <a:lnTo>
                  <a:pt x="0" y="1623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ath-66">
            <a:extLst xmlns:a="http://schemas.openxmlformats.org/drawingml/2006/main">
              <a:ext uri="{FF2B5EF4-FFF2-40B4-BE49-F238E27FC236}">
                <a16:creationId xmlns:a16="http://schemas.microsoft.com/office/drawing/2014/main" id="{832B40A5-97BF-4B8F-99D7-7FA38BCC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7568" y="3916277"/>
            <a:ext cx="80091" cy="96210"/>
          </a:xfrm>
          <a:custGeom xmlns:a="http://schemas.openxmlformats.org/drawingml/2006/main">
            <a:pathLst>
              <a:path w="80091" h="96210">
                <a:moveTo>
                  <a:pt x="21648" y="0"/>
                </a:moveTo>
                <a:lnTo>
                  <a:pt x="21648" y="53713"/>
                </a:lnTo>
                <a:cubicBezTo>
                  <a:pt x="21648" y="69453"/>
                  <a:pt x="27749" y="77125"/>
                  <a:pt x="39950" y="77125"/>
                </a:cubicBezTo>
                <a:cubicBezTo>
                  <a:pt x="52148" y="77125"/>
                  <a:pt x="58446" y="69453"/>
                  <a:pt x="58446" y="53713"/>
                </a:cubicBezTo>
                <a:lnTo>
                  <a:pt x="58446" y="0"/>
                </a:lnTo>
                <a:lnTo>
                  <a:pt x="80091" y="0"/>
                </a:lnTo>
                <a:lnTo>
                  <a:pt x="80091" y="54304"/>
                </a:lnTo>
                <a:cubicBezTo>
                  <a:pt x="80091" y="61780"/>
                  <a:pt x="79108" y="68272"/>
                  <a:pt x="77336" y="73387"/>
                </a:cubicBezTo>
                <a:cubicBezTo>
                  <a:pt x="75368" y="78502"/>
                  <a:pt x="72221" y="83027"/>
                  <a:pt x="67894" y="86765"/>
                </a:cubicBezTo>
                <a:cubicBezTo>
                  <a:pt x="60414" y="93061"/>
                  <a:pt x="51164" y="96210"/>
                  <a:pt x="39950" y="96210"/>
                </a:cubicBezTo>
                <a:cubicBezTo>
                  <a:pt x="28731" y="96210"/>
                  <a:pt x="19482" y="93061"/>
                  <a:pt x="12203" y="86765"/>
                </a:cubicBezTo>
                <a:cubicBezTo>
                  <a:pt x="7676" y="83027"/>
                  <a:pt x="4528" y="78897"/>
                  <a:pt x="2757" y="74175"/>
                </a:cubicBezTo>
                <a:cubicBezTo>
                  <a:pt x="789" y="69453"/>
                  <a:pt x="0" y="62958"/>
                  <a:pt x="0" y="54304"/>
                </a:cubicBezTo>
                <a:lnTo>
                  <a:pt x="0" y="0"/>
                </a:lnTo>
                <a:lnTo>
                  <a:pt x="21648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ath-67">
            <a:extLst xmlns:a="http://schemas.openxmlformats.org/drawingml/2006/main">
              <a:ext uri="{FF2B5EF4-FFF2-40B4-BE49-F238E27FC236}">
                <a16:creationId xmlns:a16="http://schemas.microsoft.com/office/drawing/2014/main" id="{21820D0D-55C6-4806-885F-C00CB98F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520" y="3913722"/>
            <a:ext cx="66708" cy="98765"/>
          </a:xfrm>
          <a:custGeom xmlns:a="http://schemas.openxmlformats.org/drawingml/2006/main">
            <a:pathLst>
              <a:path w="66708" h="98765">
                <a:moveTo>
                  <a:pt x="32468" y="19478"/>
                </a:moveTo>
                <a:cubicBezTo>
                  <a:pt x="30501" y="19478"/>
                  <a:pt x="28729" y="20265"/>
                  <a:pt x="27352" y="21443"/>
                </a:cubicBezTo>
                <a:cubicBezTo>
                  <a:pt x="25777" y="22820"/>
                  <a:pt x="25187" y="24592"/>
                  <a:pt x="25187" y="26561"/>
                </a:cubicBezTo>
                <a:cubicBezTo>
                  <a:pt x="25187" y="30102"/>
                  <a:pt x="29321" y="33641"/>
                  <a:pt x="37782" y="37185"/>
                </a:cubicBezTo>
                <a:cubicBezTo>
                  <a:pt x="49197" y="42104"/>
                  <a:pt x="56870" y="46627"/>
                  <a:pt x="60806" y="50760"/>
                </a:cubicBezTo>
                <a:cubicBezTo>
                  <a:pt x="64741" y="55087"/>
                  <a:pt x="66708" y="61186"/>
                  <a:pt x="66708" y="69057"/>
                </a:cubicBezTo>
                <a:cubicBezTo>
                  <a:pt x="66708" y="77321"/>
                  <a:pt x="63363" y="84205"/>
                  <a:pt x="56870" y="90108"/>
                </a:cubicBezTo>
                <a:cubicBezTo>
                  <a:pt x="50180" y="96013"/>
                  <a:pt x="42506" y="98765"/>
                  <a:pt x="33451" y="98765"/>
                </a:cubicBezTo>
                <a:cubicBezTo>
                  <a:pt x="17710" y="98765"/>
                  <a:pt x="6492" y="91289"/>
                  <a:pt x="0" y="75942"/>
                </a:cubicBezTo>
                <a:lnTo>
                  <a:pt x="18497" y="67482"/>
                </a:lnTo>
                <a:cubicBezTo>
                  <a:pt x="20858" y="72007"/>
                  <a:pt x="23220" y="75154"/>
                  <a:pt x="25187" y="76926"/>
                </a:cubicBezTo>
                <a:cubicBezTo>
                  <a:pt x="27156" y="78698"/>
                  <a:pt x="30108" y="79680"/>
                  <a:pt x="33650" y="79680"/>
                </a:cubicBezTo>
                <a:cubicBezTo>
                  <a:pt x="40929" y="79680"/>
                  <a:pt x="44669" y="76337"/>
                  <a:pt x="44669" y="69646"/>
                </a:cubicBezTo>
                <a:cubicBezTo>
                  <a:pt x="44669" y="65712"/>
                  <a:pt x="41717" y="62171"/>
                  <a:pt x="36206" y="58828"/>
                </a:cubicBezTo>
                <a:cubicBezTo>
                  <a:pt x="34043" y="57844"/>
                  <a:pt x="31878" y="56859"/>
                  <a:pt x="29712" y="55679"/>
                </a:cubicBezTo>
                <a:cubicBezTo>
                  <a:pt x="27352" y="54695"/>
                  <a:pt x="24205" y="53119"/>
                  <a:pt x="19875" y="51153"/>
                </a:cubicBezTo>
                <a:cubicBezTo>
                  <a:pt x="15547" y="49185"/>
                  <a:pt x="12003" y="46235"/>
                  <a:pt x="9248" y="42693"/>
                </a:cubicBezTo>
                <a:cubicBezTo>
                  <a:pt x="6297" y="39151"/>
                  <a:pt x="4921" y="33840"/>
                  <a:pt x="4921" y="26561"/>
                </a:cubicBezTo>
                <a:cubicBezTo>
                  <a:pt x="4921" y="19478"/>
                  <a:pt x="7676" y="13376"/>
                  <a:pt x="13182" y="8067"/>
                </a:cubicBezTo>
                <a:cubicBezTo>
                  <a:pt x="18890" y="2754"/>
                  <a:pt x="25777" y="0"/>
                  <a:pt x="34043" y="0"/>
                </a:cubicBezTo>
                <a:cubicBezTo>
                  <a:pt x="45849" y="0"/>
                  <a:pt x="54901" y="6295"/>
                  <a:pt x="60806" y="18493"/>
                </a:cubicBezTo>
                <a:lnTo>
                  <a:pt x="42898" y="28134"/>
                </a:lnTo>
                <a:cubicBezTo>
                  <a:pt x="39947" y="22428"/>
                  <a:pt x="36404" y="19478"/>
                  <a:pt x="32468" y="1947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ath-68">
            <a:extLst xmlns:a="http://schemas.openxmlformats.org/drawingml/2006/main">
              <a:ext uri="{FF2B5EF4-FFF2-40B4-BE49-F238E27FC236}">
                <a16:creationId xmlns:a16="http://schemas.microsoft.com/office/drawing/2014/main" id="{B6FA3887-E2D5-4EA6-ADC5-294B3F31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5996" y="3476773"/>
            <a:ext cx="191" cy="41420"/>
          </a:xfrm>
          <a:custGeom xmlns:a="http://schemas.openxmlformats.org/drawingml/2006/main">
            <a:pathLst>
              <a:path w="191" h="41420">
                <a:moveTo>
                  <a:pt x="0" y="0"/>
                </a:moveTo>
                <a:lnTo>
                  <a:pt x="0" y="4142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8285">
            <a:solidFill>
              <a:srgbClr val="000000"/>
            </a:solidFill>
            <a:prstDash val="solid"/>
          </a:ln>
        </p:spPr>
      </p:sp>
      <p:sp>
        <p:nvSpPr>
          <p:cNvPr id="69" name="path-69">
            <a:extLst xmlns:a="http://schemas.openxmlformats.org/drawingml/2006/main">
              <a:ext uri="{FF2B5EF4-FFF2-40B4-BE49-F238E27FC236}">
                <a16:creationId xmlns:a16="http://schemas.microsoft.com/office/drawing/2014/main" id="{70AC1DAE-2858-44DE-B939-F5479E9E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8282" y="3600084"/>
            <a:ext cx="155065" cy="153658"/>
          </a:xfrm>
          <a:custGeom xmlns:a="http://schemas.openxmlformats.org/drawingml/2006/main">
            <a:pathLst>
              <a:path w="155065" h="153658">
                <a:moveTo>
                  <a:pt x="22432" y="77122"/>
                </a:moveTo>
                <a:cubicBezTo>
                  <a:pt x="22432" y="93257"/>
                  <a:pt x="27942" y="106437"/>
                  <a:pt x="38961" y="117064"/>
                </a:cubicBezTo>
                <a:cubicBezTo>
                  <a:pt x="49983" y="127686"/>
                  <a:pt x="62969" y="132801"/>
                  <a:pt x="77926" y="132801"/>
                </a:cubicBezTo>
                <a:cubicBezTo>
                  <a:pt x="92880" y="132801"/>
                  <a:pt x="105671" y="127492"/>
                  <a:pt x="116297" y="116669"/>
                </a:cubicBezTo>
                <a:cubicBezTo>
                  <a:pt x="126923" y="105848"/>
                  <a:pt x="132433" y="92469"/>
                  <a:pt x="132433" y="76732"/>
                </a:cubicBezTo>
                <a:cubicBezTo>
                  <a:pt x="132433" y="60990"/>
                  <a:pt x="127122" y="47808"/>
                  <a:pt x="116691" y="37185"/>
                </a:cubicBezTo>
                <a:cubicBezTo>
                  <a:pt x="106065" y="26558"/>
                  <a:pt x="92880" y="21051"/>
                  <a:pt x="77531" y="21051"/>
                </a:cubicBezTo>
                <a:cubicBezTo>
                  <a:pt x="61985" y="21051"/>
                  <a:pt x="48998" y="26362"/>
                  <a:pt x="38570" y="36987"/>
                </a:cubicBezTo>
                <a:cubicBezTo>
                  <a:pt x="27746" y="47808"/>
                  <a:pt x="22432" y="61189"/>
                  <a:pt x="22432" y="77122"/>
                </a:cubicBezTo>
                <a:moveTo>
                  <a:pt x="0" y="76334"/>
                </a:moveTo>
                <a:cubicBezTo>
                  <a:pt x="0" y="55480"/>
                  <a:pt x="7478" y="37382"/>
                  <a:pt x="22826" y="22428"/>
                </a:cubicBezTo>
                <a:cubicBezTo>
                  <a:pt x="37978" y="7476"/>
                  <a:pt x="56279" y="0"/>
                  <a:pt x="77531" y="0"/>
                </a:cubicBezTo>
                <a:cubicBezTo>
                  <a:pt x="98783" y="0"/>
                  <a:pt x="117083" y="7672"/>
                  <a:pt x="132238" y="22626"/>
                </a:cubicBezTo>
                <a:cubicBezTo>
                  <a:pt x="147391" y="37775"/>
                  <a:pt x="155065" y="56072"/>
                  <a:pt x="155065" y="77319"/>
                </a:cubicBezTo>
                <a:cubicBezTo>
                  <a:pt x="155065" y="98568"/>
                  <a:pt x="147391" y="116669"/>
                  <a:pt x="132041" y="131424"/>
                </a:cubicBezTo>
                <a:cubicBezTo>
                  <a:pt x="116691" y="146378"/>
                  <a:pt x="98391" y="153658"/>
                  <a:pt x="76745" y="153658"/>
                </a:cubicBezTo>
                <a:cubicBezTo>
                  <a:pt x="57461" y="153658"/>
                  <a:pt x="40340" y="147166"/>
                  <a:pt x="25187" y="133984"/>
                </a:cubicBezTo>
                <a:cubicBezTo>
                  <a:pt x="8265" y="119425"/>
                  <a:pt x="0" y="100141"/>
                  <a:pt x="0" y="7633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ath-70">
            <a:extLst xmlns:a="http://schemas.openxmlformats.org/drawingml/2006/main">
              <a:ext uri="{FF2B5EF4-FFF2-40B4-BE49-F238E27FC236}">
                <a16:creationId xmlns:a16="http://schemas.microsoft.com/office/drawing/2014/main" id="{891B6A89-0F60-4AD0-B06C-DC3E6BCB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7353" y="3657532"/>
            <a:ext cx="80091" cy="96210"/>
          </a:xfrm>
          <a:custGeom xmlns:a="http://schemas.openxmlformats.org/drawingml/2006/main">
            <a:pathLst>
              <a:path w="80091" h="96210">
                <a:moveTo>
                  <a:pt x="21646" y="0"/>
                </a:moveTo>
                <a:lnTo>
                  <a:pt x="21646" y="53710"/>
                </a:lnTo>
                <a:cubicBezTo>
                  <a:pt x="21646" y="69453"/>
                  <a:pt x="27746" y="77122"/>
                  <a:pt x="39948" y="77122"/>
                </a:cubicBezTo>
                <a:cubicBezTo>
                  <a:pt x="52146" y="77122"/>
                  <a:pt x="58444" y="69453"/>
                  <a:pt x="58444" y="53710"/>
                </a:cubicBezTo>
                <a:lnTo>
                  <a:pt x="58444" y="0"/>
                </a:lnTo>
                <a:lnTo>
                  <a:pt x="80091" y="0"/>
                </a:lnTo>
                <a:lnTo>
                  <a:pt x="80091" y="54302"/>
                </a:lnTo>
                <a:cubicBezTo>
                  <a:pt x="80091" y="61778"/>
                  <a:pt x="79105" y="68270"/>
                  <a:pt x="77333" y="73387"/>
                </a:cubicBezTo>
                <a:cubicBezTo>
                  <a:pt x="75366" y="78502"/>
                  <a:pt x="72218" y="83027"/>
                  <a:pt x="67891" y="86765"/>
                </a:cubicBezTo>
                <a:cubicBezTo>
                  <a:pt x="60412" y="93061"/>
                  <a:pt x="51162" y="96210"/>
                  <a:pt x="39948" y="96210"/>
                </a:cubicBezTo>
                <a:cubicBezTo>
                  <a:pt x="28729" y="96210"/>
                  <a:pt x="19482" y="93061"/>
                  <a:pt x="12200" y="86765"/>
                </a:cubicBezTo>
                <a:cubicBezTo>
                  <a:pt x="7673" y="83027"/>
                  <a:pt x="4526" y="78894"/>
                  <a:pt x="2755" y="74175"/>
                </a:cubicBezTo>
                <a:cubicBezTo>
                  <a:pt x="787" y="69453"/>
                  <a:pt x="0" y="62961"/>
                  <a:pt x="0" y="54302"/>
                </a:cubicBezTo>
                <a:lnTo>
                  <a:pt x="0" y="0"/>
                </a:lnTo>
                <a:lnTo>
                  <a:pt x="21646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ath-71">
            <a:extLst xmlns:a="http://schemas.openxmlformats.org/drawingml/2006/main">
              <a:ext uri="{FF2B5EF4-FFF2-40B4-BE49-F238E27FC236}">
                <a16:creationId xmlns:a16="http://schemas.microsoft.com/office/drawing/2014/main" id="{CA51175D-32D3-4E28-B340-7F13B499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4598" y="3654975"/>
            <a:ext cx="61201" cy="96207"/>
          </a:xfrm>
          <a:custGeom xmlns:a="http://schemas.openxmlformats.org/drawingml/2006/main">
            <a:pathLst>
              <a:path w="61201" h="96207">
                <a:moveTo>
                  <a:pt x="0" y="2557"/>
                </a:moveTo>
                <a:lnTo>
                  <a:pt x="21648" y="2557"/>
                </a:lnTo>
                <a:lnTo>
                  <a:pt x="21648" y="11017"/>
                </a:lnTo>
                <a:cubicBezTo>
                  <a:pt x="25584" y="6884"/>
                  <a:pt x="29123" y="4133"/>
                  <a:pt x="32274" y="2557"/>
                </a:cubicBezTo>
                <a:cubicBezTo>
                  <a:pt x="35422" y="984"/>
                  <a:pt x="39357" y="196"/>
                  <a:pt x="44471" y="0"/>
                </a:cubicBezTo>
                <a:cubicBezTo>
                  <a:pt x="49392" y="0"/>
                  <a:pt x="54902" y="1968"/>
                  <a:pt x="61201" y="5706"/>
                </a:cubicBezTo>
                <a:lnTo>
                  <a:pt x="51359" y="25380"/>
                </a:lnTo>
                <a:cubicBezTo>
                  <a:pt x="47228" y="22624"/>
                  <a:pt x="43293" y="21051"/>
                  <a:pt x="39357" y="21051"/>
                </a:cubicBezTo>
                <a:cubicBezTo>
                  <a:pt x="27550" y="21051"/>
                  <a:pt x="21648" y="29904"/>
                  <a:pt x="21648" y="47614"/>
                </a:cubicBezTo>
                <a:lnTo>
                  <a:pt x="21648" y="96207"/>
                </a:lnTo>
                <a:lnTo>
                  <a:pt x="0" y="96207"/>
                </a:lnTo>
                <a:lnTo>
                  <a:pt x="0" y="255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ath-72">
            <a:extLst xmlns:a="http://schemas.openxmlformats.org/drawingml/2006/main">
              <a:ext uri="{FF2B5EF4-FFF2-40B4-BE49-F238E27FC236}">
                <a16:creationId xmlns:a16="http://schemas.microsoft.com/office/drawing/2014/main" id="{8AE08A21-D340-41C7-BF88-9064EC7D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1898" y="3654975"/>
            <a:ext cx="66710" cy="98767"/>
          </a:xfrm>
          <a:custGeom xmlns:a="http://schemas.openxmlformats.org/drawingml/2006/main">
            <a:pathLst>
              <a:path w="66710" h="98767">
                <a:moveTo>
                  <a:pt x="32468" y="19478"/>
                </a:moveTo>
                <a:cubicBezTo>
                  <a:pt x="30500" y="19478"/>
                  <a:pt x="28731" y="20265"/>
                  <a:pt x="27352" y="21443"/>
                </a:cubicBezTo>
                <a:cubicBezTo>
                  <a:pt x="25779" y="22823"/>
                  <a:pt x="25187" y="24592"/>
                  <a:pt x="25187" y="26561"/>
                </a:cubicBezTo>
                <a:cubicBezTo>
                  <a:pt x="25187" y="30102"/>
                  <a:pt x="29319" y="33644"/>
                  <a:pt x="37781" y="37183"/>
                </a:cubicBezTo>
                <a:cubicBezTo>
                  <a:pt x="49196" y="42102"/>
                  <a:pt x="56869" y="46630"/>
                  <a:pt x="60805" y="50760"/>
                </a:cubicBezTo>
                <a:cubicBezTo>
                  <a:pt x="64740" y="55090"/>
                  <a:pt x="66710" y="61189"/>
                  <a:pt x="66710" y="69057"/>
                </a:cubicBezTo>
                <a:cubicBezTo>
                  <a:pt x="66710" y="77321"/>
                  <a:pt x="63362" y="84208"/>
                  <a:pt x="56869" y="90108"/>
                </a:cubicBezTo>
                <a:cubicBezTo>
                  <a:pt x="50179" y="96011"/>
                  <a:pt x="42505" y="98767"/>
                  <a:pt x="33451" y="98767"/>
                </a:cubicBezTo>
                <a:cubicBezTo>
                  <a:pt x="17709" y="98767"/>
                  <a:pt x="6495" y="91291"/>
                  <a:pt x="0" y="75944"/>
                </a:cubicBezTo>
                <a:lnTo>
                  <a:pt x="18497" y="67484"/>
                </a:lnTo>
                <a:cubicBezTo>
                  <a:pt x="20857" y="72010"/>
                  <a:pt x="23219" y="75156"/>
                  <a:pt x="25187" y="76928"/>
                </a:cubicBezTo>
                <a:cubicBezTo>
                  <a:pt x="27155" y="78696"/>
                  <a:pt x="30107" y="79680"/>
                  <a:pt x="33650" y="79680"/>
                </a:cubicBezTo>
                <a:cubicBezTo>
                  <a:pt x="40931" y="79680"/>
                  <a:pt x="44669" y="76337"/>
                  <a:pt x="44669" y="69649"/>
                </a:cubicBezTo>
                <a:cubicBezTo>
                  <a:pt x="44669" y="65712"/>
                  <a:pt x="41716" y="62173"/>
                  <a:pt x="36206" y="58825"/>
                </a:cubicBezTo>
                <a:cubicBezTo>
                  <a:pt x="34043" y="57844"/>
                  <a:pt x="31878" y="56859"/>
                  <a:pt x="29714" y="55679"/>
                </a:cubicBezTo>
                <a:cubicBezTo>
                  <a:pt x="27352" y="54695"/>
                  <a:pt x="24205" y="53121"/>
                  <a:pt x="19874" y="51153"/>
                </a:cubicBezTo>
                <a:cubicBezTo>
                  <a:pt x="15546" y="49185"/>
                  <a:pt x="12002" y="46235"/>
                  <a:pt x="9247" y="42693"/>
                </a:cubicBezTo>
                <a:cubicBezTo>
                  <a:pt x="6295" y="39151"/>
                  <a:pt x="4918" y="33840"/>
                  <a:pt x="4918" y="26561"/>
                </a:cubicBezTo>
                <a:cubicBezTo>
                  <a:pt x="4918" y="19478"/>
                  <a:pt x="7675" y="13381"/>
                  <a:pt x="13182" y="8065"/>
                </a:cubicBezTo>
                <a:cubicBezTo>
                  <a:pt x="18890" y="2754"/>
                  <a:pt x="25779" y="0"/>
                  <a:pt x="34043" y="0"/>
                </a:cubicBezTo>
                <a:cubicBezTo>
                  <a:pt x="45849" y="0"/>
                  <a:pt x="54902" y="6298"/>
                  <a:pt x="60805" y="18493"/>
                </a:cubicBezTo>
                <a:lnTo>
                  <a:pt x="42897" y="28134"/>
                </a:lnTo>
                <a:cubicBezTo>
                  <a:pt x="39945" y="22428"/>
                  <a:pt x="36405" y="19478"/>
                  <a:pt x="32468" y="1947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ath-73">
            <a:extLst xmlns:a="http://schemas.openxmlformats.org/drawingml/2006/main">
              <a:ext uri="{FF2B5EF4-FFF2-40B4-BE49-F238E27FC236}">
                <a16:creationId xmlns:a16="http://schemas.microsoft.com/office/drawing/2014/main" id="{8F404C48-BE30-4993-95B7-7C1CCDFE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256" y="3476773"/>
            <a:ext cx="6117533" cy="191"/>
          </a:xfrm>
          <a:custGeom xmlns:a="http://schemas.openxmlformats.org/drawingml/2006/main">
            <a:pathLst>
              <a:path w="6117533" h="191">
                <a:moveTo>
                  <a:pt x="0" y="0"/>
                </a:moveTo>
                <a:lnTo>
                  <a:pt x="61175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6214">
            <a:solidFill>
              <a:srgbClr val="B0B0B0">
                <a:alpha val="25000"/>
              </a:srgbClr>
            </a:solidFill>
            <a:prstDash val="solid"/>
          </a:ln>
        </p:spPr>
      </p:sp>
      <p:sp>
        <p:nvSpPr>
          <p:cNvPr id="74" name="path-74">
            <a:extLst xmlns:a="http://schemas.openxmlformats.org/drawingml/2006/main">
              <a:ext uri="{FF2B5EF4-FFF2-40B4-BE49-F238E27FC236}">
                <a16:creationId xmlns:a16="http://schemas.microsoft.com/office/drawing/2014/main" id="{85A89E83-6700-431E-B262-BCA89679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828" y="3476773"/>
            <a:ext cx="41428" cy="191"/>
          </a:xfrm>
          <a:custGeom xmlns:a="http://schemas.openxmlformats.org/drawingml/2006/main">
            <a:pathLst>
              <a:path w="41428" h="191">
                <a:moveTo>
                  <a:pt x="41428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8285">
            <a:solidFill>
              <a:srgbClr val="000000"/>
            </a:solidFill>
            <a:prstDash val="solid"/>
          </a:ln>
        </p:spPr>
      </p:sp>
      <p:sp>
        <p:nvSpPr>
          <p:cNvPr id="75" name="path-75">
            <a:extLst xmlns:a="http://schemas.openxmlformats.org/drawingml/2006/main">
              <a:ext uri="{FF2B5EF4-FFF2-40B4-BE49-F238E27FC236}">
                <a16:creationId xmlns:a16="http://schemas.microsoft.com/office/drawing/2014/main" id="{EC6D78D0-2276-4E73-A7ED-CB9155A1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507" y="3394453"/>
            <a:ext cx="116826" cy="167752"/>
          </a:xfrm>
          <a:custGeom xmlns:a="http://schemas.openxmlformats.org/drawingml/2006/main">
            <a:pathLst>
              <a:path w="116826" h="167752">
                <a:moveTo>
                  <a:pt x="76641" y="124259"/>
                </a:moveTo>
                <a:lnTo>
                  <a:pt x="76641" y="71864"/>
                </a:lnTo>
                <a:lnTo>
                  <a:pt x="40806" y="124259"/>
                </a:lnTo>
                <a:lnTo>
                  <a:pt x="76641" y="124259"/>
                </a:lnTo>
                <a:moveTo>
                  <a:pt x="100255" y="124259"/>
                </a:moveTo>
                <a:lnTo>
                  <a:pt x="116826" y="124259"/>
                </a:lnTo>
                <a:lnTo>
                  <a:pt x="116826" y="145591"/>
                </a:lnTo>
                <a:lnTo>
                  <a:pt x="100255" y="145591"/>
                </a:lnTo>
                <a:lnTo>
                  <a:pt x="100255" y="167752"/>
                </a:lnTo>
                <a:lnTo>
                  <a:pt x="76641" y="167752"/>
                </a:lnTo>
                <a:lnTo>
                  <a:pt x="76641" y="145591"/>
                </a:lnTo>
                <a:lnTo>
                  <a:pt x="0" y="145591"/>
                </a:lnTo>
                <a:lnTo>
                  <a:pt x="100255" y="0"/>
                </a:lnTo>
                <a:lnTo>
                  <a:pt x="100255" y="12425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ath-76">
            <a:extLst xmlns:a="http://schemas.openxmlformats.org/drawingml/2006/main">
              <a:ext uri="{FF2B5EF4-FFF2-40B4-BE49-F238E27FC236}">
                <a16:creationId xmlns:a16="http://schemas.microsoft.com/office/drawing/2014/main" id="{A191136D-27BE-48EB-8203-D796D785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5147" y="3403359"/>
            <a:ext cx="110404" cy="161122"/>
          </a:xfrm>
          <a:custGeom xmlns:a="http://schemas.openxmlformats.org/drawingml/2006/main">
            <a:pathLst>
              <a:path w="110404" h="161122">
                <a:moveTo>
                  <a:pt x="78092" y="123018"/>
                </a:moveTo>
                <a:cubicBezTo>
                  <a:pt x="84098" y="111833"/>
                  <a:pt x="87204" y="97749"/>
                  <a:pt x="87204" y="80768"/>
                </a:cubicBezTo>
                <a:cubicBezTo>
                  <a:pt x="87204" y="63787"/>
                  <a:pt x="84098" y="49497"/>
                  <a:pt x="78092" y="38313"/>
                </a:cubicBezTo>
                <a:cubicBezTo>
                  <a:pt x="71875" y="27128"/>
                  <a:pt x="64214" y="21538"/>
                  <a:pt x="55099" y="21538"/>
                </a:cubicBezTo>
                <a:cubicBezTo>
                  <a:pt x="45986" y="21538"/>
                  <a:pt x="38322" y="26922"/>
                  <a:pt x="32315" y="38107"/>
                </a:cubicBezTo>
                <a:cubicBezTo>
                  <a:pt x="26099" y="49289"/>
                  <a:pt x="23200" y="63370"/>
                  <a:pt x="23200" y="80354"/>
                </a:cubicBezTo>
                <a:cubicBezTo>
                  <a:pt x="23200" y="97337"/>
                  <a:pt x="26099" y="111627"/>
                  <a:pt x="32105" y="122809"/>
                </a:cubicBezTo>
                <a:cubicBezTo>
                  <a:pt x="38115" y="134202"/>
                  <a:pt x="45776" y="139998"/>
                  <a:pt x="55305" y="139998"/>
                </a:cubicBezTo>
                <a:cubicBezTo>
                  <a:pt x="64421" y="139998"/>
                  <a:pt x="72085" y="134202"/>
                  <a:pt x="78092" y="123018"/>
                </a:cubicBezTo>
                <a:moveTo>
                  <a:pt x="55305" y="161122"/>
                </a:moveTo>
                <a:cubicBezTo>
                  <a:pt x="40599" y="161122"/>
                  <a:pt x="27757" y="154288"/>
                  <a:pt x="16570" y="140204"/>
                </a:cubicBezTo>
                <a:cubicBezTo>
                  <a:pt x="5386" y="126123"/>
                  <a:pt x="0" y="106449"/>
                  <a:pt x="0" y="80768"/>
                </a:cubicBezTo>
                <a:cubicBezTo>
                  <a:pt x="0" y="55293"/>
                  <a:pt x="5799" y="35207"/>
                  <a:pt x="17399" y="20294"/>
                </a:cubicBezTo>
                <a:cubicBezTo>
                  <a:pt x="27757" y="6833"/>
                  <a:pt x="40393" y="0"/>
                  <a:pt x="55305" y="0"/>
                </a:cubicBezTo>
                <a:cubicBezTo>
                  <a:pt x="70014" y="0"/>
                  <a:pt x="82649" y="6833"/>
                  <a:pt x="93004" y="20294"/>
                </a:cubicBezTo>
                <a:cubicBezTo>
                  <a:pt x="104604" y="35207"/>
                  <a:pt x="110404" y="55293"/>
                  <a:pt x="110404" y="80768"/>
                </a:cubicBezTo>
                <a:cubicBezTo>
                  <a:pt x="110404" y="106449"/>
                  <a:pt x="104604" y="126537"/>
                  <a:pt x="93004" y="141242"/>
                </a:cubicBezTo>
                <a:cubicBezTo>
                  <a:pt x="82649" y="154497"/>
                  <a:pt x="70014" y="161122"/>
                  <a:pt x="55305" y="16112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ath-77">
            <a:extLst xmlns:a="http://schemas.openxmlformats.org/drawingml/2006/main">
              <a:ext uri="{FF2B5EF4-FFF2-40B4-BE49-F238E27FC236}">
                <a16:creationId xmlns:a16="http://schemas.microsoft.com/office/drawing/2014/main" id="{14F7D33A-B791-4EA9-B880-D5A4DB3C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256" y="2969196"/>
            <a:ext cx="6117533" cy="191"/>
          </a:xfrm>
          <a:custGeom xmlns:a="http://schemas.openxmlformats.org/drawingml/2006/main">
            <a:pathLst>
              <a:path w="6117533" h="191">
                <a:moveTo>
                  <a:pt x="0" y="0"/>
                </a:moveTo>
                <a:lnTo>
                  <a:pt x="61175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6214">
            <a:solidFill>
              <a:srgbClr val="B0B0B0">
                <a:alpha val="25000"/>
              </a:srgbClr>
            </a:solidFill>
            <a:prstDash val="solid"/>
          </a:ln>
        </p:spPr>
      </p:sp>
      <p:sp>
        <p:nvSpPr>
          <p:cNvPr id="78" name="path-78">
            <a:extLst xmlns:a="http://schemas.openxmlformats.org/drawingml/2006/main">
              <a:ext uri="{FF2B5EF4-FFF2-40B4-BE49-F238E27FC236}">
                <a16:creationId xmlns:a16="http://schemas.microsoft.com/office/drawing/2014/main" id="{AA5DD767-610B-4A92-A797-86738844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828" y="2969196"/>
            <a:ext cx="41428" cy="191"/>
          </a:xfrm>
          <a:custGeom xmlns:a="http://schemas.openxmlformats.org/drawingml/2006/main">
            <a:pathLst>
              <a:path w="41428" h="191">
                <a:moveTo>
                  <a:pt x="41428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8285">
            <a:solidFill>
              <a:srgbClr val="000000"/>
            </a:solidFill>
            <a:prstDash val="solid"/>
          </a:ln>
        </p:spPr>
      </p:sp>
      <p:sp>
        <p:nvSpPr>
          <p:cNvPr id="79" name="path-79">
            <a:extLst xmlns:a="http://schemas.openxmlformats.org/drawingml/2006/main">
              <a:ext uri="{FF2B5EF4-FFF2-40B4-BE49-F238E27FC236}">
                <a16:creationId xmlns:a16="http://schemas.microsoft.com/office/drawing/2014/main" id="{525DC5A0-09D1-4A47-8B87-19F3598A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507" y="2886876"/>
            <a:ext cx="116826" cy="167752"/>
          </a:xfrm>
          <a:custGeom xmlns:a="http://schemas.openxmlformats.org/drawingml/2006/main">
            <a:pathLst>
              <a:path w="116826" h="167752">
                <a:moveTo>
                  <a:pt x="76641" y="124261"/>
                </a:moveTo>
                <a:lnTo>
                  <a:pt x="76641" y="71862"/>
                </a:lnTo>
                <a:lnTo>
                  <a:pt x="40806" y="124261"/>
                </a:lnTo>
                <a:lnTo>
                  <a:pt x="76641" y="124261"/>
                </a:lnTo>
                <a:moveTo>
                  <a:pt x="100255" y="124261"/>
                </a:moveTo>
                <a:lnTo>
                  <a:pt x="116826" y="124261"/>
                </a:lnTo>
                <a:lnTo>
                  <a:pt x="116826" y="145591"/>
                </a:lnTo>
                <a:lnTo>
                  <a:pt x="100255" y="145591"/>
                </a:lnTo>
                <a:lnTo>
                  <a:pt x="100255" y="167752"/>
                </a:lnTo>
                <a:lnTo>
                  <a:pt x="76641" y="167752"/>
                </a:lnTo>
                <a:lnTo>
                  <a:pt x="76641" y="145591"/>
                </a:lnTo>
                <a:lnTo>
                  <a:pt x="0" y="145591"/>
                </a:lnTo>
                <a:lnTo>
                  <a:pt x="100255" y="0"/>
                </a:lnTo>
                <a:lnTo>
                  <a:pt x="100255" y="12426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ath-80">
            <a:extLst xmlns:a="http://schemas.openxmlformats.org/drawingml/2006/main">
              <a:ext uri="{FF2B5EF4-FFF2-40B4-BE49-F238E27FC236}">
                <a16:creationId xmlns:a16="http://schemas.microsoft.com/office/drawing/2014/main" id="{4B3E6133-C152-4ECB-B706-C63DDA1F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0382" y="2898473"/>
            <a:ext cx="107297" cy="158431"/>
          </a:xfrm>
          <a:custGeom xmlns:a="http://schemas.openxmlformats.org/drawingml/2006/main">
            <a:pathLst>
              <a:path w="107297" h="158431">
                <a:moveTo>
                  <a:pt x="55305" y="47633"/>
                </a:moveTo>
                <a:cubicBezTo>
                  <a:pt x="70427" y="47633"/>
                  <a:pt x="82856" y="52811"/>
                  <a:pt x="92592" y="62958"/>
                </a:cubicBezTo>
                <a:cubicBezTo>
                  <a:pt x="102327" y="73314"/>
                  <a:pt x="107297" y="86361"/>
                  <a:pt x="107297" y="102515"/>
                </a:cubicBezTo>
                <a:cubicBezTo>
                  <a:pt x="107297" y="118669"/>
                  <a:pt x="101704" y="132130"/>
                  <a:pt x="90727" y="142694"/>
                </a:cubicBezTo>
                <a:cubicBezTo>
                  <a:pt x="79540" y="153253"/>
                  <a:pt x="65663" y="158431"/>
                  <a:pt x="48885" y="158431"/>
                </a:cubicBezTo>
                <a:cubicBezTo>
                  <a:pt x="28170" y="158431"/>
                  <a:pt x="11807" y="148904"/>
                  <a:pt x="0" y="129643"/>
                </a:cubicBezTo>
                <a:lnTo>
                  <a:pt x="17815" y="114526"/>
                </a:lnTo>
                <a:cubicBezTo>
                  <a:pt x="22786" y="122811"/>
                  <a:pt x="27757" y="128816"/>
                  <a:pt x="32728" y="132130"/>
                </a:cubicBezTo>
                <a:cubicBezTo>
                  <a:pt x="37699" y="135443"/>
                  <a:pt x="44328" y="137308"/>
                  <a:pt x="52615" y="137308"/>
                </a:cubicBezTo>
                <a:cubicBezTo>
                  <a:pt x="60899" y="137308"/>
                  <a:pt x="68356" y="133994"/>
                  <a:pt x="74779" y="127366"/>
                </a:cubicBezTo>
                <a:cubicBezTo>
                  <a:pt x="80992" y="120741"/>
                  <a:pt x="84305" y="112456"/>
                  <a:pt x="84305" y="102515"/>
                </a:cubicBezTo>
                <a:cubicBezTo>
                  <a:pt x="84305" y="92573"/>
                  <a:pt x="80992" y="84496"/>
                  <a:pt x="74779" y="77869"/>
                </a:cubicBezTo>
                <a:cubicBezTo>
                  <a:pt x="68356" y="71450"/>
                  <a:pt x="60069" y="68342"/>
                  <a:pt x="50128" y="68342"/>
                </a:cubicBezTo>
                <a:cubicBezTo>
                  <a:pt x="40186" y="68342"/>
                  <a:pt x="31279" y="73108"/>
                  <a:pt x="23615" y="82218"/>
                </a:cubicBezTo>
                <a:lnTo>
                  <a:pt x="15951" y="82218"/>
                </a:lnTo>
                <a:lnTo>
                  <a:pt x="40393" y="0"/>
                </a:lnTo>
                <a:lnTo>
                  <a:pt x="105020" y="0"/>
                </a:lnTo>
                <a:lnTo>
                  <a:pt x="105020" y="22161"/>
                </a:lnTo>
                <a:lnTo>
                  <a:pt x="56756" y="22161"/>
                </a:lnTo>
                <a:lnTo>
                  <a:pt x="49092" y="48048"/>
                </a:lnTo>
                <a:cubicBezTo>
                  <a:pt x="51369" y="47839"/>
                  <a:pt x="53440" y="47633"/>
                  <a:pt x="55305" y="4763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ath-81">
            <a:extLst xmlns:a="http://schemas.openxmlformats.org/drawingml/2006/main">
              <a:ext uri="{FF2B5EF4-FFF2-40B4-BE49-F238E27FC236}">
                <a16:creationId xmlns:a16="http://schemas.microsoft.com/office/drawing/2014/main" id="{953F96F7-60B4-414F-8C46-8A342D71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256" y="2461619"/>
            <a:ext cx="6117533" cy="191"/>
          </a:xfrm>
          <a:custGeom xmlns:a="http://schemas.openxmlformats.org/drawingml/2006/main">
            <a:pathLst>
              <a:path w="6117533" h="191">
                <a:moveTo>
                  <a:pt x="0" y="0"/>
                </a:moveTo>
                <a:lnTo>
                  <a:pt x="61175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6214">
            <a:solidFill>
              <a:srgbClr val="B0B0B0">
                <a:alpha val="25000"/>
              </a:srgbClr>
            </a:solidFill>
            <a:prstDash val="solid"/>
          </a:ln>
        </p:spPr>
      </p:sp>
      <p:sp>
        <p:nvSpPr>
          <p:cNvPr id="82" name="path-82">
            <a:extLst xmlns:a="http://schemas.openxmlformats.org/drawingml/2006/main">
              <a:ext uri="{FF2B5EF4-FFF2-40B4-BE49-F238E27FC236}">
                <a16:creationId xmlns:a16="http://schemas.microsoft.com/office/drawing/2014/main" id="{2A40870D-240C-4969-A942-5E17F528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828" y="2461619"/>
            <a:ext cx="41428" cy="191"/>
          </a:xfrm>
          <a:custGeom xmlns:a="http://schemas.openxmlformats.org/drawingml/2006/main">
            <a:pathLst>
              <a:path w="41428" h="191">
                <a:moveTo>
                  <a:pt x="41428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8285">
            <a:solidFill>
              <a:srgbClr val="000000"/>
            </a:solidFill>
            <a:prstDash val="solid"/>
          </a:ln>
        </p:spPr>
      </p:sp>
      <p:sp>
        <p:nvSpPr>
          <p:cNvPr id="83" name="path-83">
            <a:extLst xmlns:a="http://schemas.openxmlformats.org/drawingml/2006/main">
              <a:ext uri="{FF2B5EF4-FFF2-40B4-BE49-F238E27FC236}">
                <a16:creationId xmlns:a16="http://schemas.microsoft.com/office/drawing/2014/main" id="{1156A237-450D-41E3-B945-3749994B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579" y="2390896"/>
            <a:ext cx="107297" cy="158429"/>
          </a:xfrm>
          <a:custGeom xmlns:a="http://schemas.openxmlformats.org/drawingml/2006/main">
            <a:pathLst>
              <a:path w="107297" h="158429">
                <a:moveTo>
                  <a:pt x="55305" y="47633"/>
                </a:moveTo>
                <a:cubicBezTo>
                  <a:pt x="70427" y="47633"/>
                  <a:pt x="82855" y="52811"/>
                  <a:pt x="92591" y="62957"/>
                </a:cubicBezTo>
                <a:cubicBezTo>
                  <a:pt x="102326" y="73312"/>
                  <a:pt x="107297" y="86361"/>
                  <a:pt x="107297" y="102512"/>
                </a:cubicBezTo>
                <a:cubicBezTo>
                  <a:pt x="107297" y="118669"/>
                  <a:pt x="101704" y="132130"/>
                  <a:pt x="90727" y="142691"/>
                </a:cubicBezTo>
                <a:cubicBezTo>
                  <a:pt x="79540" y="153251"/>
                  <a:pt x="65662" y="158429"/>
                  <a:pt x="48885" y="158429"/>
                </a:cubicBezTo>
                <a:cubicBezTo>
                  <a:pt x="28170" y="158429"/>
                  <a:pt x="11806" y="148904"/>
                  <a:pt x="0" y="129645"/>
                </a:cubicBezTo>
                <a:lnTo>
                  <a:pt x="17812" y="114526"/>
                </a:lnTo>
                <a:cubicBezTo>
                  <a:pt x="22786" y="122809"/>
                  <a:pt x="27757" y="128816"/>
                  <a:pt x="32728" y="132130"/>
                </a:cubicBezTo>
                <a:cubicBezTo>
                  <a:pt x="37699" y="135443"/>
                  <a:pt x="44327" y="137305"/>
                  <a:pt x="52611" y="137305"/>
                </a:cubicBezTo>
                <a:cubicBezTo>
                  <a:pt x="60898" y="137305"/>
                  <a:pt x="68356" y="133994"/>
                  <a:pt x="74776" y="127366"/>
                </a:cubicBezTo>
                <a:cubicBezTo>
                  <a:pt x="80991" y="120739"/>
                  <a:pt x="84304" y="112453"/>
                  <a:pt x="84304" y="102512"/>
                </a:cubicBezTo>
                <a:cubicBezTo>
                  <a:pt x="84304" y="92573"/>
                  <a:pt x="80991" y="84496"/>
                  <a:pt x="74776" y="77869"/>
                </a:cubicBezTo>
                <a:cubicBezTo>
                  <a:pt x="68356" y="71450"/>
                  <a:pt x="60069" y="68343"/>
                  <a:pt x="50128" y="68343"/>
                </a:cubicBezTo>
                <a:cubicBezTo>
                  <a:pt x="40185" y="68343"/>
                  <a:pt x="31276" y="73106"/>
                  <a:pt x="23612" y="82218"/>
                </a:cubicBezTo>
                <a:lnTo>
                  <a:pt x="15951" y="82218"/>
                </a:lnTo>
                <a:lnTo>
                  <a:pt x="40392" y="0"/>
                </a:lnTo>
                <a:lnTo>
                  <a:pt x="105020" y="0"/>
                </a:lnTo>
                <a:lnTo>
                  <a:pt x="105020" y="22159"/>
                </a:lnTo>
                <a:lnTo>
                  <a:pt x="56756" y="22159"/>
                </a:lnTo>
                <a:lnTo>
                  <a:pt x="49092" y="48047"/>
                </a:lnTo>
                <a:cubicBezTo>
                  <a:pt x="51369" y="47839"/>
                  <a:pt x="53440" y="47633"/>
                  <a:pt x="55305" y="4763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ath-84">
            <a:extLst xmlns:a="http://schemas.openxmlformats.org/drawingml/2006/main">
              <a:ext uri="{FF2B5EF4-FFF2-40B4-BE49-F238E27FC236}">
                <a16:creationId xmlns:a16="http://schemas.microsoft.com/office/drawing/2014/main" id="{562CD359-9B0F-44DA-A1BB-86027AA9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5147" y="2388203"/>
            <a:ext cx="110404" cy="161122"/>
          </a:xfrm>
          <a:custGeom xmlns:a="http://schemas.openxmlformats.org/drawingml/2006/main">
            <a:pathLst>
              <a:path w="110404" h="161122">
                <a:moveTo>
                  <a:pt x="78092" y="123020"/>
                </a:moveTo>
                <a:cubicBezTo>
                  <a:pt x="84098" y="111835"/>
                  <a:pt x="87204" y="97751"/>
                  <a:pt x="87204" y="80769"/>
                </a:cubicBezTo>
                <a:cubicBezTo>
                  <a:pt x="87204" y="63787"/>
                  <a:pt x="84098" y="49497"/>
                  <a:pt x="78092" y="38313"/>
                </a:cubicBezTo>
                <a:cubicBezTo>
                  <a:pt x="71875" y="27130"/>
                  <a:pt x="64214" y="21538"/>
                  <a:pt x="55099" y="21538"/>
                </a:cubicBezTo>
                <a:cubicBezTo>
                  <a:pt x="45986" y="21538"/>
                  <a:pt x="38322" y="26923"/>
                  <a:pt x="32315" y="38107"/>
                </a:cubicBezTo>
                <a:cubicBezTo>
                  <a:pt x="26099" y="49291"/>
                  <a:pt x="23200" y="63373"/>
                  <a:pt x="23200" y="80356"/>
                </a:cubicBezTo>
                <a:cubicBezTo>
                  <a:pt x="23200" y="97337"/>
                  <a:pt x="26099" y="111628"/>
                  <a:pt x="32105" y="122809"/>
                </a:cubicBezTo>
                <a:cubicBezTo>
                  <a:pt x="38115" y="134200"/>
                  <a:pt x="45776" y="139998"/>
                  <a:pt x="55305" y="139998"/>
                </a:cubicBezTo>
                <a:cubicBezTo>
                  <a:pt x="64421" y="139998"/>
                  <a:pt x="72085" y="134200"/>
                  <a:pt x="78092" y="123020"/>
                </a:cubicBezTo>
                <a:moveTo>
                  <a:pt x="55305" y="161122"/>
                </a:moveTo>
                <a:cubicBezTo>
                  <a:pt x="40599" y="161122"/>
                  <a:pt x="27757" y="154291"/>
                  <a:pt x="16570" y="140207"/>
                </a:cubicBezTo>
                <a:cubicBezTo>
                  <a:pt x="5386" y="126125"/>
                  <a:pt x="0" y="106451"/>
                  <a:pt x="0" y="80769"/>
                </a:cubicBezTo>
                <a:cubicBezTo>
                  <a:pt x="0" y="55296"/>
                  <a:pt x="5799" y="35207"/>
                  <a:pt x="17399" y="20297"/>
                </a:cubicBezTo>
                <a:cubicBezTo>
                  <a:pt x="27757" y="6836"/>
                  <a:pt x="40393" y="0"/>
                  <a:pt x="55305" y="0"/>
                </a:cubicBezTo>
                <a:cubicBezTo>
                  <a:pt x="70014" y="0"/>
                  <a:pt x="82649" y="6836"/>
                  <a:pt x="93004" y="20297"/>
                </a:cubicBezTo>
                <a:cubicBezTo>
                  <a:pt x="104604" y="35207"/>
                  <a:pt x="110404" y="55296"/>
                  <a:pt x="110404" y="80769"/>
                </a:cubicBezTo>
                <a:cubicBezTo>
                  <a:pt x="110404" y="106451"/>
                  <a:pt x="104604" y="126537"/>
                  <a:pt x="93004" y="141242"/>
                </a:cubicBezTo>
                <a:cubicBezTo>
                  <a:pt x="82649" y="154497"/>
                  <a:pt x="70014" y="161122"/>
                  <a:pt x="55305" y="16112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ath-85">
            <a:extLst xmlns:a="http://schemas.openxmlformats.org/drawingml/2006/main">
              <a:ext uri="{FF2B5EF4-FFF2-40B4-BE49-F238E27FC236}">
                <a16:creationId xmlns:a16="http://schemas.microsoft.com/office/drawing/2014/main" id="{5FD42357-6A73-41F8-BEB7-D608944E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256" y="1954040"/>
            <a:ext cx="6117533" cy="191"/>
          </a:xfrm>
          <a:custGeom xmlns:a="http://schemas.openxmlformats.org/drawingml/2006/main">
            <a:pathLst>
              <a:path w="6117533" h="191">
                <a:moveTo>
                  <a:pt x="0" y="0"/>
                </a:moveTo>
                <a:lnTo>
                  <a:pt x="61175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6214">
            <a:solidFill>
              <a:srgbClr val="B0B0B0">
                <a:alpha val="25000"/>
              </a:srgbClr>
            </a:solidFill>
            <a:prstDash val="solid"/>
          </a:ln>
        </p:spPr>
      </p:sp>
      <p:sp>
        <p:nvSpPr>
          <p:cNvPr id="86" name="path-86">
            <a:extLst xmlns:a="http://schemas.openxmlformats.org/drawingml/2006/main">
              <a:ext uri="{FF2B5EF4-FFF2-40B4-BE49-F238E27FC236}">
                <a16:creationId xmlns:a16="http://schemas.microsoft.com/office/drawing/2014/main" id="{C27AD9E9-1872-400B-A010-6868D9EC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828" y="1954040"/>
            <a:ext cx="41428" cy="191"/>
          </a:xfrm>
          <a:custGeom xmlns:a="http://schemas.openxmlformats.org/drawingml/2006/main">
            <a:pathLst>
              <a:path w="41428" h="191">
                <a:moveTo>
                  <a:pt x="41428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8285">
            <a:solidFill>
              <a:srgbClr val="000000"/>
            </a:solidFill>
            <a:prstDash val="solid"/>
          </a:ln>
        </p:spPr>
      </p:sp>
      <p:sp>
        <p:nvSpPr>
          <p:cNvPr id="87" name="path-87">
            <a:extLst xmlns:a="http://schemas.openxmlformats.org/drawingml/2006/main">
              <a:ext uri="{FF2B5EF4-FFF2-40B4-BE49-F238E27FC236}">
                <a16:creationId xmlns:a16="http://schemas.microsoft.com/office/drawing/2014/main" id="{FD639266-EF06-4E3B-9826-F4041A56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579" y="1883316"/>
            <a:ext cx="107297" cy="158433"/>
          </a:xfrm>
          <a:custGeom xmlns:a="http://schemas.openxmlformats.org/drawingml/2006/main">
            <a:pathLst>
              <a:path w="107297" h="158433">
                <a:moveTo>
                  <a:pt x="55305" y="47635"/>
                </a:moveTo>
                <a:cubicBezTo>
                  <a:pt x="70427" y="47635"/>
                  <a:pt x="82855" y="52811"/>
                  <a:pt x="92591" y="62960"/>
                </a:cubicBezTo>
                <a:cubicBezTo>
                  <a:pt x="102326" y="73315"/>
                  <a:pt x="107297" y="86361"/>
                  <a:pt x="107297" y="102516"/>
                </a:cubicBezTo>
                <a:cubicBezTo>
                  <a:pt x="107297" y="118669"/>
                  <a:pt x="101704" y="132130"/>
                  <a:pt x="90727" y="142694"/>
                </a:cubicBezTo>
                <a:cubicBezTo>
                  <a:pt x="79540" y="153256"/>
                  <a:pt x="65662" y="158433"/>
                  <a:pt x="48885" y="158433"/>
                </a:cubicBezTo>
                <a:cubicBezTo>
                  <a:pt x="28170" y="158433"/>
                  <a:pt x="11806" y="148907"/>
                  <a:pt x="0" y="129645"/>
                </a:cubicBezTo>
                <a:lnTo>
                  <a:pt x="17812" y="114526"/>
                </a:lnTo>
                <a:cubicBezTo>
                  <a:pt x="22786" y="122810"/>
                  <a:pt x="27757" y="128816"/>
                  <a:pt x="32728" y="132130"/>
                </a:cubicBezTo>
                <a:cubicBezTo>
                  <a:pt x="37699" y="135446"/>
                  <a:pt x="44327" y="137308"/>
                  <a:pt x="52611" y="137308"/>
                </a:cubicBezTo>
                <a:cubicBezTo>
                  <a:pt x="60898" y="137308"/>
                  <a:pt x="68356" y="133994"/>
                  <a:pt x="74776" y="127369"/>
                </a:cubicBezTo>
                <a:cubicBezTo>
                  <a:pt x="80991" y="120739"/>
                  <a:pt x="84304" y="112456"/>
                  <a:pt x="84304" y="102516"/>
                </a:cubicBezTo>
                <a:cubicBezTo>
                  <a:pt x="84304" y="92573"/>
                  <a:pt x="80991" y="84499"/>
                  <a:pt x="74776" y="77870"/>
                </a:cubicBezTo>
                <a:cubicBezTo>
                  <a:pt x="68356" y="71451"/>
                  <a:pt x="60069" y="68345"/>
                  <a:pt x="50128" y="68345"/>
                </a:cubicBezTo>
                <a:cubicBezTo>
                  <a:pt x="40185" y="68345"/>
                  <a:pt x="31276" y="73109"/>
                  <a:pt x="23612" y="82219"/>
                </a:cubicBezTo>
                <a:lnTo>
                  <a:pt x="15951" y="82219"/>
                </a:lnTo>
                <a:lnTo>
                  <a:pt x="40392" y="0"/>
                </a:lnTo>
                <a:lnTo>
                  <a:pt x="105020" y="0"/>
                </a:lnTo>
                <a:lnTo>
                  <a:pt x="105020" y="22160"/>
                </a:lnTo>
                <a:lnTo>
                  <a:pt x="56756" y="22160"/>
                </a:lnTo>
                <a:lnTo>
                  <a:pt x="49092" y="48048"/>
                </a:lnTo>
                <a:cubicBezTo>
                  <a:pt x="51369" y="47841"/>
                  <a:pt x="53440" y="47635"/>
                  <a:pt x="55305" y="4763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path-88">
            <a:extLst xmlns:a="http://schemas.openxmlformats.org/drawingml/2006/main">
              <a:ext uri="{FF2B5EF4-FFF2-40B4-BE49-F238E27FC236}">
                <a16:creationId xmlns:a16="http://schemas.microsoft.com/office/drawing/2014/main" id="{A44CDE33-9AAC-4009-9790-3ABA2419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0382" y="1883316"/>
            <a:ext cx="107297" cy="158433"/>
          </a:xfrm>
          <a:custGeom xmlns:a="http://schemas.openxmlformats.org/drawingml/2006/main">
            <a:pathLst>
              <a:path w="107297" h="158433">
                <a:moveTo>
                  <a:pt x="55305" y="47635"/>
                </a:moveTo>
                <a:cubicBezTo>
                  <a:pt x="70427" y="47635"/>
                  <a:pt x="82856" y="52811"/>
                  <a:pt x="92592" y="62960"/>
                </a:cubicBezTo>
                <a:cubicBezTo>
                  <a:pt x="102327" y="73315"/>
                  <a:pt x="107297" y="86361"/>
                  <a:pt x="107297" y="102516"/>
                </a:cubicBezTo>
                <a:cubicBezTo>
                  <a:pt x="107297" y="118669"/>
                  <a:pt x="101704" y="132130"/>
                  <a:pt x="90727" y="142694"/>
                </a:cubicBezTo>
                <a:cubicBezTo>
                  <a:pt x="79540" y="153256"/>
                  <a:pt x="65663" y="158433"/>
                  <a:pt x="48885" y="158433"/>
                </a:cubicBezTo>
                <a:cubicBezTo>
                  <a:pt x="28170" y="158433"/>
                  <a:pt x="11807" y="148907"/>
                  <a:pt x="0" y="129645"/>
                </a:cubicBezTo>
                <a:lnTo>
                  <a:pt x="17815" y="114526"/>
                </a:lnTo>
                <a:cubicBezTo>
                  <a:pt x="22786" y="122810"/>
                  <a:pt x="27757" y="128816"/>
                  <a:pt x="32728" y="132130"/>
                </a:cubicBezTo>
                <a:cubicBezTo>
                  <a:pt x="37699" y="135446"/>
                  <a:pt x="44328" y="137308"/>
                  <a:pt x="52615" y="137308"/>
                </a:cubicBezTo>
                <a:cubicBezTo>
                  <a:pt x="60899" y="137308"/>
                  <a:pt x="68356" y="133994"/>
                  <a:pt x="74779" y="127369"/>
                </a:cubicBezTo>
                <a:cubicBezTo>
                  <a:pt x="80992" y="120739"/>
                  <a:pt x="84305" y="112456"/>
                  <a:pt x="84305" y="102516"/>
                </a:cubicBezTo>
                <a:cubicBezTo>
                  <a:pt x="84305" y="92573"/>
                  <a:pt x="80992" y="84499"/>
                  <a:pt x="74779" y="77870"/>
                </a:cubicBezTo>
                <a:cubicBezTo>
                  <a:pt x="68356" y="71451"/>
                  <a:pt x="60069" y="68345"/>
                  <a:pt x="50128" y="68345"/>
                </a:cubicBezTo>
                <a:cubicBezTo>
                  <a:pt x="40186" y="68345"/>
                  <a:pt x="31279" y="73109"/>
                  <a:pt x="23615" y="82219"/>
                </a:cubicBezTo>
                <a:lnTo>
                  <a:pt x="15951" y="82219"/>
                </a:lnTo>
                <a:lnTo>
                  <a:pt x="40393" y="0"/>
                </a:lnTo>
                <a:lnTo>
                  <a:pt x="105020" y="0"/>
                </a:lnTo>
                <a:lnTo>
                  <a:pt x="105020" y="22160"/>
                </a:lnTo>
                <a:lnTo>
                  <a:pt x="56756" y="22160"/>
                </a:lnTo>
                <a:lnTo>
                  <a:pt x="49092" y="48048"/>
                </a:lnTo>
                <a:cubicBezTo>
                  <a:pt x="51369" y="47841"/>
                  <a:pt x="53440" y="47635"/>
                  <a:pt x="55305" y="4763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ath-89">
            <a:extLst xmlns:a="http://schemas.openxmlformats.org/drawingml/2006/main">
              <a:ext uri="{FF2B5EF4-FFF2-40B4-BE49-F238E27FC236}">
                <a16:creationId xmlns:a16="http://schemas.microsoft.com/office/drawing/2014/main" id="{26815F99-FAF2-4F4B-8467-219188CF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256" y="1446463"/>
            <a:ext cx="6117533" cy="191"/>
          </a:xfrm>
          <a:custGeom xmlns:a="http://schemas.openxmlformats.org/drawingml/2006/main">
            <a:pathLst>
              <a:path w="6117533" h="191">
                <a:moveTo>
                  <a:pt x="0" y="0"/>
                </a:moveTo>
                <a:lnTo>
                  <a:pt x="61175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6214">
            <a:solidFill>
              <a:srgbClr val="B0B0B0">
                <a:alpha val="25000"/>
              </a:srgbClr>
            </a:solidFill>
            <a:prstDash val="solid"/>
          </a:ln>
        </p:spPr>
      </p:sp>
      <p:sp>
        <p:nvSpPr>
          <p:cNvPr id="90" name="path-90">
            <a:extLst xmlns:a="http://schemas.openxmlformats.org/drawingml/2006/main">
              <a:ext uri="{FF2B5EF4-FFF2-40B4-BE49-F238E27FC236}">
                <a16:creationId xmlns:a16="http://schemas.microsoft.com/office/drawing/2014/main" id="{AC72F325-1060-4AC7-820E-0DD7B406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828" y="1446463"/>
            <a:ext cx="41428" cy="191"/>
          </a:xfrm>
          <a:custGeom xmlns:a="http://schemas.openxmlformats.org/drawingml/2006/main">
            <a:pathLst>
              <a:path w="41428" h="191">
                <a:moveTo>
                  <a:pt x="41428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8285">
            <a:solidFill>
              <a:srgbClr val="000000"/>
            </a:solidFill>
            <a:prstDash val="solid"/>
          </a:ln>
        </p:spPr>
      </p:sp>
      <p:sp>
        <p:nvSpPr>
          <p:cNvPr id="91" name="path-91">
            <a:extLst xmlns:a="http://schemas.openxmlformats.org/drawingml/2006/main">
              <a:ext uri="{FF2B5EF4-FFF2-40B4-BE49-F238E27FC236}">
                <a16:creationId xmlns:a16="http://schemas.microsoft.com/office/drawing/2014/main" id="{F6020474-4B1B-488E-BFCE-52A4715D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036" y="1370354"/>
            <a:ext cx="105017" cy="163816"/>
          </a:xfrm>
          <a:custGeom xmlns:a="http://schemas.openxmlformats.org/drawingml/2006/main">
            <a:pathLst>
              <a:path w="105017" h="163816">
                <a:moveTo>
                  <a:pt x="52612" y="142694"/>
                </a:moveTo>
                <a:cubicBezTo>
                  <a:pt x="60692" y="142694"/>
                  <a:pt x="67527" y="139793"/>
                  <a:pt x="73327" y="133994"/>
                </a:cubicBezTo>
                <a:cubicBezTo>
                  <a:pt x="79128" y="128197"/>
                  <a:pt x="82027" y="121361"/>
                  <a:pt x="82027" y="113286"/>
                </a:cubicBezTo>
                <a:cubicBezTo>
                  <a:pt x="82027" y="105209"/>
                  <a:pt x="79128" y="98167"/>
                  <a:pt x="73327" y="92366"/>
                </a:cubicBezTo>
                <a:cubicBezTo>
                  <a:pt x="67527" y="86569"/>
                  <a:pt x="60483" y="83876"/>
                  <a:pt x="52612" y="83876"/>
                </a:cubicBezTo>
                <a:cubicBezTo>
                  <a:pt x="44329" y="83876"/>
                  <a:pt x="37284" y="86776"/>
                  <a:pt x="31484" y="92576"/>
                </a:cubicBezTo>
                <a:cubicBezTo>
                  <a:pt x="25684" y="98373"/>
                  <a:pt x="22993" y="105209"/>
                  <a:pt x="22993" y="113286"/>
                </a:cubicBezTo>
                <a:cubicBezTo>
                  <a:pt x="22993" y="121570"/>
                  <a:pt x="25684" y="128403"/>
                  <a:pt x="31484" y="134203"/>
                </a:cubicBezTo>
                <a:cubicBezTo>
                  <a:pt x="37284" y="139999"/>
                  <a:pt x="44329" y="142694"/>
                  <a:pt x="52612" y="142694"/>
                </a:cubicBezTo>
                <a:moveTo>
                  <a:pt x="58412" y="62752"/>
                </a:moveTo>
                <a:cubicBezTo>
                  <a:pt x="71048" y="62752"/>
                  <a:pt x="82027" y="67724"/>
                  <a:pt x="91141" y="77250"/>
                </a:cubicBezTo>
                <a:cubicBezTo>
                  <a:pt x="100253" y="86982"/>
                  <a:pt x="105017" y="98789"/>
                  <a:pt x="105017" y="112664"/>
                </a:cubicBezTo>
                <a:cubicBezTo>
                  <a:pt x="105017" y="126539"/>
                  <a:pt x="100046" y="138551"/>
                  <a:pt x="89689" y="148700"/>
                </a:cubicBezTo>
                <a:cubicBezTo>
                  <a:pt x="79334" y="159055"/>
                  <a:pt x="67112" y="163816"/>
                  <a:pt x="53027" y="163816"/>
                </a:cubicBezTo>
                <a:cubicBezTo>
                  <a:pt x="38734" y="163816"/>
                  <a:pt x="26306" y="158846"/>
                  <a:pt x="15741" y="148907"/>
                </a:cubicBezTo>
                <a:cubicBezTo>
                  <a:pt x="5178" y="138964"/>
                  <a:pt x="0" y="127574"/>
                  <a:pt x="0" y="114528"/>
                </a:cubicBezTo>
                <a:cubicBezTo>
                  <a:pt x="0" y="101480"/>
                  <a:pt x="4971" y="88019"/>
                  <a:pt x="15329" y="74143"/>
                </a:cubicBezTo>
                <a:lnTo>
                  <a:pt x="70012" y="0"/>
                </a:lnTo>
                <a:lnTo>
                  <a:pt x="87205" y="12842"/>
                </a:lnTo>
                <a:lnTo>
                  <a:pt x="49919" y="63581"/>
                </a:lnTo>
                <a:cubicBezTo>
                  <a:pt x="53855" y="63166"/>
                  <a:pt x="56755" y="62752"/>
                  <a:pt x="58412" y="6275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path-92">
            <a:extLst xmlns:a="http://schemas.openxmlformats.org/drawingml/2006/main">
              <a:ext uri="{FF2B5EF4-FFF2-40B4-BE49-F238E27FC236}">
                <a16:creationId xmlns:a16="http://schemas.microsoft.com/office/drawing/2014/main" id="{A5C995B0-9E07-4093-9312-996A0AAA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5147" y="1373047"/>
            <a:ext cx="110404" cy="161123"/>
          </a:xfrm>
          <a:custGeom xmlns:a="http://schemas.openxmlformats.org/drawingml/2006/main">
            <a:pathLst>
              <a:path w="110404" h="161123">
                <a:moveTo>
                  <a:pt x="78092" y="123019"/>
                </a:moveTo>
                <a:cubicBezTo>
                  <a:pt x="84098" y="111835"/>
                  <a:pt x="87204" y="97751"/>
                  <a:pt x="87204" y="80769"/>
                </a:cubicBezTo>
                <a:cubicBezTo>
                  <a:pt x="87204" y="63786"/>
                  <a:pt x="84098" y="49499"/>
                  <a:pt x="78092" y="38314"/>
                </a:cubicBezTo>
                <a:cubicBezTo>
                  <a:pt x="71875" y="27130"/>
                  <a:pt x="64214" y="21539"/>
                  <a:pt x="55099" y="21539"/>
                </a:cubicBezTo>
                <a:cubicBezTo>
                  <a:pt x="45986" y="21539"/>
                  <a:pt x="38322" y="26923"/>
                  <a:pt x="32315" y="38108"/>
                </a:cubicBezTo>
                <a:cubicBezTo>
                  <a:pt x="26099" y="49289"/>
                  <a:pt x="23200" y="63373"/>
                  <a:pt x="23200" y="80354"/>
                </a:cubicBezTo>
                <a:cubicBezTo>
                  <a:pt x="23200" y="97338"/>
                  <a:pt x="26099" y="111629"/>
                  <a:pt x="32105" y="122809"/>
                </a:cubicBezTo>
                <a:cubicBezTo>
                  <a:pt x="38115" y="134200"/>
                  <a:pt x="45776" y="140001"/>
                  <a:pt x="55305" y="140001"/>
                </a:cubicBezTo>
                <a:cubicBezTo>
                  <a:pt x="64421" y="140001"/>
                  <a:pt x="72085" y="134200"/>
                  <a:pt x="78092" y="123019"/>
                </a:cubicBezTo>
                <a:moveTo>
                  <a:pt x="55305" y="161123"/>
                </a:moveTo>
                <a:cubicBezTo>
                  <a:pt x="40599" y="161123"/>
                  <a:pt x="27757" y="154291"/>
                  <a:pt x="16570" y="140207"/>
                </a:cubicBezTo>
                <a:cubicBezTo>
                  <a:pt x="5386" y="126125"/>
                  <a:pt x="0" y="106451"/>
                  <a:pt x="0" y="80769"/>
                </a:cubicBezTo>
                <a:cubicBezTo>
                  <a:pt x="0" y="55295"/>
                  <a:pt x="5799" y="35207"/>
                  <a:pt x="17399" y="20297"/>
                </a:cubicBezTo>
                <a:cubicBezTo>
                  <a:pt x="27757" y="6836"/>
                  <a:pt x="40393" y="0"/>
                  <a:pt x="55305" y="0"/>
                </a:cubicBezTo>
                <a:cubicBezTo>
                  <a:pt x="70014" y="0"/>
                  <a:pt x="82649" y="6836"/>
                  <a:pt x="93004" y="20297"/>
                </a:cubicBezTo>
                <a:cubicBezTo>
                  <a:pt x="104604" y="35207"/>
                  <a:pt x="110404" y="55295"/>
                  <a:pt x="110404" y="80769"/>
                </a:cubicBezTo>
                <a:cubicBezTo>
                  <a:pt x="110404" y="106451"/>
                  <a:pt x="104604" y="126539"/>
                  <a:pt x="93004" y="141242"/>
                </a:cubicBezTo>
                <a:cubicBezTo>
                  <a:pt x="82649" y="154498"/>
                  <a:pt x="70014" y="161123"/>
                  <a:pt x="55305" y="16112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path-93">
            <a:extLst xmlns:a="http://schemas.openxmlformats.org/drawingml/2006/main">
              <a:ext uri="{FF2B5EF4-FFF2-40B4-BE49-F238E27FC236}">
                <a16:creationId xmlns:a16="http://schemas.microsoft.com/office/drawing/2014/main" id="{ABB7EE73-05E2-4A04-BA62-7A19E199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828" y="938885"/>
            <a:ext cx="41428" cy="191"/>
          </a:xfrm>
          <a:custGeom xmlns:a="http://schemas.openxmlformats.org/drawingml/2006/main">
            <a:pathLst>
              <a:path w="41428" h="191">
                <a:moveTo>
                  <a:pt x="41428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8285">
            <a:solidFill>
              <a:srgbClr val="000000"/>
            </a:solidFill>
            <a:prstDash val="solid"/>
          </a:ln>
        </p:spPr>
      </p:sp>
      <p:sp>
        <p:nvSpPr>
          <p:cNvPr id="94" name="path-94">
            <a:extLst xmlns:a="http://schemas.openxmlformats.org/drawingml/2006/main">
              <a:ext uri="{FF2B5EF4-FFF2-40B4-BE49-F238E27FC236}">
                <a16:creationId xmlns:a16="http://schemas.microsoft.com/office/drawing/2014/main" id="{AC934BEE-F43A-4FF1-A67C-08332AA5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036" y="862778"/>
            <a:ext cx="105017" cy="163816"/>
          </a:xfrm>
          <a:custGeom xmlns:a="http://schemas.openxmlformats.org/drawingml/2006/main">
            <a:pathLst>
              <a:path w="105017" h="163816">
                <a:moveTo>
                  <a:pt x="52612" y="142690"/>
                </a:moveTo>
                <a:cubicBezTo>
                  <a:pt x="60692" y="142690"/>
                  <a:pt x="67527" y="139793"/>
                  <a:pt x="73327" y="133994"/>
                </a:cubicBezTo>
                <a:cubicBezTo>
                  <a:pt x="79128" y="128193"/>
                  <a:pt x="82027" y="121361"/>
                  <a:pt x="82027" y="113284"/>
                </a:cubicBezTo>
                <a:cubicBezTo>
                  <a:pt x="82027" y="105205"/>
                  <a:pt x="79128" y="98163"/>
                  <a:pt x="73327" y="92366"/>
                </a:cubicBezTo>
                <a:cubicBezTo>
                  <a:pt x="67527" y="86567"/>
                  <a:pt x="60483" y="83876"/>
                  <a:pt x="52612" y="83876"/>
                </a:cubicBezTo>
                <a:cubicBezTo>
                  <a:pt x="44329" y="83876"/>
                  <a:pt x="37284" y="86773"/>
                  <a:pt x="31484" y="92573"/>
                </a:cubicBezTo>
                <a:cubicBezTo>
                  <a:pt x="25684" y="98373"/>
                  <a:pt x="22993" y="105205"/>
                  <a:pt x="22993" y="113284"/>
                </a:cubicBezTo>
                <a:cubicBezTo>
                  <a:pt x="22993" y="121567"/>
                  <a:pt x="25684" y="128403"/>
                  <a:pt x="31484" y="134200"/>
                </a:cubicBezTo>
                <a:cubicBezTo>
                  <a:pt x="37284" y="139999"/>
                  <a:pt x="44329" y="142690"/>
                  <a:pt x="52612" y="142690"/>
                </a:cubicBezTo>
                <a:moveTo>
                  <a:pt x="58412" y="62750"/>
                </a:moveTo>
                <a:cubicBezTo>
                  <a:pt x="71048" y="62750"/>
                  <a:pt x="82027" y="67720"/>
                  <a:pt x="91141" y="77247"/>
                </a:cubicBezTo>
                <a:cubicBezTo>
                  <a:pt x="100253" y="86982"/>
                  <a:pt x="105017" y="98786"/>
                  <a:pt x="105017" y="112661"/>
                </a:cubicBezTo>
                <a:cubicBezTo>
                  <a:pt x="105017" y="126539"/>
                  <a:pt x="100046" y="138549"/>
                  <a:pt x="89689" y="148697"/>
                </a:cubicBezTo>
                <a:cubicBezTo>
                  <a:pt x="79334" y="159052"/>
                  <a:pt x="67112" y="163816"/>
                  <a:pt x="53027" y="163816"/>
                </a:cubicBezTo>
                <a:cubicBezTo>
                  <a:pt x="38734" y="163816"/>
                  <a:pt x="26306" y="158846"/>
                  <a:pt x="15741" y="148903"/>
                </a:cubicBezTo>
                <a:cubicBezTo>
                  <a:pt x="5178" y="138964"/>
                  <a:pt x="0" y="127574"/>
                  <a:pt x="0" y="114525"/>
                </a:cubicBezTo>
                <a:cubicBezTo>
                  <a:pt x="0" y="101480"/>
                  <a:pt x="4971" y="88019"/>
                  <a:pt x="15329" y="74141"/>
                </a:cubicBezTo>
                <a:lnTo>
                  <a:pt x="70012" y="0"/>
                </a:lnTo>
                <a:lnTo>
                  <a:pt x="87205" y="12839"/>
                </a:lnTo>
                <a:lnTo>
                  <a:pt x="49919" y="63579"/>
                </a:lnTo>
                <a:cubicBezTo>
                  <a:pt x="53855" y="63166"/>
                  <a:pt x="56755" y="62750"/>
                  <a:pt x="58412" y="6275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ath-95">
            <a:extLst xmlns:a="http://schemas.openxmlformats.org/drawingml/2006/main">
              <a:ext uri="{FF2B5EF4-FFF2-40B4-BE49-F238E27FC236}">
                <a16:creationId xmlns:a16="http://schemas.microsoft.com/office/drawing/2014/main" id="{97706D30-3B6E-4A6A-B7CF-71AFB3BD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0382" y="868162"/>
            <a:ext cx="107297" cy="158432"/>
          </a:xfrm>
          <a:custGeom xmlns:a="http://schemas.openxmlformats.org/drawingml/2006/main">
            <a:pathLst>
              <a:path w="107297" h="158432">
                <a:moveTo>
                  <a:pt x="55305" y="47633"/>
                </a:moveTo>
                <a:cubicBezTo>
                  <a:pt x="70427" y="47633"/>
                  <a:pt x="82856" y="52811"/>
                  <a:pt x="92592" y="62960"/>
                </a:cubicBezTo>
                <a:cubicBezTo>
                  <a:pt x="102327" y="73314"/>
                  <a:pt x="107297" y="86361"/>
                  <a:pt x="107297" y="102516"/>
                </a:cubicBezTo>
                <a:cubicBezTo>
                  <a:pt x="107297" y="118668"/>
                  <a:pt x="101704" y="132128"/>
                  <a:pt x="90727" y="142693"/>
                </a:cubicBezTo>
                <a:cubicBezTo>
                  <a:pt x="79540" y="153256"/>
                  <a:pt x="65663" y="158432"/>
                  <a:pt x="48885" y="158432"/>
                </a:cubicBezTo>
                <a:cubicBezTo>
                  <a:pt x="28170" y="158432"/>
                  <a:pt x="11807" y="148903"/>
                  <a:pt x="0" y="129645"/>
                </a:cubicBezTo>
                <a:lnTo>
                  <a:pt x="17815" y="114525"/>
                </a:lnTo>
                <a:cubicBezTo>
                  <a:pt x="22786" y="122809"/>
                  <a:pt x="27757" y="128816"/>
                  <a:pt x="32728" y="132128"/>
                </a:cubicBezTo>
                <a:cubicBezTo>
                  <a:pt x="37699" y="135445"/>
                  <a:pt x="44328" y="137306"/>
                  <a:pt x="52615" y="137306"/>
                </a:cubicBezTo>
                <a:cubicBezTo>
                  <a:pt x="60899" y="137306"/>
                  <a:pt x="68356" y="133994"/>
                  <a:pt x="74779" y="127368"/>
                </a:cubicBezTo>
                <a:cubicBezTo>
                  <a:pt x="80992" y="120739"/>
                  <a:pt x="84305" y="112455"/>
                  <a:pt x="84305" y="102516"/>
                </a:cubicBezTo>
                <a:cubicBezTo>
                  <a:pt x="84305" y="92573"/>
                  <a:pt x="80992" y="84495"/>
                  <a:pt x="74779" y="77869"/>
                </a:cubicBezTo>
                <a:cubicBezTo>
                  <a:pt x="68356" y="71450"/>
                  <a:pt x="60069" y="68343"/>
                  <a:pt x="50128" y="68343"/>
                </a:cubicBezTo>
                <a:cubicBezTo>
                  <a:pt x="40186" y="68343"/>
                  <a:pt x="31279" y="73104"/>
                  <a:pt x="23615" y="82218"/>
                </a:cubicBezTo>
                <a:lnTo>
                  <a:pt x="15951" y="82218"/>
                </a:lnTo>
                <a:lnTo>
                  <a:pt x="40393" y="0"/>
                </a:lnTo>
                <a:lnTo>
                  <a:pt x="105020" y="0"/>
                </a:lnTo>
                <a:lnTo>
                  <a:pt x="105020" y="22159"/>
                </a:lnTo>
                <a:lnTo>
                  <a:pt x="56756" y="22159"/>
                </a:lnTo>
                <a:lnTo>
                  <a:pt x="49092" y="48047"/>
                </a:lnTo>
                <a:cubicBezTo>
                  <a:pt x="51369" y="47839"/>
                  <a:pt x="53440" y="47633"/>
                  <a:pt x="55305" y="4763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path-96">
            <a:extLst xmlns:a="http://schemas.openxmlformats.org/drawingml/2006/main">
              <a:ext uri="{FF2B5EF4-FFF2-40B4-BE49-F238E27FC236}">
                <a16:creationId xmlns:a16="http://schemas.microsoft.com/office/drawing/2014/main" id="{5DD4D6DF-4F1E-469E-8C63-3DF8E6D0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256" y="938885"/>
            <a:ext cx="191" cy="2537888"/>
          </a:xfrm>
          <a:custGeom xmlns:a="http://schemas.openxmlformats.org/drawingml/2006/main">
            <a:pathLst>
              <a:path w="191" h="2537888">
                <a:moveTo>
                  <a:pt x="0" y="253788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85">
            <a:solidFill>
              <a:srgbClr val="000000"/>
            </a:solidFill>
            <a:prstDash val="solid"/>
          </a:ln>
        </p:spPr>
      </p:sp>
      <p:sp>
        <p:nvSpPr>
          <p:cNvPr id="97" name="path-97">
            <a:extLst xmlns:a="http://schemas.openxmlformats.org/drawingml/2006/main">
              <a:ext uri="{FF2B5EF4-FFF2-40B4-BE49-F238E27FC236}">
                <a16:creationId xmlns:a16="http://schemas.microsoft.com/office/drawing/2014/main" id="{BBFD3750-57B9-44EE-A0F4-50B2B162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256" y="3476773"/>
            <a:ext cx="6117536" cy="191"/>
          </a:xfrm>
          <a:custGeom xmlns:a="http://schemas.openxmlformats.org/drawingml/2006/main">
            <a:pathLst>
              <a:path w="6117536" h="191">
                <a:moveTo>
                  <a:pt x="0" y="0"/>
                </a:moveTo>
                <a:lnTo>
                  <a:pt x="61175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85">
            <a:solidFill>
              <a:srgbClr val="000000"/>
            </a:solidFill>
            <a:prstDash val="solid"/>
          </a:ln>
        </p:spPr>
      </p:sp>
      <p:sp>
        <p:nvSpPr>
          <p:cNvPr id="98" name="path-98">
            <a:extLst xmlns:a="http://schemas.openxmlformats.org/drawingml/2006/main">
              <a:ext uri="{FF2B5EF4-FFF2-40B4-BE49-F238E27FC236}">
                <a16:creationId xmlns:a16="http://schemas.microsoft.com/office/drawing/2014/main" id="{0D7C048C-8AA2-490A-B5F3-F79F3DDC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998" y="1792631"/>
            <a:ext cx="734104" cy="1684144"/>
          </a:xfrm>
          <a:custGeom xmlns:a="http://schemas.openxmlformats.org/drawingml/2006/main">
            <a:pathLst>
              <a:path w="734104" h="1684144">
                <a:moveTo>
                  <a:pt x="734104" y="0"/>
                </a:moveTo>
                <a:lnTo>
                  <a:pt x="0" y="0"/>
                </a:lnTo>
                <a:lnTo>
                  <a:pt x="0" y="1684144"/>
                </a:lnTo>
                <a:lnTo>
                  <a:pt x="734104" y="1684144"/>
                </a:lnTo>
                <a:lnTo>
                  <a:pt x="734104" y="0"/>
                </a:lnTo>
                <a:close/>
              </a:path>
            </a:pathLst>
          </a:custGeom>
          <a:solidFill xmlns:a="http://schemas.openxmlformats.org/drawingml/2006/main">
            <a:srgbClr val="E09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path-99">
            <a:extLst xmlns:a="http://schemas.openxmlformats.org/drawingml/2006/main">
              <a:ext uri="{FF2B5EF4-FFF2-40B4-BE49-F238E27FC236}">
                <a16:creationId xmlns:a16="http://schemas.microsoft.com/office/drawing/2014/main" id="{6B31813B-BA19-4BA3-AA63-A078311B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998" y="1792631"/>
            <a:ext cx="734104" cy="1684144"/>
          </a:xfrm>
          <a:custGeom xmlns:a="http://schemas.openxmlformats.org/drawingml/2006/main">
            <a:pathLst>
              <a:path w="734104" h="1684144">
                <a:moveTo>
                  <a:pt x="0" y="0"/>
                </a:moveTo>
                <a:lnTo>
                  <a:pt x="734104" y="0"/>
                </a:lnTo>
                <a:lnTo>
                  <a:pt x="734104" y="1684144"/>
                </a:lnTo>
              </a:path>
            </a:pathLst>
          </a:custGeom>
          <a:noFill xmlns:a="http://schemas.openxmlformats.org/drawingml/2006/main"/>
          <a:ln xmlns:a="http://schemas.openxmlformats.org/drawingml/2006/main" w="8285">
            <a:solidFill>
              <a:srgbClr val="FFFFFF"/>
            </a:solidFill>
            <a:prstDash val="solid"/>
          </a:ln>
        </p:spPr>
      </p:sp>
      <p:sp>
        <p:nvSpPr>
          <p:cNvPr id="100" name="path-100">
            <a:extLst xmlns:a="http://schemas.openxmlformats.org/drawingml/2006/main">
              <a:ext uri="{FF2B5EF4-FFF2-40B4-BE49-F238E27FC236}">
                <a16:creationId xmlns:a16="http://schemas.microsoft.com/office/drawing/2014/main" id="{6F0AEAB8-C991-4B13-8859-D553CBB3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998" y="1792631"/>
            <a:ext cx="191" cy="1684144"/>
          </a:xfrm>
          <a:custGeom xmlns:a="http://schemas.openxmlformats.org/drawingml/2006/main">
            <a:pathLst>
              <a:path w="191" h="1684144">
                <a:moveTo>
                  <a:pt x="0" y="168414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85">
            <a:solidFill>
              <a:srgbClr val="FFFFFF"/>
            </a:solidFill>
            <a:prstDash val="solid"/>
          </a:ln>
        </p:spPr>
      </p:sp>
      <p:sp>
        <p:nvSpPr>
          <p:cNvPr id="101" name="path-101">
            <a:extLst xmlns:a="http://schemas.openxmlformats.org/drawingml/2006/main">
              <a:ext uri="{FF2B5EF4-FFF2-40B4-BE49-F238E27FC236}">
                <a16:creationId xmlns:a16="http://schemas.microsoft.com/office/drawing/2014/main" id="{8D2E0996-E362-49D7-829F-25A19647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588" y="1624550"/>
            <a:ext cx="734104" cy="1852225"/>
          </a:xfrm>
          <a:custGeom xmlns:a="http://schemas.openxmlformats.org/drawingml/2006/main">
            <a:pathLst>
              <a:path w="734104" h="1852225">
                <a:moveTo>
                  <a:pt x="734104" y="0"/>
                </a:moveTo>
                <a:lnTo>
                  <a:pt x="0" y="0"/>
                </a:lnTo>
                <a:lnTo>
                  <a:pt x="0" y="1852225"/>
                </a:lnTo>
                <a:lnTo>
                  <a:pt x="734104" y="1852225"/>
                </a:lnTo>
                <a:lnTo>
                  <a:pt x="734104" y="0"/>
                </a:lnTo>
                <a:close/>
              </a:path>
            </a:pathLst>
          </a:custGeom>
          <a:solidFill xmlns:a="http://schemas.openxmlformats.org/drawingml/2006/main">
            <a:srgbClr val="9E9E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path-102">
            <a:extLst xmlns:a="http://schemas.openxmlformats.org/drawingml/2006/main">
              <a:ext uri="{FF2B5EF4-FFF2-40B4-BE49-F238E27FC236}">
                <a16:creationId xmlns:a16="http://schemas.microsoft.com/office/drawing/2014/main" id="{726AB98E-E4BE-42DB-8E8B-79D351AA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588" y="1624550"/>
            <a:ext cx="734104" cy="1852225"/>
          </a:xfrm>
          <a:custGeom xmlns:a="http://schemas.openxmlformats.org/drawingml/2006/main">
            <a:pathLst>
              <a:path w="734104" h="1852225">
                <a:moveTo>
                  <a:pt x="0" y="0"/>
                </a:moveTo>
                <a:lnTo>
                  <a:pt x="734104" y="0"/>
                </a:lnTo>
                <a:lnTo>
                  <a:pt x="734104" y="1852225"/>
                </a:lnTo>
              </a:path>
            </a:pathLst>
          </a:custGeom>
          <a:noFill xmlns:a="http://schemas.openxmlformats.org/drawingml/2006/main"/>
          <a:ln xmlns:a="http://schemas.openxmlformats.org/drawingml/2006/main" w="8285">
            <a:solidFill>
              <a:srgbClr val="FFFFFF"/>
            </a:solidFill>
            <a:prstDash val="solid"/>
          </a:ln>
        </p:spPr>
      </p:sp>
      <p:sp>
        <p:nvSpPr>
          <p:cNvPr id="103" name="path-103">
            <a:extLst xmlns:a="http://schemas.openxmlformats.org/drawingml/2006/main">
              <a:ext uri="{FF2B5EF4-FFF2-40B4-BE49-F238E27FC236}">
                <a16:creationId xmlns:a16="http://schemas.microsoft.com/office/drawing/2014/main" id="{C3CBC65E-4B62-4866-9BB0-06DA07BC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588" y="1624550"/>
            <a:ext cx="191" cy="1852225"/>
          </a:xfrm>
          <a:custGeom xmlns:a="http://schemas.openxmlformats.org/drawingml/2006/main">
            <a:pathLst>
              <a:path w="191" h="1852225">
                <a:moveTo>
                  <a:pt x="0" y="18522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85">
            <a:solidFill>
              <a:srgbClr val="FFFFFF"/>
            </a:solidFill>
            <a:prstDash val="solid"/>
          </a:ln>
        </p:spPr>
      </p:sp>
      <p:sp>
        <p:nvSpPr>
          <p:cNvPr id="104" name="path-104">
            <a:extLst xmlns:a="http://schemas.openxmlformats.org/drawingml/2006/main">
              <a:ext uri="{FF2B5EF4-FFF2-40B4-BE49-F238E27FC236}">
                <a16:creationId xmlns:a16="http://schemas.microsoft.com/office/drawing/2014/main" id="{11E783EB-4BAB-4A30-A216-90001AEB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178" y="1997983"/>
            <a:ext cx="734103" cy="1478792"/>
          </a:xfrm>
          <a:custGeom xmlns:a="http://schemas.openxmlformats.org/drawingml/2006/main">
            <a:pathLst>
              <a:path w="734103" h="1478792">
                <a:moveTo>
                  <a:pt x="734103" y="0"/>
                </a:moveTo>
                <a:lnTo>
                  <a:pt x="0" y="0"/>
                </a:lnTo>
                <a:lnTo>
                  <a:pt x="0" y="1478792"/>
                </a:lnTo>
                <a:lnTo>
                  <a:pt x="734103" y="1478792"/>
                </a:lnTo>
                <a:lnTo>
                  <a:pt x="734103" y="0"/>
                </a:lnTo>
                <a:close/>
              </a:path>
            </a:pathLst>
          </a:custGeom>
          <a:solidFill xmlns:a="http://schemas.openxmlformats.org/drawingml/2006/main">
            <a:srgbClr val="6CAB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path-105">
            <a:extLst xmlns:a="http://schemas.openxmlformats.org/drawingml/2006/main">
              <a:ext uri="{FF2B5EF4-FFF2-40B4-BE49-F238E27FC236}">
                <a16:creationId xmlns:a16="http://schemas.microsoft.com/office/drawing/2014/main" id="{B3C43387-6F76-49C4-A726-EE935835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178" y="1997983"/>
            <a:ext cx="734103" cy="1478792"/>
          </a:xfrm>
          <a:custGeom xmlns:a="http://schemas.openxmlformats.org/drawingml/2006/main">
            <a:pathLst>
              <a:path w="734103" h="1478792">
                <a:moveTo>
                  <a:pt x="0" y="0"/>
                </a:moveTo>
                <a:lnTo>
                  <a:pt x="734103" y="0"/>
                </a:lnTo>
                <a:lnTo>
                  <a:pt x="734103" y="1478792"/>
                </a:lnTo>
              </a:path>
            </a:pathLst>
          </a:custGeom>
          <a:noFill xmlns:a="http://schemas.openxmlformats.org/drawingml/2006/main"/>
          <a:ln xmlns:a="http://schemas.openxmlformats.org/drawingml/2006/main" w="8285">
            <a:solidFill>
              <a:srgbClr val="FFFFFF"/>
            </a:solidFill>
            <a:prstDash val="solid"/>
          </a:ln>
        </p:spPr>
      </p:sp>
      <p:sp>
        <p:nvSpPr>
          <p:cNvPr id="106" name="path-106">
            <a:extLst xmlns:a="http://schemas.openxmlformats.org/drawingml/2006/main">
              <a:ext uri="{FF2B5EF4-FFF2-40B4-BE49-F238E27FC236}">
                <a16:creationId xmlns:a16="http://schemas.microsoft.com/office/drawing/2014/main" id="{4DA29DAD-FACB-4794-88FE-60AC38EC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178" y="1997983"/>
            <a:ext cx="191" cy="1478792"/>
          </a:xfrm>
          <a:custGeom xmlns:a="http://schemas.openxmlformats.org/drawingml/2006/main">
            <a:pathLst>
              <a:path w="191" h="1478792">
                <a:moveTo>
                  <a:pt x="0" y="147879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85">
            <a:solidFill>
              <a:srgbClr val="FFFFFF"/>
            </a:solidFill>
            <a:prstDash val="solid"/>
          </a:ln>
        </p:spPr>
      </p:sp>
      <p:sp>
        <p:nvSpPr>
          <p:cNvPr id="107" name="path-107">
            <a:extLst xmlns:a="http://schemas.openxmlformats.org/drawingml/2006/main">
              <a:ext uri="{FF2B5EF4-FFF2-40B4-BE49-F238E27FC236}">
                <a16:creationId xmlns:a16="http://schemas.microsoft.com/office/drawing/2014/main" id="{5B0A90E1-5AE2-48C5-BD36-1470E6EA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9766" y="2160408"/>
            <a:ext cx="734104" cy="1316367"/>
          </a:xfrm>
          <a:custGeom xmlns:a="http://schemas.openxmlformats.org/drawingml/2006/main">
            <a:pathLst>
              <a:path w="734104" h="1316367">
                <a:moveTo>
                  <a:pt x="734104" y="0"/>
                </a:moveTo>
                <a:lnTo>
                  <a:pt x="0" y="0"/>
                </a:lnTo>
                <a:lnTo>
                  <a:pt x="0" y="1316367"/>
                </a:lnTo>
                <a:lnTo>
                  <a:pt x="734104" y="1316367"/>
                </a:lnTo>
                <a:lnTo>
                  <a:pt x="734104" y="0"/>
                </a:lnTo>
                <a:close/>
              </a:path>
            </a:pathLst>
          </a:custGeom>
          <a:solidFill xmlns:a="http://schemas.openxmlformats.org/drawingml/2006/main">
            <a:srgbClr val="7EAA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path-108">
            <a:extLst xmlns:a="http://schemas.openxmlformats.org/drawingml/2006/main">
              <a:ext uri="{FF2B5EF4-FFF2-40B4-BE49-F238E27FC236}">
                <a16:creationId xmlns:a16="http://schemas.microsoft.com/office/drawing/2014/main" id="{CAD185D5-FDB6-426E-AD5A-887E9EEE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9766" y="2160408"/>
            <a:ext cx="734104" cy="1316367"/>
          </a:xfrm>
          <a:custGeom xmlns:a="http://schemas.openxmlformats.org/drawingml/2006/main">
            <a:pathLst>
              <a:path w="734104" h="1316367">
                <a:moveTo>
                  <a:pt x="0" y="0"/>
                </a:moveTo>
                <a:lnTo>
                  <a:pt x="734104" y="0"/>
                </a:lnTo>
                <a:lnTo>
                  <a:pt x="734104" y="1316367"/>
                </a:lnTo>
              </a:path>
            </a:pathLst>
          </a:custGeom>
          <a:noFill xmlns:a="http://schemas.openxmlformats.org/drawingml/2006/main"/>
          <a:ln xmlns:a="http://schemas.openxmlformats.org/drawingml/2006/main" w="8285">
            <a:solidFill>
              <a:srgbClr val="FFFFFF"/>
            </a:solidFill>
            <a:prstDash val="solid"/>
          </a:ln>
        </p:spPr>
      </p:sp>
      <p:sp>
        <p:nvSpPr>
          <p:cNvPr id="109" name="path-109">
            <a:extLst xmlns:a="http://schemas.openxmlformats.org/drawingml/2006/main">
              <a:ext uri="{FF2B5EF4-FFF2-40B4-BE49-F238E27FC236}">
                <a16:creationId xmlns:a16="http://schemas.microsoft.com/office/drawing/2014/main" id="{DC5E4473-75CC-4EEA-A311-A88BA50C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9766" y="2160408"/>
            <a:ext cx="191" cy="1316367"/>
          </a:xfrm>
          <a:custGeom xmlns:a="http://schemas.openxmlformats.org/drawingml/2006/main">
            <a:pathLst>
              <a:path w="191" h="1316367">
                <a:moveTo>
                  <a:pt x="0" y="13163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85">
            <a:solidFill>
              <a:srgbClr val="FFFFFF"/>
            </a:solidFill>
            <a:prstDash val="solid"/>
          </a:ln>
        </p:spPr>
      </p:sp>
      <p:sp>
        <p:nvSpPr>
          <p:cNvPr id="110" name="path-110">
            <a:extLst xmlns:a="http://schemas.openxmlformats.org/drawingml/2006/main">
              <a:ext uri="{FF2B5EF4-FFF2-40B4-BE49-F238E27FC236}">
                <a16:creationId xmlns:a16="http://schemas.microsoft.com/office/drawing/2014/main" id="{CE82D07B-69C0-474F-B96F-B632F9D6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355" y="2379826"/>
            <a:ext cx="734104" cy="1096949"/>
          </a:xfrm>
          <a:custGeom xmlns:a="http://schemas.openxmlformats.org/drawingml/2006/main">
            <a:pathLst>
              <a:path w="734104" h="1096949">
                <a:moveTo>
                  <a:pt x="734104" y="0"/>
                </a:moveTo>
                <a:lnTo>
                  <a:pt x="0" y="0"/>
                </a:lnTo>
                <a:lnTo>
                  <a:pt x="0" y="1096949"/>
                </a:lnTo>
                <a:lnTo>
                  <a:pt x="734104" y="1096949"/>
                </a:lnTo>
                <a:lnTo>
                  <a:pt x="734104" y="0"/>
                </a:lnTo>
                <a:close/>
              </a:path>
            </a:pathLst>
          </a:custGeom>
          <a:solidFill xmlns:a="http://schemas.openxmlformats.org/drawingml/2006/main">
            <a:srgbClr val="C4B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path-111">
            <a:extLst xmlns:a="http://schemas.openxmlformats.org/drawingml/2006/main">
              <a:ext uri="{FF2B5EF4-FFF2-40B4-BE49-F238E27FC236}">
                <a16:creationId xmlns:a16="http://schemas.microsoft.com/office/drawing/2014/main" id="{646F9052-FCDF-4647-BA86-6C4A7883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355" y="2379826"/>
            <a:ext cx="734104" cy="1096949"/>
          </a:xfrm>
          <a:custGeom xmlns:a="http://schemas.openxmlformats.org/drawingml/2006/main">
            <a:pathLst>
              <a:path w="734104" h="1096949">
                <a:moveTo>
                  <a:pt x="0" y="0"/>
                </a:moveTo>
                <a:lnTo>
                  <a:pt x="734104" y="0"/>
                </a:lnTo>
                <a:lnTo>
                  <a:pt x="734104" y="1096949"/>
                </a:lnTo>
              </a:path>
            </a:pathLst>
          </a:custGeom>
          <a:noFill xmlns:a="http://schemas.openxmlformats.org/drawingml/2006/main"/>
          <a:ln xmlns:a="http://schemas.openxmlformats.org/drawingml/2006/main" w="8285">
            <a:solidFill>
              <a:srgbClr val="FFFFFF"/>
            </a:solidFill>
            <a:prstDash val="solid"/>
          </a:ln>
        </p:spPr>
      </p:sp>
      <p:sp>
        <p:nvSpPr>
          <p:cNvPr id="112" name="path-112">
            <a:extLst xmlns:a="http://schemas.openxmlformats.org/drawingml/2006/main">
              <a:ext uri="{FF2B5EF4-FFF2-40B4-BE49-F238E27FC236}">
                <a16:creationId xmlns:a16="http://schemas.microsoft.com/office/drawing/2014/main" id="{4F57538A-3ED7-43CF-A465-A9081521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355" y="2379826"/>
            <a:ext cx="191" cy="1096949"/>
          </a:xfrm>
          <a:custGeom xmlns:a="http://schemas.openxmlformats.org/drawingml/2006/main">
            <a:pathLst>
              <a:path w="191" h="1096949">
                <a:moveTo>
                  <a:pt x="0" y="109694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85">
            <a:solidFill>
              <a:srgbClr val="FFFFFF"/>
            </a:solidFill>
            <a:prstDash val="solid"/>
          </a:ln>
        </p:spPr>
      </p:sp>
      <p:sp>
        <p:nvSpPr>
          <p:cNvPr id="113" name="path-113">
            <a:extLst xmlns:a="http://schemas.openxmlformats.org/drawingml/2006/main">
              <a:ext uri="{FF2B5EF4-FFF2-40B4-BE49-F238E27FC236}">
                <a16:creationId xmlns:a16="http://schemas.microsoft.com/office/drawing/2014/main" id="{8937678F-A31F-4642-99D7-F85A2747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8946" y="1571909"/>
            <a:ext cx="734104" cy="1904867"/>
          </a:xfrm>
          <a:custGeom xmlns:a="http://schemas.openxmlformats.org/drawingml/2006/main">
            <a:pathLst>
              <a:path w="734104" h="1904867">
                <a:moveTo>
                  <a:pt x="734104" y="0"/>
                </a:moveTo>
                <a:lnTo>
                  <a:pt x="0" y="0"/>
                </a:lnTo>
                <a:lnTo>
                  <a:pt x="0" y="1904867"/>
                </a:lnTo>
                <a:lnTo>
                  <a:pt x="734104" y="1904867"/>
                </a:lnTo>
                <a:lnTo>
                  <a:pt x="734104" y="0"/>
                </a:lnTo>
                <a:close/>
              </a:path>
            </a:pathLst>
          </a:custGeom>
          <a:solidFill xmlns:a="http://schemas.openxmlformats.org/drawingml/2006/main">
            <a:srgbClr val="7B52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path-114">
            <a:extLst xmlns:a="http://schemas.openxmlformats.org/drawingml/2006/main">
              <a:ext uri="{FF2B5EF4-FFF2-40B4-BE49-F238E27FC236}">
                <a16:creationId xmlns:a16="http://schemas.microsoft.com/office/drawing/2014/main" id="{7E0E2D56-CAC2-4F98-B875-9ECB1FEE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8946" y="1571909"/>
            <a:ext cx="734104" cy="1904867"/>
          </a:xfrm>
          <a:custGeom xmlns:a="http://schemas.openxmlformats.org/drawingml/2006/main">
            <a:pathLst>
              <a:path w="734104" h="1904867">
                <a:moveTo>
                  <a:pt x="0" y="0"/>
                </a:moveTo>
                <a:lnTo>
                  <a:pt x="734104" y="0"/>
                </a:lnTo>
                <a:lnTo>
                  <a:pt x="734104" y="1904867"/>
                </a:lnTo>
              </a:path>
            </a:pathLst>
          </a:custGeom>
          <a:noFill xmlns:a="http://schemas.openxmlformats.org/drawingml/2006/main"/>
          <a:ln xmlns:a="http://schemas.openxmlformats.org/drawingml/2006/main" w="8285">
            <a:solidFill>
              <a:srgbClr val="FFFFFF"/>
            </a:solidFill>
            <a:prstDash val="solid"/>
          </a:ln>
        </p:spPr>
      </p:sp>
      <p:sp>
        <p:nvSpPr>
          <p:cNvPr id="115" name="path-115">
            <a:extLst xmlns:a="http://schemas.openxmlformats.org/drawingml/2006/main">
              <a:ext uri="{FF2B5EF4-FFF2-40B4-BE49-F238E27FC236}">
                <a16:creationId xmlns:a16="http://schemas.microsoft.com/office/drawing/2014/main" id="{AD1318B8-B172-438D-87E3-4875C7FC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8946" y="1571909"/>
            <a:ext cx="191" cy="1904867"/>
          </a:xfrm>
          <a:custGeom xmlns:a="http://schemas.openxmlformats.org/drawingml/2006/main">
            <a:pathLst>
              <a:path w="191" h="1904867">
                <a:moveTo>
                  <a:pt x="0" y="19048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85">
            <a:solidFill>
              <a:srgbClr val="FFFFFF"/>
            </a:solidFill>
            <a:prstDash val="solid"/>
          </a:ln>
        </p:spPr>
      </p:sp>
      <p:sp>
        <p:nvSpPr>
          <p:cNvPr id="116" name="path-116">
            <a:extLst xmlns:a="http://schemas.openxmlformats.org/drawingml/2006/main">
              <a:ext uri="{FF2B5EF4-FFF2-40B4-BE49-F238E27FC236}">
                <a16:creationId xmlns:a16="http://schemas.microsoft.com/office/drawing/2014/main" id="{479937BC-300B-40C2-8513-AAD1DD31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349" y="1581721"/>
            <a:ext cx="80472" cy="118825"/>
          </a:xfrm>
          <a:custGeom xmlns:a="http://schemas.openxmlformats.org/drawingml/2006/main">
            <a:pathLst>
              <a:path w="80472" h="118825">
                <a:moveTo>
                  <a:pt x="41479" y="35724"/>
                </a:moveTo>
                <a:cubicBezTo>
                  <a:pt x="52821" y="35724"/>
                  <a:pt x="62140" y="39608"/>
                  <a:pt x="69443" y="47221"/>
                </a:cubicBezTo>
                <a:cubicBezTo>
                  <a:pt x="76743" y="54986"/>
                  <a:pt x="80472" y="64770"/>
                  <a:pt x="80472" y="76886"/>
                </a:cubicBezTo>
                <a:cubicBezTo>
                  <a:pt x="80472" y="89002"/>
                  <a:pt x="76278" y="99099"/>
                  <a:pt x="68043" y="107020"/>
                </a:cubicBezTo>
                <a:cubicBezTo>
                  <a:pt x="59656" y="114942"/>
                  <a:pt x="49247" y="118825"/>
                  <a:pt x="36663" y="118825"/>
                </a:cubicBezTo>
                <a:cubicBezTo>
                  <a:pt x="21128" y="118825"/>
                  <a:pt x="8854" y="111680"/>
                  <a:pt x="0" y="97235"/>
                </a:cubicBezTo>
                <a:lnTo>
                  <a:pt x="13360" y="85895"/>
                </a:lnTo>
                <a:cubicBezTo>
                  <a:pt x="17090" y="92108"/>
                  <a:pt x="20816" y="96612"/>
                  <a:pt x="24544" y="99099"/>
                </a:cubicBezTo>
                <a:cubicBezTo>
                  <a:pt x="28272" y="101584"/>
                  <a:pt x="33244" y="102980"/>
                  <a:pt x="39460" y="102980"/>
                </a:cubicBezTo>
                <a:cubicBezTo>
                  <a:pt x="45673" y="102980"/>
                  <a:pt x="51266" y="100495"/>
                  <a:pt x="56081" y="95525"/>
                </a:cubicBezTo>
                <a:cubicBezTo>
                  <a:pt x="60743" y="90554"/>
                  <a:pt x="63227" y="84341"/>
                  <a:pt x="63227" y="76886"/>
                </a:cubicBezTo>
                <a:cubicBezTo>
                  <a:pt x="63227" y="69431"/>
                  <a:pt x="60743" y="63373"/>
                  <a:pt x="56081" y="58401"/>
                </a:cubicBezTo>
                <a:cubicBezTo>
                  <a:pt x="51266" y="53588"/>
                  <a:pt x="45053" y="51256"/>
                  <a:pt x="37595" y="51256"/>
                </a:cubicBezTo>
                <a:cubicBezTo>
                  <a:pt x="30137" y="51256"/>
                  <a:pt x="23457" y="54830"/>
                  <a:pt x="17709" y="61664"/>
                </a:cubicBezTo>
                <a:lnTo>
                  <a:pt x="11960" y="61664"/>
                </a:lnTo>
                <a:lnTo>
                  <a:pt x="30293" y="0"/>
                </a:lnTo>
                <a:lnTo>
                  <a:pt x="78762" y="0"/>
                </a:lnTo>
                <a:lnTo>
                  <a:pt x="78762" y="16621"/>
                </a:lnTo>
                <a:lnTo>
                  <a:pt x="42567" y="16621"/>
                </a:lnTo>
                <a:lnTo>
                  <a:pt x="36817" y="36036"/>
                </a:lnTo>
                <a:cubicBezTo>
                  <a:pt x="38527" y="35881"/>
                  <a:pt x="40080" y="35724"/>
                  <a:pt x="41479" y="3572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path-117">
            <a:extLst xmlns:a="http://schemas.openxmlformats.org/drawingml/2006/main">
              <a:ext uri="{FF2B5EF4-FFF2-40B4-BE49-F238E27FC236}">
                <a16:creationId xmlns:a16="http://schemas.microsoft.com/office/drawing/2014/main" id="{F99F2D73-73FE-4369-89C7-F2A8C27F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795" y="1577683"/>
            <a:ext cx="78763" cy="122864"/>
          </a:xfrm>
          <a:custGeom xmlns:a="http://schemas.openxmlformats.org/drawingml/2006/main">
            <a:pathLst>
              <a:path w="78763" h="122864">
                <a:moveTo>
                  <a:pt x="39460" y="107019"/>
                </a:moveTo>
                <a:cubicBezTo>
                  <a:pt x="45518" y="107019"/>
                  <a:pt x="50644" y="104845"/>
                  <a:pt x="54995" y="100495"/>
                </a:cubicBezTo>
                <a:cubicBezTo>
                  <a:pt x="59344" y="96147"/>
                  <a:pt x="61518" y="91022"/>
                  <a:pt x="61518" y="84963"/>
                </a:cubicBezTo>
                <a:cubicBezTo>
                  <a:pt x="61518" y="78905"/>
                  <a:pt x="59344" y="73624"/>
                  <a:pt x="54995" y="69276"/>
                </a:cubicBezTo>
                <a:cubicBezTo>
                  <a:pt x="50644" y="64927"/>
                  <a:pt x="45363" y="62907"/>
                  <a:pt x="39460" y="62907"/>
                </a:cubicBezTo>
                <a:cubicBezTo>
                  <a:pt x="33244" y="62907"/>
                  <a:pt x="27963" y="65082"/>
                  <a:pt x="23613" y="69431"/>
                </a:cubicBezTo>
                <a:cubicBezTo>
                  <a:pt x="19264" y="73779"/>
                  <a:pt x="17244" y="78905"/>
                  <a:pt x="17244" y="84963"/>
                </a:cubicBezTo>
                <a:cubicBezTo>
                  <a:pt x="17244" y="91176"/>
                  <a:pt x="19264" y="96303"/>
                  <a:pt x="23613" y="100650"/>
                </a:cubicBezTo>
                <a:cubicBezTo>
                  <a:pt x="27963" y="104999"/>
                  <a:pt x="33244" y="107019"/>
                  <a:pt x="39460" y="107019"/>
                </a:cubicBezTo>
                <a:moveTo>
                  <a:pt x="43809" y="47062"/>
                </a:moveTo>
                <a:cubicBezTo>
                  <a:pt x="53286" y="47062"/>
                  <a:pt x="61518" y="50792"/>
                  <a:pt x="68356" y="57937"/>
                </a:cubicBezTo>
                <a:cubicBezTo>
                  <a:pt x="75192" y="65237"/>
                  <a:pt x="78763" y="74092"/>
                  <a:pt x="78763" y="84499"/>
                </a:cubicBezTo>
                <a:cubicBezTo>
                  <a:pt x="78763" y="94905"/>
                  <a:pt x="75034" y="103912"/>
                  <a:pt x="67266" y="111525"/>
                </a:cubicBezTo>
                <a:cubicBezTo>
                  <a:pt x="59499" y="119291"/>
                  <a:pt x="50334" y="122864"/>
                  <a:pt x="39770" y="122864"/>
                </a:cubicBezTo>
                <a:cubicBezTo>
                  <a:pt x="29051" y="122864"/>
                  <a:pt x="19728" y="119134"/>
                  <a:pt x="11805" y="111680"/>
                </a:cubicBezTo>
                <a:cubicBezTo>
                  <a:pt x="3883" y="104225"/>
                  <a:pt x="0" y="95680"/>
                  <a:pt x="0" y="85895"/>
                </a:cubicBezTo>
                <a:cubicBezTo>
                  <a:pt x="0" y="76108"/>
                  <a:pt x="3729" y="66014"/>
                  <a:pt x="11496" y="55607"/>
                </a:cubicBezTo>
                <a:lnTo>
                  <a:pt x="52508" y="0"/>
                </a:lnTo>
                <a:lnTo>
                  <a:pt x="65402" y="9630"/>
                </a:lnTo>
                <a:lnTo>
                  <a:pt x="37440" y="47685"/>
                </a:lnTo>
                <a:cubicBezTo>
                  <a:pt x="40393" y="47375"/>
                  <a:pt x="42567" y="47062"/>
                  <a:pt x="43809" y="4706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path-118">
            <a:extLst xmlns:a="http://schemas.openxmlformats.org/drawingml/2006/main">
              <a:ext uri="{FF2B5EF4-FFF2-40B4-BE49-F238E27FC236}">
                <a16:creationId xmlns:a16="http://schemas.microsoft.com/office/drawing/2014/main" id="{B6418394-189B-4422-9B61-425418B7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5464" y="1679888"/>
            <a:ext cx="21128" cy="20968"/>
          </a:xfrm>
          <a:custGeom xmlns:a="http://schemas.openxmlformats.org/drawingml/2006/main">
            <a:pathLst>
              <a:path w="21128" h="20968">
                <a:moveTo>
                  <a:pt x="3106" y="18017"/>
                </a:moveTo>
                <a:cubicBezTo>
                  <a:pt x="932" y="16152"/>
                  <a:pt x="0" y="13668"/>
                  <a:pt x="0" y="10716"/>
                </a:cubicBezTo>
                <a:cubicBezTo>
                  <a:pt x="0" y="7764"/>
                  <a:pt x="932" y="5281"/>
                  <a:pt x="3106" y="3106"/>
                </a:cubicBezTo>
                <a:cubicBezTo>
                  <a:pt x="5126" y="1087"/>
                  <a:pt x="7613" y="0"/>
                  <a:pt x="10564" y="0"/>
                </a:cubicBezTo>
                <a:cubicBezTo>
                  <a:pt x="13360" y="0"/>
                  <a:pt x="15845" y="1087"/>
                  <a:pt x="18022" y="3106"/>
                </a:cubicBezTo>
                <a:cubicBezTo>
                  <a:pt x="20041" y="5281"/>
                  <a:pt x="21128" y="7764"/>
                  <a:pt x="21128" y="10562"/>
                </a:cubicBezTo>
                <a:cubicBezTo>
                  <a:pt x="21128" y="13668"/>
                  <a:pt x="20041" y="16152"/>
                  <a:pt x="18022" y="18017"/>
                </a:cubicBezTo>
                <a:cubicBezTo>
                  <a:pt x="16000" y="19881"/>
                  <a:pt x="13515" y="20968"/>
                  <a:pt x="10564" y="20968"/>
                </a:cubicBezTo>
                <a:cubicBezTo>
                  <a:pt x="7613" y="20968"/>
                  <a:pt x="5126" y="19881"/>
                  <a:pt x="3106" y="1801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path-119">
            <a:extLst xmlns:a="http://schemas.openxmlformats.org/drawingml/2006/main">
              <a:ext uri="{FF2B5EF4-FFF2-40B4-BE49-F238E27FC236}">
                <a16:creationId xmlns:a16="http://schemas.microsoft.com/office/drawing/2014/main" id="{99FA607D-8DB1-48B1-ACF9-D5AC30B5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8652" y="1577683"/>
            <a:ext cx="78763" cy="122864"/>
          </a:xfrm>
          <a:custGeom xmlns:a="http://schemas.openxmlformats.org/drawingml/2006/main">
            <a:pathLst>
              <a:path w="78763" h="122864">
                <a:moveTo>
                  <a:pt x="39458" y="107019"/>
                </a:moveTo>
                <a:cubicBezTo>
                  <a:pt x="45518" y="107019"/>
                  <a:pt x="50645" y="104845"/>
                  <a:pt x="54993" y="100495"/>
                </a:cubicBezTo>
                <a:cubicBezTo>
                  <a:pt x="59344" y="96147"/>
                  <a:pt x="61518" y="91022"/>
                  <a:pt x="61518" y="84963"/>
                </a:cubicBezTo>
                <a:cubicBezTo>
                  <a:pt x="61518" y="78905"/>
                  <a:pt x="59344" y="73624"/>
                  <a:pt x="54993" y="69276"/>
                </a:cubicBezTo>
                <a:cubicBezTo>
                  <a:pt x="50645" y="64927"/>
                  <a:pt x="45364" y="62907"/>
                  <a:pt x="39458" y="62907"/>
                </a:cubicBezTo>
                <a:cubicBezTo>
                  <a:pt x="33245" y="62907"/>
                  <a:pt x="27964" y="65082"/>
                  <a:pt x="23613" y="69431"/>
                </a:cubicBezTo>
                <a:cubicBezTo>
                  <a:pt x="19264" y="73779"/>
                  <a:pt x="17243" y="78905"/>
                  <a:pt x="17243" y="84963"/>
                </a:cubicBezTo>
                <a:cubicBezTo>
                  <a:pt x="17243" y="91176"/>
                  <a:pt x="19264" y="96303"/>
                  <a:pt x="23613" y="100650"/>
                </a:cubicBezTo>
                <a:cubicBezTo>
                  <a:pt x="27964" y="104999"/>
                  <a:pt x="33245" y="107019"/>
                  <a:pt x="39458" y="107019"/>
                </a:cubicBezTo>
                <a:moveTo>
                  <a:pt x="43809" y="47062"/>
                </a:moveTo>
                <a:cubicBezTo>
                  <a:pt x="53286" y="47062"/>
                  <a:pt x="61518" y="50792"/>
                  <a:pt x="68354" y="57937"/>
                </a:cubicBezTo>
                <a:cubicBezTo>
                  <a:pt x="75189" y="65237"/>
                  <a:pt x="78763" y="74092"/>
                  <a:pt x="78763" y="84499"/>
                </a:cubicBezTo>
                <a:cubicBezTo>
                  <a:pt x="78763" y="94905"/>
                  <a:pt x="75034" y="103912"/>
                  <a:pt x="67267" y="111525"/>
                </a:cubicBezTo>
                <a:cubicBezTo>
                  <a:pt x="59499" y="119291"/>
                  <a:pt x="50335" y="122864"/>
                  <a:pt x="39771" y="122864"/>
                </a:cubicBezTo>
                <a:cubicBezTo>
                  <a:pt x="29051" y="122864"/>
                  <a:pt x="19730" y="119134"/>
                  <a:pt x="11807" y="111680"/>
                </a:cubicBezTo>
                <a:cubicBezTo>
                  <a:pt x="3883" y="104225"/>
                  <a:pt x="0" y="95680"/>
                  <a:pt x="0" y="85895"/>
                </a:cubicBezTo>
                <a:cubicBezTo>
                  <a:pt x="0" y="76108"/>
                  <a:pt x="3727" y="66014"/>
                  <a:pt x="11494" y="55607"/>
                </a:cubicBezTo>
                <a:lnTo>
                  <a:pt x="52509" y="0"/>
                </a:lnTo>
                <a:lnTo>
                  <a:pt x="65403" y="9630"/>
                </a:lnTo>
                <a:lnTo>
                  <a:pt x="37439" y="47685"/>
                </a:lnTo>
                <a:cubicBezTo>
                  <a:pt x="40390" y="47375"/>
                  <a:pt x="42567" y="47062"/>
                  <a:pt x="43809" y="4706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path-120">
            <a:extLst xmlns:a="http://schemas.openxmlformats.org/drawingml/2006/main">
              <a:ext uri="{FF2B5EF4-FFF2-40B4-BE49-F238E27FC236}">
                <a16:creationId xmlns:a16="http://schemas.microsoft.com/office/drawing/2014/main" id="{D3444846-3CB7-42F6-9A9A-50658B9C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937" y="1413641"/>
            <a:ext cx="80472" cy="118823"/>
          </a:xfrm>
          <a:custGeom xmlns:a="http://schemas.openxmlformats.org/drawingml/2006/main">
            <a:pathLst>
              <a:path w="80472" h="118823">
                <a:moveTo>
                  <a:pt x="41481" y="35724"/>
                </a:moveTo>
                <a:cubicBezTo>
                  <a:pt x="52821" y="35724"/>
                  <a:pt x="62141" y="39608"/>
                  <a:pt x="69444" y="47219"/>
                </a:cubicBezTo>
                <a:cubicBezTo>
                  <a:pt x="76744" y="54986"/>
                  <a:pt x="80472" y="64770"/>
                  <a:pt x="80472" y="76886"/>
                </a:cubicBezTo>
                <a:cubicBezTo>
                  <a:pt x="80472" y="89003"/>
                  <a:pt x="76280" y="99097"/>
                  <a:pt x="68044" y="107020"/>
                </a:cubicBezTo>
                <a:cubicBezTo>
                  <a:pt x="59657" y="114942"/>
                  <a:pt x="49248" y="118823"/>
                  <a:pt x="36664" y="118823"/>
                </a:cubicBezTo>
                <a:cubicBezTo>
                  <a:pt x="21128" y="118823"/>
                  <a:pt x="8855" y="111678"/>
                  <a:pt x="0" y="97233"/>
                </a:cubicBezTo>
                <a:lnTo>
                  <a:pt x="13362" y="85896"/>
                </a:lnTo>
                <a:cubicBezTo>
                  <a:pt x="17090" y="92109"/>
                  <a:pt x="20819" y="96612"/>
                  <a:pt x="24545" y="99097"/>
                </a:cubicBezTo>
                <a:cubicBezTo>
                  <a:pt x="28275" y="101584"/>
                  <a:pt x="33245" y="102980"/>
                  <a:pt x="39460" y="102980"/>
                </a:cubicBezTo>
                <a:cubicBezTo>
                  <a:pt x="45673" y="102980"/>
                  <a:pt x="51267" y="100497"/>
                  <a:pt x="56084" y="95526"/>
                </a:cubicBezTo>
                <a:cubicBezTo>
                  <a:pt x="60744" y="90554"/>
                  <a:pt x="63229" y="84341"/>
                  <a:pt x="63229" y="76886"/>
                </a:cubicBezTo>
                <a:cubicBezTo>
                  <a:pt x="63229" y="69431"/>
                  <a:pt x="60744" y="63373"/>
                  <a:pt x="56084" y="58402"/>
                </a:cubicBezTo>
                <a:cubicBezTo>
                  <a:pt x="51267" y="53586"/>
                  <a:pt x="45054" y="51257"/>
                  <a:pt x="37596" y="51257"/>
                </a:cubicBezTo>
                <a:cubicBezTo>
                  <a:pt x="30139" y="51257"/>
                  <a:pt x="23458" y="54830"/>
                  <a:pt x="17710" y="61664"/>
                </a:cubicBezTo>
                <a:lnTo>
                  <a:pt x="11962" y="61664"/>
                </a:lnTo>
                <a:lnTo>
                  <a:pt x="30294" y="0"/>
                </a:lnTo>
                <a:lnTo>
                  <a:pt x="78766" y="0"/>
                </a:lnTo>
                <a:lnTo>
                  <a:pt x="78766" y="16621"/>
                </a:lnTo>
                <a:lnTo>
                  <a:pt x="42567" y="16621"/>
                </a:lnTo>
                <a:lnTo>
                  <a:pt x="36819" y="36034"/>
                </a:lnTo>
                <a:cubicBezTo>
                  <a:pt x="38528" y="35879"/>
                  <a:pt x="40083" y="35724"/>
                  <a:pt x="41481" y="3572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path-121">
            <a:extLst xmlns:a="http://schemas.openxmlformats.org/drawingml/2006/main">
              <a:ext uri="{FF2B5EF4-FFF2-40B4-BE49-F238E27FC236}">
                <a16:creationId xmlns:a16="http://schemas.microsoft.com/office/drawing/2014/main" id="{9B4FD869-055E-4E18-8806-DBBA5930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6870" y="1411622"/>
            <a:ext cx="73638" cy="120842"/>
          </a:xfrm>
          <a:custGeom xmlns:a="http://schemas.openxmlformats.org/drawingml/2006/main">
            <a:pathLst>
              <a:path w="73638" h="120842">
                <a:moveTo>
                  <a:pt x="50645" y="71605"/>
                </a:moveTo>
                <a:cubicBezTo>
                  <a:pt x="46761" y="67877"/>
                  <a:pt x="42100" y="66012"/>
                  <a:pt x="36819" y="66012"/>
                </a:cubicBezTo>
                <a:cubicBezTo>
                  <a:pt x="31535" y="66012"/>
                  <a:pt x="27032" y="67877"/>
                  <a:pt x="23304" y="71605"/>
                </a:cubicBezTo>
                <a:cubicBezTo>
                  <a:pt x="19419" y="75332"/>
                  <a:pt x="17555" y="79992"/>
                  <a:pt x="17555" y="85273"/>
                </a:cubicBezTo>
                <a:cubicBezTo>
                  <a:pt x="17555" y="90709"/>
                  <a:pt x="19419" y="95371"/>
                  <a:pt x="23145" y="99252"/>
                </a:cubicBezTo>
                <a:cubicBezTo>
                  <a:pt x="26875" y="103135"/>
                  <a:pt x="31535" y="104999"/>
                  <a:pt x="36973" y="104999"/>
                </a:cubicBezTo>
                <a:cubicBezTo>
                  <a:pt x="42254" y="104999"/>
                  <a:pt x="46761" y="103135"/>
                  <a:pt x="50645" y="99252"/>
                </a:cubicBezTo>
                <a:cubicBezTo>
                  <a:pt x="54373" y="95525"/>
                  <a:pt x="56393" y="90864"/>
                  <a:pt x="56393" y="85428"/>
                </a:cubicBezTo>
                <a:cubicBezTo>
                  <a:pt x="56393" y="80148"/>
                  <a:pt x="54373" y="75490"/>
                  <a:pt x="50645" y="71605"/>
                </a:cubicBezTo>
                <a:moveTo>
                  <a:pt x="19730" y="33549"/>
                </a:moveTo>
                <a:cubicBezTo>
                  <a:pt x="19574" y="38521"/>
                  <a:pt x="21283" y="42560"/>
                  <a:pt x="24700" y="45975"/>
                </a:cubicBezTo>
                <a:cubicBezTo>
                  <a:pt x="28119" y="49392"/>
                  <a:pt x="32313" y="51102"/>
                  <a:pt x="37285" y="51102"/>
                </a:cubicBezTo>
                <a:cubicBezTo>
                  <a:pt x="41945" y="51102"/>
                  <a:pt x="46139" y="49392"/>
                  <a:pt x="49558" y="45975"/>
                </a:cubicBezTo>
                <a:cubicBezTo>
                  <a:pt x="52974" y="42560"/>
                  <a:pt x="54684" y="38521"/>
                  <a:pt x="54684" y="33704"/>
                </a:cubicBezTo>
                <a:cubicBezTo>
                  <a:pt x="54684" y="28891"/>
                  <a:pt x="52974" y="24698"/>
                  <a:pt x="49558" y="21279"/>
                </a:cubicBezTo>
                <a:cubicBezTo>
                  <a:pt x="46139" y="17863"/>
                  <a:pt x="41945" y="15998"/>
                  <a:pt x="37129" y="15998"/>
                </a:cubicBezTo>
                <a:cubicBezTo>
                  <a:pt x="32313" y="15998"/>
                  <a:pt x="28275" y="17707"/>
                  <a:pt x="24855" y="21123"/>
                </a:cubicBezTo>
                <a:cubicBezTo>
                  <a:pt x="21439" y="24540"/>
                  <a:pt x="19730" y="28734"/>
                  <a:pt x="19730" y="33549"/>
                </a:cubicBezTo>
                <a:moveTo>
                  <a:pt x="16000" y="58247"/>
                </a:moveTo>
                <a:cubicBezTo>
                  <a:pt x="7301" y="52345"/>
                  <a:pt x="3106" y="44266"/>
                  <a:pt x="3106" y="34172"/>
                </a:cubicBezTo>
                <a:cubicBezTo>
                  <a:pt x="3106" y="24230"/>
                  <a:pt x="6369" y="15998"/>
                  <a:pt x="12894" y="9630"/>
                </a:cubicBezTo>
                <a:cubicBezTo>
                  <a:pt x="19419" y="3262"/>
                  <a:pt x="27652" y="0"/>
                  <a:pt x="37285" y="0"/>
                </a:cubicBezTo>
                <a:cubicBezTo>
                  <a:pt x="46916" y="0"/>
                  <a:pt x="54994" y="3262"/>
                  <a:pt x="61518" y="9630"/>
                </a:cubicBezTo>
                <a:cubicBezTo>
                  <a:pt x="68044" y="15998"/>
                  <a:pt x="71306" y="24076"/>
                  <a:pt x="71306" y="33860"/>
                </a:cubicBezTo>
                <a:cubicBezTo>
                  <a:pt x="71306" y="43802"/>
                  <a:pt x="66957" y="51879"/>
                  <a:pt x="58567" y="58092"/>
                </a:cubicBezTo>
                <a:cubicBezTo>
                  <a:pt x="63229" y="60732"/>
                  <a:pt x="66803" y="64460"/>
                  <a:pt x="69599" y="69277"/>
                </a:cubicBezTo>
                <a:cubicBezTo>
                  <a:pt x="72393" y="74244"/>
                  <a:pt x="73638" y="79682"/>
                  <a:pt x="73638" y="85584"/>
                </a:cubicBezTo>
                <a:cubicBezTo>
                  <a:pt x="73638" y="95990"/>
                  <a:pt x="70219" y="104535"/>
                  <a:pt x="63539" y="111057"/>
                </a:cubicBezTo>
                <a:cubicBezTo>
                  <a:pt x="56703" y="117582"/>
                  <a:pt x="48003" y="120842"/>
                  <a:pt x="37285" y="120842"/>
                </a:cubicBezTo>
                <a:cubicBezTo>
                  <a:pt x="26566" y="120842"/>
                  <a:pt x="17709" y="117582"/>
                  <a:pt x="10562" y="110903"/>
                </a:cubicBezTo>
                <a:cubicBezTo>
                  <a:pt x="3417" y="104378"/>
                  <a:pt x="0" y="95990"/>
                  <a:pt x="156" y="85895"/>
                </a:cubicBezTo>
                <a:cubicBezTo>
                  <a:pt x="156" y="72847"/>
                  <a:pt x="5436" y="63528"/>
                  <a:pt x="16000" y="5824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path-122">
            <a:extLst xmlns:a="http://schemas.openxmlformats.org/drawingml/2006/main">
              <a:ext uri="{FF2B5EF4-FFF2-40B4-BE49-F238E27FC236}">
                <a16:creationId xmlns:a16="http://schemas.microsoft.com/office/drawing/2014/main" id="{E2765634-BE5E-4E78-9D40-4654D115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5053" y="1511806"/>
            <a:ext cx="21128" cy="20971"/>
          </a:xfrm>
          <a:custGeom xmlns:a="http://schemas.openxmlformats.org/drawingml/2006/main">
            <a:pathLst>
              <a:path w="21128" h="20971">
                <a:moveTo>
                  <a:pt x="3106" y="18019"/>
                </a:moveTo>
                <a:cubicBezTo>
                  <a:pt x="932" y="16154"/>
                  <a:pt x="0" y="13671"/>
                  <a:pt x="0" y="10719"/>
                </a:cubicBezTo>
                <a:cubicBezTo>
                  <a:pt x="0" y="7767"/>
                  <a:pt x="932" y="5281"/>
                  <a:pt x="3106" y="3106"/>
                </a:cubicBezTo>
                <a:cubicBezTo>
                  <a:pt x="5126" y="1087"/>
                  <a:pt x="7612" y="0"/>
                  <a:pt x="10564" y="0"/>
                </a:cubicBezTo>
                <a:cubicBezTo>
                  <a:pt x="13360" y="0"/>
                  <a:pt x="15845" y="1087"/>
                  <a:pt x="18022" y="3106"/>
                </a:cubicBezTo>
                <a:cubicBezTo>
                  <a:pt x="20041" y="5281"/>
                  <a:pt x="21128" y="7767"/>
                  <a:pt x="21128" y="10564"/>
                </a:cubicBezTo>
                <a:cubicBezTo>
                  <a:pt x="21128" y="13671"/>
                  <a:pt x="20041" y="16154"/>
                  <a:pt x="18022" y="18019"/>
                </a:cubicBezTo>
                <a:cubicBezTo>
                  <a:pt x="16003" y="19884"/>
                  <a:pt x="13515" y="20971"/>
                  <a:pt x="10564" y="20971"/>
                </a:cubicBezTo>
                <a:cubicBezTo>
                  <a:pt x="7612" y="20971"/>
                  <a:pt x="5126" y="19884"/>
                  <a:pt x="3106" y="1801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path-123">
            <a:extLst xmlns:a="http://schemas.openxmlformats.org/drawingml/2006/main">
              <a:ext uri="{FF2B5EF4-FFF2-40B4-BE49-F238E27FC236}">
                <a16:creationId xmlns:a16="http://schemas.microsoft.com/office/drawing/2014/main" id="{CAB1F11C-9AC7-4134-84D0-E55C49F3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3580" y="1411622"/>
            <a:ext cx="78608" cy="119135"/>
          </a:xfrm>
          <a:custGeom xmlns:a="http://schemas.openxmlformats.org/drawingml/2006/main">
            <a:pathLst>
              <a:path w="78608" h="119135">
                <a:moveTo>
                  <a:pt x="78608" y="102516"/>
                </a:moveTo>
                <a:lnTo>
                  <a:pt x="78608" y="119135"/>
                </a:lnTo>
                <a:lnTo>
                  <a:pt x="0" y="119135"/>
                </a:lnTo>
                <a:lnTo>
                  <a:pt x="40703" y="69896"/>
                </a:lnTo>
                <a:cubicBezTo>
                  <a:pt x="48939" y="59643"/>
                  <a:pt x="54373" y="52345"/>
                  <a:pt x="57170" y="47841"/>
                </a:cubicBezTo>
                <a:cubicBezTo>
                  <a:pt x="59812" y="43337"/>
                  <a:pt x="61209" y="39143"/>
                  <a:pt x="61209" y="35258"/>
                </a:cubicBezTo>
                <a:cubicBezTo>
                  <a:pt x="61209" y="29979"/>
                  <a:pt x="59190" y="25317"/>
                  <a:pt x="55461" y="21591"/>
                </a:cubicBezTo>
                <a:cubicBezTo>
                  <a:pt x="51577" y="17863"/>
                  <a:pt x="46761" y="15998"/>
                  <a:pt x="41168" y="15998"/>
                </a:cubicBezTo>
                <a:cubicBezTo>
                  <a:pt x="29362" y="15998"/>
                  <a:pt x="22526" y="23143"/>
                  <a:pt x="20817" y="37124"/>
                </a:cubicBezTo>
                <a:lnTo>
                  <a:pt x="3263" y="37124"/>
                </a:lnTo>
                <a:cubicBezTo>
                  <a:pt x="6059" y="12426"/>
                  <a:pt x="18487" y="0"/>
                  <a:pt x="40703" y="0"/>
                </a:cubicBezTo>
                <a:cubicBezTo>
                  <a:pt x="51267" y="0"/>
                  <a:pt x="60277" y="3417"/>
                  <a:pt x="67580" y="10253"/>
                </a:cubicBezTo>
                <a:cubicBezTo>
                  <a:pt x="74725" y="17085"/>
                  <a:pt x="78454" y="25472"/>
                  <a:pt x="78454" y="35415"/>
                </a:cubicBezTo>
                <a:cubicBezTo>
                  <a:pt x="78454" y="41783"/>
                  <a:pt x="76744" y="47996"/>
                  <a:pt x="73483" y="53898"/>
                </a:cubicBezTo>
                <a:cubicBezTo>
                  <a:pt x="70221" y="59799"/>
                  <a:pt x="63541" y="68809"/>
                  <a:pt x="53286" y="80924"/>
                </a:cubicBezTo>
                <a:lnTo>
                  <a:pt x="34955" y="102516"/>
                </a:lnTo>
                <a:lnTo>
                  <a:pt x="78608" y="10251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path-124">
            <a:extLst xmlns:a="http://schemas.openxmlformats.org/drawingml/2006/main">
              <a:ext uri="{FF2B5EF4-FFF2-40B4-BE49-F238E27FC236}">
                <a16:creationId xmlns:a16="http://schemas.microsoft.com/office/drawing/2014/main" id="{82A210A9-4D08-4CD9-A515-B79B725E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2526" y="1787072"/>
            <a:ext cx="80472" cy="118825"/>
          </a:xfrm>
          <a:custGeom xmlns:a="http://schemas.openxmlformats.org/drawingml/2006/main">
            <a:pathLst>
              <a:path w="80472" h="118825">
                <a:moveTo>
                  <a:pt x="41480" y="35726"/>
                </a:moveTo>
                <a:cubicBezTo>
                  <a:pt x="52822" y="35726"/>
                  <a:pt x="62141" y="39611"/>
                  <a:pt x="69444" y="47220"/>
                </a:cubicBezTo>
                <a:cubicBezTo>
                  <a:pt x="76747" y="54986"/>
                  <a:pt x="80472" y="64773"/>
                  <a:pt x="80472" y="76890"/>
                </a:cubicBezTo>
                <a:cubicBezTo>
                  <a:pt x="80472" y="89003"/>
                  <a:pt x="76279" y="99099"/>
                  <a:pt x="68047" y="107021"/>
                </a:cubicBezTo>
                <a:cubicBezTo>
                  <a:pt x="59657" y="114942"/>
                  <a:pt x="49248" y="118825"/>
                  <a:pt x="36664" y="118825"/>
                </a:cubicBezTo>
                <a:cubicBezTo>
                  <a:pt x="21130" y="118825"/>
                  <a:pt x="8855" y="111680"/>
                  <a:pt x="0" y="97234"/>
                </a:cubicBezTo>
                <a:lnTo>
                  <a:pt x="13362" y="85896"/>
                </a:lnTo>
                <a:cubicBezTo>
                  <a:pt x="17090" y="92109"/>
                  <a:pt x="20819" y="96614"/>
                  <a:pt x="24548" y="99099"/>
                </a:cubicBezTo>
                <a:cubicBezTo>
                  <a:pt x="28275" y="101584"/>
                  <a:pt x="33248" y="102984"/>
                  <a:pt x="39460" y="102984"/>
                </a:cubicBezTo>
                <a:cubicBezTo>
                  <a:pt x="45673" y="102984"/>
                  <a:pt x="51267" y="100497"/>
                  <a:pt x="56084" y="95525"/>
                </a:cubicBezTo>
                <a:cubicBezTo>
                  <a:pt x="60744" y="90557"/>
                  <a:pt x="63231" y="84344"/>
                  <a:pt x="63231" y="76890"/>
                </a:cubicBezTo>
                <a:cubicBezTo>
                  <a:pt x="63231" y="69431"/>
                  <a:pt x="60744" y="63373"/>
                  <a:pt x="56084" y="58405"/>
                </a:cubicBezTo>
                <a:cubicBezTo>
                  <a:pt x="51267" y="53588"/>
                  <a:pt x="45054" y="51259"/>
                  <a:pt x="37596" y="51259"/>
                </a:cubicBezTo>
                <a:cubicBezTo>
                  <a:pt x="30139" y="51259"/>
                  <a:pt x="23458" y="54830"/>
                  <a:pt x="17713" y="61666"/>
                </a:cubicBezTo>
                <a:lnTo>
                  <a:pt x="11964" y="61666"/>
                </a:lnTo>
                <a:lnTo>
                  <a:pt x="30296" y="0"/>
                </a:lnTo>
                <a:lnTo>
                  <a:pt x="78766" y="0"/>
                </a:lnTo>
                <a:lnTo>
                  <a:pt x="78766" y="16620"/>
                </a:lnTo>
                <a:lnTo>
                  <a:pt x="42567" y="16620"/>
                </a:lnTo>
                <a:lnTo>
                  <a:pt x="36819" y="36036"/>
                </a:lnTo>
                <a:cubicBezTo>
                  <a:pt x="38528" y="35881"/>
                  <a:pt x="40083" y="35726"/>
                  <a:pt x="41480" y="3572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path-125">
            <a:extLst xmlns:a="http://schemas.openxmlformats.org/drawingml/2006/main">
              <a:ext uri="{FF2B5EF4-FFF2-40B4-BE49-F238E27FC236}">
                <a16:creationId xmlns:a16="http://schemas.microsoft.com/office/drawing/2014/main" id="{FA60FF50-98AC-45CA-BF47-BE4C0589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27" y="1778375"/>
            <a:ext cx="87619" cy="125811"/>
          </a:xfrm>
          <a:custGeom xmlns:a="http://schemas.openxmlformats.org/drawingml/2006/main">
            <a:pathLst>
              <a:path w="87619" h="125811">
                <a:moveTo>
                  <a:pt x="57480" y="93195"/>
                </a:moveTo>
                <a:lnTo>
                  <a:pt x="57480" y="53897"/>
                </a:lnTo>
                <a:lnTo>
                  <a:pt x="30604" y="93195"/>
                </a:lnTo>
                <a:lnTo>
                  <a:pt x="57480" y="93195"/>
                </a:lnTo>
                <a:moveTo>
                  <a:pt x="75190" y="93195"/>
                </a:moveTo>
                <a:lnTo>
                  <a:pt x="87619" y="93195"/>
                </a:lnTo>
                <a:lnTo>
                  <a:pt x="87619" y="109193"/>
                </a:lnTo>
                <a:lnTo>
                  <a:pt x="75190" y="109193"/>
                </a:lnTo>
                <a:lnTo>
                  <a:pt x="75190" y="125811"/>
                </a:lnTo>
                <a:lnTo>
                  <a:pt x="57480" y="125811"/>
                </a:lnTo>
                <a:lnTo>
                  <a:pt x="57480" y="109193"/>
                </a:lnTo>
                <a:lnTo>
                  <a:pt x="0" y="109193"/>
                </a:lnTo>
                <a:lnTo>
                  <a:pt x="75190" y="0"/>
                </a:lnTo>
                <a:lnTo>
                  <a:pt x="75190" y="9319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path-126">
            <a:extLst xmlns:a="http://schemas.openxmlformats.org/drawingml/2006/main">
              <a:ext uri="{FF2B5EF4-FFF2-40B4-BE49-F238E27FC236}">
                <a16:creationId xmlns:a16="http://schemas.microsoft.com/office/drawing/2014/main" id="{61011267-7266-408E-B943-E9501278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4642" y="1885239"/>
            <a:ext cx="21128" cy="20968"/>
          </a:xfrm>
          <a:custGeom xmlns:a="http://schemas.openxmlformats.org/drawingml/2006/main">
            <a:pathLst>
              <a:path w="21128" h="20968">
                <a:moveTo>
                  <a:pt x="3106" y="18017"/>
                </a:moveTo>
                <a:cubicBezTo>
                  <a:pt x="932" y="16155"/>
                  <a:pt x="0" y="13668"/>
                  <a:pt x="0" y="10717"/>
                </a:cubicBezTo>
                <a:cubicBezTo>
                  <a:pt x="0" y="7766"/>
                  <a:pt x="932" y="5281"/>
                  <a:pt x="3106" y="3106"/>
                </a:cubicBezTo>
                <a:cubicBezTo>
                  <a:pt x="5128" y="1087"/>
                  <a:pt x="7613" y="0"/>
                  <a:pt x="10564" y="0"/>
                </a:cubicBezTo>
                <a:cubicBezTo>
                  <a:pt x="13360" y="0"/>
                  <a:pt x="15847" y="1087"/>
                  <a:pt x="18022" y="3106"/>
                </a:cubicBezTo>
                <a:cubicBezTo>
                  <a:pt x="20041" y="5281"/>
                  <a:pt x="21128" y="7766"/>
                  <a:pt x="21128" y="10561"/>
                </a:cubicBezTo>
                <a:cubicBezTo>
                  <a:pt x="21128" y="13668"/>
                  <a:pt x="20041" y="16155"/>
                  <a:pt x="18022" y="18017"/>
                </a:cubicBezTo>
                <a:cubicBezTo>
                  <a:pt x="16003" y="19881"/>
                  <a:pt x="13515" y="20968"/>
                  <a:pt x="10564" y="20968"/>
                </a:cubicBezTo>
                <a:cubicBezTo>
                  <a:pt x="7613" y="20968"/>
                  <a:pt x="5128" y="19881"/>
                  <a:pt x="3106" y="1801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path-127">
            <a:extLst xmlns:a="http://schemas.openxmlformats.org/drawingml/2006/main">
              <a:ext uri="{FF2B5EF4-FFF2-40B4-BE49-F238E27FC236}">
                <a16:creationId xmlns:a16="http://schemas.microsoft.com/office/drawing/2014/main" id="{CCB5F908-40D0-4821-9EDD-46C29F64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7830" y="1783036"/>
            <a:ext cx="78763" cy="122861"/>
          </a:xfrm>
          <a:custGeom xmlns:a="http://schemas.openxmlformats.org/drawingml/2006/main">
            <a:pathLst>
              <a:path w="78763" h="122861">
                <a:moveTo>
                  <a:pt x="39460" y="107020"/>
                </a:moveTo>
                <a:cubicBezTo>
                  <a:pt x="45518" y="107020"/>
                  <a:pt x="50644" y="104845"/>
                  <a:pt x="54995" y="100493"/>
                </a:cubicBezTo>
                <a:cubicBezTo>
                  <a:pt x="59344" y="96145"/>
                  <a:pt x="61521" y="91020"/>
                  <a:pt x="61521" y="84961"/>
                </a:cubicBezTo>
                <a:cubicBezTo>
                  <a:pt x="61521" y="78905"/>
                  <a:pt x="59344" y="73622"/>
                  <a:pt x="54995" y="69273"/>
                </a:cubicBezTo>
                <a:cubicBezTo>
                  <a:pt x="50644" y="64924"/>
                  <a:pt x="45363" y="62905"/>
                  <a:pt x="39460" y="62905"/>
                </a:cubicBezTo>
                <a:cubicBezTo>
                  <a:pt x="33245" y="62905"/>
                  <a:pt x="27964" y="65079"/>
                  <a:pt x="23612" y="69428"/>
                </a:cubicBezTo>
                <a:cubicBezTo>
                  <a:pt x="19264" y="73779"/>
                  <a:pt x="17245" y="78905"/>
                  <a:pt x="17245" y="84961"/>
                </a:cubicBezTo>
                <a:cubicBezTo>
                  <a:pt x="17245" y="91174"/>
                  <a:pt x="19264" y="96300"/>
                  <a:pt x="23612" y="100650"/>
                </a:cubicBezTo>
                <a:cubicBezTo>
                  <a:pt x="27964" y="104999"/>
                  <a:pt x="33245" y="107020"/>
                  <a:pt x="39460" y="107020"/>
                </a:cubicBezTo>
                <a:moveTo>
                  <a:pt x="43809" y="47062"/>
                </a:moveTo>
                <a:cubicBezTo>
                  <a:pt x="53286" y="47062"/>
                  <a:pt x="61521" y="50789"/>
                  <a:pt x="68357" y="57934"/>
                </a:cubicBezTo>
                <a:cubicBezTo>
                  <a:pt x="75192" y="65235"/>
                  <a:pt x="78763" y="74090"/>
                  <a:pt x="78763" y="84496"/>
                </a:cubicBezTo>
                <a:cubicBezTo>
                  <a:pt x="78763" y="94903"/>
                  <a:pt x="75034" y="103913"/>
                  <a:pt x="67267" y="111523"/>
                </a:cubicBezTo>
                <a:cubicBezTo>
                  <a:pt x="59499" y="119288"/>
                  <a:pt x="50335" y="122861"/>
                  <a:pt x="39770" y="122861"/>
                </a:cubicBezTo>
                <a:cubicBezTo>
                  <a:pt x="29050" y="122861"/>
                  <a:pt x="19728" y="119133"/>
                  <a:pt x="11807" y="111678"/>
                </a:cubicBezTo>
                <a:cubicBezTo>
                  <a:pt x="3885" y="104222"/>
                  <a:pt x="0" y="95680"/>
                  <a:pt x="0" y="85893"/>
                </a:cubicBezTo>
                <a:cubicBezTo>
                  <a:pt x="0" y="76109"/>
                  <a:pt x="3729" y="66012"/>
                  <a:pt x="11496" y="55605"/>
                </a:cubicBezTo>
                <a:lnTo>
                  <a:pt x="52509" y="0"/>
                </a:lnTo>
                <a:lnTo>
                  <a:pt x="65404" y="9630"/>
                </a:lnTo>
                <a:lnTo>
                  <a:pt x="37441" y="47683"/>
                </a:lnTo>
                <a:cubicBezTo>
                  <a:pt x="40393" y="47373"/>
                  <a:pt x="42567" y="47062"/>
                  <a:pt x="43809" y="4706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path-128">
            <a:extLst xmlns:a="http://schemas.openxmlformats.org/drawingml/2006/main">
              <a:ext uri="{FF2B5EF4-FFF2-40B4-BE49-F238E27FC236}">
                <a16:creationId xmlns:a16="http://schemas.microsoft.com/office/drawing/2014/main" id="{B7D05370-E51E-4D67-8ED5-30E3B76A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2115" y="1949496"/>
            <a:ext cx="80475" cy="118825"/>
          </a:xfrm>
          <a:custGeom xmlns:a="http://schemas.openxmlformats.org/drawingml/2006/main">
            <a:pathLst>
              <a:path w="80475" h="118825">
                <a:moveTo>
                  <a:pt x="41480" y="35726"/>
                </a:moveTo>
                <a:cubicBezTo>
                  <a:pt x="52822" y="35726"/>
                  <a:pt x="62143" y="39610"/>
                  <a:pt x="69444" y="47221"/>
                </a:cubicBezTo>
                <a:cubicBezTo>
                  <a:pt x="76747" y="54986"/>
                  <a:pt x="80475" y="64772"/>
                  <a:pt x="80475" y="76888"/>
                </a:cubicBezTo>
                <a:cubicBezTo>
                  <a:pt x="80475" y="89003"/>
                  <a:pt x="76279" y="99099"/>
                  <a:pt x="68047" y="107021"/>
                </a:cubicBezTo>
                <a:cubicBezTo>
                  <a:pt x="59657" y="114942"/>
                  <a:pt x="49247" y="118825"/>
                  <a:pt x="36663" y="118825"/>
                </a:cubicBezTo>
                <a:cubicBezTo>
                  <a:pt x="21130" y="118825"/>
                  <a:pt x="8858" y="111680"/>
                  <a:pt x="0" y="97235"/>
                </a:cubicBezTo>
                <a:lnTo>
                  <a:pt x="13360" y="85895"/>
                </a:lnTo>
                <a:cubicBezTo>
                  <a:pt x="17090" y="92108"/>
                  <a:pt x="20819" y="96614"/>
                  <a:pt x="24548" y="99099"/>
                </a:cubicBezTo>
                <a:cubicBezTo>
                  <a:pt x="28277" y="101584"/>
                  <a:pt x="33248" y="102982"/>
                  <a:pt x="39460" y="102982"/>
                </a:cubicBezTo>
                <a:cubicBezTo>
                  <a:pt x="45676" y="102982"/>
                  <a:pt x="51266" y="100495"/>
                  <a:pt x="56082" y="95528"/>
                </a:cubicBezTo>
                <a:cubicBezTo>
                  <a:pt x="60743" y="90557"/>
                  <a:pt x="63230" y="84344"/>
                  <a:pt x="63230" y="76888"/>
                </a:cubicBezTo>
                <a:cubicBezTo>
                  <a:pt x="63230" y="69431"/>
                  <a:pt x="60743" y="63375"/>
                  <a:pt x="56082" y="58405"/>
                </a:cubicBezTo>
                <a:cubicBezTo>
                  <a:pt x="51266" y="53588"/>
                  <a:pt x="45053" y="51260"/>
                  <a:pt x="37596" y="51260"/>
                </a:cubicBezTo>
                <a:cubicBezTo>
                  <a:pt x="30141" y="51260"/>
                  <a:pt x="23460" y="54830"/>
                  <a:pt x="17712" y="61666"/>
                </a:cubicBezTo>
                <a:lnTo>
                  <a:pt x="11964" y="61666"/>
                </a:lnTo>
                <a:lnTo>
                  <a:pt x="30296" y="0"/>
                </a:lnTo>
                <a:lnTo>
                  <a:pt x="78766" y="0"/>
                </a:lnTo>
                <a:lnTo>
                  <a:pt x="78766" y="16621"/>
                </a:lnTo>
                <a:lnTo>
                  <a:pt x="42567" y="16621"/>
                </a:lnTo>
                <a:lnTo>
                  <a:pt x="36819" y="36036"/>
                </a:lnTo>
                <a:cubicBezTo>
                  <a:pt x="38528" y="35881"/>
                  <a:pt x="40083" y="35726"/>
                  <a:pt x="41480" y="3572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path-129">
            <a:extLst xmlns:a="http://schemas.openxmlformats.org/drawingml/2006/main">
              <a:ext uri="{FF2B5EF4-FFF2-40B4-BE49-F238E27FC236}">
                <a16:creationId xmlns:a16="http://schemas.microsoft.com/office/drawing/2014/main" id="{D7C5A4C4-DB27-466A-AD16-14CFE34D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543" y="1947480"/>
            <a:ext cx="74724" cy="120842"/>
          </a:xfrm>
          <a:custGeom xmlns:a="http://schemas.openxmlformats.org/drawingml/2006/main">
            <a:pathLst>
              <a:path w="74724" h="120842">
                <a:moveTo>
                  <a:pt x="33712" y="64770"/>
                </a:moveTo>
                <a:lnTo>
                  <a:pt x="33712" y="49702"/>
                </a:lnTo>
                <a:cubicBezTo>
                  <a:pt x="41169" y="49702"/>
                  <a:pt x="46141" y="48928"/>
                  <a:pt x="48782" y="47218"/>
                </a:cubicBezTo>
                <a:cubicBezTo>
                  <a:pt x="53285" y="44421"/>
                  <a:pt x="55616" y="40073"/>
                  <a:pt x="55616" y="34170"/>
                </a:cubicBezTo>
                <a:cubicBezTo>
                  <a:pt x="55616" y="28424"/>
                  <a:pt x="53908" y="23921"/>
                  <a:pt x="50646" y="20813"/>
                </a:cubicBezTo>
                <a:cubicBezTo>
                  <a:pt x="47227" y="17707"/>
                  <a:pt x="43035" y="16153"/>
                  <a:pt x="38063" y="15998"/>
                </a:cubicBezTo>
                <a:cubicBezTo>
                  <a:pt x="32935" y="15998"/>
                  <a:pt x="29051" y="17240"/>
                  <a:pt x="26410" y="19570"/>
                </a:cubicBezTo>
                <a:cubicBezTo>
                  <a:pt x="23923" y="22056"/>
                  <a:pt x="21905" y="26249"/>
                  <a:pt x="20663" y="31840"/>
                </a:cubicBezTo>
                <a:lnTo>
                  <a:pt x="3106" y="31840"/>
                </a:lnTo>
                <a:cubicBezTo>
                  <a:pt x="4971" y="20970"/>
                  <a:pt x="8699" y="12891"/>
                  <a:pt x="14292" y="7610"/>
                </a:cubicBezTo>
                <a:cubicBezTo>
                  <a:pt x="19886" y="2485"/>
                  <a:pt x="27963" y="0"/>
                  <a:pt x="38218" y="0"/>
                </a:cubicBezTo>
                <a:cubicBezTo>
                  <a:pt x="48314" y="0"/>
                  <a:pt x="56549" y="2949"/>
                  <a:pt x="63074" y="9008"/>
                </a:cubicBezTo>
                <a:cubicBezTo>
                  <a:pt x="69598" y="15221"/>
                  <a:pt x="72862" y="23298"/>
                  <a:pt x="72862" y="33394"/>
                </a:cubicBezTo>
                <a:cubicBezTo>
                  <a:pt x="72862" y="43489"/>
                  <a:pt x="68511" y="51566"/>
                  <a:pt x="60121" y="57470"/>
                </a:cubicBezTo>
                <a:cubicBezTo>
                  <a:pt x="69753" y="63215"/>
                  <a:pt x="74724" y="72535"/>
                  <a:pt x="74724" y="85275"/>
                </a:cubicBezTo>
                <a:cubicBezTo>
                  <a:pt x="74724" y="95835"/>
                  <a:pt x="71152" y="104376"/>
                  <a:pt x="64004" y="110901"/>
                </a:cubicBezTo>
                <a:cubicBezTo>
                  <a:pt x="56859" y="117580"/>
                  <a:pt x="47849" y="120842"/>
                  <a:pt x="36818" y="120842"/>
                </a:cubicBezTo>
                <a:cubicBezTo>
                  <a:pt x="22682" y="120842"/>
                  <a:pt x="12273" y="115716"/>
                  <a:pt x="5437" y="105465"/>
                </a:cubicBezTo>
                <a:cubicBezTo>
                  <a:pt x="2641" y="101116"/>
                  <a:pt x="777" y="95213"/>
                  <a:pt x="0" y="87449"/>
                </a:cubicBezTo>
                <a:lnTo>
                  <a:pt x="17090" y="87449"/>
                </a:lnTo>
                <a:cubicBezTo>
                  <a:pt x="18022" y="93193"/>
                  <a:pt x="20196" y="97545"/>
                  <a:pt x="23769" y="100493"/>
                </a:cubicBezTo>
                <a:cubicBezTo>
                  <a:pt x="27186" y="103601"/>
                  <a:pt x="31846" y="104999"/>
                  <a:pt x="37595" y="104999"/>
                </a:cubicBezTo>
                <a:cubicBezTo>
                  <a:pt x="43189" y="104999"/>
                  <a:pt x="48004" y="103135"/>
                  <a:pt x="51732" y="99252"/>
                </a:cubicBezTo>
                <a:cubicBezTo>
                  <a:pt x="55462" y="95368"/>
                  <a:pt x="57324" y="90399"/>
                  <a:pt x="57324" y="84496"/>
                </a:cubicBezTo>
                <a:cubicBezTo>
                  <a:pt x="57324" y="76730"/>
                  <a:pt x="54531" y="70983"/>
                  <a:pt x="48936" y="67567"/>
                </a:cubicBezTo>
                <a:cubicBezTo>
                  <a:pt x="45518" y="65702"/>
                  <a:pt x="40548" y="64770"/>
                  <a:pt x="33712" y="6477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path-130">
            <a:extLst xmlns:a="http://schemas.openxmlformats.org/drawingml/2006/main">
              <a:ext uri="{FF2B5EF4-FFF2-40B4-BE49-F238E27FC236}">
                <a16:creationId xmlns:a16="http://schemas.microsoft.com/office/drawing/2014/main" id="{C24EE3DE-2E5F-49AD-A9B0-6BBDAA19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4229" y="2047663"/>
            <a:ext cx="21130" cy="20967"/>
          </a:xfrm>
          <a:custGeom xmlns:a="http://schemas.openxmlformats.org/drawingml/2006/main">
            <a:pathLst>
              <a:path w="21130" h="20967">
                <a:moveTo>
                  <a:pt x="3110" y="18017"/>
                </a:moveTo>
                <a:cubicBezTo>
                  <a:pt x="933" y="16154"/>
                  <a:pt x="0" y="13668"/>
                  <a:pt x="0" y="10717"/>
                </a:cubicBezTo>
                <a:cubicBezTo>
                  <a:pt x="0" y="7768"/>
                  <a:pt x="933" y="5281"/>
                  <a:pt x="3110" y="3106"/>
                </a:cubicBezTo>
                <a:cubicBezTo>
                  <a:pt x="5129" y="1087"/>
                  <a:pt x="7613" y="0"/>
                  <a:pt x="10565" y="0"/>
                </a:cubicBezTo>
                <a:cubicBezTo>
                  <a:pt x="13362" y="0"/>
                  <a:pt x="15849" y="1087"/>
                  <a:pt x="18023" y="3106"/>
                </a:cubicBezTo>
                <a:cubicBezTo>
                  <a:pt x="20042" y="5281"/>
                  <a:pt x="21130" y="7768"/>
                  <a:pt x="21130" y="10562"/>
                </a:cubicBezTo>
                <a:cubicBezTo>
                  <a:pt x="21130" y="13668"/>
                  <a:pt x="20042" y="16154"/>
                  <a:pt x="18023" y="18017"/>
                </a:cubicBezTo>
                <a:cubicBezTo>
                  <a:pt x="16003" y="19881"/>
                  <a:pt x="13517" y="20967"/>
                  <a:pt x="10565" y="20967"/>
                </a:cubicBezTo>
                <a:cubicBezTo>
                  <a:pt x="7613" y="20967"/>
                  <a:pt x="5129" y="19881"/>
                  <a:pt x="3110" y="1801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path-131">
            <a:extLst xmlns:a="http://schemas.openxmlformats.org/drawingml/2006/main">
              <a:ext uri="{FF2B5EF4-FFF2-40B4-BE49-F238E27FC236}">
                <a16:creationId xmlns:a16="http://schemas.microsoft.com/office/drawing/2014/main" id="{71E92342-235C-4B19-A5CD-211A7485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5400" y="1947480"/>
            <a:ext cx="82804" cy="120842"/>
          </a:xfrm>
          <a:custGeom xmlns:a="http://schemas.openxmlformats.org/drawingml/2006/main">
            <a:pathLst>
              <a:path w="82804" h="120842">
                <a:moveTo>
                  <a:pt x="58570" y="92261"/>
                </a:moveTo>
                <a:cubicBezTo>
                  <a:pt x="63072" y="83873"/>
                  <a:pt x="65405" y="73312"/>
                  <a:pt x="65405" y="60575"/>
                </a:cubicBezTo>
                <a:cubicBezTo>
                  <a:pt x="65405" y="47839"/>
                  <a:pt x="63072" y="37121"/>
                  <a:pt x="58570" y="28734"/>
                </a:cubicBezTo>
                <a:cubicBezTo>
                  <a:pt x="53907" y="20347"/>
                  <a:pt x="48159" y="16153"/>
                  <a:pt x="41326" y="16153"/>
                </a:cubicBezTo>
                <a:cubicBezTo>
                  <a:pt x="34490" y="16153"/>
                  <a:pt x="28741" y="20191"/>
                  <a:pt x="24235" y="28579"/>
                </a:cubicBezTo>
                <a:cubicBezTo>
                  <a:pt x="19573" y="36966"/>
                  <a:pt x="17400" y="47528"/>
                  <a:pt x="17400" y="60266"/>
                </a:cubicBezTo>
                <a:cubicBezTo>
                  <a:pt x="17400" y="73001"/>
                  <a:pt x="19573" y="83718"/>
                  <a:pt x="24080" y="92106"/>
                </a:cubicBezTo>
                <a:cubicBezTo>
                  <a:pt x="28586" y="100650"/>
                  <a:pt x="34332" y="104999"/>
                  <a:pt x="41480" y="104999"/>
                </a:cubicBezTo>
                <a:cubicBezTo>
                  <a:pt x="48316" y="104999"/>
                  <a:pt x="54063" y="100650"/>
                  <a:pt x="58570" y="92261"/>
                </a:cubicBezTo>
                <a:moveTo>
                  <a:pt x="41480" y="120842"/>
                </a:moveTo>
                <a:cubicBezTo>
                  <a:pt x="30449" y="120842"/>
                  <a:pt x="20816" y="115716"/>
                  <a:pt x="12428" y="105154"/>
                </a:cubicBezTo>
                <a:cubicBezTo>
                  <a:pt x="4039" y="94593"/>
                  <a:pt x="0" y="79835"/>
                  <a:pt x="0" y="60575"/>
                </a:cubicBezTo>
                <a:cubicBezTo>
                  <a:pt x="0" y="41469"/>
                  <a:pt x="4348" y="26404"/>
                  <a:pt x="13048" y="15221"/>
                </a:cubicBezTo>
                <a:cubicBezTo>
                  <a:pt x="20816" y="5123"/>
                  <a:pt x="30293" y="0"/>
                  <a:pt x="41480" y="0"/>
                </a:cubicBezTo>
                <a:cubicBezTo>
                  <a:pt x="52508" y="0"/>
                  <a:pt x="61985" y="5123"/>
                  <a:pt x="69753" y="15221"/>
                </a:cubicBezTo>
                <a:cubicBezTo>
                  <a:pt x="78452" y="26404"/>
                  <a:pt x="82804" y="41469"/>
                  <a:pt x="82804" y="60575"/>
                </a:cubicBezTo>
                <a:cubicBezTo>
                  <a:pt x="82804" y="79835"/>
                  <a:pt x="78452" y="94903"/>
                  <a:pt x="69753" y="105933"/>
                </a:cubicBezTo>
                <a:cubicBezTo>
                  <a:pt x="61985" y="115871"/>
                  <a:pt x="52508" y="120842"/>
                  <a:pt x="41480" y="12084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path-132">
            <a:extLst xmlns:a="http://schemas.openxmlformats.org/drawingml/2006/main">
              <a:ext uri="{FF2B5EF4-FFF2-40B4-BE49-F238E27FC236}">
                <a16:creationId xmlns:a16="http://schemas.microsoft.com/office/drawing/2014/main" id="{12690B8D-3285-4F29-B7DE-B574D84E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706" y="2168915"/>
            <a:ext cx="80474" cy="118826"/>
          </a:xfrm>
          <a:custGeom xmlns:a="http://schemas.openxmlformats.org/drawingml/2006/main">
            <a:pathLst>
              <a:path w="80474" h="118826">
                <a:moveTo>
                  <a:pt x="41477" y="35726"/>
                </a:moveTo>
                <a:cubicBezTo>
                  <a:pt x="52818" y="35726"/>
                  <a:pt x="62141" y="39611"/>
                  <a:pt x="69440" y="47221"/>
                </a:cubicBezTo>
                <a:cubicBezTo>
                  <a:pt x="76744" y="54986"/>
                  <a:pt x="80474" y="64773"/>
                  <a:pt x="80474" y="76886"/>
                </a:cubicBezTo>
                <a:cubicBezTo>
                  <a:pt x="80474" y="89003"/>
                  <a:pt x="76276" y="99099"/>
                  <a:pt x="68044" y="107019"/>
                </a:cubicBezTo>
                <a:cubicBezTo>
                  <a:pt x="59654" y="114943"/>
                  <a:pt x="49245" y="118826"/>
                  <a:pt x="36662" y="118826"/>
                </a:cubicBezTo>
                <a:cubicBezTo>
                  <a:pt x="21126" y="118826"/>
                  <a:pt x="8854" y="111680"/>
                  <a:pt x="0" y="97235"/>
                </a:cubicBezTo>
                <a:lnTo>
                  <a:pt x="13359" y="85895"/>
                </a:lnTo>
                <a:cubicBezTo>
                  <a:pt x="17089" y="92108"/>
                  <a:pt x="20816" y="96612"/>
                  <a:pt x="24545" y="99099"/>
                </a:cubicBezTo>
                <a:cubicBezTo>
                  <a:pt x="28273" y="101584"/>
                  <a:pt x="33245" y="102982"/>
                  <a:pt x="39458" y="102982"/>
                </a:cubicBezTo>
                <a:cubicBezTo>
                  <a:pt x="45675" y="102982"/>
                  <a:pt x="51266" y="100495"/>
                  <a:pt x="56082" y="95526"/>
                </a:cubicBezTo>
                <a:cubicBezTo>
                  <a:pt x="60742" y="90557"/>
                  <a:pt x="63227" y="84344"/>
                  <a:pt x="63227" y="76886"/>
                </a:cubicBezTo>
                <a:cubicBezTo>
                  <a:pt x="63227" y="69431"/>
                  <a:pt x="60742" y="63373"/>
                  <a:pt x="56082" y="58405"/>
                </a:cubicBezTo>
                <a:cubicBezTo>
                  <a:pt x="51266" y="53589"/>
                  <a:pt x="45052" y="51260"/>
                  <a:pt x="37594" y="51260"/>
                </a:cubicBezTo>
                <a:cubicBezTo>
                  <a:pt x="30139" y="51260"/>
                  <a:pt x="23457" y="54830"/>
                  <a:pt x="17709" y="61666"/>
                </a:cubicBezTo>
                <a:lnTo>
                  <a:pt x="11960" y="61666"/>
                </a:lnTo>
                <a:lnTo>
                  <a:pt x="30293" y="0"/>
                </a:lnTo>
                <a:lnTo>
                  <a:pt x="78763" y="0"/>
                </a:lnTo>
                <a:lnTo>
                  <a:pt x="78763" y="16620"/>
                </a:lnTo>
                <a:lnTo>
                  <a:pt x="42568" y="16620"/>
                </a:lnTo>
                <a:lnTo>
                  <a:pt x="36819" y="36036"/>
                </a:lnTo>
                <a:cubicBezTo>
                  <a:pt x="38526" y="35881"/>
                  <a:pt x="40081" y="35726"/>
                  <a:pt x="41477" y="3572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path-133">
            <a:extLst xmlns:a="http://schemas.openxmlformats.org/drawingml/2006/main">
              <a:ext uri="{FF2B5EF4-FFF2-40B4-BE49-F238E27FC236}">
                <a16:creationId xmlns:a16="http://schemas.microsoft.com/office/drawing/2014/main" id="{122C2A7F-8F13-4E59-A107-56634009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1130" y="2166896"/>
            <a:ext cx="82806" cy="120846"/>
          </a:xfrm>
          <a:custGeom xmlns:a="http://schemas.openxmlformats.org/drawingml/2006/main">
            <a:pathLst>
              <a:path w="82806" h="120846">
                <a:moveTo>
                  <a:pt x="58570" y="92263"/>
                </a:moveTo>
                <a:cubicBezTo>
                  <a:pt x="63075" y="83876"/>
                  <a:pt x="65404" y="73314"/>
                  <a:pt x="65404" y="60579"/>
                </a:cubicBezTo>
                <a:cubicBezTo>
                  <a:pt x="65404" y="47843"/>
                  <a:pt x="63075" y="37124"/>
                  <a:pt x="58570" y="28738"/>
                </a:cubicBezTo>
                <a:cubicBezTo>
                  <a:pt x="53908" y="20350"/>
                  <a:pt x="48161" y="16155"/>
                  <a:pt x="41325" y="16155"/>
                </a:cubicBezTo>
                <a:cubicBezTo>
                  <a:pt x="34489" y="16155"/>
                  <a:pt x="28741" y="20194"/>
                  <a:pt x="24235" y="28581"/>
                </a:cubicBezTo>
                <a:cubicBezTo>
                  <a:pt x="19577" y="36969"/>
                  <a:pt x="17399" y="47530"/>
                  <a:pt x="17399" y="60265"/>
                </a:cubicBezTo>
                <a:cubicBezTo>
                  <a:pt x="17399" y="73005"/>
                  <a:pt x="19577" y="83722"/>
                  <a:pt x="24081" y="92109"/>
                </a:cubicBezTo>
                <a:cubicBezTo>
                  <a:pt x="28586" y="100650"/>
                  <a:pt x="34335" y="105002"/>
                  <a:pt x="41481" y="105002"/>
                </a:cubicBezTo>
                <a:cubicBezTo>
                  <a:pt x="48314" y="105002"/>
                  <a:pt x="54063" y="100650"/>
                  <a:pt x="58570" y="92263"/>
                </a:cubicBezTo>
                <a:moveTo>
                  <a:pt x="41481" y="120846"/>
                </a:moveTo>
                <a:cubicBezTo>
                  <a:pt x="30451" y="120846"/>
                  <a:pt x="20819" y="115719"/>
                  <a:pt x="12430" y="105157"/>
                </a:cubicBezTo>
                <a:cubicBezTo>
                  <a:pt x="4042" y="94595"/>
                  <a:pt x="0" y="79837"/>
                  <a:pt x="0" y="60579"/>
                </a:cubicBezTo>
                <a:cubicBezTo>
                  <a:pt x="0" y="41472"/>
                  <a:pt x="4352" y="26408"/>
                  <a:pt x="13051" y="15223"/>
                </a:cubicBezTo>
                <a:cubicBezTo>
                  <a:pt x="20819" y="5127"/>
                  <a:pt x="30296" y="0"/>
                  <a:pt x="41481" y="0"/>
                </a:cubicBezTo>
                <a:cubicBezTo>
                  <a:pt x="52512" y="0"/>
                  <a:pt x="61986" y="5127"/>
                  <a:pt x="69753" y="15223"/>
                </a:cubicBezTo>
                <a:cubicBezTo>
                  <a:pt x="78453" y="26408"/>
                  <a:pt x="82806" y="41472"/>
                  <a:pt x="82806" y="60579"/>
                </a:cubicBezTo>
                <a:cubicBezTo>
                  <a:pt x="82806" y="79837"/>
                  <a:pt x="78453" y="94905"/>
                  <a:pt x="69753" y="105933"/>
                </a:cubicBezTo>
                <a:cubicBezTo>
                  <a:pt x="61986" y="115874"/>
                  <a:pt x="52512" y="120846"/>
                  <a:pt x="41481" y="12084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path-134">
            <a:extLst xmlns:a="http://schemas.openxmlformats.org/drawingml/2006/main">
              <a:ext uri="{FF2B5EF4-FFF2-40B4-BE49-F238E27FC236}">
                <a16:creationId xmlns:a16="http://schemas.microsoft.com/office/drawing/2014/main" id="{0F52A61F-DBBF-4881-B06D-0B18E2E7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3821" y="2267081"/>
            <a:ext cx="21127" cy="20970"/>
          </a:xfrm>
          <a:custGeom xmlns:a="http://schemas.openxmlformats.org/drawingml/2006/main">
            <a:pathLst>
              <a:path w="21127" h="20970">
                <a:moveTo>
                  <a:pt x="3106" y="18018"/>
                </a:moveTo>
                <a:cubicBezTo>
                  <a:pt x="931" y="16157"/>
                  <a:pt x="0" y="13669"/>
                  <a:pt x="0" y="10717"/>
                </a:cubicBezTo>
                <a:cubicBezTo>
                  <a:pt x="0" y="7767"/>
                  <a:pt x="931" y="5282"/>
                  <a:pt x="3106" y="3108"/>
                </a:cubicBezTo>
                <a:cubicBezTo>
                  <a:pt x="5126" y="1088"/>
                  <a:pt x="7612" y="0"/>
                  <a:pt x="10562" y="0"/>
                </a:cubicBezTo>
                <a:cubicBezTo>
                  <a:pt x="13359" y="0"/>
                  <a:pt x="15845" y="1088"/>
                  <a:pt x="18021" y="3108"/>
                </a:cubicBezTo>
                <a:cubicBezTo>
                  <a:pt x="20039" y="5282"/>
                  <a:pt x="21127" y="7767"/>
                  <a:pt x="21127" y="10563"/>
                </a:cubicBezTo>
                <a:cubicBezTo>
                  <a:pt x="21127" y="13669"/>
                  <a:pt x="20039" y="16157"/>
                  <a:pt x="18021" y="18018"/>
                </a:cubicBezTo>
                <a:cubicBezTo>
                  <a:pt x="16001" y="19882"/>
                  <a:pt x="13517" y="20970"/>
                  <a:pt x="10562" y="20970"/>
                </a:cubicBezTo>
                <a:cubicBezTo>
                  <a:pt x="7612" y="20970"/>
                  <a:pt x="5126" y="19882"/>
                  <a:pt x="3106" y="1801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path-135">
            <a:extLst xmlns:a="http://schemas.openxmlformats.org/drawingml/2006/main">
              <a:ext uri="{FF2B5EF4-FFF2-40B4-BE49-F238E27FC236}">
                <a16:creationId xmlns:a16="http://schemas.microsoft.com/office/drawing/2014/main" id="{47321EB3-874B-45B0-A941-5FA96B3D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495" y="2166896"/>
            <a:ext cx="73636" cy="120846"/>
          </a:xfrm>
          <a:custGeom xmlns:a="http://schemas.openxmlformats.org/drawingml/2006/main">
            <a:pathLst>
              <a:path w="73636" h="120846">
                <a:moveTo>
                  <a:pt x="50644" y="71605"/>
                </a:moveTo>
                <a:cubicBezTo>
                  <a:pt x="46761" y="67879"/>
                  <a:pt x="42098" y="66015"/>
                  <a:pt x="36818" y="66015"/>
                </a:cubicBezTo>
                <a:cubicBezTo>
                  <a:pt x="31535" y="66015"/>
                  <a:pt x="27031" y="67879"/>
                  <a:pt x="23302" y="71605"/>
                </a:cubicBezTo>
                <a:cubicBezTo>
                  <a:pt x="19418" y="75335"/>
                  <a:pt x="17553" y="79992"/>
                  <a:pt x="17553" y="85276"/>
                </a:cubicBezTo>
                <a:cubicBezTo>
                  <a:pt x="17553" y="90712"/>
                  <a:pt x="19418" y="95371"/>
                  <a:pt x="23148" y="99254"/>
                </a:cubicBezTo>
                <a:cubicBezTo>
                  <a:pt x="26876" y="103138"/>
                  <a:pt x="31535" y="105002"/>
                  <a:pt x="36972" y="105002"/>
                </a:cubicBezTo>
                <a:cubicBezTo>
                  <a:pt x="42254" y="105002"/>
                  <a:pt x="46761" y="103138"/>
                  <a:pt x="50644" y="99254"/>
                </a:cubicBezTo>
                <a:cubicBezTo>
                  <a:pt x="54373" y="95526"/>
                  <a:pt x="56392" y="90867"/>
                  <a:pt x="56392" y="85431"/>
                </a:cubicBezTo>
                <a:cubicBezTo>
                  <a:pt x="56392" y="80150"/>
                  <a:pt x="54373" y="75488"/>
                  <a:pt x="50644" y="71605"/>
                </a:cubicBezTo>
                <a:moveTo>
                  <a:pt x="19728" y="33552"/>
                </a:moveTo>
                <a:cubicBezTo>
                  <a:pt x="19574" y="38524"/>
                  <a:pt x="21282" y="42560"/>
                  <a:pt x="24699" y="45979"/>
                </a:cubicBezTo>
                <a:cubicBezTo>
                  <a:pt x="28118" y="49396"/>
                  <a:pt x="32312" y="51105"/>
                  <a:pt x="37284" y="51105"/>
                </a:cubicBezTo>
                <a:cubicBezTo>
                  <a:pt x="41944" y="51105"/>
                  <a:pt x="46138" y="49396"/>
                  <a:pt x="49557" y="45979"/>
                </a:cubicBezTo>
                <a:cubicBezTo>
                  <a:pt x="52975" y="42560"/>
                  <a:pt x="54683" y="38524"/>
                  <a:pt x="54683" y="33707"/>
                </a:cubicBezTo>
                <a:cubicBezTo>
                  <a:pt x="54683" y="28890"/>
                  <a:pt x="52975" y="24698"/>
                  <a:pt x="49557" y="21281"/>
                </a:cubicBezTo>
                <a:cubicBezTo>
                  <a:pt x="46138" y="17864"/>
                  <a:pt x="41944" y="16001"/>
                  <a:pt x="37127" y="16001"/>
                </a:cubicBezTo>
                <a:cubicBezTo>
                  <a:pt x="32312" y="16001"/>
                  <a:pt x="28272" y="17707"/>
                  <a:pt x="24854" y="21126"/>
                </a:cubicBezTo>
                <a:cubicBezTo>
                  <a:pt x="21439" y="24543"/>
                  <a:pt x="19728" y="28738"/>
                  <a:pt x="19728" y="33552"/>
                </a:cubicBezTo>
                <a:moveTo>
                  <a:pt x="15999" y="58250"/>
                </a:moveTo>
                <a:cubicBezTo>
                  <a:pt x="7299" y="52346"/>
                  <a:pt x="3106" y="44269"/>
                  <a:pt x="3106" y="34172"/>
                </a:cubicBezTo>
                <a:cubicBezTo>
                  <a:pt x="3106" y="24234"/>
                  <a:pt x="6368" y="16001"/>
                  <a:pt x="12893" y="9633"/>
                </a:cubicBezTo>
                <a:cubicBezTo>
                  <a:pt x="19418" y="3264"/>
                  <a:pt x="27652" y="0"/>
                  <a:pt x="37284" y="0"/>
                </a:cubicBezTo>
                <a:cubicBezTo>
                  <a:pt x="46915" y="0"/>
                  <a:pt x="54995" y="3264"/>
                  <a:pt x="61517" y="9633"/>
                </a:cubicBezTo>
                <a:cubicBezTo>
                  <a:pt x="68043" y="16001"/>
                  <a:pt x="71306" y="24078"/>
                  <a:pt x="71306" y="33862"/>
                </a:cubicBezTo>
                <a:cubicBezTo>
                  <a:pt x="71306" y="43804"/>
                  <a:pt x="66957" y="51878"/>
                  <a:pt x="58566" y="58092"/>
                </a:cubicBezTo>
                <a:cubicBezTo>
                  <a:pt x="63227" y="60734"/>
                  <a:pt x="66801" y="64463"/>
                  <a:pt x="69598" y="69276"/>
                </a:cubicBezTo>
                <a:cubicBezTo>
                  <a:pt x="72394" y="74247"/>
                  <a:pt x="73636" y="79683"/>
                  <a:pt x="73636" y="85585"/>
                </a:cubicBezTo>
                <a:cubicBezTo>
                  <a:pt x="73636" y="95993"/>
                  <a:pt x="70217" y="104535"/>
                  <a:pt x="63537" y="111058"/>
                </a:cubicBezTo>
                <a:cubicBezTo>
                  <a:pt x="56703" y="117583"/>
                  <a:pt x="48003" y="120846"/>
                  <a:pt x="37284" y="120846"/>
                </a:cubicBezTo>
                <a:cubicBezTo>
                  <a:pt x="26564" y="120846"/>
                  <a:pt x="17709" y="117583"/>
                  <a:pt x="10563" y="110902"/>
                </a:cubicBezTo>
                <a:cubicBezTo>
                  <a:pt x="3416" y="104380"/>
                  <a:pt x="0" y="95993"/>
                  <a:pt x="155" y="85896"/>
                </a:cubicBezTo>
                <a:cubicBezTo>
                  <a:pt x="155" y="72850"/>
                  <a:pt x="5435" y="63530"/>
                  <a:pt x="15999" y="5825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path-136">
            <a:extLst xmlns:a="http://schemas.openxmlformats.org/drawingml/2006/main">
              <a:ext uri="{FF2B5EF4-FFF2-40B4-BE49-F238E27FC236}">
                <a16:creationId xmlns:a16="http://schemas.microsoft.com/office/drawing/2014/main" id="{01959FF6-5EA3-4F6B-B5F3-10A90EA4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1297" y="1360999"/>
            <a:ext cx="80471" cy="118823"/>
          </a:xfrm>
          <a:custGeom xmlns:a="http://schemas.openxmlformats.org/drawingml/2006/main">
            <a:pathLst>
              <a:path w="80471" h="118823">
                <a:moveTo>
                  <a:pt x="41479" y="35724"/>
                </a:moveTo>
                <a:cubicBezTo>
                  <a:pt x="52817" y="35724"/>
                  <a:pt x="62140" y="39607"/>
                  <a:pt x="69440" y="47218"/>
                </a:cubicBezTo>
                <a:cubicBezTo>
                  <a:pt x="76743" y="54986"/>
                  <a:pt x="80471" y="64769"/>
                  <a:pt x="80471" y="76886"/>
                </a:cubicBezTo>
                <a:cubicBezTo>
                  <a:pt x="80471" y="89000"/>
                  <a:pt x="76278" y="99097"/>
                  <a:pt x="68042" y="107019"/>
                </a:cubicBezTo>
                <a:cubicBezTo>
                  <a:pt x="59653" y="114939"/>
                  <a:pt x="49245" y="118823"/>
                  <a:pt x="36663" y="118823"/>
                </a:cubicBezTo>
                <a:cubicBezTo>
                  <a:pt x="21127" y="118823"/>
                  <a:pt x="8854" y="111676"/>
                  <a:pt x="0" y="97231"/>
                </a:cubicBezTo>
                <a:lnTo>
                  <a:pt x="13357" y="85894"/>
                </a:lnTo>
                <a:cubicBezTo>
                  <a:pt x="17086" y="92107"/>
                  <a:pt x="20816" y="96612"/>
                  <a:pt x="24545" y="99097"/>
                </a:cubicBezTo>
                <a:cubicBezTo>
                  <a:pt x="28272" y="101583"/>
                  <a:pt x="33243" y="102980"/>
                  <a:pt x="39456" y="102980"/>
                </a:cubicBezTo>
                <a:cubicBezTo>
                  <a:pt x="45672" y="102980"/>
                  <a:pt x="51266" y="100497"/>
                  <a:pt x="56081" y="95525"/>
                </a:cubicBezTo>
                <a:cubicBezTo>
                  <a:pt x="60740" y="90554"/>
                  <a:pt x="63227" y="84341"/>
                  <a:pt x="63227" y="76886"/>
                </a:cubicBezTo>
                <a:cubicBezTo>
                  <a:pt x="63227" y="69431"/>
                  <a:pt x="60740" y="63373"/>
                  <a:pt x="56081" y="58402"/>
                </a:cubicBezTo>
                <a:cubicBezTo>
                  <a:pt x="51266" y="53586"/>
                  <a:pt x="45049" y="51256"/>
                  <a:pt x="37595" y="51256"/>
                </a:cubicBezTo>
                <a:cubicBezTo>
                  <a:pt x="30136" y="51256"/>
                  <a:pt x="23457" y="54830"/>
                  <a:pt x="17709" y="61663"/>
                </a:cubicBezTo>
                <a:lnTo>
                  <a:pt x="11960" y="61663"/>
                </a:lnTo>
                <a:lnTo>
                  <a:pt x="30293" y="0"/>
                </a:lnTo>
                <a:lnTo>
                  <a:pt x="78761" y="0"/>
                </a:lnTo>
                <a:lnTo>
                  <a:pt x="78761" y="16620"/>
                </a:lnTo>
                <a:lnTo>
                  <a:pt x="42566" y="16620"/>
                </a:lnTo>
                <a:lnTo>
                  <a:pt x="36818" y="36034"/>
                </a:lnTo>
                <a:cubicBezTo>
                  <a:pt x="38526" y="35879"/>
                  <a:pt x="40079" y="35724"/>
                  <a:pt x="41479" y="3572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path-137">
            <a:extLst xmlns:a="http://schemas.openxmlformats.org/drawingml/2006/main">
              <a:ext uri="{FF2B5EF4-FFF2-40B4-BE49-F238E27FC236}">
                <a16:creationId xmlns:a16="http://schemas.microsoft.com/office/drawing/2014/main" id="{0FD73C78-8E87-499F-869D-CA04DCEB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5226" y="1358979"/>
            <a:ext cx="73638" cy="120842"/>
          </a:xfrm>
          <a:custGeom xmlns:a="http://schemas.openxmlformats.org/drawingml/2006/main">
            <a:pathLst>
              <a:path w="73638" h="120842">
                <a:moveTo>
                  <a:pt x="50646" y="71605"/>
                </a:moveTo>
                <a:cubicBezTo>
                  <a:pt x="46763" y="67876"/>
                  <a:pt x="42103" y="66012"/>
                  <a:pt x="36819" y="66012"/>
                </a:cubicBezTo>
                <a:cubicBezTo>
                  <a:pt x="31537" y="66012"/>
                  <a:pt x="27032" y="67876"/>
                  <a:pt x="23303" y="71605"/>
                </a:cubicBezTo>
                <a:cubicBezTo>
                  <a:pt x="19419" y="75331"/>
                  <a:pt x="17554" y="79992"/>
                  <a:pt x="17554" y="85273"/>
                </a:cubicBezTo>
                <a:cubicBezTo>
                  <a:pt x="17554" y="90708"/>
                  <a:pt x="19419" y="95370"/>
                  <a:pt x="23148" y="99251"/>
                </a:cubicBezTo>
                <a:cubicBezTo>
                  <a:pt x="26877" y="103135"/>
                  <a:pt x="31537" y="104999"/>
                  <a:pt x="36973" y="104999"/>
                </a:cubicBezTo>
                <a:cubicBezTo>
                  <a:pt x="42257" y="104999"/>
                  <a:pt x="46763" y="103135"/>
                  <a:pt x="50646" y="99251"/>
                </a:cubicBezTo>
                <a:cubicBezTo>
                  <a:pt x="54372" y="95525"/>
                  <a:pt x="56393" y="90864"/>
                  <a:pt x="56393" y="85428"/>
                </a:cubicBezTo>
                <a:cubicBezTo>
                  <a:pt x="56393" y="80148"/>
                  <a:pt x="54372" y="75488"/>
                  <a:pt x="50646" y="71605"/>
                </a:cubicBezTo>
                <a:moveTo>
                  <a:pt x="19731" y="33549"/>
                </a:moveTo>
                <a:cubicBezTo>
                  <a:pt x="19573" y="38520"/>
                  <a:pt x="21283" y="42558"/>
                  <a:pt x="24703" y="45975"/>
                </a:cubicBezTo>
                <a:cubicBezTo>
                  <a:pt x="28119" y="49392"/>
                  <a:pt x="32314" y="51102"/>
                  <a:pt x="37286" y="51102"/>
                </a:cubicBezTo>
                <a:cubicBezTo>
                  <a:pt x="41946" y="51102"/>
                  <a:pt x="46140" y="49392"/>
                  <a:pt x="49558" y="45975"/>
                </a:cubicBezTo>
                <a:cubicBezTo>
                  <a:pt x="52976" y="42558"/>
                  <a:pt x="54686" y="38520"/>
                  <a:pt x="54686" y="33704"/>
                </a:cubicBezTo>
                <a:cubicBezTo>
                  <a:pt x="54686" y="28891"/>
                  <a:pt x="52976" y="24697"/>
                  <a:pt x="49558" y="21279"/>
                </a:cubicBezTo>
                <a:cubicBezTo>
                  <a:pt x="46140" y="17862"/>
                  <a:pt x="41946" y="15998"/>
                  <a:pt x="37131" y="15998"/>
                </a:cubicBezTo>
                <a:cubicBezTo>
                  <a:pt x="32314" y="15998"/>
                  <a:pt x="28273" y="17707"/>
                  <a:pt x="24857" y="21123"/>
                </a:cubicBezTo>
                <a:cubicBezTo>
                  <a:pt x="21439" y="24540"/>
                  <a:pt x="19731" y="28734"/>
                  <a:pt x="19731" y="33549"/>
                </a:cubicBezTo>
                <a:moveTo>
                  <a:pt x="16003" y="58247"/>
                </a:moveTo>
                <a:cubicBezTo>
                  <a:pt x="7304" y="52343"/>
                  <a:pt x="3106" y="44266"/>
                  <a:pt x="3106" y="34171"/>
                </a:cubicBezTo>
                <a:cubicBezTo>
                  <a:pt x="3106" y="24230"/>
                  <a:pt x="6370" y="15998"/>
                  <a:pt x="12894" y="9630"/>
                </a:cubicBezTo>
                <a:cubicBezTo>
                  <a:pt x="19419" y="3262"/>
                  <a:pt x="27654" y="0"/>
                  <a:pt x="37286" y="0"/>
                </a:cubicBezTo>
                <a:cubicBezTo>
                  <a:pt x="46917" y="0"/>
                  <a:pt x="54995" y="3262"/>
                  <a:pt x="61521" y="9630"/>
                </a:cubicBezTo>
                <a:cubicBezTo>
                  <a:pt x="68047" y="15998"/>
                  <a:pt x="71308" y="24075"/>
                  <a:pt x="71308" y="33860"/>
                </a:cubicBezTo>
                <a:cubicBezTo>
                  <a:pt x="71308" y="43801"/>
                  <a:pt x="66957" y="51879"/>
                  <a:pt x="58570" y="58092"/>
                </a:cubicBezTo>
                <a:cubicBezTo>
                  <a:pt x="63230" y="60731"/>
                  <a:pt x="66802" y="64460"/>
                  <a:pt x="69598" y="69276"/>
                </a:cubicBezTo>
                <a:cubicBezTo>
                  <a:pt x="72395" y="74244"/>
                  <a:pt x="73638" y="79682"/>
                  <a:pt x="73638" y="85584"/>
                </a:cubicBezTo>
                <a:cubicBezTo>
                  <a:pt x="73638" y="95989"/>
                  <a:pt x="70221" y="104531"/>
                  <a:pt x="63541" y="111057"/>
                </a:cubicBezTo>
                <a:cubicBezTo>
                  <a:pt x="56705" y="117580"/>
                  <a:pt x="48005" y="120842"/>
                  <a:pt x="37286" y="120842"/>
                </a:cubicBezTo>
                <a:cubicBezTo>
                  <a:pt x="26567" y="120842"/>
                  <a:pt x="17709" y="117580"/>
                  <a:pt x="10564" y="110903"/>
                </a:cubicBezTo>
                <a:cubicBezTo>
                  <a:pt x="3418" y="104376"/>
                  <a:pt x="0" y="95989"/>
                  <a:pt x="156" y="85895"/>
                </a:cubicBezTo>
                <a:cubicBezTo>
                  <a:pt x="156" y="72847"/>
                  <a:pt x="5438" y="63528"/>
                  <a:pt x="16003" y="5824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path-138">
            <a:extLst xmlns:a="http://schemas.openxmlformats.org/drawingml/2006/main">
              <a:ext uri="{FF2B5EF4-FFF2-40B4-BE49-F238E27FC236}">
                <a16:creationId xmlns:a16="http://schemas.microsoft.com/office/drawing/2014/main" id="{5F9B066E-E115-4BD0-9D3A-68A309B8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410" y="1459163"/>
            <a:ext cx="21130" cy="20971"/>
          </a:xfrm>
          <a:custGeom xmlns:a="http://schemas.openxmlformats.org/drawingml/2006/main">
            <a:pathLst>
              <a:path w="21130" h="20971">
                <a:moveTo>
                  <a:pt x="3106" y="18018"/>
                </a:moveTo>
                <a:cubicBezTo>
                  <a:pt x="933" y="16155"/>
                  <a:pt x="0" y="13668"/>
                  <a:pt x="0" y="10719"/>
                </a:cubicBezTo>
                <a:cubicBezTo>
                  <a:pt x="0" y="7768"/>
                  <a:pt x="933" y="5281"/>
                  <a:pt x="3106" y="3106"/>
                </a:cubicBezTo>
                <a:cubicBezTo>
                  <a:pt x="5127" y="1086"/>
                  <a:pt x="7613" y="0"/>
                  <a:pt x="10564" y="0"/>
                </a:cubicBezTo>
                <a:cubicBezTo>
                  <a:pt x="13359" y="0"/>
                  <a:pt x="15846" y="1086"/>
                  <a:pt x="18019" y="3106"/>
                </a:cubicBezTo>
                <a:cubicBezTo>
                  <a:pt x="20039" y="5281"/>
                  <a:pt x="21130" y="7768"/>
                  <a:pt x="21130" y="10562"/>
                </a:cubicBezTo>
                <a:cubicBezTo>
                  <a:pt x="21130" y="13668"/>
                  <a:pt x="20039" y="16155"/>
                  <a:pt x="18019" y="18018"/>
                </a:cubicBezTo>
                <a:cubicBezTo>
                  <a:pt x="16000" y="19881"/>
                  <a:pt x="13517" y="20971"/>
                  <a:pt x="10564" y="20971"/>
                </a:cubicBezTo>
                <a:cubicBezTo>
                  <a:pt x="7613" y="20971"/>
                  <a:pt x="5127" y="19881"/>
                  <a:pt x="3106" y="1801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path-139">
            <a:extLst xmlns:a="http://schemas.openxmlformats.org/drawingml/2006/main">
              <a:ext uri="{FF2B5EF4-FFF2-40B4-BE49-F238E27FC236}">
                <a16:creationId xmlns:a16="http://schemas.microsoft.com/office/drawing/2014/main" id="{24A46A17-A55B-42BD-9310-B1A8FFFD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9084" y="1358979"/>
            <a:ext cx="73635" cy="120842"/>
          </a:xfrm>
          <a:custGeom xmlns:a="http://schemas.openxmlformats.org/drawingml/2006/main">
            <a:pathLst>
              <a:path w="73635" h="120842">
                <a:moveTo>
                  <a:pt x="50643" y="71605"/>
                </a:moveTo>
                <a:cubicBezTo>
                  <a:pt x="46759" y="67876"/>
                  <a:pt x="42099" y="66012"/>
                  <a:pt x="36818" y="66012"/>
                </a:cubicBezTo>
                <a:cubicBezTo>
                  <a:pt x="31537" y="66012"/>
                  <a:pt x="27031" y="67876"/>
                  <a:pt x="23303" y="71605"/>
                </a:cubicBezTo>
                <a:cubicBezTo>
                  <a:pt x="19419" y="75331"/>
                  <a:pt x="17554" y="79992"/>
                  <a:pt x="17554" y="85273"/>
                </a:cubicBezTo>
                <a:cubicBezTo>
                  <a:pt x="17554" y="90708"/>
                  <a:pt x="19419" y="95370"/>
                  <a:pt x="23146" y="99251"/>
                </a:cubicBezTo>
                <a:cubicBezTo>
                  <a:pt x="26876" y="103135"/>
                  <a:pt x="31537" y="104999"/>
                  <a:pt x="36972" y="104999"/>
                </a:cubicBezTo>
                <a:cubicBezTo>
                  <a:pt x="42257" y="104999"/>
                  <a:pt x="46759" y="103135"/>
                  <a:pt x="50643" y="99251"/>
                </a:cubicBezTo>
                <a:cubicBezTo>
                  <a:pt x="54372" y="95525"/>
                  <a:pt x="56392" y="90864"/>
                  <a:pt x="56392" y="85428"/>
                </a:cubicBezTo>
                <a:cubicBezTo>
                  <a:pt x="56392" y="80148"/>
                  <a:pt x="54372" y="75488"/>
                  <a:pt x="50643" y="71605"/>
                </a:cubicBezTo>
                <a:moveTo>
                  <a:pt x="19728" y="33549"/>
                </a:moveTo>
                <a:cubicBezTo>
                  <a:pt x="19573" y="38520"/>
                  <a:pt x="21283" y="42558"/>
                  <a:pt x="24699" y="45975"/>
                </a:cubicBezTo>
                <a:cubicBezTo>
                  <a:pt x="28117" y="49392"/>
                  <a:pt x="32312" y="51102"/>
                  <a:pt x="37282" y="51102"/>
                </a:cubicBezTo>
                <a:cubicBezTo>
                  <a:pt x="41943" y="51102"/>
                  <a:pt x="46140" y="49392"/>
                  <a:pt x="49556" y="45975"/>
                </a:cubicBezTo>
                <a:cubicBezTo>
                  <a:pt x="52976" y="42558"/>
                  <a:pt x="54683" y="38520"/>
                  <a:pt x="54683" y="33704"/>
                </a:cubicBezTo>
                <a:cubicBezTo>
                  <a:pt x="54683" y="28891"/>
                  <a:pt x="52976" y="24697"/>
                  <a:pt x="49556" y="21279"/>
                </a:cubicBezTo>
                <a:cubicBezTo>
                  <a:pt x="46140" y="17862"/>
                  <a:pt x="41943" y="15998"/>
                  <a:pt x="37129" y="15998"/>
                </a:cubicBezTo>
                <a:cubicBezTo>
                  <a:pt x="32312" y="15998"/>
                  <a:pt x="28273" y="17707"/>
                  <a:pt x="24857" y="21123"/>
                </a:cubicBezTo>
                <a:cubicBezTo>
                  <a:pt x="21437" y="24540"/>
                  <a:pt x="19728" y="28734"/>
                  <a:pt x="19728" y="33549"/>
                </a:cubicBezTo>
                <a:moveTo>
                  <a:pt x="15999" y="58247"/>
                </a:moveTo>
                <a:cubicBezTo>
                  <a:pt x="7300" y="52343"/>
                  <a:pt x="3106" y="44266"/>
                  <a:pt x="3106" y="34171"/>
                </a:cubicBezTo>
                <a:cubicBezTo>
                  <a:pt x="3106" y="24230"/>
                  <a:pt x="6367" y="15998"/>
                  <a:pt x="12893" y="9630"/>
                </a:cubicBezTo>
                <a:cubicBezTo>
                  <a:pt x="19419" y="3262"/>
                  <a:pt x="27653" y="0"/>
                  <a:pt x="37282" y="0"/>
                </a:cubicBezTo>
                <a:cubicBezTo>
                  <a:pt x="46915" y="0"/>
                  <a:pt x="54995" y="3262"/>
                  <a:pt x="61520" y="9630"/>
                </a:cubicBezTo>
                <a:cubicBezTo>
                  <a:pt x="68044" y="15998"/>
                  <a:pt x="71308" y="24075"/>
                  <a:pt x="71308" y="33860"/>
                </a:cubicBezTo>
                <a:cubicBezTo>
                  <a:pt x="71308" y="43801"/>
                  <a:pt x="66956" y="51879"/>
                  <a:pt x="58566" y="58092"/>
                </a:cubicBezTo>
                <a:cubicBezTo>
                  <a:pt x="63227" y="60731"/>
                  <a:pt x="66802" y="64460"/>
                  <a:pt x="69598" y="69276"/>
                </a:cubicBezTo>
                <a:cubicBezTo>
                  <a:pt x="72394" y="74244"/>
                  <a:pt x="73635" y="79682"/>
                  <a:pt x="73635" y="85584"/>
                </a:cubicBezTo>
                <a:cubicBezTo>
                  <a:pt x="73635" y="95989"/>
                  <a:pt x="70220" y="104531"/>
                  <a:pt x="63539" y="111057"/>
                </a:cubicBezTo>
                <a:cubicBezTo>
                  <a:pt x="56703" y="117580"/>
                  <a:pt x="48005" y="120842"/>
                  <a:pt x="37282" y="120842"/>
                </a:cubicBezTo>
                <a:cubicBezTo>
                  <a:pt x="26563" y="120842"/>
                  <a:pt x="17709" y="117580"/>
                  <a:pt x="10564" y="110903"/>
                </a:cubicBezTo>
                <a:cubicBezTo>
                  <a:pt x="3416" y="104376"/>
                  <a:pt x="0" y="95989"/>
                  <a:pt x="154" y="85895"/>
                </a:cubicBezTo>
                <a:cubicBezTo>
                  <a:pt x="154" y="72847"/>
                  <a:pt x="5437" y="63528"/>
                  <a:pt x="15999" y="5824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path-140">
            <a:extLst xmlns:a="http://schemas.openxmlformats.org/drawingml/2006/main">
              <a:ext uri="{FF2B5EF4-FFF2-40B4-BE49-F238E27FC236}">
                <a16:creationId xmlns:a16="http://schemas.microsoft.com/office/drawing/2014/main" id="{CA0C46F9-2E00-440F-B0D4-06F05C11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93" y="4753495"/>
            <a:ext cx="8567409" cy="5555485"/>
          </a:xfrm>
          <a:custGeom xmlns:a="http://schemas.openxmlformats.org/drawingml/2006/main">
            <a:pathLst>
              <a:path w="8567409" h="5555485">
                <a:moveTo>
                  <a:pt x="0" y="271612"/>
                </a:moveTo>
                <a:cubicBezTo>
                  <a:pt x="0" y="121604"/>
                  <a:pt x="121604" y="0"/>
                  <a:pt x="271610" y="0"/>
                </a:cubicBezTo>
                <a:lnTo>
                  <a:pt x="8295798" y="0"/>
                </a:lnTo>
                <a:cubicBezTo>
                  <a:pt x="8445803" y="0"/>
                  <a:pt x="8567409" y="121604"/>
                  <a:pt x="8567409" y="271612"/>
                </a:cubicBezTo>
                <a:lnTo>
                  <a:pt x="8567409" y="5283873"/>
                </a:lnTo>
                <a:cubicBezTo>
                  <a:pt x="8567409" y="5433878"/>
                  <a:pt x="8445803" y="5555485"/>
                  <a:pt x="8295798" y="5555485"/>
                </a:cubicBezTo>
                <a:lnTo>
                  <a:pt x="271610" y="5555485"/>
                </a:lnTo>
                <a:cubicBezTo>
                  <a:pt x="121604" y="5555485"/>
                  <a:pt x="0" y="5433878"/>
                  <a:pt x="0" y="5283873"/>
                </a:cubicBezTo>
                <a:lnTo>
                  <a:pt x="0" y="271612"/>
                </a:lnTo>
              </a:path>
            </a:pathLst>
          </a:custGeom>
          <a:noFill xmlns:a="http://schemas.openxmlformats.org/drawingml/2006/main"/>
          <a:ln xmlns:a="http://schemas.openxmlformats.org/drawingml/2006/main" w="38735">
            <a:solidFill>
              <a:srgbClr val="002060"/>
            </a:solidFill>
            <a:prstDash val="solid"/>
          </a:ln>
        </p:spPr>
      </p:sp>
      <p:sp>
        <p:nvSpPr>
          <p:cNvPr id="141" name="path-141">
            <a:extLst xmlns:a="http://schemas.openxmlformats.org/drawingml/2006/main">
              <a:ext uri="{FF2B5EF4-FFF2-40B4-BE49-F238E27FC236}">
                <a16:creationId xmlns:a16="http://schemas.microsoft.com/office/drawing/2014/main" id="{B4C79DB7-33C7-43B7-A6CF-CD659131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5341" y="4753495"/>
            <a:ext cx="8567410" cy="5555485"/>
          </a:xfrm>
          <a:custGeom xmlns:a="http://schemas.openxmlformats.org/drawingml/2006/main">
            <a:pathLst>
              <a:path w="8567410" h="5555485">
                <a:moveTo>
                  <a:pt x="0" y="241000"/>
                </a:moveTo>
                <a:cubicBezTo>
                  <a:pt x="0" y="107899"/>
                  <a:pt x="107900" y="0"/>
                  <a:pt x="241000" y="0"/>
                </a:cubicBezTo>
                <a:lnTo>
                  <a:pt x="8326407" y="0"/>
                </a:lnTo>
                <a:cubicBezTo>
                  <a:pt x="8459509" y="0"/>
                  <a:pt x="8567410" y="107899"/>
                  <a:pt x="8567410" y="241000"/>
                </a:cubicBezTo>
                <a:lnTo>
                  <a:pt x="8567410" y="5314482"/>
                </a:lnTo>
                <a:cubicBezTo>
                  <a:pt x="8567410" y="5447584"/>
                  <a:pt x="8459509" y="5555485"/>
                  <a:pt x="8326407" y="5555485"/>
                </a:cubicBezTo>
                <a:lnTo>
                  <a:pt x="241000" y="5555485"/>
                </a:lnTo>
                <a:cubicBezTo>
                  <a:pt x="107900" y="5555485"/>
                  <a:pt x="0" y="5447584"/>
                  <a:pt x="0" y="5314482"/>
                </a:cubicBezTo>
                <a:lnTo>
                  <a:pt x="0" y="241000"/>
                </a:lnTo>
              </a:path>
            </a:pathLst>
          </a:custGeom>
          <a:noFill xmlns:a="http://schemas.openxmlformats.org/drawingml/2006/main"/>
          <a:ln xmlns:a="http://schemas.openxmlformats.org/drawingml/2006/main" w="38735">
            <a:solidFill>
              <a:srgbClr val="002060"/>
            </a:solidFill>
            <a:prstDash val="solid"/>
          </a:ln>
        </p:spPr>
      </p:sp>
      <p:sp>
        <p:nvSpPr>
          <p:cNvPr id="142" name="path-142">
            <a:extLst xmlns:a="http://schemas.openxmlformats.org/drawingml/2006/main">
              <a:ext uri="{FF2B5EF4-FFF2-40B4-BE49-F238E27FC236}">
                <a16:creationId xmlns:a16="http://schemas.microsoft.com/office/drawing/2014/main" id="{9E8DBB59-9059-413A-B6DF-964AABF0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87" y="7329725"/>
            <a:ext cx="3620080" cy="2178291"/>
          </a:xfrm>
          <a:custGeom xmlns:a="http://schemas.openxmlformats.org/drawingml/2006/main">
            <a:pathLst>
              <a:path w="3620080" h="2178291">
                <a:moveTo>
                  <a:pt x="0" y="0"/>
                </a:moveTo>
                <a:lnTo>
                  <a:pt x="3620080" y="0"/>
                </a:lnTo>
                <a:lnTo>
                  <a:pt x="3620080" y="2178291"/>
                </a:lnTo>
                <a:lnTo>
                  <a:pt x="0" y="2178291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path-143">
            <a:extLst xmlns:a="http://schemas.openxmlformats.org/drawingml/2006/main">
              <a:ext uri="{FF2B5EF4-FFF2-40B4-BE49-F238E27FC236}">
                <a16:creationId xmlns:a16="http://schemas.microsoft.com/office/drawing/2014/main" id="{8B2A3077-BE4D-41B9-9C9D-6B4D8ECD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87" y="7329725"/>
            <a:ext cx="3620081" cy="2178289"/>
          </a:xfrm>
          <a:custGeom xmlns:a="http://schemas.openxmlformats.org/drawingml/2006/main">
            <a:pathLst>
              <a:path w="3620081" h="2178289">
                <a:moveTo>
                  <a:pt x="0" y="0"/>
                </a:moveTo>
                <a:lnTo>
                  <a:pt x="0" y="2178289"/>
                </a:lnTo>
                <a:lnTo>
                  <a:pt x="3620081" y="2178289"/>
                </a:lnTo>
                <a:lnTo>
                  <a:pt x="362008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279">
            <a:solidFill>
              <a:srgbClr val="042433"/>
            </a:solidFill>
            <a:prstDash val="solid"/>
          </a:ln>
        </p:spPr>
      </p:sp>
      <p:sp>
        <p:nvSpPr>
          <p:cNvPr id="144" name="path-144">
            <a:extLst xmlns:a="http://schemas.openxmlformats.org/drawingml/2006/main">
              <a:ext uri="{FF2B5EF4-FFF2-40B4-BE49-F238E27FC236}">
                <a16:creationId xmlns:a16="http://schemas.microsoft.com/office/drawing/2014/main" id="{9F67A839-8DE0-460C-8D94-2003ED9C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744" y="8041412"/>
            <a:ext cx="486432" cy="1466601"/>
          </a:xfrm>
          <a:custGeom xmlns:a="http://schemas.openxmlformats.org/drawingml/2006/main">
            <a:pathLst>
              <a:path w="486432" h="1466601">
                <a:moveTo>
                  <a:pt x="0" y="0"/>
                </a:moveTo>
                <a:lnTo>
                  <a:pt x="486432" y="0"/>
                </a:lnTo>
                <a:lnTo>
                  <a:pt x="486432" y="1466601"/>
                </a:lnTo>
                <a:lnTo>
                  <a:pt x="0" y="1466601"/>
                </a:lnTo>
                <a:close/>
              </a:path>
            </a:pathLst>
          </a:custGeom>
          <a:solidFill xmlns:a="http://schemas.openxmlformats.org/drawingml/2006/main">
            <a:srgbClr val="003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path-145">
            <a:extLst xmlns:a="http://schemas.openxmlformats.org/drawingml/2006/main">
              <a:ext uri="{FF2B5EF4-FFF2-40B4-BE49-F238E27FC236}">
                <a16:creationId xmlns:a16="http://schemas.microsoft.com/office/drawing/2014/main" id="{A4FB70CC-585D-4920-AB22-9E60E255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744" y="8041412"/>
            <a:ext cx="486432" cy="1466599"/>
          </a:xfrm>
          <a:custGeom xmlns:a="http://schemas.openxmlformats.org/drawingml/2006/main">
            <a:pathLst>
              <a:path w="486432" h="1466599">
                <a:moveTo>
                  <a:pt x="0" y="0"/>
                </a:moveTo>
                <a:lnTo>
                  <a:pt x="0" y="1466599"/>
                </a:lnTo>
                <a:lnTo>
                  <a:pt x="486432" y="1466599"/>
                </a:lnTo>
                <a:lnTo>
                  <a:pt x="48643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823">
            <a:solidFill>
              <a:srgbClr val="042433"/>
            </a:solidFill>
            <a:prstDash val="solid"/>
          </a:ln>
        </p:spPr>
      </p:sp>
      <p:sp>
        <p:nvSpPr>
          <p:cNvPr id="146" name="path-146">
            <a:extLst xmlns:a="http://schemas.openxmlformats.org/drawingml/2006/main">
              <a:ext uri="{FF2B5EF4-FFF2-40B4-BE49-F238E27FC236}">
                <a16:creationId xmlns:a16="http://schemas.microsoft.com/office/drawing/2014/main" id="{D1797A58-4208-41FC-A526-56FBDBC4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863" y="8292870"/>
            <a:ext cx="486432" cy="1215148"/>
          </a:xfrm>
          <a:custGeom xmlns:a="http://schemas.openxmlformats.org/drawingml/2006/main">
            <a:pathLst>
              <a:path w="486432" h="1215148">
                <a:moveTo>
                  <a:pt x="0" y="0"/>
                </a:moveTo>
                <a:lnTo>
                  <a:pt x="486432" y="0"/>
                </a:lnTo>
                <a:lnTo>
                  <a:pt x="486432" y="1215148"/>
                </a:lnTo>
                <a:lnTo>
                  <a:pt x="0" y="1215148"/>
                </a:lnTo>
                <a:close/>
              </a:path>
            </a:pathLst>
          </a:custGeom>
          <a:solidFill xmlns:a="http://schemas.openxmlformats.org/drawingml/2006/main">
            <a:srgbClr val="C7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path-147">
            <a:extLst xmlns:a="http://schemas.openxmlformats.org/drawingml/2006/main">
              <a:ext uri="{FF2B5EF4-FFF2-40B4-BE49-F238E27FC236}">
                <a16:creationId xmlns:a16="http://schemas.microsoft.com/office/drawing/2014/main" id="{E0F5AAE3-69BF-4ECC-BA2C-B68B3C47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863" y="8292870"/>
            <a:ext cx="486432" cy="1215146"/>
          </a:xfrm>
          <a:custGeom xmlns:a="http://schemas.openxmlformats.org/drawingml/2006/main">
            <a:pathLst>
              <a:path w="486432" h="1215146">
                <a:moveTo>
                  <a:pt x="0" y="0"/>
                </a:moveTo>
                <a:lnTo>
                  <a:pt x="0" y="1215146"/>
                </a:lnTo>
                <a:lnTo>
                  <a:pt x="486432" y="1215146"/>
                </a:lnTo>
                <a:lnTo>
                  <a:pt x="48643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823">
            <a:solidFill>
              <a:srgbClr val="042433"/>
            </a:solidFill>
            <a:prstDash val="solid"/>
          </a:ln>
        </p:spPr>
      </p:sp>
      <p:sp>
        <p:nvSpPr>
          <p:cNvPr id="148" name="path-148">
            <a:extLst xmlns:a="http://schemas.openxmlformats.org/drawingml/2006/main">
              <a:ext uri="{FF2B5EF4-FFF2-40B4-BE49-F238E27FC236}">
                <a16:creationId xmlns:a16="http://schemas.microsoft.com/office/drawing/2014/main" id="{5F76F2AE-57AA-466C-B42F-367DE381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654" y="8457955"/>
            <a:ext cx="486432" cy="1050061"/>
          </a:xfrm>
          <a:custGeom xmlns:a="http://schemas.openxmlformats.org/drawingml/2006/main">
            <a:pathLst>
              <a:path w="486432" h="1050061">
                <a:moveTo>
                  <a:pt x="0" y="0"/>
                </a:moveTo>
                <a:lnTo>
                  <a:pt x="486432" y="0"/>
                </a:lnTo>
                <a:lnTo>
                  <a:pt x="486432" y="1050061"/>
                </a:lnTo>
                <a:lnTo>
                  <a:pt x="0" y="1050061"/>
                </a:lnTo>
                <a:close/>
              </a:path>
            </a:pathLst>
          </a:custGeom>
          <a:solidFill xmlns:a="http://schemas.openxmlformats.org/drawingml/2006/main">
            <a:srgbClr val="003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path-149">
            <a:extLst xmlns:a="http://schemas.openxmlformats.org/drawingml/2006/main">
              <a:ext uri="{FF2B5EF4-FFF2-40B4-BE49-F238E27FC236}">
                <a16:creationId xmlns:a16="http://schemas.microsoft.com/office/drawing/2014/main" id="{531BC59B-2A5E-4454-B59B-1755A7C1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654" y="8457955"/>
            <a:ext cx="486432" cy="1050061"/>
          </a:xfrm>
          <a:custGeom xmlns:a="http://schemas.openxmlformats.org/drawingml/2006/main">
            <a:pathLst>
              <a:path w="486432" h="1050061">
                <a:moveTo>
                  <a:pt x="0" y="0"/>
                </a:moveTo>
                <a:lnTo>
                  <a:pt x="0" y="1050061"/>
                </a:lnTo>
                <a:lnTo>
                  <a:pt x="486432" y="1050061"/>
                </a:lnTo>
                <a:lnTo>
                  <a:pt x="48643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823">
            <a:solidFill>
              <a:srgbClr val="042433"/>
            </a:solidFill>
            <a:prstDash val="solid"/>
          </a:ln>
        </p:spPr>
      </p:sp>
      <p:sp>
        <p:nvSpPr>
          <p:cNvPr id="150" name="path-150">
            <a:extLst xmlns:a="http://schemas.openxmlformats.org/drawingml/2006/main">
              <a:ext uri="{FF2B5EF4-FFF2-40B4-BE49-F238E27FC236}">
                <a16:creationId xmlns:a16="http://schemas.microsoft.com/office/drawing/2014/main" id="{1359F66B-2A7B-4FD4-8F77-5F7361E6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319" y="8841041"/>
            <a:ext cx="486434" cy="666973"/>
          </a:xfrm>
          <a:custGeom xmlns:a="http://schemas.openxmlformats.org/drawingml/2006/main">
            <a:pathLst>
              <a:path w="486434" h="666973">
                <a:moveTo>
                  <a:pt x="0" y="0"/>
                </a:moveTo>
                <a:lnTo>
                  <a:pt x="486434" y="0"/>
                </a:lnTo>
                <a:lnTo>
                  <a:pt x="486434" y="666973"/>
                </a:lnTo>
                <a:lnTo>
                  <a:pt x="0" y="666973"/>
                </a:lnTo>
                <a:close/>
              </a:path>
            </a:pathLst>
          </a:custGeom>
          <a:solidFill xmlns:a="http://schemas.openxmlformats.org/drawingml/2006/main">
            <a:srgbClr val="C7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path-151">
            <a:extLst xmlns:a="http://schemas.openxmlformats.org/drawingml/2006/main">
              <a:ext uri="{FF2B5EF4-FFF2-40B4-BE49-F238E27FC236}">
                <a16:creationId xmlns:a16="http://schemas.microsoft.com/office/drawing/2014/main" id="{DE4FBB2C-3E08-47A1-9ACB-8473DE39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319" y="8841041"/>
            <a:ext cx="486436" cy="666973"/>
          </a:xfrm>
          <a:custGeom xmlns:a="http://schemas.openxmlformats.org/drawingml/2006/main">
            <a:pathLst>
              <a:path w="486436" h="666973">
                <a:moveTo>
                  <a:pt x="0" y="0"/>
                </a:moveTo>
                <a:lnTo>
                  <a:pt x="0" y="666973"/>
                </a:lnTo>
                <a:lnTo>
                  <a:pt x="486436" y="666973"/>
                </a:lnTo>
                <a:lnTo>
                  <a:pt x="4864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823">
            <a:solidFill>
              <a:srgbClr val="042433"/>
            </a:solidFill>
            <a:prstDash val="solid"/>
          </a:ln>
        </p:spPr>
      </p:sp>
      <p:sp>
        <p:nvSpPr>
          <p:cNvPr id="152" name="path-152">
            <a:extLst xmlns:a="http://schemas.openxmlformats.org/drawingml/2006/main">
              <a:ext uri="{FF2B5EF4-FFF2-40B4-BE49-F238E27FC236}">
                <a16:creationId xmlns:a16="http://schemas.microsoft.com/office/drawing/2014/main" id="{82260BEF-D1D1-4E01-A99A-07B32659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474" y="7335676"/>
            <a:ext cx="1795591" cy="2172340"/>
          </a:xfrm>
          <a:custGeom xmlns:a="http://schemas.openxmlformats.org/drawingml/2006/main">
            <a:pathLst>
              <a:path w="1795591" h="2172340">
                <a:moveTo>
                  <a:pt x="0" y="0"/>
                </a:moveTo>
                <a:lnTo>
                  <a:pt x="1795591" y="0"/>
                </a:lnTo>
                <a:lnTo>
                  <a:pt x="1795591" y="2172340"/>
                </a:lnTo>
                <a:lnTo>
                  <a:pt x="0" y="217234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path-153">
            <a:extLst xmlns:a="http://schemas.openxmlformats.org/drawingml/2006/main">
              <a:ext uri="{FF2B5EF4-FFF2-40B4-BE49-F238E27FC236}">
                <a16:creationId xmlns:a16="http://schemas.microsoft.com/office/drawing/2014/main" id="{B3934AF7-3B1E-4091-A5E6-3823AFDB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474" y="7335676"/>
            <a:ext cx="1795592" cy="2172338"/>
          </a:xfrm>
          <a:custGeom xmlns:a="http://schemas.openxmlformats.org/drawingml/2006/main">
            <a:pathLst>
              <a:path w="1795592" h="2172338">
                <a:moveTo>
                  <a:pt x="0" y="0"/>
                </a:moveTo>
                <a:lnTo>
                  <a:pt x="0" y="2172338"/>
                </a:lnTo>
                <a:lnTo>
                  <a:pt x="1795592" y="2172338"/>
                </a:lnTo>
                <a:lnTo>
                  <a:pt x="179559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279">
            <a:solidFill>
              <a:srgbClr val="042433"/>
            </a:solidFill>
            <a:prstDash val="solid"/>
          </a:ln>
        </p:spPr>
      </p:sp>
      <p:sp>
        <p:nvSpPr>
          <p:cNvPr id="154" name="path-154">
            <a:extLst xmlns:a="http://schemas.openxmlformats.org/drawingml/2006/main">
              <a:ext uri="{FF2B5EF4-FFF2-40B4-BE49-F238E27FC236}">
                <a16:creationId xmlns:a16="http://schemas.microsoft.com/office/drawing/2014/main" id="{66E8853A-0583-4F68-B4CF-D99DAA49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029" y="9089398"/>
            <a:ext cx="486432" cy="418618"/>
          </a:xfrm>
          <a:custGeom xmlns:a="http://schemas.openxmlformats.org/drawingml/2006/main">
            <a:pathLst>
              <a:path w="486432" h="418618">
                <a:moveTo>
                  <a:pt x="0" y="0"/>
                </a:moveTo>
                <a:lnTo>
                  <a:pt x="486432" y="0"/>
                </a:lnTo>
                <a:lnTo>
                  <a:pt x="486432" y="418618"/>
                </a:lnTo>
                <a:lnTo>
                  <a:pt x="0" y="418618"/>
                </a:lnTo>
                <a:close/>
              </a:path>
            </a:pathLst>
          </a:custGeom>
          <a:solidFill xmlns:a="http://schemas.openxmlformats.org/drawingml/2006/main">
            <a:srgbClr val="003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path-155">
            <a:extLst xmlns:a="http://schemas.openxmlformats.org/drawingml/2006/main">
              <a:ext uri="{FF2B5EF4-FFF2-40B4-BE49-F238E27FC236}">
                <a16:creationId xmlns:a16="http://schemas.microsoft.com/office/drawing/2014/main" id="{F1B550E1-42E0-4B13-825E-5D8BEAA7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029" y="9089398"/>
            <a:ext cx="486432" cy="418618"/>
          </a:xfrm>
          <a:custGeom xmlns:a="http://schemas.openxmlformats.org/drawingml/2006/main">
            <a:pathLst>
              <a:path w="486432" h="418618">
                <a:moveTo>
                  <a:pt x="0" y="0"/>
                </a:moveTo>
                <a:lnTo>
                  <a:pt x="0" y="418618"/>
                </a:lnTo>
                <a:lnTo>
                  <a:pt x="486432" y="418618"/>
                </a:lnTo>
                <a:lnTo>
                  <a:pt x="48643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823">
            <a:solidFill>
              <a:srgbClr val="042433"/>
            </a:solidFill>
            <a:prstDash val="solid"/>
          </a:ln>
        </p:spPr>
      </p:sp>
      <p:sp>
        <p:nvSpPr>
          <p:cNvPr id="156" name="path-156">
            <a:extLst xmlns:a="http://schemas.openxmlformats.org/drawingml/2006/main">
              <a:ext uri="{FF2B5EF4-FFF2-40B4-BE49-F238E27FC236}">
                <a16:creationId xmlns:a16="http://schemas.microsoft.com/office/drawing/2014/main" id="{367CA8B9-3D8D-4ABD-9F30-276AFD70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146" y="9413397"/>
            <a:ext cx="486435" cy="92961"/>
          </a:xfrm>
          <a:custGeom xmlns:a="http://schemas.openxmlformats.org/drawingml/2006/main">
            <a:pathLst>
              <a:path w="486435" h="92961">
                <a:moveTo>
                  <a:pt x="0" y="0"/>
                </a:moveTo>
                <a:lnTo>
                  <a:pt x="486435" y="0"/>
                </a:lnTo>
                <a:lnTo>
                  <a:pt x="486435" y="92961"/>
                </a:lnTo>
                <a:lnTo>
                  <a:pt x="0" y="92961"/>
                </a:lnTo>
                <a:close/>
              </a:path>
            </a:pathLst>
          </a:custGeom>
          <a:solidFill xmlns:a="http://schemas.openxmlformats.org/drawingml/2006/main">
            <a:srgbClr val="C7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path-157">
            <a:extLst xmlns:a="http://schemas.openxmlformats.org/drawingml/2006/main">
              <a:ext uri="{FF2B5EF4-FFF2-40B4-BE49-F238E27FC236}">
                <a16:creationId xmlns:a16="http://schemas.microsoft.com/office/drawing/2014/main" id="{77565809-F364-4587-A81E-84EC0395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146" y="9413397"/>
            <a:ext cx="486436" cy="92961"/>
          </a:xfrm>
          <a:custGeom xmlns:a="http://schemas.openxmlformats.org/drawingml/2006/main">
            <a:pathLst>
              <a:path w="486436" h="92961">
                <a:moveTo>
                  <a:pt x="0" y="0"/>
                </a:moveTo>
                <a:lnTo>
                  <a:pt x="0" y="92961"/>
                </a:lnTo>
                <a:lnTo>
                  <a:pt x="486436" y="92961"/>
                </a:lnTo>
                <a:lnTo>
                  <a:pt x="4864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823">
            <a:solidFill>
              <a:srgbClr val="042433"/>
            </a:solidFill>
            <a:prstDash val="solid"/>
          </a:ln>
        </p:spPr>
      </p:sp>
      <p:sp>
        <p:nvSpPr>
          <p:cNvPr id="158" name="path-158">
            <a:extLst xmlns:a="http://schemas.openxmlformats.org/drawingml/2006/main">
              <a:ext uri="{FF2B5EF4-FFF2-40B4-BE49-F238E27FC236}">
                <a16:creationId xmlns:a16="http://schemas.microsoft.com/office/drawing/2014/main" id="{35528486-43E5-4856-AA80-54EBE363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312" y="8944746"/>
            <a:ext cx="131179" cy="191"/>
          </a:xfrm>
          <a:custGeom xmlns:a="http://schemas.openxmlformats.org/drawingml/2006/main">
            <a:pathLst>
              <a:path w="131179" h="191">
                <a:moveTo>
                  <a:pt x="131179" y="0"/>
                </a:moveTo>
                <a:lnTo>
                  <a:pt x="0" y="2"/>
                </a:lnTo>
              </a:path>
            </a:pathLst>
          </a:custGeom>
          <a:noFill xmlns:a="http://schemas.openxmlformats.org/drawingml/2006/main"/>
          <a:ln xmlns:a="http://schemas.openxmlformats.org/drawingml/2006/main" w="32279">
            <a:solidFill>
              <a:srgbClr val="000000"/>
            </a:solidFill>
            <a:prstDash val="solid"/>
          </a:ln>
        </p:spPr>
      </p:sp>
      <p:sp>
        <p:nvSpPr>
          <p:cNvPr id="159" name="path-159">
            <a:extLst xmlns:a="http://schemas.openxmlformats.org/drawingml/2006/main">
              <a:ext uri="{FF2B5EF4-FFF2-40B4-BE49-F238E27FC236}">
                <a16:creationId xmlns:a16="http://schemas.microsoft.com/office/drawing/2014/main" id="{08CE2D11-017D-48A0-A683-9831F4E2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52" y="8381483"/>
            <a:ext cx="131179" cy="191"/>
          </a:xfrm>
          <a:custGeom xmlns:a="http://schemas.openxmlformats.org/drawingml/2006/main">
            <a:pathLst>
              <a:path w="131179" h="191">
                <a:moveTo>
                  <a:pt x="131179" y="0"/>
                </a:moveTo>
                <a:lnTo>
                  <a:pt x="0" y="2"/>
                </a:lnTo>
              </a:path>
            </a:pathLst>
          </a:custGeom>
          <a:noFill xmlns:a="http://schemas.openxmlformats.org/drawingml/2006/main"/>
          <a:ln xmlns:a="http://schemas.openxmlformats.org/drawingml/2006/main" w="32279">
            <a:solidFill>
              <a:srgbClr val="000000"/>
            </a:solidFill>
            <a:prstDash val="solid"/>
          </a:ln>
        </p:spPr>
      </p:sp>
      <p:sp>
        <p:nvSpPr>
          <p:cNvPr id="160" name="path-160">
            <a:extLst xmlns:a="http://schemas.openxmlformats.org/drawingml/2006/main">
              <a:ext uri="{FF2B5EF4-FFF2-40B4-BE49-F238E27FC236}">
                <a16:creationId xmlns:a16="http://schemas.microsoft.com/office/drawing/2014/main" id="{75D0DF4C-D3D6-44E4-ABEB-8874C824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56" y="7807941"/>
            <a:ext cx="131179" cy="191"/>
          </a:xfrm>
          <a:custGeom xmlns:a="http://schemas.openxmlformats.org/drawingml/2006/main">
            <a:pathLst>
              <a:path w="131179" h="191">
                <a:moveTo>
                  <a:pt x="131179" y="0"/>
                </a:moveTo>
                <a:lnTo>
                  <a:pt x="0" y="2"/>
                </a:lnTo>
              </a:path>
            </a:pathLst>
          </a:custGeom>
          <a:noFill xmlns:a="http://schemas.openxmlformats.org/drawingml/2006/main"/>
          <a:ln xmlns:a="http://schemas.openxmlformats.org/drawingml/2006/main" w="32279">
            <a:solidFill>
              <a:srgbClr val="000000"/>
            </a:solidFill>
            <a:prstDash val="solid"/>
          </a:ln>
        </p:spPr>
      </p:sp>
      <p:sp>
        <p:nvSpPr>
          <p:cNvPr id="161" name="text-161 40">
            <a:extLst xmlns:a="http://schemas.openxmlformats.org/drawingml/2006/main">
              <a:ext uri="{FF2B5EF4-FFF2-40B4-BE49-F238E27FC236}">
                <a16:creationId xmlns:a16="http://schemas.microsoft.com/office/drawing/2014/main" id="{E49F751F-A379-4656-A858-7D4AD158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924" y="8837879"/>
            <a:ext cx="260892" cy="282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62" name="text-162 60">
            <a:extLst xmlns:a="http://schemas.openxmlformats.org/drawingml/2006/main">
              <a:ext uri="{FF2B5EF4-FFF2-40B4-BE49-F238E27FC236}">
                <a16:creationId xmlns:a16="http://schemas.microsoft.com/office/drawing/2014/main" id="{2DE8934A-C3DA-4927-8222-49F95E95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619" y="8261509"/>
            <a:ext cx="260892" cy="282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63" name="text-163 80">
            <a:extLst xmlns:a="http://schemas.openxmlformats.org/drawingml/2006/main">
              <a:ext uri="{FF2B5EF4-FFF2-40B4-BE49-F238E27FC236}">
                <a16:creationId xmlns:a16="http://schemas.microsoft.com/office/drawing/2014/main" id="{D0092546-2B11-47CC-B9F6-B17FDFFE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542" y="7697533"/>
            <a:ext cx="260892" cy="282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64" name="text-164 +4.3">
            <a:extLst xmlns:a="http://schemas.openxmlformats.org/drawingml/2006/main">
              <a:ext uri="{FF2B5EF4-FFF2-40B4-BE49-F238E27FC236}">
                <a16:creationId xmlns:a16="http://schemas.microsoft.com/office/drawing/2014/main" id="{786EA717-6935-48F8-B745-300AEA6C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9032" y="7708786"/>
            <a:ext cx="544110" cy="353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0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0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990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+4.3</a:t>
            </a:r>
          </a:p>
        </p:txBody>
      </p:sp>
      <p:sp>
        <p:nvSpPr>
          <p:cNvPr id="165" name="text-165 +7.1">
            <a:extLst xmlns:a="http://schemas.openxmlformats.org/drawingml/2006/main">
              <a:ext uri="{FF2B5EF4-FFF2-40B4-BE49-F238E27FC236}">
                <a16:creationId xmlns:a16="http://schemas.microsoft.com/office/drawing/2014/main" id="{31595090-BEEC-4FC8-8AFA-3C017024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1855" y="8130219"/>
            <a:ext cx="544110" cy="353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0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0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990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+7.1</a:t>
            </a:r>
          </a:p>
        </p:txBody>
      </p:sp>
      <p:sp>
        <p:nvSpPr>
          <p:cNvPr id="166" name="text-166 +12.3">
            <a:extLst xmlns:a="http://schemas.openxmlformats.org/drawingml/2006/main">
              <a:ext uri="{FF2B5EF4-FFF2-40B4-BE49-F238E27FC236}">
                <a16:creationId xmlns:a16="http://schemas.microsoft.com/office/drawing/2014/main" id="{5CC699A0-A435-4218-9467-DF14038B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8429" y="8687363"/>
            <a:ext cx="686249" cy="3546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5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5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995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+12.3</a:t>
            </a:r>
          </a:p>
        </p:txBody>
      </p:sp>
      <p:sp>
        <p:nvSpPr>
          <p:cNvPr id="167" name="text-167 Claw">
            <a:extLst xmlns:a="http://schemas.openxmlformats.org/drawingml/2006/main">
              <a:ext uri="{FF2B5EF4-FFF2-40B4-BE49-F238E27FC236}">
                <a16:creationId xmlns:a16="http://schemas.microsoft.com/office/drawing/2014/main" id="{2EDAC974-8686-49DC-B198-DFB1BA5A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524" y="7362960"/>
            <a:ext cx="648716" cy="378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2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2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2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Claw</a:t>
            </a:r>
          </a:p>
        </p:txBody>
      </p:sp>
      <p:sp>
        <p:nvSpPr>
          <p:cNvPr id="168" name="text-168 -">
            <a:extLst xmlns:a="http://schemas.openxmlformats.org/drawingml/2006/main">
              <a:ext uri="{FF2B5EF4-FFF2-40B4-BE49-F238E27FC236}">
                <a16:creationId xmlns:a16="http://schemas.microsoft.com/office/drawing/2014/main" id="{5A5D7924-15E5-4A12-AAF6-27ADE117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5911" y="7464155"/>
            <a:ext cx="86626" cy="236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169" name="text-169 Eval">
            <a:extLst xmlns:a="http://schemas.openxmlformats.org/drawingml/2006/main">
              <a:ext uri="{FF2B5EF4-FFF2-40B4-BE49-F238E27FC236}">
                <a16:creationId xmlns:a16="http://schemas.microsoft.com/office/drawing/2014/main" id="{8D956C47-6B7F-4967-915C-3E7C23B6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0785" y="7379251"/>
            <a:ext cx="539288" cy="355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Eval</a:t>
            </a:r>
          </a:p>
        </p:txBody>
      </p:sp>
      <p:sp>
        <p:nvSpPr>
          <p:cNvPr id="170" name="text-170 Qwen">
            <a:extLst xmlns:a="http://schemas.openxmlformats.org/drawingml/2006/main">
              <a:ext uri="{FF2B5EF4-FFF2-40B4-BE49-F238E27FC236}">
                <a16:creationId xmlns:a16="http://schemas.microsoft.com/office/drawing/2014/main" id="{5398FC92-8B95-4F54-BD57-AF6BC552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0463" y="7341380"/>
            <a:ext cx="762336" cy="382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Qwen</a:t>
            </a:r>
          </a:p>
        </p:txBody>
      </p:sp>
      <p:sp>
        <p:nvSpPr>
          <p:cNvPr id="171" name="text-171 ClawBench">
            <a:extLst xmlns:a="http://schemas.openxmlformats.org/drawingml/2006/main">
              <a:ext uri="{FF2B5EF4-FFF2-40B4-BE49-F238E27FC236}">
                <a16:creationId xmlns:a16="http://schemas.microsoft.com/office/drawing/2014/main" id="{B1C44D06-2941-449B-BDE8-2772A572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6725" y="7667166"/>
            <a:ext cx="1346690" cy="359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ClawBench</a:t>
            </a:r>
          </a:p>
        </p:txBody>
      </p:sp>
      <p:sp>
        <p:nvSpPr>
          <p:cNvPr id="172" name="path-172">
            <a:extLst xmlns:a="http://schemas.openxmlformats.org/drawingml/2006/main">
              <a:ext uri="{FF2B5EF4-FFF2-40B4-BE49-F238E27FC236}">
                <a16:creationId xmlns:a16="http://schemas.microsoft.com/office/drawing/2014/main" id="{95AF7BE0-5B65-4FA9-A2AA-93771210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0375" y="7286210"/>
            <a:ext cx="7890490" cy="2195699"/>
          </a:xfrm>
          <a:custGeom xmlns:a="http://schemas.openxmlformats.org/drawingml/2006/main">
            <a:pathLst>
              <a:path w="7890490" h="2195699">
                <a:moveTo>
                  <a:pt x="0" y="0"/>
                </a:moveTo>
                <a:lnTo>
                  <a:pt x="7890490" y="0"/>
                </a:lnTo>
                <a:lnTo>
                  <a:pt x="7890490" y="2195699"/>
                </a:lnTo>
                <a:lnTo>
                  <a:pt x="0" y="2195699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path-173">
            <a:extLst xmlns:a="http://schemas.openxmlformats.org/drawingml/2006/main">
              <a:ext uri="{FF2B5EF4-FFF2-40B4-BE49-F238E27FC236}">
                <a16:creationId xmlns:a16="http://schemas.microsoft.com/office/drawing/2014/main" id="{4F320F7F-9774-4AE2-A683-8F01100F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0375" y="7286210"/>
            <a:ext cx="7890490" cy="2195699"/>
          </a:xfrm>
          <a:custGeom xmlns:a="http://schemas.openxmlformats.org/drawingml/2006/main">
            <a:pathLst>
              <a:path w="7890490" h="2195699">
                <a:moveTo>
                  <a:pt x="0" y="0"/>
                </a:moveTo>
                <a:lnTo>
                  <a:pt x="0" y="2195699"/>
                </a:lnTo>
                <a:lnTo>
                  <a:pt x="7890490" y="2195699"/>
                </a:lnTo>
                <a:lnTo>
                  <a:pt x="789049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279">
            <a:solidFill>
              <a:srgbClr val="042433"/>
            </a:solidFill>
            <a:prstDash val="solid"/>
          </a:ln>
        </p:spPr>
      </p:sp>
      <p:sp>
        <p:nvSpPr>
          <p:cNvPr id="174" name="path-174">
            <a:extLst xmlns:a="http://schemas.openxmlformats.org/drawingml/2006/main">
              <a:ext uri="{FF2B5EF4-FFF2-40B4-BE49-F238E27FC236}">
                <a16:creationId xmlns:a16="http://schemas.microsoft.com/office/drawing/2014/main" id="{AA969F8A-CD9B-478C-BA8E-C507D270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0775" y="9274269"/>
            <a:ext cx="486435" cy="212777"/>
          </a:xfrm>
          <a:custGeom xmlns:a="http://schemas.openxmlformats.org/drawingml/2006/main">
            <a:pathLst>
              <a:path w="486435" h="212777">
                <a:moveTo>
                  <a:pt x="0" y="0"/>
                </a:moveTo>
                <a:lnTo>
                  <a:pt x="486435" y="0"/>
                </a:lnTo>
                <a:lnTo>
                  <a:pt x="486435" y="212777"/>
                </a:lnTo>
                <a:lnTo>
                  <a:pt x="0" y="212777"/>
                </a:lnTo>
                <a:close/>
              </a:path>
            </a:pathLst>
          </a:custGeom>
          <a:solidFill xmlns:a="http://schemas.openxmlformats.org/drawingml/2006/main">
            <a:srgbClr val="C7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path-175">
            <a:extLst xmlns:a="http://schemas.openxmlformats.org/drawingml/2006/main">
              <a:ext uri="{FF2B5EF4-FFF2-40B4-BE49-F238E27FC236}">
                <a16:creationId xmlns:a16="http://schemas.microsoft.com/office/drawing/2014/main" id="{555DE031-A00E-4CEF-8BDC-F1A1C581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0775" y="9274269"/>
            <a:ext cx="486437" cy="212774"/>
          </a:xfrm>
          <a:custGeom xmlns:a="http://schemas.openxmlformats.org/drawingml/2006/main">
            <a:pathLst>
              <a:path w="486437" h="212774">
                <a:moveTo>
                  <a:pt x="0" y="0"/>
                </a:moveTo>
                <a:lnTo>
                  <a:pt x="0" y="212774"/>
                </a:lnTo>
                <a:lnTo>
                  <a:pt x="486437" y="212774"/>
                </a:lnTo>
                <a:lnTo>
                  <a:pt x="48643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823">
            <a:solidFill>
              <a:srgbClr val="042433"/>
            </a:solidFill>
            <a:prstDash val="solid"/>
          </a:ln>
        </p:spPr>
      </p:sp>
      <p:sp>
        <p:nvSpPr>
          <p:cNvPr id="176" name="path-176">
            <a:extLst xmlns:a="http://schemas.openxmlformats.org/drawingml/2006/main">
              <a:ext uri="{FF2B5EF4-FFF2-40B4-BE49-F238E27FC236}">
                <a16:creationId xmlns:a16="http://schemas.microsoft.com/office/drawing/2014/main" id="{E71C3878-1ADE-4D43-B4E8-E1E06DC8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666" y="8997690"/>
            <a:ext cx="478703" cy="486478"/>
          </a:xfrm>
          <a:custGeom xmlns:a="http://schemas.openxmlformats.org/drawingml/2006/main">
            <a:pathLst>
              <a:path w="478703" h="486478">
                <a:moveTo>
                  <a:pt x="0" y="0"/>
                </a:moveTo>
                <a:lnTo>
                  <a:pt x="478703" y="0"/>
                </a:lnTo>
                <a:lnTo>
                  <a:pt x="478703" y="486478"/>
                </a:lnTo>
                <a:lnTo>
                  <a:pt x="0" y="486478"/>
                </a:lnTo>
                <a:close/>
              </a:path>
            </a:pathLst>
          </a:custGeom>
          <a:solidFill xmlns:a="http://schemas.openxmlformats.org/drawingml/2006/main">
            <a:srgbClr val="003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path-177">
            <a:extLst xmlns:a="http://schemas.openxmlformats.org/drawingml/2006/main">
              <a:ext uri="{FF2B5EF4-FFF2-40B4-BE49-F238E27FC236}">
                <a16:creationId xmlns:a16="http://schemas.microsoft.com/office/drawing/2014/main" id="{5B64CF85-2D70-4D9A-8FE4-02E7688D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666" y="8997690"/>
            <a:ext cx="478704" cy="486478"/>
          </a:xfrm>
          <a:custGeom xmlns:a="http://schemas.openxmlformats.org/drawingml/2006/main">
            <a:pathLst>
              <a:path w="478704" h="486478">
                <a:moveTo>
                  <a:pt x="0" y="0"/>
                </a:moveTo>
                <a:lnTo>
                  <a:pt x="0" y="486478"/>
                </a:lnTo>
                <a:lnTo>
                  <a:pt x="478704" y="486478"/>
                </a:lnTo>
                <a:lnTo>
                  <a:pt x="478704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823">
            <a:solidFill>
              <a:srgbClr val="042433"/>
            </a:solidFill>
            <a:prstDash val="solid"/>
          </a:ln>
        </p:spPr>
      </p:sp>
      <p:sp>
        <p:nvSpPr>
          <p:cNvPr id="178" name="path-178">
            <a:extLst xmlns:a="http://schemas.openxmlformats.org/drawingml/2006/main">
              <a:ext uri="{FF2B5EF4-FFF2-40B4-BE49-F238E27FC236}">
                <a16:creationId xmlns:a16="http://schemas.microsoft.com/office/drawing/2014/main" id="{3A214682-2EB8-4D92-9D8E-DFBCE8CC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179" y="8902237"/>
            <a:ext cx="131179" cy="191"/>
          </a:xfrm>
          <a:custGeom xmlns:a="http://schemas.openxmlformats.org/drawingml/2006/main">
            <a:pathLst>
              <a:path w="131179" h="191">
                <a:moveTo>
                  <a:pt x="131179" y="0"/>
                </a:moveTo>
                <a:lnTo>
                  <a:pt x="0" y="2"/>
                </a:lnTo>
              </a:path>
            </a:pathLst>
          </a:custGeom>
          <a:noFill xmlns:a="http://schemas.openxmlformats.org/drawingml/2006/main"/>
          <a:ln xmlns:a="http://schemas.openxmlformats.org/drawingml/2006/main" w="32279">
            <a:solidFill>
              <a:srgbClr val="000000"/>
            </a:solidFill>
            <a:prstDash val="solid"/>
          </a:ln>
        </p:spPr>
      </p:sp>
      <p:sp>
        <p:nvSpPr>
          <p:cNvPr id="179" name="path-179">
            <a:extLst xmlns:a="http://schemas.openxmlformats.org/drawingml/2006/main">
              <a:ext uri="{FF2B5EF4-FFF2-40B4-BE49-F238E27FC236}">
                <a16:creationId xmlns:a16="http://schemas.microsoft.com/office/drawing/2014/main" id="{D0C137D7-39FA-49CB-90B3-B9789040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3248" y="8338969"/>
            <a:ext cx="131179" cy="191"/>
          </a:xfrm>
          <a:custGeom xmlns:a="http://schemas.openxmlformats.org/drawingml/2006/main">
            <a:pathLst>
              <a:path w="131179" h="191">
                <a:moveTo>
                  <a:pt x="131179" y="0"/>
                </a:moveTo>
                <a:lnTo>
                  <a:pt x="0" y="2"/>
                </a:lnTo>
              </a:path>
            </a:pathLst>
          </a:custGeom>
          <a:noFill xmlns:a="http://schemas.openxmlformats.org/drawingml/2006/main"/>
          <a:ln xmlns:a="http://schemas.openxmlformats.org/drawingml/2006/main" w="32279">
            <a:solidFill>
              <a:srgbClr val="000000"/>
            </a:solidFill>
            <a:prstDash val="solid"/>
          </a:ln>
        </p:spPr>
      </p:sp>
      <p:sp>
        <p:nvSpPr>
          <p:cNvPr id="180" name="text-180 20">
            <a:extLst xmlns:a="http://schemas.openxmlformats.org/drawingml/2006/main">
              <a:ext uri="{FF2B5EF4-FFF2-40B4-BE49-F238E27FC236}">
                <a16:creationId xmlns:a16="http://schemas.microsoft.com/office/drawing/2014/main" id="{E7B93AB2-9464-4109-B571-06FDC515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9248" y="8782106"/>
            <a:ext cx="260891" cy="282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81" name="text-181 40">
            <a:extLst xmlns:a="http://schemas.openxmlformats.org/drawingml/2006/main">
              <a:ext uri="{FF2B5EF4-FFF2-40B4-BE49-F238E27FC236}">
                <a16:creationId xmlns:a16="http://schemas.microsoft.com/office/drawing/2014/main" id="{FCB49C28-B6FC-46A1-AEA5-35C8E8B9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0628" y="8211929"/>
            <a:ext cx="260891" cy="282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82" name="path-182">
            <a:extLst xmlns:a="http://schemas.openxmlformats.org/drawingml/2006/main">
              <a:ext uri="{FF2B5EF4-FFF2-40B4-BE49-F238E27FC236}">
                <a16:creationId xmlns:a16="http://schemas.microsoft.com/office/drawing/2014/main" id="{BC64D2FC-13E5-4C10-97B5-D5416DC3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3829" y="8015703"/>
            <a:ext cx="479831" cy="1462245"/>
          </a:xfrm>
          <a:custGeom xmlns:a="http://schemas.openxmlformats.org/drawingml/2006/main">
            <a:pathLst>
              <a:path w="479831" h="1462245">
                <a:moveTo>
                  <a:pt x="0" y="0"/>
                </a:moveTo>
                <a:lnTo>
                  <a:pt x="479831" y="0"/>
                </a:lnTo>
                <a:lnTo>
                  <a:pt x="479831" y="1462245"/>
                </a:lnTo>
                <a:lnTo>
                  <a:pt x="0" y="1462245"/>
                </a:lnTo>
                <a:close/>
              </a:path>
            </a:pathLst>
          </a:custGeom>
          <a:solidFill xmlns:a="http://schemas.openxmlformats.org/drawingml/2006/main">
            <a:srgbClr val="003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path-183">
            <a:extLst xmlns:a="http://schemas.openxmlformats.org/drawingml/2006/main">
              <a:ext uri="{FF2B5EF4-FFF2-40B4-BE49-F238E27FC236}">
                <a16:creationId xmlns:a16="http://schemas.microsoft.com/office/drawing/2014/main" id="{0E7B3690-2C94-4A02-A788-C6E7D280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3829" y="8015703"/>
            <a:ext cx="479833" cy="1462243"/>
          </a:xfrm>
          <a:custGeom xmlns:a="http://schemas.openxmlformats.org/drawingml/2006/main">
            <a:pathLst>
              <a:path w="479833" h="1462243">
                <a:moveTo>
                  <a:pt x="0" y="0"/>
                </a:moveTo>
                <a:lnTo>
                  <a:pt x="0" y="1462243"/>
                </a:lnTo>
                <a:lnTo>
                  <a:pt x="479833" y="1462243"/>
                </a:lnTo>
                <a:lnTo>
                  <a:pt x="47983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823">
            <a:solidFill>
              <a:srgbClr val="042433"/>
            </a:solidFill>
            <a:prstDash val="solid"/>
          </a:ln>
        </p:spPr>
      </p:sp>
      <p:sp>
        <p:nvSpPr>
          <p:cNvPr id="184" name="path-184">
            <a:extLst xmlns:a="http://schemas.openxmlformats.org/drawingml/2006/main">
              <a:ext uri="{FF2B5EF4-FFF2-40B4-BE49-F238E27FC236}">
                <a16:creationId xmlns:a16="http://schemas.microsoft.com/office/drawing/2014/main" id="{E6EAD982-9DB0-4F9F-BE74-8C81C398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3945" y="8370771"/>
            <a:ext cx="479838" cy="1107180"/>
          </a:xfrm>
          <a:custGeom xmlns:a="http://schemas.openxmlformats.org/drawingml/2006/main">
            <a:pathLst>
              <a:path w="479838" h="1107180">
                <a:moveTo>
                  <a:pt x="0" y="0"/>
                </a:moveTo>
                <a:lnTo>
                  <a:pt x="479838" y="0"/>
                </a:lnTo>
                <a:lnTo>
                  <a:pt x="479838" y="1107180"/>
                </a:lnTo>
                <a:lnTo>
                  <a:pt x="0" y="1107180"/>
                </a:lnTo>
                <a:close/>
              </a:path>
            </a:pathLst>
          </a:custGeom>
          <a:solidFill xmlns:a="http://schemas.openxmlformats.org/drawingml/2006/main">
            <a:srgbClr val="C7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path-185">
            <a:extLst xmlns:a="http://schemas.openxmlformats.org/drawingml/2006/main">
              <a:ext uri="{FF2B5EF4-FFF2-40B4-BE49-F238E27FC236}">
                <a16:creationId xmlns:a16="http://schemas.microsoft.com/office/drawing/2014/main" id="{E4A152CC-50FF-4CDC-BFAE-5A619B1D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3945" y="8370771"/>
            <a:ext cx="479838" cy="1107177"/>
          </a:xfrm>
          <a:custGeom xmlns:a="http://schemas.openxmlformats.org/drawingml/2006/main">
            <a:pathLst>
              <a:path w="479838" h="1107177">
                <a:moveTo>
                  <a:pt x="0" y="0"/>
                </a:moveTo>
                <a:lnTo>
                  <a:pt x="0" y="1107177"/>
                </a:lnTo>
                <a:lnTo>
                  <a:pt x="479838" y="1107177"/>
                </a:lnTo>
                <a:lnTo>
                  <a:pt x="47983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823">
            <a:solidFill>
              <a:srgbClr val="042433"/>
            </a:solidFill>
            <a:prstDash val="solid"/>
          </a:ln>
        </p:spPr>
      </p:sp>
      <p:sp>
        <p:nvSpPr>
          <p:cNvPr id="186" name="text-186 +9.0">
            <a:extLst xmlns:a="http://schemas.openxmlformats.org/drawingml/2006/main">
              <a:ext uri="{FF2B5EF4-FFF2-40B4-BE49-F238E27FC236}">
                <a16:creationId xmlns:a16="http://schemas.microsoft.com/office/drawing/2014/main" id="{E030F455-FEC8-46AB-9DEA-E5FED59D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61311" y="7690193"/>
            <a:ext cx="544110" cy="3537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0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0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990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+9.0</a:t>
            </a:r>
          </a:p>
        </p:txBody>
      </p:sp>
      <p:sp>
        <p:nvSpPr>
          <p:cNvPr id="187" name="text-187 +6.3">
            <a:extLst xmlns:a="http://schemas.openxmlformats.org/drawingml/2006/main">
              <a:ext uri="{FF2B5EF4-FFF2-40B4-BE49-F238E27FC236}">
                <a16:creationId xmlns:a16="http://schemas.microsoft.com/office/drawing/2014/main" id="{104D5418-19B8-43BA-9EFE-820CF5A5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6051" y="8681800"/>
            <a:ext cx="544110" cy="3537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0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0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990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+6.3</a:t>
            </a:r>
          </a:p>
        </p:txBody>
      </p:sp>
      <p:sp>
        <p:nvSpPr>
          <p:cNvPr id="188" name="path-188">
            <a:extLst xmlns:a="http://schemas.openxmlformats.org/drawingml/2006/main">
              <a:ext uri="{FF2B5EF4-FFF2-40B4-BE49-F238E27FC236}">
                <a16:creationId xmlns:a16="http://schemas.microsoft.com/office/drawing/2014/main" id="{36DD7831-7F6D-4DF7-BA5A-894FA1AB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54" y="8041412"/>
            <a:ext cx="775388" cy="191"/>
          </a:xfrm>
          <a:custGeom xmlns:a="http://schemas.openxmlformats.org/drawingml/2006/main">
            <a:pathLst>
              <a:path w="775388" h="191">
                <a:moveTo>
                  <a:pt x="0" y="0"/>
                </a:moveTo>
                <a:lnTo>
                  <a:pt x="775388" y="2"/>
                </a:lnTo>
              </a:path>
            </a:pathLst>
          </a:custGeom>
          <a:noFill xmlns:a="http://schemas.openxmlformats.org/drawingml/2006/main"/>
          <a:ln xmlns:a="http://schemas.openxmlformats.org/drawingml/2006/main" w="25823">
            <a:solidFill>
              <a:srgbClr val="000000"/>
            </a:solidFill>
            <a:prstDash val="dash"/>
          </a:ln>
        </p:spPr>
      </p:sp>
      <p:sp>
        <p:nvSpPr>
          <p:cNvPr id="189" name="path-189">
            <a:extLst xmlns:a="http://schemas.openxmlformats.org/drawingml/2006/main">
              <a:ext uri="{FF2B5EF4-FFF2-40B4-BE49-F238E27FC236}">
                <a16:creationId xmlns:a16="http://schemas.microsoft.com/office/drawing/2014/main" id="{A224EAC7-E874-437A-981D-80C4CBC0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793" y="8041325"/>
            <a:ext cx="158572" cy="251545"/>
          </a:xfrm>
          <a:custGeom xmlns:a="http://schemas.openxmlformats.org/drawingml/2006/main">
            <a:pathLst>
              <a:path w="158572" h="251545">
                <a:moveTo>
                  <a:pt x="92196" y="251545"/>
                </a:moveTo>
                <a:lnTo>
                  <a:pt x="92199" y="24362"/>
                </a:lnTo>
                <a:lnTo>
                  <a:pt x="66376" y="24362"/>
                </a:lnTo>
                <a:lnTo>
                  <a:pt x="66373" y="251545"/>
                </a:lnTo>
                <a:lnTo>
                  <a:pt x="92196" y="251545"/>
                </a:lnTo>
                <a:moveTo>
                  <a:pt x="154794" y="120812"/>
                </a:moveTo>
                <a:lnTo>
                  <a:pt x="79287" y="0"/>
                </a:lnTo>
                <a:lnTo>
                  <a:pt x="3780" y="120812"/>
                </a:lnTo>
                <a:cubicBezTo>
                  <a:pt x="0" y="126860"/>
                  <a:pt x="1839" y="134823"/>
                  <a:pt x="7886" y="138604"/>
                </a:cubicBezTo>
                <a:cubicBezTo>
                  <a:pt x="13931" y="142384"/>
                  <a:pt x="21898" y="140544"/>
                  <a:pt x="25678" y="134498"/>
                </a:cubicBezTo>
                <a:lnTo>
                  <a:pt x="90237" y="31205"/>
                </a:lnTo>
                <a:lnTo>
                  <a:pt x="68338" y="31205"/>
                </a:lnTo>
                <a:lnTo>
                  <a:pt x="132896" y="134498"/>
                </a:lnTo>
                <a:cubicBezTo>
                  <a:pt x="136674" y="140544"/>
                  <a:pt x="144640" y="142384"/>
                  <a:pt x="150688" y="138604"/>
                </a:cubicBezTo>
                <a:cubicBezTo>
                  <a:pt x="156733" y="134825"/>
                  <a:pt x="158572" y="126860"/>
                  <a:pt x="154794" y="12081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path-190">
            <a:extLst xmlns:a="http://schemas.openxmlformats.org/drawingml/2006/main">
              <a:ext uri="{FF2B5EF4-FFF2-40B4-BE49-F238E27FC236}">
                <a16:creationId xmlns:a16="http://schemas.microsoft.com/office/drawing/2014/main" id="{A59A3699-E9B4-4D94-B96E-629DA212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5830" y="8457953"/>
            <a:ext cx="808736" cy="191"/>
          </a:xfrm>
          <a:custGeom xmlns:a="http://schemas.openxmlformats.org/drawingml/2006/main">
            <a:pathLst>
              <a:path w="808736" h="191">
                <a:moveTo>
                  <a:pt x="0" y="0"/>
                </a:moveTo>
                <a:lnTo>
                  <a:pt x="808736" y="2"/>
                </a:lnTo>
              </a:path>
            </a:pathLst>
          </a:custGeom>
          <a:noFill xmlns:a="http://schemas.openxmlformats.org/drawingml/2006/main"/>
          <a:ln xmlns:a="http://schemas.openxmlformats.org/drawingml/2006/main" w="25823">
            <a:solidFill>
              <a:srgbClr val="000000"/>
            </a:solidFill>
            <a:prstDash val="dash"/>
          </a:ln>
        </p:spPr>
      </p:sp>
      <p:sp>
        <p:nvSpPr>
          <p:cNvPr id="191" name="path-191">
            <a:extLst xmlns:a="http://schemas.openxmlformats.org/drawingml/2006/main">
              <a:ext uri="{FF2B5EF4-FFF2-40B4-BE49-F238E27FC236}">
                <a16:creationId xmlns:a16="http://schemas.microsoft.com/office/drawing/2014/main" id="{59E04417-8680-47D0-9485-76722E53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251" y="8455272"/>
            <a:ext cx="158575" cy="385769"/>
          </a:xfrm>
          <a:custGeom xmlns:a="http://schemas.openxmlformats.org/drawingml/2006/main">
            <a:pathLst>
              <a:path w="158575" h="385769">
                <a:moveTo>
                  <a:pt x="92196" y="385769"/>
                </a:moveTo>
                <a:lnTo>
                  <a:pt x="92199" y="24362"/>
                </a:lnTo>
                <a:lnTo>
                  <a:pt x="66376" y="24362"/>
                </a:lnTo>
                <a:lnTo>
                  <a:pt x="66373" y="385769"/>
                </a:lnTo>
                <a:lnTo>
                  <a:pt x="92196" y="385769"/>
                </a:lnTo>
                <a:moveTo>
                  <a:pt x="154794" y="120812"/>
                </a:moveTo>
                <a:lnTo>
                  <a:pt x="79287" y="0"/>
                </a:lnTo>
                <a:lnTo>
                  <a:pt x="3780" y="120812"/>
                </a:lnTo>
                <a:cubicBezTo>
                  <a:pt x="0" y="126860"/>
                  <a:pt x="1839" y="134823"/>
                  <a:pt x="7887" y="138604"/>
                </a:cubicBezTo>
                <a:cubicBezTo>
                  <a:pt x="13934" y="142381"/>
                  <a:pt x="21898" y="140546"/>
                  <a:pt x="25679" y="134498"/>
                </a:cubicBezTo>
                <a:lnTo>
                  <a:pt x="90237" y="31205"/>
                </a:lnTo>
                <a:lnTo>
                  <a:pt x="68338" y="31205"/>
                </a:lnTo>
                <a:lnTo>
                  <a:pt x="132896" y="134498"/>
                </a:lnTo>
                <a:cubicBezTo>
                  <a:pt x="136677" y="140546"/>
                  <a:pt x="144640" y="142384"/>
                  <a:pt x="150688" y="138604"/>
                </a:cubicBezTo>
                <a:cubicBezTo>
                  <a:pt x="156736" y="134825"/>
                  <a:pt x="158575" y="126860"/>
                  <a:pt x="154794" y="12081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path-192">
            <a:extLst xmlns:a="http://schemas.openxmlformats.org/drawingml/2006/main">
              <a:ext uri="{FF2B5EF4-FFF2-40B4-BE49-F238E27FC236}">
                <a16:creationId xmlns:a16="http://schemas.microsoft.com/office/drawing/2014/main" id="{12D1C92D-521B-411E-A5A9-51D1D87D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106" y="9089381"/>
            <a:ext cx="808546" cy="191"/>
          </a:xfrm>
          <a:custGeom xmlns:a="http://schemas.openxmlformats.org/drawingml/2006/main">
            <a:pathLst>
              <a:path w="808546" h="191">
                <a:moveTo>
                  <a:pt x="0" y="0"/>
                </a:moveTo>
                <a:lnTo>
                  <a:pt x="808546" y="2"/>
                </a:lnTo>
              </a:path>
            </a:pathLst>
          </a:custGeom>
          <a:noFill xmlns:a="http://schemas.openxmlformats.org/drawingml/2006/main"/>
          <a:ln xmlns:a="http://schemas.openxmlformats.org/drawingml/2006/main" w="25823">
            <a:solidFill>
              <a:srgbClr val="000000"/>
            </a:solidFill>
            <a:prstDash val="dash"/>
          </a:ln>
        </p:spPr>
      </p:sp>
      <p:sp>
        <p:nvSpPr>
          <p:cNvPr id="193" name="path-193">
            <a:extLst xmlns:a="http://schemas.openxmlformats.org/drawingml/2006/main">
              <a:ext uri="{FF2B5EF4-FFF2-40B4-BE49-F238E27FC236}">
                <a16:creationId xmlns:a16="http://schemas.microsoft.com/office/drawing/2014/main" id="{BA5CBBF5-44B9-4C7F-A298-C2A641CE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082" y="9114844"/>
            <a:ext cx="158572" cy="298553"/>
          </a:xfrm>
          <a:custGeom xmlns:a="http://schemas.openxmlformats.org/drawingml/2006/main">
            <a:pathLst>
              <a:path w="158572" h="298553">
                <a:moveTo>
                  <a:pt x="92196" y="298553"/>
                </a:moveTo>
                <a:lnTo>
                  <a:pt x="92196" y="24360"/>
                </a:lnTo>
                <a:lnTo>
                  <a:pt x="66373" y="24360"/>
                </a:lnTo>
                <a:lnTo>
                  <a:pt x="66373" y="298553"/>
                </a:lnTo>
                <a:lnTo>
                  <a:pt x="92196" y="298553"/>
                </a:lnTo>
                <a:moveTo>
                  <a:pt x="154792" y="120809"/>
                </a:moveTo>
                <a:lnTo>
                  <a:pt x="79285" y="0"/>
                </a:lnTo>
                <a:lnTo>
                  <a:pt x="3778" y="120809"/>
                </a:lnTo>
                <a:cubicBezTo>
                  <a:pt x="0" y="126855"/>
                  <a:pt x="1836" y="134820"/>
                  <a:pt x="7884" y="138602"/>
                </a:cubicBezTo>
                <a:cubicBezTo>
                  <a:pt x="13932" y="142381"/>
                  <a:pt x="21899" y="140541"/>
                  <a:pt x="25677" y="134496"/>
                </a:cubicBezTo>
                <a:lnTo>
                  <a:pt x="90234" y="31205"/>
                </a:lnTo>
                <a:lnTo>
                  <a:pt x="68336" y="31205"/>
                </a:lnTo>
                <a:lnTo>
                  <a:pt x="132893" y="134496"/>
                </a:lnTo>
                <a:cubicBezTo>
                  <a:pt x="136674" y="140544"/>
                  <a:pt x="144638" y="142384"/>
                  <a:pt x="150685" y="138602"/>
                </a:cubicBezTo>
                <a:cubicBezTo>
                  <a:pt x="156734" y="134825"/>
                  <a:pt x="158572" y="126857"/>
                  <a:pt x="154792" y="12080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path-194">
            <a:extLst xmlns:a="http://schemas.openxmlformats.org/drawingml/2006/main">
              <a:ext uri="{FF2B5EF4-FFF2-40B4-BE49-F238E27FC236}">
                <a16:creationId xmlns:a16="http://schemas.microsoft.com/office/drawing/2014/main" id="{65192C7C-3F3F-4A62-A16C-9CFBAD94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613" y="8993911"/>
            <a:ext cx="817089" cy="191"/>
          </a:xfrm>
          <a:custGeom xmlns:a="http://schemas.openxmlformats.org/drawingml/2006/main">
            <a:pathLst>
              <a:path w="817089" h="191">
                <a:moveTo>
                  <a:pt x="0" y="0"/>
                </a:moveTo>
                <a:lnTo>
                  <a:pt x="817089" y="2"/>
                </a:lnTo>
              </a:path>
            </a:pathLst>
          </a:custGeom>
          <a:noFill xmlns:a="http://schemas.openxmlformats.org/drawingml/2006/main"/>
          <a:ln xmlns:a="http://schemas.openxmlformats.org/drawingml/2006/main" w="25823">
            <a:solidFill>
              <a:srgbClr val="000000"/>
            </a:solidFill>
            <a:prstDash val="dash"/>
          </a:ln>
        </p:spPr>
      </p:sp>
      <p:sp>
        <p:nvSpPr>
          <p:cNvPr id="195" name="path-195">
            <a:extLst xmlns:a="http://schemas.openxmlformats.org/drawingml/2006/main">
              <a:ext uri="{FF2B5EF4-FFF2-40B4-BE49-F238E27FC236}">
                <a16:creationId xmlns:a16="http://schemas.microsoft.com/office/drawing/2014/main" id="{3F5BD7A1-CECD-46C7-9475-4C05FA6D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4709" y="9009074"/>
            <a:ext cx="158572" cy="265195"/>
          </a:xfrm>
          <a:custGeom xmlns:a="http://schemas.openxmlformats.org/drawingml/2006/main">
            <a:pathLst>
              <a:path w="158572" h="265195">
                <a:moveTo>
                  <a:pt x="92196" y="265195"/>
                </a:moveTo>
                <a:lnTo>
                  <a:pt x="92199" y="24362"/>
                </a:lnTo>
                <a:lnTo>
                  <a:pt x="66375" y="24362"/>
                </a:lnTo>
                <a:lnTo>
                  <a:pt x="66374" y="265195"/>
                </a:lnTo>
                <a:lnTo>
                  <a:pt x="92196" y="265195"/>
                </a:lnTo>
                <a:moveTo>
                  <a:pt x="154794" y="120812"/>
                </a:moveTo>
                <a:lnTo>
                  <a:pt x="79287" y="0"/>
                </a:lnTo>
                <a:lnTo>
                  <a:pt x="3780" y="120812"/>
                </a:lnTo>
                <a:cubicBezTo>
                  <a:pt x="0" y="126860"/>
                  <a:pt x="1839" y="134823"/>
                  <a:pt x="7886" y="138604"/>
                </a:cubicBezTo>
                <a:cubicBezTo>
                  <a:pt x="13931" y="142381"/>
                  <a:pt x="21897" y="140546"/>
                  <a:pt x="25678" y="134498"/>
                </a:cubicBezTo>
                <a:lnTo>
                  <a:pt x="90237" y="31205"/>
                </a:lnTo>
                <a:lnTo>
                  <a:pt x="68337" y="31205"/>
                </a:lnTo>
                <a:lnTo>
                  <a:pt x="132896" y="134498"/>
                </a:lnTo>
                <a:cubicBezTo>
                  <a:pt x="136674" y="140546"/>
                  <a:pt x="144640" y="142384"/>
                  <a:pt x="150688" y="138604"/>
                </a:cubicBezTo>
                <a:cubicBezTo>
                  <a:pt x="156733" y="134825"/>
                  <a:pt x="158572" y="126860"/>
                  <a:pt x="154794" y="12081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path-196">
            <a:extLst xmlns:a="http://schemas.openxmlformats.org/drawingml/2006/main">
              <a:ext uri="{FF2B5EF4-FFF2-40B4-BE49-F238E27FC236}">
                <a16:creationId xmlns:a16="http://schemas.microsoft.com/office/drawing/2014/main" id="{FA2EDDAF-6C94-48B8-8FED-141FC284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8416" y="8017167"/>
            <a:ext cx="768810" cy="191"/>
          </a:xfrm>
          <a:custGeom xmlns:a="http://schemas.openxmlformats.org/drawingml/2006/main">
            <a:pathLst>
              <a:path w="768810" h="191">
                <a:moveTo>
                  <a:pt x="0" y="0"/>
                </a:moveTo>
                <a:lnTo>
                  <a:pt x="768810" y="2"/>
                </a:lnTo>
              </a:path>
            </a:pathLst>
          </a:custGeom>
          <a:noFill xmlns:a="http://schemas.openxmlformats.org/drawingml/2006/main"/>
          <a:ln xmlns:a="http://schemas.openxmlformats.org/drawingml/2006/main" w="25823">
            <a:solidFill>
              <a:srgbClr val="000000"/>
            </a:solidFill>
            <a:prstDash val="dash"/>
          </a:ln>
        </p:spPr>
      </p:sp>
      <p:sp>
        <p:nvSpPr>
          <p:cNvPr id="197" name="path-197">
            <a:extLst xmlns:a="http://schemas.openxmlformats.org/drawingml/2006/main">
              <a:ext uri="{FF2B5EF4-FFF2-40B4-BE49-F238E27FC236}">
                <a16:creationId xmlns:a16="http://schemas.microsoft.com/office/drawing/2014/main" id="{D00B408E-D71E-43B3-9B65-7341389A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4580" y="8028528"/>
            <a:ext cx="158572" cy="342242"/>
          </a:xfrm>
          <a:custGeom xmlns:a="http://schemas.openxmlformats.org/drawingml/2006/main">
            <a:pathLst>
              <a:path w="158572" h="342242">
                <a:moveTo>
                  <a:pt x="92196" y="342242"/>
                </a:moveTo>
                <a:lnTo>
                  <a:pt x="92196" y="24360"/>
                </a:lnTo>
                <a:lnTo>
                  <a:pt x="66374" y="24360"/>
                </a:lnTo>
                <a:lnTo>
                  <a:pt x="66374" y="342242"/>
                </a:lnTo>
                <a:lnTo>
                  <a:pt x="92196" y="342242"/>
                </a:lnTo>
                <a:moveTo>
                  <a:pt x="154792" y="120812"/>
                </a:moveTo>
                <a:lnTo>
                  <a:pt x="79286" y="0"/>
                </a:lnTo>
                <a:lnTo>
                  <a:pt x="3778" y="120809"/>
                </a:lnTo>
                <a:cubicBezTo>
                  <a:pt x="0" y="126857"/>
                  <a:pt x="1840" y="134825"/>
                  <a:pt x="7884" y="138602"/>
                </a:cubicBezTo>
                <a:cubicBezTo>
                  <a:pt x="13931" y="142384"/>
                  <a:pt x="21899" y="140544"/>
                  <a:pt x="25677" y="134496"/>
                </a:cubicBezTo>
                <a:lnTo>
                  <a:pt x="90234" y="31203"/>
                </a:lnTo>
                <a:lnTo>
                  <a:pt x="68336" y="31203"/>
                </a:lnTo>
                <a:lnTo>
                  <a:pt x="132893" y="134496"/>
                </a:lnTo>
                <a:cubicBezTo>
                  <a:pt x="136675" y="140544"/>
                  <a:pt x="144639" y="142384"/>
                  <a:pt x="150686" y="138604"/>
                </a:cubicBezTo>
                <a:cubicBezTo>
                  <a:pt x="156734" y="134825"/>
                  <a:pt x="158572" y="126857"/>
                  <a:pt x="154792" y="12081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path-198">
            <a:extLst xmlns:a="http://schemas.openxmlformats.org/drawingml/2006/main">
              <a:ext uri="{FF2B5EF4-FFF2-40B4-BE49-F238E27FC236}">
                <a16:creationId xmlns:a16="http://schemas.microsoft.com/office/drawing/2014/main" id="{3378FFDB-D732-490D-BD78-E25E3C6B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539" y="5404249"/>
            <a:ext cx="3777356" cy="594754"/>
          </a:xfrm>
          <a:custGeom xmlns:a="http://schemas.openxmlformats.org/drawingml/2006/main">
            <a:pathLst>
              <a:path w="3777356" h="594754">
                <a:moveTo>
                  <a:pt x="0" y="0"/>
                </a:moveTo>
                <a:lnTo>
                  <a:pt x="3777356" y="0"/>
                </a:lnTo>
                <a:lnTo>
                  <a:pt x="3777356" y="594754"/>
                </a:lnTo>
                <a:lnTo>
                  <a:pt x="0" y="594754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path-199">
            <a:extLst xmlns:a="http://schemas.openxmlformats.org/drawingml/2006/main">
              <a:ext uri="{FF2B5EF4-FFF2-40B4-BE49-F238E27FC236}">
                <a16:creationId xmlns:a16="http://schemas.microsoft.com/office/drawing/2014/main" id="{99FBDE71-796D-40EC-A0DB-46C41A08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539" y="5404249"/>
            <a:ext cx="3777356" cy="594752"/>
          </a:xfrm>
          <a:custGeom xmlns:a="http://schemas.openxmlformats.org/drawingml/2006/main">
            <a:pathLst>
              <a:path w="3777356" h="594752">
                <a:moveTo>
                  <a:pt x="0" y="0"/>
                </a:moveTo>
                <a:lnTo>
                  <a:pt x="0" y="594752"/>
                </a:lnTo>
                <a:lnTo>
                  <a:pt x="3777356" y="594752"/>
                </a:lnTo>
                <a:lnTo>
                  <a:pt x="377735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823">
            <a:solidFill>
              <a:srgbClr val="042433"/>
            </a:solidFill>
            <a:prstDash val="solid"/>
          </a:ln>
        </p:spPr>
      </p:sp>
      <p:sp>
        <p:nvSpPr>
          <p:cNvPr id="200" name="text-200 bash:">
            <a:extLst xmlns:a="http://schemas.openxmlformats.org/drawingml/2006/main">
              <a:ext uri="{FF2B5EF4-FFF2-40B4-BE49-F238E27FC236}">
                <a16:creationId xmlns:a16="http://schemas.microsoft.com/office/drawing/2014/main" id="{303F8731-4450-4B92-8F6A-CE1381F2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4966" y="5530470"/>
            <a:ext cx="752583" cy="4012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bash:</a:t>
            </a:r>
          </a:p>
        </p:txBody>
      </p:sp>
      <p:sp>
        <p:nvSpPr>
          <p:cNvPr id="201" name="text-200 ls">
            <a:extLst xmlns:a="http://schemas.openxmlformats.org/drawingml/2006/main">
              <a:ext uri="{FF2B5EF4-FFF2-40B4-BE49-F238E27FC236}">
                <a16:creationId xmlns:a16="http://schemas.microsoft.com/office/drawing/2014/main" id="{44D6437C-CF9C-4A94-B346-EE9B7AF2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2307" y="5558982"/>
            <a:ext cx="232820" cy="3613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ls</a:t>
            </a:r>
          </a:p>
        </p:txBody>
      </p:sp>
      <p:sp>
        <p:nvSpPr>
          <p:cNvPr id="202" name="text-201 -">
            <a:extLst xmlns:a="http://schemas.openxmlformats.org/drawingml/2006/main">
              <a:ext uri="{FF2B5EF4-FFF2-40B4-BE49-F238E27FC236}">
                <a16:creationId xmlns:a16="http://schemas.microsoft.com/office/drawing/2014/main" id="{1216EF7D-1752-4FA6-B516-04D11C5A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6943" y="5631334"/>
            <a:ext cx="95300" cy="2600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6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203" name="text-202 la">
            <a:extLst xmlns:a="http://schemas.openxmlformats.org/drawingml/2006/main">
              <a:ext uri="{FF2B5EF4-FFF2-40B4-BE49-F238E27FC236}">
                <a16:creationId xmlns:a16="http://schemas.microsoft.com/office/drawing/2014/main" id="{5570090B-8607-40D0-84A4-11299849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8271" y="5506893"/>
            <a:ext cx="297174" cy="4343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</a:t>
            </a:r>
          </a:p>
        </p:txBody>
      </p:sp>
      <p:sp>
        <p:nvSpPr>
          <p:cNvPr id="204" name="text-202 /home/">
            <a:extLst xmlns:a="http://schemas.openxmlformats.org/drawingml/2006/main">
              <a:ext uri="{FF2B5EF4-FFF2-40B4-BE49-F238E27FC236}">
                <a16:creationId xmlns:a16="http://schemas.microsoft.com/office/drawing/2014/main" id="{4453C89F-2EDD-4DA9-A9DB-39008673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7490" y="5487986"/>
            <a:ext cx="1065097" cy="460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9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9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9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/home/</a:t>
            </a:r>
          </a:p>
        </p:txBody>
      </p:sp>
      <p:sp>
        <p:nvSpPr>
          <p:cNvPr id="205" name="path-203">
            <a:extLst xmlns:a="http://schemas.openxmlformats.org/drawingml/2006/main">
              <a:ext uri="{FF2B5EF4-FFF2-40B4-BE49-F238E27FC236}">
                <a16:creationId xmlns:a16="http://schemas.microsoft.com/office/drawing/2014/main" id="{006CAD47-F531-4562-ABDC-3CD07850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5410" y="6081228"/>
            <a:ext cx="1641248" cy="870068"/>
          </a:xfrm>
          <a:custGeom xmlns:a="http://schemas.openxmlformats.org/drawingml/2006/main">
            <a:pathLst>
              <a:path w="1641248" h="870068">
                <a:moveTo>
                  <a:pt x="0" y="108151"/>
                </a:moveTo>
                <a:cubicBezTo>
                  <a:pt x="0" y="48421"/>
                  <a:pt x="48420" y="0"/>
                  <a:pt x="108148" y="0"/>
                </a:cubicBezTo>
                <a:lnTo>
                  <a:pt x="1533099" y="0"/>
                </a:lnTo>
                <a:cubicBezTo>
                  <a:pt x="1592827" y="0"/>
                  <a:pt x="1641248" y="48421"/>
                  <a:pt x="1641248" y="108151"/>
                </a:cubicBezTo>
                <a:lnTo>
                  <a:pt x="1641248" y="761919"/>
                </a:lnTo>
                <a:cubicBezTo>
                  <a:pt x="1641248" y="821649"/>
                  <a:pt x="1592827" y="870068"/>
                  <a:pt x="1533099" y="870068"/>
                </a:cubicBezTo>
                <a:lnTo>
                  <a:pt x="108148" y="870068"/>
                </a:lnTo>
                <a:cubicBezTo>
                  <a:pt x="48420" y="870068"/>
                  <a:pt x="0" y="821649"/>
                  <a:pt x="0" y="761919"/>
                </a:cubicBezTo>
                <a:lnTo>
                  <a:pt x="0" y="108151"/>
                </a:lnTo>
              </a:path>
            </a:pathLst>
          </a:custGeom>
          <a:solidFill xmlns:a="http://schemas.openxmlformats.org/drawingml/2006/main">
            <a:srgbClr val="D2E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path-204">
            <a:extLst xmlns:a="http://schemas.openxmlformats.org/drawingml/2006/main">
              <a:ext uri="{FF2B5EF4-FFF2-40B4-BE49-F238E27FC236}">
                <a16:creationId xmlns:a16="http://schemas.microsoft.com/office/drawing/2014/main" id="{FE982214-FFAD-41CF-9086-2F499518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5410" y="6081228"/>
            <a:ext cx="1641250" cy="870068"/>
          </a:xfrm>
          <a:custGeom xmlns:a="http://schemas.openxmlformats.org/drawingml/2006/main">
            <a:pathLst>
              <a:path w="1641250" h="870068">
                <a:moveTo>
                  <a:pt x="0" y="108151"/>
                </a:moveTo>
                <a:cubicBezTo>
                  <a:pt x="0" y="48421"/>
                  <a:pt x="48420" y="0"/>
                  <a:pt x="108149" y="0"/>
                </a:cubicBezTo>
                <a:lnTo>
                  <a:pt x="1533100" y="0"/>
                </a:lnTo>
                <a:cubicBezTo>
                  <a:pt x="1592828" y="0"/>
                  <a:pt x="1641250" y="48421"/>
                  <a:pt x="1641250" y="108151"/>
                </a:cubicBezTo>
                <a:lnTo>
                  <a:pt x="1641250" y="761917"/>
                </a:lnTo>
                <a:cubicBezTo>
                  <a:pt x="1641250" y="821647"/>
                  <a:pt x="1592828" y="870068"/>
                  <a:pt x="1533100" y="870068"/>
                </a:cubicBezTo>
                <a:lnTo>
                  <a:pt x="108149" y="870068"/>
                </a:lnTo>
                <a:cubicBezTo>
                  <a:pt x="48420" y="870068"/>
                  <a:pt x="0" y="821647"/>
                  <a:pt x="0" y="761917"/>
                </a:cubicBezTo>
                <a:lnTo>
                  <a:pt x="0" y="108151"/>
                </a:lnTo>
              </a:path>
            </a:pathLst>
          </a:custGeom>
          <a:noFill xmlns:a="http://schemas.openxmlformats.org/drawingml/2006/main"/>
          <a:ln xmlns:a="http://schemas.openxmlformats.org/drawingml/2006/main" w="25823">
            <a:solidFill>
              <a:srgbClr val="042433"/>
            </a:solidFill>
            <a:prstDash val="solid"/>
          </a:ln>
        </p:spPr>
      </p:sp>
      <p:sp>
        <p:nvSpPr>
          <p:cNvPr id="207" name="path-205">
            <a:extLst xmlns:a="http://schemas.openxmlformats.org/drawingml/2006/main">
              <a:ext uri="{FF2B5EF4-FFF2-40B4-BE49-F238E27FC236}">
                <a16:creationId xmlns:a16="http://schemas.microsoft.com/office/drawing/2014/main" id="{1011C568-32D1-4C23-A081-8F2359CC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0536" y="6082237"/>
            <a:ext cx="3913340" cy="870063"/>
          </a:xfrm>
          <a:custGeom xmlns:a="http://schemas.openxmlformats.org/drawingml/2006/main">
            <a:pathLst>
              <a:path w="3913340" h="870063">
                <a:moveTo>
                  <a:pt x="0" y="0"/>
                </a:moveTo>
                <a:lnTo>
                  <a:pt x="3913340" y="0"/>
                </a:lnTo>
                <a:lnTo>
                  <a:pt x="3913340" y="870063"/>
                </a:lnTo>
                <a:lnTo>
                  <a:pt x="0" y="870063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path-206">
            <a:extLst xmlns:a="http://schemas.openxmlformats.org/drawingml/2006/main">
              <a:ext uri="{FF2B5EF4-FFF2-40B4-BE49-F238E27FC236}">
                <a16:creationId xmlns:a16="http://schemas.microsoft.com/office/drawing/2014/main" id="{170B142F-C0FE-42D3-9123-D8F7D4BA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0536" y="6082237"/>
            <a:ext cx="3913340" cy="870065"/>
          </a:xfrm>
          <a:custGeom xmlns:a="http://schemas.openxmlformats.org/drawingml/2006/main">
            <a:pathLst>
              <a:path w="3913340" h="870065">
                <a:moveTo>
                  <a:pt x="0" y="0"/>
                </a:moveTo>
                <a:lnTo>
                  <a:pt x="0" y="870065"/>
                </a:lnTo>
                <a:lnTo>
                  <a:pt x="3913340" y="870065"/>
                </a:lnTo>
                <a:lnTo>
                  <a:pt x="391334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823">
            <a:solidFill>
              <a:srgbClr val="042433"/>
            </a:solidFill>
            <a:prstDash val="solid"/>
          </a:ln>
        </p:spPr>
      </p:sp>
      <p:sp>
        <p:nvSpPr>
          <p:cNvPr id="209" name="text-207 drwxr">
            <a:extLst xmlns:a="http://schemas.openxmlformats.org/drawingml/2006/main">
              <a:ext uri="{FF2B5EF4-FFF2-40B4-BE49-F238E27FC236}">
                <a16:creationId xmlns:a16="http://schemas.microsoft.com/office/drawing/2014/main" id="{E37A36F7-3EA4-4BB4-B677-3CAC1C4F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7033" y="6150084"/>
            <a:ext cx="817412" cy="436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drwxr</a:t>
            </a:r>
          </a:p>
        </p:txBody>
      </p:sp>
      <p:sp>
        <p:nvSpPr>
          <p:cNvPr id="210" name="text-208 -">
            <a:extLst xmlns:a="http://schemas.openxmlformats.org/drawingml/2006/main">
              <a:ext uri="{FF2B5EF4-FFF2-40B4-BE49-F238E27FC236}">
                <a16:creationId xmlns:a16="http://schemas.microsoft.com/office/drawing/2014/main" id="{EDB8724C-46C4-4946-A33A-F2B3E67D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8814" y="6275879"/>
            <a:ext cx="95300" cy="2600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6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211" name="text-209 xr">
            <a:extLst xmlns:a="http://schemas.openxmlformats.org/drawingml/2006/main">
              <a:ext uri="{FF2B5EF4-FFF2-40B4-BE49-F238E27FC236}">
                <a16:creationId xmlns:a16="http://schemas.microsoft.com/office/drawing/2014/main" id="{5B5373F1-F6AC-4542-B498-7810C6F6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144" y="6144096"/>
            <a:ext cx="321565" cy="4445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xr</a:t>
            </a:r>
          </a:p>
        </p:txBody>
      </p:sp>
      <p:sp>
        <p:nvSpPr>
          <p:cNvPr id="212" name="text-210 -">
            <a:extLst xmlns:a="http://schemas.openxmlformats.org/drawingml/2006/main">
              <a:ext uri="{FF2B5EF4-FFF2-40B4-BE49-F238E27FC236}">
                <a16:creationId xmlns:a16="http://schemas.microsoft.com/office/drawing/2014/main" id="{6F239DCC-B949-43C2-B675-7D4E637F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4831" y="6275879"/>
            <a:ext cx="95300" cy="2600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6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213" name="text-211 x">
            <a:extLst xmlns:a="http://schemas.openxmlformats.org/drawingml/2006/main">
              <a:ext uri="{FF2B5EF4-FFF2-40B4-BE49-F238E27FC236}">
                <a16:creationId xmlns:a16="http://schemas.microsoft.com/office/drawing/2014/main" id="{61853FEF-A775-4543-AF94-2EE1ED5B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6161" y="6144572"/>
            <a:ext cx="215608" cy="4439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9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214" name="text-211 3">
            <a:extLst xmlns:a="http://schemas.openxmlformats.org/drawingml/2006/main">
              <a:ext uri="{FF2B5EF4-FFF2-40B4-BE49-F238E27FC236}">
                <a16:creationId xmlns:a16="http://schemas.microsoft.com/office/drawing/2014/main" id="{86C5C820-82D4-4617-9F99-12DE0CD6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1470" y="6146324"/>
            <a:ext cx="232075" cy="441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8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5" name="text-211 user">
            <a:extLst xmlns:a="http://schemas.openxmlformats.org/drawingml/2006/main">
              <a:ext uri="{FF2B5EF4-FFF2-40B4-BE49-F238E27FC236}">
                <a16:creationId xmlns:a16="http://schemas.microsoft.com/office/drawing/2014/main" id="{C619CC79-328D-47CD-A350-209A64C6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2970" y="6186239"/>
            <a:ext cx="585137" cy="385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6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216" name="text-211 ...">
            <a:extLst xmlns:a="http://schemas.openxmlformats.org/drawingml/2006/main">
              <a:ext uri="{FF2B5EF4-FFF2-40B4-BE49-F238E27FC236}">
                <a16:creationId xmlns:a16="http://schemas.microsoft.com/office/drawing/2014/main" id="{06A16E67-689A-465F-8B14-B90AB16F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5901" y="6147293"/>
            <a:ext cx="318538" cy="440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217" name="text-212 -">
            <a:extLst xmlns:a="http://schemas.openxmlformats.org/drawingml/2006/main">
              <a:ext uri="{FF2B5EF4-FFF2-40B4-BE49-F238E27FC236}">
                <a16:creationId xmlns:a16="http://schemas.microsoft.com/office/drawing/2014/main" id="{0D711F38-E415-42CE-9213-B0224846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7162" y="6610546"/>
            <a:ext cx="95300" cy="2600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6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218" name="text-213 rw">
            <a:extLst xmlns:a="http://schemas.openxmlformats.org/drawingml/2006/main">
              <a:ext uri="{FF2B5EF4-FFF2-40B4-BE49-F238E27FC236}">
                <a16:creationId xmlns:a16="http://schemas.microsoft.com/office/drawing/2014/main" id="{A954A9B3-5854-46CA-A0CD-B8C16546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8492" y="6486960"/>
            <a:ext cx="382043" cy="433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3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3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3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rw</a:t>
            </a:r>
          </a:p>
        </p:txBody>
      </p:sp>
      <p:sp>
        <p:nvSpPr>
          <p:cNvPr id="219" name="text-214 -">
            <a:extLst xmlns:a="http://schemas.openxmlformats.org/drawingml/2006/main">
              <a:ext uri="{FF2B5EF4-FFF2-40B4-BE49-F238E27FC236}">
                <a16:creationId xmlns:a16="http://schemas.microsoft.com/office/drawing/2014/main" id="{3A2A3720-3975-4418-9F8A-E25DDA8A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4508" y="6610546"/>
            <a:ext cx="95300" cy="2600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6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220" name="text-215 r">
            <a:extLst xmlns:a="http://schemas.openxmlformats.org/drawingml/2006/main">
              <a:ext uri="{FF2B5EF4-FFF2-40B4-BE49-F238E27FC236}">
                <a16:creationId xmlns:a16="http://schemas.microsoft.com/office/drawing/2014/main" id="{C700732F-1464-48B9-ACA7-C52A37C6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5838" y="6477254"/>
            <a:ext cx="163676" cy="4466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221" name="text-216 --">
            <a:extLst xmlns:a="http://schemas.openxmlformats.org/drawingml/2006/main">
              <a:ext uri="{FF2B5EF4-FFF2-40B4-BE49-F238E27FC236}">
                <a16:creationId xmlns:a16="http://schemas.microsoft.com/office/drawing/2014/main" id="{B7265632-8BC9-49A4-BCC6-8FF2D608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2358" y="6611345"/>
            <a:ext cx="156483" cy="258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5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--</a:t>
            </a:r>
          </a:p>
        </p:txBody>
      </p:sp>
      <p:sp>
        <p:nvSpPr>
          <p:cNvPr id="222" name="text-217 r">
            <a:extLst xmlns:a="http://schemas.openxmlformats.org/drawingml/2006/main">
              <a:ext uri="{FF2B5EF4-FFF2-40B4-BE49-F238E27FC236}">
                <a16:creationId xmlns:a16="http://schemas.microsoft.com/office/drawing/2014/main" id="{E78E21E8-9A69-4DA3-A497-93EAC6F0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5018" y="6477254"/>
            <a:ext cx="163676" cy="4466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223" name="text-218 --">
            <a:extLst xmlns:a="http://schemas.openxmlformats.org/drawingml/2006/main">
              <a:ext uri="{FF2B5EF4-FFF2-40B4-BE49-F238E27FC236}">
                <a16:creationId xmlns:a16="http://schemas.microsoft.com/office/drawing/2014/main" id="{CFE4522B-322B-4B0A-BA3C-A396251C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61538" y="6611346"/>
            <a:ext cx="156483" cy="258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5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--</a:t>
            </a:r>
          </a:p>
        </p:txBody>
      </p:sp>
      <p:sp>
        <p:nvSpPr>
          <p:cNvPr id="224" name="text-219 1">
            <a:extLst xmlns:a="http://schemas.openxmlformats.org/drawingml/2006/main">
              <a:ext uri="{FF2B5EF4-FFF2-40B4-BE49-F238E27FC236}">
                <a16:creationId xmlns:a16="http://schemas.microsoft.com/office/drawing/2014/main" id="{A53376A5-5276-45AB-AF37-54BAA814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1351" y="6480991"/>
            <a:ext cx="232075" cy="441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8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5" name="text-219 user">
            <a:extLst xmlns:a="http://schemas.openxmlformats.org/drawingml/2006/main">
              <a:ext uri="{FF2B5EF4-FFF2-40B4-BE49-F238E27FC236}">
                <a16:creationId xmlns:a16="http://schemas.microsoft.com/office/drawing/2014/main" id="{3A273D69-EFB7-49F8-9134-276D1D96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2738" y="6520848"/>
            <a:ext cx="585261" cy="385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6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226" name="text-219 ...">
            <a:extLst xmlns:a="http://schemas.openxmlformats.org/drawingml/2006/main">
              <a:ext uri="{FF2B5EF4-FFF2-40B4-BE49-F238E27FC236}">
                <a16:creationId xmlns:a16="http://schemas.microsoft.com/office/drawing/2014/main" id="{A5B54E9D-03E8-4F90-8588-735569C1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5668" y="6482096"/>
            <a:ext cx="318401" cy="4399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227" name="path-220">
            <a:extLst xmlns:a="http://schemas.openxmlformats.org/drawingml/2006/main">
              <a:ext uri="{FF2B5EF4-FFF2-40B4-BE49-F238E27FC236}">
                <a16:creationId xmlns:a16="http://schemas.microsoft.com/office/drawing/2014/main" id="{F35FA47B-3E5A-4EC1-90CE-3397AFC2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3181" y="6331206"/>
            <a:ext cx="367401" cy="366981"/>
          </a:xfrm>
          <a:custGeom xmlns:a="http://schemas.openxmlformats.org/drawingml/2006/main">
            <a:pathLst>
              <a:path w="367401" h="366981">
                <a:moveTo>
                  <a:pt x="183916" y="0"/>
                </a:moveTo>
                <a:cubicBezTo>
                  <a:pt x="82306" y="0"/>
                  <a:pt x="0" y="82217"/>
                  <a:pt x="0" y="183703"/>
                </a:cubicBezTo>
                <a:cubicBezTo>
                  <a:pt x="0" y="285189"/>
                  <a:pt x="82306" y="366981"/>
                  <a:pt x="183916" y="366981"/>
                </a:cubicBezTo>
                <a:cubicBezTo>
                  <a:pt x="285520" y="366981"/>
                  <a:pt x="367401" y="285189"/>
                  <a:pt x="367401" y="183703"/>
                </a:cubicBezTo>
                <a:cubicBezTo>
                  <a:pt x="367401" y="82217"/>
                  <a:pt x="285520" y="0"/>
                  <a:pt x="183916" y="0"/>
                </a:cubicBezTo>
                <a:moveTo>
                  <a:pt x="249077" y="124610"/>
                </a:moveTo>
                <a:cubicBezTo>
                  <a:pt x="251648" y="122898"/>
                  <a:pt x="255939" y="120755"/>
                  <a:pt x="259367" y="121611"/>
                </a:cubicBezTo>
                <a:cubicBezTo>
                  <a:pt x="261938" y="122466"/>
                  <a:pt x="264083" y="123329"/>
                  <a:pt x="261081" y="125466"/>
                </a:cubicBezTo>
                <a:cubicBezTo>
                  <a:pt x="259792" y="126322"/>
                  <a:pt x="257653" y="125466"/>
                  <a:pt x="255939" y="125897"/>
                </a:cubicBezTo>
                <a:cubicBezTo>
                  <a:pt x="258078" y="126322"/>
                  <a:pt x="261081" y="127609"/>
                  <a:pt x="260224" y="129752"/>
                </a:cubicBezTo>
                <a:cubicBezTo>
                  <a:pt x="266654" y="133176"/>
                  <a:pt x="258078" y="137455"/>
                  <a:pt x="254219" y="137031"/>
                </a:cubicBezTo>
                <a:cubicBezTo>
                  <a:pt x="255939" y="137455"/>
                  <a:pt x="250366" y="140879"/>
                  <a:pt x="250366" y="140455"/>
                </a:cubicBezTo>
                <a:cubicBezTo>
                  <a:pt x="248220" y="141742"/>
                  <a:pt x="245218" y="141742"/>
                  <a:pt x="243504" y="143878"/>
                </a:cubicBezTo>
                <a:cubicBezTo>
                  <a:pt x="241790" y="146446"/>
                  <a:pt x="243935" y="151157"/>
                  <a:pt x="240501" y="150301"/>
                </a:cubicBezTo>
                <a:cubicBezTo>
                  <a:pt x="239219" y="153300"/>
                  <a:pt x="234071" y="151588"/>
                  <a:pt x="231500" y="155012"/>
                </a:cubicBezTo>
                <a:cubicBezTo>
                  <a:pt x="234071" y="158011"/>
                  <a:pt x="228497" y="161866"/>
                  <a:pt x="225926" y="158436"/>
                </a:cubicBezTo>
                <a:cubicBezTo>
                  <a:pt x="223356" y="159299"/>
                  <a:pt x="225069" y="161866"/>
                  <a:pt x="222499" y="163147"/>
                </a:cubicBezTo>
                <a:cubicBezTo>
                  <a:pt x="223356" y="164434"/>
                  <a:pt x="223781" y="166146"/>
                  <a:pt x="222067" y="167002"/>
                </a:cubicBezTo>
                <a:cubicBezTo>
                  <a:pt x="222499" y="166577"/>
                  <a:pt x="225069" y="169145"/>
                  <a:pt x="225926" y="169570"/>
                </a:cubicBezTo>
                <a:cubicBezTo>
                  <a:pt x="225501" y="170857"/>
                  <a:pt x="224638" y="171713"/>
                  <a:pt x="223356" y="171713"/>
                </a:cubicBezTo>
                <a:cubicBezTo>
                  <a:pt x="224638" y="174712"/>
                  <a:pt x="222067" y="178136"/>
                  <a:pt x="219928" y="179848"/>
                </a:cubicBezTo>
                <a:cubicBezTo>
                  <a:pt x="217350" y="181560"/>
                  <a:pt x="212209" y="184134"/>
                  <a:pt x="211352" y="184559"/>
                </a:cubicBezTo>
                <a:cubicBezTo>
                  <a:pt x="207060" y="188414"/>
                  <a:pt x="204064" y="194412"/>
                  <a:pt x="211777" y="196124"/>
                </a:cubicBezTo>
                <a:cubicBezTo>
                  <a:pt x="212209" y="196124"/>
                  <a:pt x="211777" y="203828"/>
                  <a:pt x="212209" y="204259"/>
                </a:cubicBezTo>
                <a:cubicBezTo>
                  <a:pt x="212634" y="207258"/>
                  <a:pt x="213923" y="215393"/>
                  <a:pt x="208781" y="212394"/>
                </a:cubicBezTo>
                <a:cubicBezTo>
                  <a:pt x="206204" y="211106"/>
                  <a:pt x="205347" y="204259"/>
                  <a:pt x="204490" y="201691"/>
                </a:cubicBezTo>
                <a:cubicBezTo>
                  <a:pt x="203633" y="198692"/>
                  <a:pt x="203208" y="199117"/>
                  <a:pt x="201487" y="196124"/>
                </a:cubicBezTo>
                <a:cubicBezTo>
                  <a:pt x="198491" y="199548"/>
                  <a:pt x="197634" y="196980"/>
                  <a:pt x="195057" y="195268"/>
                </a:cubicBezTo>
                <a:cubicBezTo>
                  <a:pt x="192486" y="193981"/>
                  <a:pt x="188626" y="194412"/>
                  <a:pt x="187344" y="193125"/>
                </a:cubicBezTo>
                <a:cubicBezTo>
                  <a:pt x="183916" y="195693"/>
                  <a:pt x="181339" y="194837"/>
                  <a:pt x="180482" y="190982"/>
                </a:cubicBezTo>
                <a:cubicBezTo>
                  <a:pt x="179625" y="192694"/>
                  <a:pt x="181339" y="195268"/>
                  <a:pt x="180914" y="196124"/>
                </a:cubicBezTo>
                <a:cubicBezTo>
                  <a:pt x="179625" y="198692"/>
                  <a:pt x="177479" y="198261"/>
                  <a:pt x="175766" y="196980"/>
                </a:cubicBezTo>
                <a:cubicBezTo>
                  <a:pt x="172770" y="194412"/>
                  <a:pt x="165907" y="198692"/>
                  <a:pt x="162480" y="196980"/>
                </a:cubicBezTo>
                <a:cubicBezTo>
                  <a:pt x="162905" y="196980"/>
                  <a:pt x="163337" y="197836"/>
                  <a:pt x="164194" y="198261"/>
                </a:cubicBezTo>
                <a:cubicBezTo>
                  <a:pt x="163337" y="201260"/>
                  <a:pt x="161623" y="199548"/>
                  <a:pt x="160334" y="200404"/>
                </a:cubicBezTo>
                <a:cubicBezTo>
                  <a:pt x="158620" y="201691"/>
                  <a:pt x="157331" y="203828"/>
                  <a:pt x="156049" y="205115"/>
                </a:cubicBezTo>
                <a:cubicBezTo>
                  <a:pt x="159045" y="211106"/>
                  <a:pt x="155618" y="216673"/>
                  <a:pt x="156049" y="223096"/>
                </a:cubicBezTo>
                <a:cubicBezTo>
                  <a:pt x="156049" y="227807"/>
                  <a:pt x="159045" y="236373"/>
                  <a:pt x="163762" y="238941"/>
                </a:cubicBezTo>
                <a:cubicBezTo>
                  <a:pt x="165907" y="240228"/>
                  <a:pt x="172770" y="240653"/>
                  <a:pt x="174909" y="239797"/>
                </a:cubicBezTo>
                <a:cubicBezTo>
                  <a:pt x="178343" y="238517"/>
                  <a:pt x="177911" y="235949"/>
                  <a:pt x="179200" y="232950"/>
                </a:cubicBezTo>
                <a:cubicBezTo>
                  <a:pt x="180482" y="229951"/>
                  <a:pt x="181771" y="228663"/>
                  <a:pt x="185199" y="228239"/>
                </a:cubicBezTo>
                <a:cubicBezTo>
                  <a:pt x="195488" y="227807"/>
                  <a:pt x="187769" y="235949"/>
                  <a:pt x="186487" y="240228"/>
                </a:cubicBezTo>
                <a:cubicBezTo>
                  <a:pt x="185630" y="243228"/>
                  <a:pt x="185630" y="246651"/>
                  <a:pt x="185199" y="249650"/>
                </a:cubicBezTo>
                <a:cubicBezTo>
                  <a:pt x="186487" y="250075"/>
                  <a:pt x="187344" y="250075"/>
                  <a:pt x="188626" y="250075"/>
                </a:cubicBezTo>
                <a:cubicBezTo>
                  <a:pt x="188626" y="249219"/>
                  <a:pt x="189483" y="247939"/>
                  <a:pt x="189483" y="247076"/>
                </a:cubicBezTo>
                <a:cubicBezTo>
                  <a:pt x="190772" y="249650"/>
                  <a:pt x="195920" y="250506"/>
                  <a:pt x="197202" y="247507"/>
                </a:cubicBezTo>
                <a:cubicBezTo>
                  <a:pt x="198916" y="250506"/>
                  <a:pt x="202351" y="252218"/>
                  <a:pt x="202776" y="255642"/>
                </a:cubicBezTo>
                <a:cubicBezTo>
                  <a:pt x="203208" y="259066"/>
                  <a:pt x="206204" y="262921"/>
                  <a:pt x="201487" y="262921"/>
                </a:cubicBezTo>
                <a:cubicBezTo>
                  <a:pt x="198059" y="262921"/>
                  <a:pt x="202351" y="269344"/>
                  <a:pt x="202776" y="270631"/>
                </a:cubicBezTo>
                <a:cubicBezTo>
                  <a:pt x="205347" y="275342"/>
                  <a:pt x="209638" y="277485"/>
                  <a:pt x="214354" y="274911"/>
                </a:cubicBezTo>
                <a:cubicBezTo>
                  <a:pt x="214354" y="276623"/>
                  <a:pt x="213491" y="282190"/>
                  <a:pt x="210920" y="282621"/>
                </a:cubicBezTo>
                <a:cubicBezTo>
                  <a:pt x="208349" y="283046"/>
                  <a:pt x="204064" y="277910"/>
                  <a:pt x="204921" y="275342"/>
                </a:cubicBezTo>
                <a:cubicBezTo>
                  <a:pt x="204490" y="276198"/>
                  <a:pt x="204064" y="277054"/>
                  <a:pt x="203208" y="277485"/>
                </a:cubicBezTo>
                <a:cubicBezTo>
                  <a:pt x="200630" y="274486"/>
                  <a:pt x="196777" y="273199"/>
                  <a:pt x="194632" y="270200"/>
                </a:cubicBezTo>
                <a:cubicBezTo>
                  <a:pt x="194200" y="269344"/>
                  <a:pt x="187769" y="259928"/>
                  <a:pt x="189058" y="259497"/>
                </a:cubicBezTo>
                <a:cubicBezTo>
                  <a:pt x="185630" y="260784"/>
                  <a:pt x="179200" y="258641"/>
                  <a:pt x="176197" y="256929"/>
                </a:cubicBezTo>
                <a:cubicBezTo>
                  <a:pt x="171049" y="254361"/>
                  <a:pt x="170624" y="247507"/>
                  <a:pt x="164194" y="248363"/>
                </a:cubicBezTo>
                <a:cubicBezTo>
                  <a:pt x="159902" y="249219"/>
                  <a:pt x="158620" y="250506"/>
                  <a:pt x="153472" y="248795"/>
                </a:cubicBezTo>
                <a:cubicBezTo>
                  <a:pt x="150044" y="247507"/>
                  <a:pt x="147473" y="244939"/>
                  <a:pt x="144046" y="243228"/>
                </a:cubicBezTo>
                <a:cubicBezTo>
                  <a:pt x="140186" y="241084"/>
                  <a:pt x="133324" y="238941"/>
                  <a:pt x="132042" y="234230"/>
                </a:cubicBezTo>
                <a:cubicBezTo>
                  <a:pt x="130753" y="230382"/>
                  <a:pt x="131185" y="225671"/>
                  <a:pt x="129039" y="222240"/>
                </a:cubicBezTo>
                <a:cubicBezTo>
                  <a:pt x="127750" y="219673"/>
                  <a:pt x="123034" y="215393"/>
                  <a:pt x="120038" y="215393"/>
                </a:cubicBezTo>
                <a:cubicBezTo>
                  <a:pt x="123034" y="215393"/>
                  <a:pt x="117461" y="208114"/>
                  <a:pt x="116604" y="207258"/>
                </a:cubicBezTo>
                <a:cubicBezTo>
                  <a:pt x="114033" y="204259"/>
                  <a:pt x="104600" y="195693"/>
                  <a:pt x="106314" y="190982"/>
                </a:cubicBezTo>
                <a:cubicBezTo>
                  <a:pt x="106745" y="190126"/>
                  <a:pt x="101604" y="188414"/>
                  <a:pt x="100740" y="187983"/>
                </a:cubicBezTo>
                <a:cubicBezTo>
                  <a:pt x="101604" y="190557"/>
                  <a:pt x="102029" y="193125"/>
                  <a:pt x="103318" y="195268"/>
                </a:cubicBezTo>
                <a:cubicBezTo>
                  <a:pt x="104600" y="197836"/>
                  <a:pt x="105888" y="199548"/>
                  <a:pt x="107177" y="202116"/>
                </a:cubicBezTo>
                <a:cubicBezTo>
                  <a:pt x="109748" y="206402"/>
                  <a:pt x="113176" y="211962"/>
                  <a:pt x="112751" y="217105"/>
                </a:cubicBezTo>
                <a:cubicBezTo>
                  <a:pt x="109748" y="217961"/>
                  <a:pt x="110605" y="213250"/>
                  <a:pt x="109748" y="211538"/>
                </a:cubicBezTo>
                <a:cubicBezTo>
                  <a:pt x="108034" y="208539"/>
                  <a:pt x="103743" y="208539"/>
                  <a:pt x="102461" y="205115"/>
                </a:cubicBezTo>
                <a:cubicBezTo>
                  <a:pt x="102886" y="204684"/>
                  <a:pt x="103318" y="205115"/>
                  <a:pt x="103743" y="204684"/>
                </a:cubicBezTo>
                <a:cubicBezTo>
                  <a:pt x="104175" y="200835"/>
                  <a:pt x="97744" y="197405"/>
                  <a:pt x="98601" y="194412"/>
                </a:cubicBezTo>
                <a:cubicBezTo>
                  <a:pt x="95173" y="191838"/>
                  <a:pt x="95599" y="186702"/>
                  <a:pt x="93028" y="183278"/>
                </a:cubicBezTo>
                <a:cubicBezTo>
                  <a:pt x="90882" y="180279"/>
                  <a:pt x="87023" y="178992"/>
                  <a:pt x="84027" y="176855"/>
                </a:cubicBezTo>
                <a:cubicBezTo>
                  <a:pt x="82738" y="175993"/>
                  <a:pt x="74594" y="165290"/>
                  <a:pt x="77596" y="164434"/>
                </a:cubicBezTo>
                <a:cubicBezTo>
                  <a:pt x="72880" y="165721"/>
                  <a:pt x="70302" y="154588"/>
                  <a:pt x="71159" y="151588"/>
                </a:cubicBezTo>
                <a:cubicBezTo>
                  <a:pt x="71159" y="151588"/>
                  <a:pt x="70734" y="151588"/>
                  <a:pt x="70734" y="151157"/>
                </a:cubicBezTo>
                <a:cubicBezTo>
                  <a:pt x="71591" y="148165"/>
                  <a:pt x="69877" y="133600"/>
                  <a:pt x="73737" y="133176"/>
                </a:cubicBezTo>
                <a:cubicBezTo>
                  <a:pt x="71159" y="133600"/>
                  <a:pt x="70302" y="127177"/>
                  <a:pt x="71159" y="125897"/>
                </a:cubicBezTo>
                <a:cubicBezTo>
                  <a:pt x="71591" y="125041"/>
                  <a:pt x="75019" y="128465"/>
                  <a:pt x="75451" y="128889"/>
                </a:cubicBezTo>
                <a:cubicBezTo>
                  <a:pt x="76733" y="128033"/>
                  <a:pt x="78021" y="126322"/>
                  <a:pt x="77596" y="124610"/>
                </a:cubicBezTo>
                <a:cubicBezTo>
                  <a:pt x="76733" y="122898"/>
                  <a:pt x="74594" y="120755"/>
                  <a:pt x="72880" y="119474"/>
                </a:cubicBezTo>
                <a:cubicBezTo>
                  <a:pt x="72023" y="119043"/>
                  <a:pt x="62590" y="112620"/>
                  <a:pt x="62158" y="113051"/>
                </a:cubicBezTo>
                <a:cubicBezTo>
                  <a:pt x="63015" y="111333"/>
                  <a:pt x="62590" y="110052"/>
                  <a:pt x="61301" y="108765"/>
                </a:cubicBezTo>
                <a:cubicBezTo>
                  <a:pt x="56585" y="112195"/>
                  <a:pt x="59587" y="105341"/>
                  <a:pt x="57016" y="104485"/>
                </a:cubicBezTo>
                <a:cubicBezTo>
                  <a:pt x="56159" y="104054"/>
                  <a:pt x="54871" y="103629"/>
                  <a:pt x="54014" y="102773"/>
                </a:cubicBezTo>
                <a:cubicBezTo>
                  <a:pt x="67731" y="80930"/>
                  <a:pt x="87023" y="62517"/>
                  <a:pt x="110173" y="49671"/>
                </a:cubicBezTo>
                <a:cubicBezTo>
                  <a:pt x="111462" y="49247"/>
                  <a:pt x="114033" y="49247"/>
                  <a:pt x="115747" y="49247"/>
                </a:cubicBezTo>
                <a:cubicBezTo>
                  <a:pt x="120038" y="49671"/>
                  <a:pt x="122177" y="53526"/>
                  <a:pt x="125180" y="55670"/>
                </a:cubicBezTo>
                <a:cubicBezTo>
                  <a:pt x="125611" y="54382"/>
                  <a:pt x="125180" y="52670"/>
                  <a:pt x="124323" y="51383"/>
                </a:cubicBezTo>
                <a:cubicBezTo>
                  <a:pt x="125180" y="49671"/>
                  <a:pt x="127750" y="48815"/>
                  <a:pt x="129464" y="48391"/>
                </a:cubicBezTo>
                <a:cubicBezTo>
                  <a:pt x="131610" y="47959"/>
                  <a:pt x="135038" y="47959"/>
                  <a:pt x="136758" y="48815"/>
                </a:cubicBezTo>
                <a:cubicBezTo>
                  <a:pt x="135469" y="46679"/>
                  <a:pt x="133324" y="44536"/>
                  <a:pt x="131610" y="42824"/>
                </a:cubicBezTo>
                <a:lnTo>
                  <a:pt x="130753" y="43680"/>
                </a:lnTo>
                <a:cubicBezTo>
                  <a:pt x="128182" y="41537"/>
                  <a:pt x="123034" y="44536"/>
                  <a:pt x="120463" y="45392"/>
                </a:cubicBezTo>
                <a:cubicBezTo>
                  <a:pt x="118749" y="46248"/>
                  <a:pt x="116604" y="47535"/>
                  <a:pt x="114890" y="48391"/>
                </a:cubicBezTo>
                <a:cubicBezTo>
                  <a:pt x="113608" y="48815"/>
                  <a:pt x="113176" y="49247"/>
                  <a:pt x="112319" y="48815"/>
                </a:cubicBezTo>
                <a:cubicBezTo>
                  <a:pt x="119606" y="44960"/>
                  <a:pt x="126893" y="41537"/>
                  <a:pt x="134613" y="38969"/>
                </a:cubicBezTo>
                <a:cubicBezTo>
                  <a:pt x="135895" y="39825"/>
                  <a:pt x="137615" y="41537"/>
                  <a:pt x="139754" y="43248"/>
                </a:cubicBezTo>
                <a:cubicBezTo>
                  <a:pt x="138472" y="41968"/>
                  <a:pt x="138472" y="47535"/>
                  <a:pt x="138897" y="48391"/>
                </a:cubicBezTo>
                <a:cubicBezTo>
                  <a:pt x="141468" y="51814"/>
                  <a:pt x="147473" y="49671"/>
                  <a:pt x="150901" y="49671"/>
                </a:cubicBezTo>
                <a:cubicBezTo>
                  <a:pt x="150476" y="49671"/>
                  <a:pt x="161191" y="50959"/>
                  <a:pt x="159045" y="48391"/>
                </a:cubicBezTo>
                <a:cubicBezTo>
                  <a:pt x="160766" y="50959"/>
                  <a:pt x="160766" y="54382"/>
                  <a:pt x="162905" y="56526"/>
                </a:cubicBezTo>
                <a:cubicBezTo>
                  <a:pt x="165050" y="54382"/>
                  <a:pt x="162048" y="51814"/>
                  <a:pt x="163337" y="49671"/>
                </a:cubicBezTo>
                <a:cubicBezTo>
                  <a:pt x="163762" y="48815"/>
                  <a:pt x="168478" y="47959"/>
                  <a:pt x="169767" y="47103"/>
                </a:cubicBezTo>
                <a:cubicBezTo>
                  <a:pt x="171481" y="45816"/>
                  <a:pt x="168478" y="44104"/>
                  <a:pt x="167621" y="43680"/>
                </a:cubicBezTo>
                <a:cubicBezTo>
                  <a:pt x="165050" y="42392"/>
                  <a:pt x="155618" y="41537"/>
                  <a:pt x="160334" y="35970"/>
                </a:cubicBezTo>
                <a:cubicBezTo>
                  <a:pt x="162048" y="34258"/>
                  <a:pt x="168478" y="35114"/>
                  <a:pt x="170192" y="36401"/>
                </a:cubicBezTo>
                <a:cubicBezTo>
                  <a:pt x="172770" y="37681"/>
                  <a:pt x="175340" y="40249"/>
                  <a:pt x="171906" y="42824"/>
                </a:cubicBezTo>
                <a:cubicBezTo>
                  <a:pt x="173627" y="43248"/>
                  <a:pt x="181771" y="44960"/>
                  <a:pt x="180482" y="47959"/>
                </a:cubicBezTo>
                <a:cubicBezTo>
                  <a:pt x="181339" y="46679"/>
                  <a:pt x="182628" y="44536"/>
                  <a:pt x="184342" y="44536"/>
                </a:cubicBezTo>
                <a:cubicBezTo>
                  <a:pt x="186487" y="44960"/>
                  <a:pt x="186912" y="49671"/>
                  <a:pt x="187769" y="50959"/>
                </a:cubicBezTo>
                <a:cubicBezTo>
                  <a:pt x="191204" y="56950"/>
                  <a:pt x="196777" y="44960"/>
                  <a:pt x="197634" y="45392"/>
                </a:cubicBezTo>
                <a:cubicBezTo>
                  <a:pt x="193343" y="43680"/>
                  <a:pt x="201487" y="41537"/>
                  <a:pt x="203633" y="42392"/>
                </a:cubicBezTo>
                <a:cubicBezTo>
                  <a:pt x="205347" y="43248"/>
                  <a:pt x="207924" y="49247"/>
                  <a:pt x="204921" y="48815"/>
                </a:cubicBezTo>
                <a:cubicBezTo>
                  <a:pt x="207492" y="51383"/>
                  <a:pt x="207924" y="56526"/>
                  <a:pt x="203208" y="56094"/>
                </a:cubicBezTo>
                <a:cubicBezTo>
                  <a:pt x="199773" y="55670"/>
                  <a:pt x="195920" y="51383"/>
                  <a:pt x="192918" y="54814"/>
                </a:cubicBezTo>
                <a:cubicBezTo>
                  <a:pt x="190772" y="57381"/>
                  <a:pt x="189915" y="60805"/>
                  <a:pt x="187769" y="62948"/>
                </a:cubicBezTo>
                <a:cubicBezTo>
                  <a:pt x="184342" y="66372"/>
                  <a:pt x="179625" y="65948"/>
                  <a:pt x="175766" y="65516"/>
                </a:cubicBezTo>
                <a:cubicBezTo>
                  <a:pt x="177479" y="65948"/>
                  <a:pt x="171906" y="71514"/>
                  <a:pt x="171481" y="72370"/>
                </a:cubicBezTo>
                <a:cubicBezTo>
                  <a:pt x="170192" y="74082"/>
                  <a:pt x="168910" y="76225"/>
                  <a:pt x="168478" y="77937"/>
                </a:cubicBezTo>
                <a:cubicBezTo>
                  <a:pt x="168053" y="80505"/>
                  <a:pt x="168910" y="82648"/>
                  <a:pt x="167621" y="85216"/>
                </a:cubicBezTo>
                <a:cubicBezTo>
                  <a:pt x="171481" y="83929"/>
                  <a:pt x="173627" y="91208"/>
                  <a:pt x="171906" y="91639"/>
                </a:cubicBezTo>
                <a:cubicBezTo>
                  <a:pt x="177054" y="90783"/>
                  <a:pt x="181339" y="90783"/>
                  <a:pt x="186055" y="92495"/>
                </a:cubicBezTo>
                <a:cubicBezTo>
                  <a:pt x="189483" y="93782"/>
                  <a:pt x="194200" y="95494"/>
                  <a:pt x="195488" y="98918"/>
                </a:cubicBezTo>
                <a:cubicBezTo>
                  <a:pt x="196345" y="97631"/>
                  <a:pt x="201487" y="98062"/>
                  <a:pt x="202776" y="98487"/>
                </a:cubicBezTo>
                <a:cubicBezTo>
                  <a:pt x="205778" y="99774"/>
                  <a:pt x="205778" y="103198"/>
                  <a:pt x="206635" y="105772"/>
                </a:cubicBezTo>
                <a:cubicBezTo>
                  <a:pt x="207492" y="109196"/>
                  <a:pt x="210920" y="115188"/>
                  <a:pt x="214780" y="113476"/>
                </a:cubicBezTo>
                <a:cubicBezTo>
                  <a:pt x="215636" y="113051"/>
                  <a:pt x="220353" y="110477"/>
                  <a:pt x="218639" y="109196"/>
                </a:cubicBezTo>
                <a:cubicBezTo>
                  <a:pt x="216925" y="107484"/>
                  <a:pt x="214780" y="103198"/>
                  <a:pt x="216493" y="100630"/>
                </a:cubicBezTo>
                <a:cubicBezTo>
                  <a:pt x="218207" y="98062"/>
                  <a:pt x="222924" y="97631"/>
                  <a:pt x="224213" y="94207"/>
                </a:cubicBezTo>
                <a:cubicBezTo>
                  <a:pt x="225926" y="88640"/>
                  <a:pt x="218207" y="89071"/>
                  <a:pt x="218207" y="85216"/>
                </a:cubicBezTo>
                <a:cubicBezTo>
                  <a:pt x="218207" y="82648"/>
                  <a:pt x="221642" y="82217"/>
                  <a:pt x="221210" y="79218"/>
                </a:cubicBezTo>
                <a:cubicBezTo>
                  <a:pt x="221210" y="76650"/>
                  <a:pt x="217782" y="71939"/>
                  <a:pt x="220785" y="70227"/>
                </a:cubicBezTo>
                <a:cubicBezTo>
                  <a:pt x="223356" y="68940"/>
                  <a:pt x="234502" y="71514"/>
                  <a:pt x="236641" y="72795"/>
                </a:cubicBezTo>
                <a:cubicBezTo>
                  <a:pt x="238787" y="74082"/>
                  <a:pt x="245649" y="76225"/>
                  <a:pt x="246074" y="78362"/>
                </a:cubicBezTo>
                <a:lnTo>
                  <a:pt x="244792" y="78362"/>
                </a:lnTo>
                <a:cubicBezTo>
                  <a:pt x="246506" y="80074"/>
                  <a:pt x="248220" y="83504"/>
                  <a:pt x="244792" y="84360"/>
                </a:cubicBezTo>
                <a:cubicBezTo>
                  <a:pt x="246931" y="83929"/>
                  <a:pt x="253362" y="86497"/>
                  <a:pt x="249077" y="87784"/>
                </a:cubicBezTo>
                <a:cubicBezTo>
                  <a:pt x="250366" y="86928"/>
                  <a:pt x="251648" y="87353"/>
                  <a:pt x="252937" y="86497"/>
                </a:cubicBezTo>
                <a:cubicBezTo>
                  <a:pt x="254650" y="85641"/>
                  <a:pt x="255939" y="83929"/>
                  <a:pt x="258078" y="85216"/>
                </a:cubicBezTo>
                <a:cubicBezTo>
                  <a:pt x="258510" y="85641"/>
                  <a:pt x="261081" y="80074"/>
                  <a:pt x="262370" y="80505"/>
                </a:cubicBezTo>
                <a:cubicBezTo>
                  <a:pt x="264509" y="80930"/>
                  <a:pt x="265366" y="83929"/>
                  <a:pt x="266223" y="85216"/>
                </a:cubicBezTo>
                <a:cubicBezTo>
                  <a:pt x="267086" y="87353"/>
                  <a:pt x="269657" y="88215"/>
                  <a:pt x="270514" y="90352"/>
                </a:cubicBezTo>
                <a:cubicBezTo>
                  <a:pt x="272228" y="94207"/>
                  <a:pt x="271371" y="98062"/>
                  <a:pt x="276944" y="99343"/>
                </a:cubicBezTo>
                <a:cubicBezTo>
                  <a:pt x="278658" y="99774"/>
                  <a:pt x="283375" y="97631"/>
                  <a:pt x="282943" y="101061"/>
                </a:cubicBezTo>
                <a:cubicBezTo>
                  <a:pt x="283800" y="100205"/>
                  <a:pt x="284657" y="99343"/>
                  <a:pt x="284657" y="98918"/>
                </a:cubicBezTo>
                <a:cubicBezTo>
                  <a:pt x="285088" y="102342"/>
                  <a:pt x="286377" y="106197"/>
                  <a:pt x="290230" y="105772"/>
                </a:cubicBezTo>
                <a:cubicBezTo>
                  <a:pt x="290230" y="105772"/>
                  <a:pt x="290230" y="110052"/>
                  <a:pt x="289805" y="110908"/>
                </a:cubicBezTo>
                <a:cubicBezTo>
                  <a:pt x="288516" y="113051"/>
                  <a:pt x="284657" y="112620"/>
                  <a:pt x="282518" y="113907"/>
                </a:cubicBezTo>
                <a:cubicBezTo>
                  <a:pt x="281661" y="114332"/>
                  <a:pt x="276087" y="119043"/>
                  <a:pt x="276944" y="119899"/>
                </a:cubicBezTo>
                <a:cubicBezTo>
                  <a:pt x="273942" y="116475"/>
                  <a:pt x="268368" y="116475"/>
                  <a:pt x="264509" y="117331"/>
                </a:cubicBezTo>
                <a:cubicBezTo>
                  <a:pt x="260224" y="118187"/>
                  <a:pt x="255939" y="118187"/>
                  <a:pt x="252080" y="119899"/>
                </a:cubicBezTo>
                <a:cubicBezTo>
                  <a:pt x="250366" y="120755"/>
                  <a:pt x="248220" y="122042"/>
                  <a:pt x="246931" y="123754"/>
                </a:cubicBezTo>
                <a:cubicBezTo>
                  <a:pt x="246074" y="124610"/>
                  <a:pt x="245218" y="128889"/>
                  <a:pt x="243935" y="129321"/>
                </a:cubicBezTo>
                <a:cubicBezTo>
                  <a:pt x="246506" y="128889"/>
                  <a:pt x="247363" y="125897"/>
                  <a:pt x="249077" y="124610"/>
                </a:cubicBezTo>
                <a:moveTo>
                  <a:pt x="210495" y="334004"/>
                </a:moveTo>
                <a:cubicBezTo>
                  <a:pt x="210063" y="332724"/>
                  <a:pt x="209638" y="330580"/>
                  <a:pt x="209638" y="330149"/>
                </a:cubicBezTo>
                <a:cubicBezTo>
                  <a:pt x="209206" y="326301"/>
                  <a:pt x="213923" y="323726"/>
                  <a:pt x="213491" y="320302"/>
                </a:cubicBezTo>
                <a:cubicBezTo>
                  <a:pt x="210920" y="319446"/>
                  <a:pt x="210063" y="317303"/>
                  <a:pt x="210495" y="314311"/>
                </a:cubicBezTo>
                <a:cubicBezTo>
                  <a:pt x="210920" y="310456"/>
                  <a:pt x="214354" y="307032"/>
                  <a:pt x="217350" y="304458"/>
                </a:cubicBezTo>
                <a:cubicBezTo>
                  <a:pt x="220353" y="301890"/>
                  <a:pt x="221210" y="296323"/>
                  <a:pt x="220353" y="292899"/>
                </a:cubicBezTo>
                <a:cubicBezTo>
                  <a:pt x="219064" y="287332"/>
                  <a:pt x="219064" y="281334"/>
                  <a:pt x="218207" y="275767"/>
                </a:cubicBezTo>
                <a:cubicBezTo>
                  <a:pt x="218639" y="277054"/>
                  <a:pt x="222499" y="276623"/>
                  <a:pt x="223356" y="278341"/>
                </a:cubicBezTo>
                <a:cubicBezTo>
                  <a:pt x="224213" y="276623"/>
                  <a:pt x="224638" y="274911"/>
                  <a:pt x="225926" y="273199"/>
                </a:cubicBezTo>
                <a:cubicBezTo>
                  <a:pt x="226783" y="271918"/>
                  <a:pt x="228497" y="271056"/>
                  <a:pt x="229786" y="269775"/>
                </a:cubicBezTo>
                <a:cubicBezTo>
                  <a:pt x="232357" y="268488"/>
                  <a:pt x="237073" y="262921"/>
                  <a:pt x="240076" y="266351"/>
                </a:cubicBezTo>
                <a:cubicBezTo>
                  <a:pt x="242647" y="269344"/>
                  <a:pt x="236641" y="272343"/>
                  <a:pt x="239644" y="274911"/>
                </a:cubicBezTo>
                <a:cubicBezTo>
                  <a:pt x="240501" y="273199"/>
                  <a:pt x="240076" y="269775"/>
                  <a:pt x="241790" y="268063"/>
                </a:cubicBezTo>
                <a:cubicBezTo>
                  <a:pt x="245649" y="263777"/>
                  <a:pt x="248220" y="268488"/>
                  <a:pt x="252080" y="269775"/>
                </a:cubicBezTo>
                <a:cubicBezTo>
                  <a:pt x="255939" y="271056"/>
                  <a:pt x="257653" y="272774"/>
                  <a:pt x="260649" y="275342"/>
                </a:cubicBezTo>
                <a:cubicBezTo>
                  <a:pt x="259792" y="274486"/>
                  <a:pt x="264509" y="272774"/>
                  <a:pt x="264940" y="272343"/>
                </a:cubicBezTo>
                <a:cubicBezTo>
                  <a:pt x="269657" y="271487"/>
                  <a:pt x="271371" y="273630"/>
                  <a:pt x="274373" y="276198"/>
                </a:cubicBezTo>
                <a:cubicBezTo>
                  <a:pt x="277801" y="278766"/>
                  <a:pt x="282943" y="280478"/>
                  <a:pt x="282518" y="285189"/>
                </a:cubicBezTo>
                <a:cubicBezTo>
                  <a:pt x="285088" y="285620"/>
                  <a:pt x="286377" y="286045"/>
                  <a:pt x="288091" y="286901"/>
                </a:cubicBezTo>
                <a:cubicBezTo>
                  <a:pt x="289805" y="287757"/>
                  <a:pt x="292807" y="287757"/>
                  <a:pt x="294090" y="289044"/>
                </a:cubicBezTo>
                <a:cubicBezTo>
                  <a:pt x="272228" y="312168"/>
                  <a:pt x="243072" y="328437"/>
                  <a:pt x="210495" y="33400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text-221 MCP">
            <a:extLst xmlns:a="http://schemas.openxmlformats.org/drawingml/2006/main">
              <a:ext uri="{FF2B5EF4-FFF2-40B4-BE49-F238E27FC236}">
                <a16:creationId xmlns:a16="http://schemas.microsoft.com/office/drawing/2014/main" id="{E6D902E2-E206-440E-AE1A-FD96596B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2112" y="7377022"/>
            <a:ext cx="614838" cy="358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1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1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1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MCP</a:t>
            </a:r>
          </a:p>
        </p:txBody>
      </p:sp>
      <p:sp>
        <p:nvSpPr>
          <p:cNvPr id="229" name="text-221 Mark">
            <a:extLst xmlns:a="http://schemas.openxmlformats.org/drawingml/2006/main">
              <a:ext uri="{FF2B5EF4-FFF2-40B4-BE49-F238E27FC236}">
                <a16:creationId xmlns:a16="http://schemas.microsoft.com/office/drawing/2014/main" id="{B2C36BB2-02BB-4416-B969-3AF8D166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0917" y="7349943"/>
            <a:ext cx="679882" cy="396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2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Mark</a:t>
            </a:r>
          </a:p>
        </p:txBody>
      </p:sp>
      <p:sp>
        <p:nvSpPr>
          <p:cNvPr id="230" name="text-222 LWM">
            <a:extLst xmlns:a="http://schemas.openxmlformats.org/drawingml/2006/main">
              <a:ext uri="{FF2B5EF4-FFF2-40B4-BE49-F238E27FC236}">
                <a16:creationId xmlns:a16="http://schemas.microsoft.com/office/drawing/2014/main" id="{DA6015F0-222D-4F7B-8933-36F11696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31712" y="9517239"/>
            <a:ext cx="755034" cy="433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3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LWM</a:t>
            </a:r>
          </a:p>
        </p:txBody>
      </p:sp>
      <p:sp>
        <p:nvSpPr>
          <p:cNvPr id="231" name="text-222 RL">
            <a:extLst xmlns:a="http://schemas.openxmlformats.org/drawingml/2006/main">
              <a:ext uri="{FF2B5EF4-FFF2-40B4-BE49-F238E27FC236}">
                <a16:creationId xmlns:a16="http://schemas.microsoft.com/office/drawing/2014/main" id="{F051BF90-1D3B-43D9-B7E6-B49E26E6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19622" y="9594519"/>
            <a:ext cx="338828" cy="325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RL</a:t>
            </a:r>
          </a:p>
        </p:txBody>
      </p:sp>
      <p:sp>
        <p:nvSpPr>
          <p:cNvPr id="232" name="text-222 (">
            <a:extLst xmlns:a="http://schemas.openxmlformats.org/drawingml/2006/main">
              <a:ext uri="{FF2B5EF4-FFF2-40B4-BE49-F238E27FC236}">
                <a16:creationId xmlns:a16="http://schemas.microsoft.com/office/drawing/2014/main" id="{23F1E16E-6E81-446C-A2FA-8B811B3B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03833" y="9514519"/>
            <a:ext cx="160257" cy="437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</a:t>
            </a:r>
          </a:p>
        </p:txBody>
      </p:sp>
      <p:sp>
        <p:nvSpPr>
          <p:cNvPr id="233" name="text-223 without">
            <a:extLst xmlns:a="http://schemas.openxmlformats.org/drawingml/2006/main">
              <a:ext uri="{FF2B5EF4-FFF2-40B4-BE49-F238E27FC236}">
                <a16:creationId xmlns:a16="http://schemas.microsoft.com/office/drawing/2014/main" id="{D21F2CAA-0C8B-4CB1-87CB-02D4B69A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06724" y="9534335"/>
            <a:ext cx="979432" cy="4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0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0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without</a:t>
            </a:r>
          </a:p>
        </p:txBody>
      </p:sp>
      <p:sp>
        <p:nvSpPr>
          <p:cNvPr id="234" name="text-223 tool">
            <a:extLst xmlns:a="http://schemas.openxmlformats.org/drawingml/2006/main">
              <a:ext uri="{FF2B5EF4-FFF2-40B4-BE49-F238E27FC236}">
                <a16:creationId xmlns:a16="http://schemas.microsoft.com/office/drawing/2014/main" id="{2651205F-B410-46C2-B2AF-EA148277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20399" y="9522565"/>
            <a:ext cx="545381" cy="426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9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tool</a:t>
            </a:r>
          </a:p>
        </p:txBody>
      </p:sp>
      <p:sp>
        <p:nvSpPr>
          <p:cNvPr id="235" name="text-223 calls">
            <a:extLst xmlns:a="http://schemas.openxmlformats.org/drawingml/2006/main">
              <a:ext uri="{FF2B5EF4-FFF2-40B4-BE49-F238E27FC236}">
                <a16:creationId xmlns:a16="http://schemas.microsoft.com/office/drawing/2014/main" id="{72278E31-DD96-4315-BE78-B66B2E36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98307" y="9544903"/>
            <a:ext cx="614770" cy="39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2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calls</a:t>
            </a:r>
          </a:p>
        </p:txBody>
      </p:sp>
      <p:sp>
        <p:nvSpPr>
          <p:cNvPr id="236" name="path-224">
            <a:extLst xmlns:a="http://schemas.openxmlformats.org/drawingml/2006/main">
              <a:ext uri="{FF2B5EF4-FFF2-40B4-BE49-F238E27FC236}">
                <a16:creationId xmlns:a16="http://schemas.microsoft.com/office/drawing/2014/main" id="{B24948C2-4086-4276-90E1-303E9F77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1951" y="9850193"/>
            <a:ext cx="2169139" cy="25824"/>
          </a:xfrm>
          <a:custGeom xmlns:a="http://schemas.openxmlformats.org/drawingml/2006/main">
            <a:pathLst>
              <a:path w="2169139" h="25824">
                <a:moveTo>
                  <a:pt x="0" y="0"/>
                </a:moveTo>
                <a:lnTo>
                  <a:pt x="1084569" y="0"/>
                </a:lnTo>
                <a:lnTo>
                  <a:pt x="2169139" y="0"/>
                </a:lnTo>
                <a:lnTo>
                  <a:pt x="2169139" y="25824"/>
                </a:lnTo>
                <a:lnTo>
                  <a:pt x="1084569" y="25824"/>
                </a:lnTo>
                <a:lnTo>
                  <a:pt x="0" y="25824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text-225 )">
            <a:extLst xmlns:a="http://schemas.openxmlformats.org/drawingml/2006/main">
              <a:ext uri="{FF2B5EF4-FFF2-40B4-BE49-F238E27FC236}">
                <a16:creationId xmlns:a16="http://schemas.microsoft.com/office/drawing/2014/main" id="{66557A14-81BA-4663-97D5-643BC1B5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62952" y="9514519"/>
            <a:ext cx="160257" cy="437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238" name="text-226 Generalize">
            <a:extLst xmlns:a="http://schemas.openxmlformats.org/drawingml/2006/main">
              <a:ext uri="{FF2B5EF4-FFF2-40B4-BE49-F238E27FC236}">
                <a16:creationId xmlns:a16="http://schemas.microsoft.com/office/drawing/2014/main" id="{3DADC853-46FC-4C91-B8F9-A965BB3D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48756" y="9863318"/>
            <a:ext cx="1495638" cy="41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49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49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349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Generalize</a:t>
            </a:r>
          </a:p>
        </p:txBody>
      </p:sp>
      <p:sp>
        <p:nvSpPr>
          <p:cNvPr id="239" name="text-226 Surprisingly">
            <a:extLst xmlns:a="http://schemas.openxmlformats.org/drawingml/2006/main">
              <a:ext uri="{FF2B5EF4-FFF2-40B4-BE49-F238E27FC236}">
                <a16:creationId xmlns:a16="http://schemas.microsoft.com/office/drawing/2014/main" id="{0681ACEA-5C51-42BB-BBB8-644F6AB9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78926" y="9871822"/>
            <a:ext cx="1565416" cy="4056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82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82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282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Surprisingly</a:t>
            </a:r>
          </a:p>
        </p:txBody>
      </p:sp>
      <p:sp>
        <p:nvSpPr>
          <p:cNvPr id="240" name="text-226 Well">
            <a:extLst xmlns:a="http://schemas.openxmlformats.org/drawingml/2006/main">
              <a:ext uri="{FF2B5EF4-FFF2-40B4-BE49-F238E27FC236}">
                <a16:creationId xmlns:a16="http://schemas.microsoft.com/office/drawing/2014/main" id="{E490E4EF-95CE-4F1B-BC75-934C046B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80054" y="9849958"/>
            <a:ext cx="656221" cy="436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54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54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454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Well</a:t>
            </a:r>
          </a:p>
        </p:txBody>
      </p:sp>
      <p:sp>
        <p:nvSpPr>
          <p:cNvPr id="241" name="text-226 to">
            <a:extLst xmlns:a="http://schemas.openxmlformats.org/drawingml/2006/main">
              <a:ext uri="{FF2B5EF4-FFF2-40B4-BE49-F238E27FC236}">
                <a16:creationId xmlns:a16="http://schemas.microsoft.com/office/drawing/2014/main" id="{94713D03-8CC9-4B78-802B-C9E3F394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67606" y="9863781"/>
            <a:ext cx="301862" cy="416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45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45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345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to</a:t>
            </a:r>
          </a:p>
        </p:txBody>
      </p:sp>
      <p:sp>
        <p:nvSpPr>
          <p:cNvPr id="242" name="text-226 Agentic">
            <a:extLst xmlns:a="http://schemas.openxmlformats.org/drawingml/2006/main">
              <a:ext uri="{FF2B5EF4-FFF2-40B4-BE49-F238E27FC236}">
                <a16:creationId xmlns:a16="http://schemas.microsoft.com/office/drawing/2014/main" id="{2F69AE3F-0DFC-42F3-B43E-9879AE11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03273" y="9868291"/>
            <a:ext cx="1030782" cy="410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9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09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309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Agentic</a:t>
            </a:r>
          </a:p>
        </p:txBody>
      </p:sp>
      <p:sp>
        <p:nvSpPr>
          <p:cNvPr id="243" name="text-226 Tasks">
            <a:extLst xmlns:a="http://schemas.openxmlformats.org/drawingml/2006/main">
              <a:ext uri="{FF2B5EF4-FFF2-40B4-BE49-F238E27FC236}">
                <a16:creationId xmlns:a16="http://schemas.microsoft.com/office/drawing/2014/main" id="{71765784-98F9-441D-AFD6-44E173CC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68533" y="9895522"/>
            <a:ext cx="727735" cy="372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95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95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095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Tasks</a:t>
            </a:r>
          </a:p>
        </p:txBody>
      </p:sp>
      <p:sp>
        <p:nvSpPr>
          <p:cNvPr id="244" name="path-227">
            <a:extLst xmlns:a="http://schemas.openxmlformats.org/drawingml/2006/main">
              <a:ext uri="{FF2B5EF4-FFF2-40B4-BE49-F238E27FC236}">
                <a16:creationId xmlns:a16="http://schemas.microsoft.com/office/drawing/2014/main" id="{C6CF83B3-9594-46B1-BA43-3D34D420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296" y="8942925"/>
            <a:ext cx="131179" cy="191"/>
          </a:xfrm>
          <a:custGeom xmlns:a="http://schemas.openxmlformats.org/drawingml/2006/main">
            <a:pathLst>
              <a:path w="131179" h="191">
                <a:moveTo>
                  <a:pt x="131179" y="0"/>
                </a:moveTo>
                <a:lnTo>
                  <a:pt x="0" y="2"/>
                </a:lnTo>
              </a:path>
            </a:pathLst>
          </a:custGeom>
          <a:noFill xmlns:a="http://schemas.openxmlformats.org/drawingml/2006/main"/>
          <a:ln xmlns:a="http://schemas.openxmlformats.org/drawingml/2006/main" w="32279">
            <a:solidFill>
              <a:srgbClr val="000000"/>
            </a:solidFill>
            <a:prstDash val="solid"/>
          </a:ln>
        </p:spPr>
      </p:sp>
      <p:sp>
        <p:nvSpPr>
          <p:cNvPr id="245" name="text-228 40">
            <a:extLst xmlns:a="http://schemas.openxmlformats.org/drawingml/2006/main">
              <a:ext uri="{FF2B5EF4-FFF2-40B4-BE49-F238E27FC236}">
                <a16:creationId xmlns:a16="http://schemas.microsoft.com/office/drawing/2014/main" id="{901614FB-67C9-4E93-A4BE-9075882A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0911" y="8837879"/>
            <a:ext cx="260892" cy="282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46" name="text-229 Terminal">
            <a:extLst xmlns:a="http://schemas.openxmlformats.org/drawingml/2006/main">
              <a:ext uri="{FF2B5EF4-FFF2-40B4-BE49-F238E27FC236}">
                <a16:creationId xmlns:a16="http://schemas.microsoft.com/office/drawing/2014/main" id="{2C9371C1-127F-4C11-AA3B-B243C3E4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4314" y="7326562"/>
            <a:ext cx="1041284" cy="368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7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Terminal</a:t>
            </a:r>
          </a:p>
        </p:txBody>
      </p:sp>
      <p:sp>
        <p:nvSpPr>
          <p:cNvPr id="247" name="text-230 -">
            <a:extLst xmlns:a="http://schemas.openxmlformats.org/drawingml/2006/main">
              <a:ext uri="{FF2B5EF4-FFF2-40B4-BE49-F238E27FC236}">
                <a16:creationId xmlns:a16="http://schemas.microsoft.com/office/drawing/2014/main" id="{B04BCC50-FEB2-409A-8CEA-7216F9CF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18504" y="7420770"/>
            <a:ext cx="86627" cy="23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248" name="text-231 Bench">
            <a:extLst xmlns:a="http://schemas.openxmlformats.org/drawingml/2006/main">
              <a:ext uri="{FF2B5EF4-FFF2-40B4-BE49-F238E27FC236}">
                <a16:creationId xmlns:a16="http://schemas.microsoft.com/office/drawing/2014/main" id="{86FB7D57-F8BA-4446-9ECF-23DFF321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3378" y="7342585"/>
            <a:ext cx="744874" cy="345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Bench</a:t>
            </a:r>
          </a:p>
        </p:txBody>
      </p:sp>
      <p:sp>
        <p:nvSpPr>
          <p:cNvPr id="249" name="text-232 2.0">
            <a:extLst xmlns:a="http://schemas.openxmlformats.org/drawingml/2006/main">
              <a:ext uri="{FF2B5EF4-FFF2-40B4-BE49-F238E27FC236}">
                <a16:creationId xmlns:a16="http://schemas.microsoft.com/office/drawing/2014/main" id="{E90DBE0D-2FA8-40EC-8EEF-3D3EC100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00621" y="7613028"/>
            <a:ext cx="449802" cy="401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2.0</a:t>
            </a:r>
          </a:p>
        </p:txBody>
      </p:sp>
      <p:sp>
        <p:nvSpPr>
          <p:cNvPr id="250" name="text-233 BFCL">
            <a:extLst xmlns:a="http://schemas.openxmlformats.org/drawingml/2006/main">
              <a:ext uri="{FF2B5EF4-FFF2-40B4-BE49-F238E27FC236}">
                <a16:creationId xmlns:a16="http://schemas.microsoft.com/office/drawing/2014/main" id="{ABF291C6-9A66-4BBF-9B5D-E9D5904C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79554" y="7369127"/>
            <a:ext cx="620237" cy="317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BFCL</a:t>
            </a:r>
          </a:p>
        </p:txBody>
      </p:sp>
      <p:sp>
        <p:nvSpPr>
          <p:cNvPr id="251" name="text-233 v4">
            <a:extLst xmlns:a="http://schemas.openxmlformats.org/drawingml/2006/main">
              <a:ext uri="{FF2B5EF4-FFF2-40B4-BE49-F238E27FC236}">
                <a16:creationId xmlns:a16="http://schemas.microsoft.com/office/drawing/2014/main" id="{E593106E-C52B-40E1-9BE1-1A6FF6A8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38172" y="7322500"/>
            <a:ext cx="337817" cy="382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5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v4</a:t>
            </a:r>
          </a:p>
        </p:txBody>
      </p:sp>
      <p:sp>
        <p:nvSpPr>
          <p:cNvPr id="252" name="path-234">
            <a:extLst xmlns:a="http://schemas.openxmlformats.org/drawingml/2006/main">
              <a:ext uri="{FF2B5EF4-FFF2-40B4-BE49-F238E27FC236}">
                <a16:creationId xmlns:a16="http://schemas.microsoft.com/office/drawing/2014/main" id="{E59FD26F-F62B-4041-B3DB-08FD9A0E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305" y="9508016"/>
            <a:ext cx="131179" cy="191"/>
          </a:xfrm>
          <a:custGeom xmlns:a="http://schemas.openxmlformats.org/drawingml/2006/main">
            <a:pathLst>
              <a:path w="131179" h="191">
                <a:moveTo>
                  <a:pt x="131179" y="0"/>
                </a:moveTo>
                <a:lnTo>
                  <a:pt x="0" y="2"/>
                </a:lnTo>
              </a:path>
            </a:pathLst>
          </a:custGeom>
          <a:noFill xmlns:a="http://schemas.openxmlformats.org/drawingml/2006/main"/>
          <a:ln xmlns:a="http://schemas.openxmlformats.org/drawingml/2006/main" w="32279">
            <a:solidFill>
              <a:srgbClr val="000000"/>
            </a:solidFill>
            <a:prstDash val="solid"/>
          </a:ln>
        </p:spPr>
      </p:sp>
      <p:sp>
        <p:nvSpPr>
          <p:cNvPr id="253" name="text-235 SWE">
            <a:extLst xmlns:a="http://schemas.openxmlformats.org/drawingml/2006/main">
              <a:ext uri="{FF2B5EF4-FFF2-40B4-BE49-F238E27FC236}">
                <a16:creationId xmlns:a16="http://schemas.microsoft.com/office/drawing/2014/main" id="{02CAF4C2-D791-40DC-9CC9-4DA11BA2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17092" y="7344634"/>
            <a:ext cx="617304" cy="3516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7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SWE</a:t>
            </a:r>
          </a:p>
        </p:txBody>
      </p:sp>
      <p:sp>
        <p:nvSpPr>
          <p:cNvPr id="254" name="text-236 -">
            <a:extLst xmlns:a="http://schemas.openxmlformats.org/drawingml/2006/main">
              <a:ext uri="{FF2B5EF4-FFF2-40B4-BE49-F238E27FC236}">
                <a16:creationId xmlns:a16="http://schemas.microsoft.com/office/drawing/2014/main" id="{FD7EB466-A051-490B-B72A-FBECAFF2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88428" y="7426968"/>
            <a:ext cx="86627" cy="23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255" name="text-237 Bench">
            <a:extLst xmlns:a="http://schemas.openxmlformats.org/drawingml/2006/main">
              <a:ext uri="{FF2B5EF4-FFF2-40B4-BE49-F238E27FC236}">
                <a16:creationId xmlns:a16="http://schemas.microsoft.com/office/drawing/2014/main" id="{480A749D-4D25-4B93-9A57-2A0668EB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43302" y="7348784"/>
            <a:ext cx="744874" cy="345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Bench</a:t>
            </a:r>
          </a:p>
        </p:txBody>
      </p:sp>
      <p:sp>
        <p:nvSpPr>
          <p:cNvPr id="256" name="text-238 Pro">
            <a:extLst xmlns:a="http://schemas.openxmlformats.org/drawingml/2006/main">
              <a:ext uri="{FF2B5EF4-FFF2-40B4-BE49-F238E27FC236}">
                <a16:creationId xmlns:a16="http://schemas.microsoft.com/office/drawing/2014/main" id="{FE4BF753-0811-4CCB-90A6-B1431BCD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85136" y="7654445"/>
            <a:ext cx="436204" cy="351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7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</a:t>
            </a:r>
          </a:p>
        </p:txBody>
      </p:sp>
      <p:sp>
        <p:nvSpPr>
          <p:cNvPr id="257" name="path-239">
            <a:extLst xmlns:a="http://schemas.openxmlformats.org/drawingml/2006/main">
              <a:ext uri="{FF2B5EF4-FFF2-40B4-BE49-F238E27FC236}">
                <a16:creationId xmlns:a16="http://schemas.microsoft.com/office/drawing/2014/main" id="{C0EE6817-9122-436A-8481-D454F102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303" y="7329725"/>
            <a:ext cx="1795591" cy="2148230"/>
          </a:xfrm>
          <a:custGeom xmlns:a="http://schemas.openxmlformats.org/drawingml/2006/main">
            <a:pathLst>
              <a:path w="1795591" h="2148230">
                <a:moveTo>
                  <a:pt x="0" y="0"/>
                </a:moveTo>
                <a:lnTo>
                  <a:pt x="1795591" y="0"/>
                </a:lnTo>
                <a:lnTo>
                  <a:pt x="1795591" y="2148230"/>
                </a:lnTo>
                <a:lnTo>
                  <a:pt x="0" y="214823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path-240">
            <a:extLst xmlns:a="http://schemas.openxmlformats.org/drawingml/2006/main">
              <a:ext uri="{FF2B5EF4-FFF2-40B4-BE49-F238E27FC236}">
                <a16:creationId xmlns:a16="http://schemas.microsoft.com/office/drawing/2014/main" id="{A85598CB-8B64-4059-BB2F-CFEB3530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303" y="7329725"/>
            <a:ext cx="1795592" cy="2148228"/>
          </a:xfrm>
          <a:custGeom xmlns:a="http://schemas.openxmlformats.org/drawingml/2006/main">
            <a:pathLst>
              <a:path w="1795592" h="2148228">
                <a:moveTo>
                  <a:pt x="0" y="0"/>
                </a:moveTo>
                <a:lnTo>
                  <a:pt x="0" y="2148228"/>
                </a:lnTo>
                <a:lnTo>
                  <a:pt x="1795592" y="2148228"/>
                </a:lnTo>
                <a:lnTo>
                  <a:pt x="179559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279">
            <a:solidFill>
              <a:srgbClr val="042433"/>
            </a:solidFill>
            <a:prstDash val="solid"/>
          </a:ln>
        </p:spPr>
      </p:sp>
      <p:sp>
        <p:nvSpPr>
          <p:cNvPr id="259" name="text-241 WideSearch">
            <a:extLst xmlns:a="http://schemas.openxmlformats.org/drawingml/2006/main">
              <a:ext uri="{FF2B5EF4-FFF2-40B4-BE49-F238E27FC236}">
                <a16:creationId xmlns:a16="http://schemas.microsoft.com/office/drawing/2014/main" id="{72006CC8-7E90-403D-BD91-DFB9B598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2895" y="7373762"/>
            <a:ext cx="1493442" cy="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WideSearch</a:t>
            </a:r>
          </a:p>
        </p:txBody>
      </p:sp>
      <p:sp>
        <p:nvSpPr>
          <p:cNvPr id="260" name="path-242">
            <a:extLst xmlns:a="http://schemas.openxmlformats.org/drawingml/2006/main">
              <a:ext uri="{FF2B5EF4-FFF2-40B4-BE49-F238E27FC236}">
                <a16:creationId xmlns:a16="http://schemas.microsoft.com/office/drawing/2014/main" id="{F1FB16A6-384E-4390-B44A-B82726E1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5770" y="8342108"/>
            <a:ext cx="486429" cy="1135847"/>
          </a:xfrm>
          <a:custGeom xmlns:a="http://schemas.openxmlformats.org/drawingml/2006/main">
            <a:pathLst>
              <a:path w="486429" h="1135847">
                <a:moveTo>
                  <a:pt x="0" y="0"/>
                </a:moveTo>
                <a:lnTo>
                  <a:pt x="486429" y="0"/>
                </a:lnTo>
                <a:lnTo>
                  <a:pt x="486429" y="1135847"/>
                </a:lnTo>
                <a:lnTo>
                  <a:pt x="0" y="1135847"/>
                </a:lnTo>
                <a:close/>
              </a:path>
            </a:pathLst>
          </a:custGeom>
          <a:solidFill xmlns:a="http://schemas.openxmlformats.org/drawingml/2006/main">
            <a:srgbClr val="003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path-243">
            <a:extLst xmlns:a="http://schemas.openxmlformats.org/drawingml/2006/main">
              <a:ext uri="{FF2B5EF4-FFF2-40B4-BE49-F238E27FC236}">
                <a16:creationId xmlns:a16="http://schemas.microsoft.com/office/drawing/2014/main" id="{E5B5C624-924D-401A-A92E-32D833FF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5770" y="8342108"/>
            <a:ext cx="486432" cy="1135849"/>
          </a:xfrm>
          <a:custGeom xmlns:a="http://schemas.openxmlformats.org/drawingml/2006/main">
            <a:pathLst>
              <a:path w="486432" h="1135849">
                <a:moveTo>
                  <a:pt x="0" y="0"/>
                </a:moveTo>
                <a:lnTo>
                  <a:pt x="0" y="1135849"/>
                </a:lnTo>
                <a:lnTo>
                  <a:pt x="486432" y="1135849"/>
                </a:lnTo>
                <a:lnTo>
                  <a:pt x="48643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823">
            <a:solidFill>
              <a:srgbClr val="042433"/>
            </a:solidFill>
            <a:prstDash val="solid"/>
          </a:ln>
        </p:spPr>
      </p:sp>
      <p:sp>
        <p:nvSpPr>
          <p:cNvPr id="262" name="path-244">
            <a:extLst xmlns:a="http://schemas.openxmlformats.org/drawingml/2006/main">
              <a:ext uri="{FF2B5EF4-FFF2-40B4-BE49-F238E27FC236}">
                <a16:creationId xmlns:a16="http://schemas.microsoft.com/office/drawing/2014/main" id="{3AED1FFB-25CF-4D12-9129-0B0AF460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747" y="8573194"/>
            <a:ext cx="486438" cy="904761"/>
          </a:xfrm>
          <a:custGeom xmlns:a="http://schemas.openxmlformats.org/drawingml/2006/main">
            <a:pathLst>
              <a:path w="486438" h="904761">
                <a:moveTo>
                  <a:pt x="0" y="0"/>
                </a:moveTo>
                <a:lnTo>
                  <a:pt x="486438" y="0"/>
                </a:lnTo>
                <a:lnTo>
                  <a:pt x="486438" y="904761"/>
                </a:lnTo>
                <a:lnTo>
                  <a:pt x="0" y="904761"/>
                </a:lnTo>
                <a:close/>
              </a:path>
            </a:pathLst>
          </a:custGeom>
          <a:solidFill xmlns:a="http://schemas.openxmlformats.org/drawingml/2006/main">
            <a:srgbClr val="C7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path-245">
            <a:extLst xmlns:a="http://schemas.openxmlformats.org/drawingml/2006/main">
              <a:ext uri="{FF2B5EF4-FFF2-40B4-BE49-F238E27FC236}">
                <a16:creationId xmlns:a16="http://schemas.microsoft.com/office/drawing/2014/main" id="{B8E1943A-0602-4382-B297-B2EAC508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747" y="8573194"/>
            <a:ext cx="486437" cy="904761"/>
          </a:xfrm>
          <a:custGeom xmlns:a="http://schemas.openxmlformats.org/drawingml/2006/main">
            <a:pathLst>
              <a:path w="486437" h="904761">
                <a:moveTo>
                  <a:pt x="0" y="0"/>
                </a:moveTo>
                <a:lnTo>
                  <a:pt x="0" y="904761"/>
                </a:lnTo>
                <a:lnTo>
                  <a:pt x="486437" y="904761"/>
                </a:lnTo>
                <a:lnTo>
                  <a:pt x="48643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823">
            <a:solidFill>
              <a:srgbClr val="042433"/>
            </a:solidFill>
            <a:prstDash val="solid"/>
          </a:ln>
        </p:spPr>
      </p:sp>
      <p:sp>
        <p:nvSpPr>
          <p:cNvPr id="264" name="text-246 397B">
            <a:extLst xmlns:a="http://schemas.openxmlformats.org/drawingml/2006/main">
              <a:ext uri="{FF2B5EF4-FFF2-40B4-BE49-F238E27FC236}">
                <a16:creationId xmlns:a16="http://schemas.microsoft.com/office/drawing/2014/main" id="{A4A2791F-132F-44E3-B7DD-2EF2C56E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02978" y="7689090"/>
            <a:ext cx="606947" cy="337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1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01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901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397B</a:t>
            </a:r>
          </a:p>
        </p:txBody>
      </p:sp>
      <p:sp>
        <p:nvSpPr>
          <p:cNvPr id="265" name="path-247">
            <a:extLst xmlns:a="http://schemas.openxmlformats.org/drawingml/2006/main">
              <a:ext uri="{FF2B5EF4-FFF2-40B4-BE49-F238E27FC236}">
                <a16:creationId xmlns:a16="http://schemas.microsoft.com/office/drawing/2014/main" id="{FABD874E-9C7E-4CDA-879A-77F47F0A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4841" y="8343531"/>
            <a:ext cx="131179" cy="191"/>
          </a:xfrm>
          <a:custGeom xmlns:a="http://schemas.openxmlformats.org/drawingml/2006/main">
            <a:pathLst>
              <a:path w="131179" h="191">
                <a:moveTo>
                  <a:pt x="131179" y="0"/>
                </a:moveTo>
                <a:lnTo>
                  <a:pt x="0" y="2"/>
                </a:lnTo>
              </a:path>
            </a:pathLst>
          </a:custGeom>
          <a:noFill xmlns:a="http://schemas.openxmlformats.org/drawingml/2006/main"/>
          <a:ln xmlns:a="http://schemas.openxmlformats.org/drawingml/2006/main" w="32279">
            <a:solidFill>
              <a:srgbClr val="000000"/>
            </a:solidFill>
            <a:prstDash val="solid"/>
          </a:ln>
        </p:spPr>
      </p:sp>
      <p:sp>
        <p:nvSpPr>
          <p:cNvPr id="266" name="text-248 60">
            <a:extLst xmlns:a="http://schemas.openxmlformats.org/drawingml/2006/main">
              <a:ext uri="{FF2B5EF4-FFF2-40B4-BE49-F238E27FC236}">
                <a16:creationId xmlns:a16="http://schemas.microsoft.com/office/drawing/2014/main" id="{1BED0815-D454-42F3-A8A3-3374D07D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9308" y="8224323"/>
            <a:ext cx="260892" cy="282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67" name="path-249">
            <a:extLst xmlns:a="http://schemas.openxmlformats.org/drawingml/2006/main">
              <a:ext uri="{FF2B5EF4-FFF2-40B4-BE49-F238E27FC236}">
                <a16:creationId xmlns:a16="http://schemas.microsoft.com/office/drawing/2014/main" id="{FB197D7B-6C27-42A8-A4C2-1F5A80EF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2198" y="8923254"/>
            <a:ext cx="131179" cy="191"/>
          </a:xfrm>
          <a:custGeom xmlns:a="http://schemas.openxmlformats.org/drawingml/2006/main">
            <a:pathLst>
              <a:path w="131179" h="191">
                <a:moveTo>
                  <a:pt x="131179" y="0"/>
                </a:moveTo>
                <a:lnTo>
                  <a:pt x="0" y="2"/>
                </a:lnTo>
              </a:path>
            </a:pathLst>
          </a:custGeom>
          <a:noFill xmlns:a="http://schemas.openxmlformats.org/drawingml/2006/main"/>
          <a:ln xmlns:a="http://schemas.openxmlformats.org/drawingml/2006/main" w="32279">
            <a:solidFill>
              <a:srgbClr val="000000"/>
            </a:solidFill>
            <a:prstDash val="solid"/>
          </a:ln>
        </p:spPr>
      </p:sp>
      <p:sp>
        <p:nvSpPr>
          <p:cNvPr id="268" name="path-250">
            <a:extLst xmlns:a="http://schemas.openxmlformats.org/drawingml/2006/main">
              <a:ext uri="{FF2B5EF4-FFF2-40B4-BE49-F238E27FC236}">
                <a16:creationId xmlns:a16="http://schemas.microsoft.com/office/drawing/2014/main" id="{AAF8E44E-6C60-419E-8A10-804E3B43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204" y="8305022"/>
            <a:ext cx="131179" cy="191"/>
          </a:xfrm>
          <a:custGeom xmlns:a="http://schemas.openxmlformats.org/drawingml/2006/main">
            <a:pathLst>
              <a:path w="131179" h="191">
                <a:moveTo>
                  <a:pt x="131179" y="0"/>
                </a:moveTo>
                <a:lnTo>
                  <a:pt x="0" y="2"/>
                </a:lnTo>
              </a:path>
            </a:pathLst>
          </a:custGeom>
          <a:noFill xmlns:a="http://schemas.openxmlformats.org/drawingml/2006/main"/>
          <a:ln xmlns:a="http://schemas.openxmlformats.org/drawingml/2006/main" w="32279">
            <a:solidFill>
              <a:srgbClr val="000000"/>
            </a:solidFill>
            <a:prstDash val="solid"/>
          </a:ln>
        </p:spPr>
      </p:sp>
      <p:sp>
        <p:nvSpPr>
          <p:cNvPr id="269" name="text-251 60">
            <a:extLst xmlns:a="http://schemas.openxmlformats.org/drawingml/2006/main">
              <a:ext uri="{FF2B5EF4-FFF2-40B4-BE49-F238E27FC236}">
                <a16:creationId xmlns:a16="http://schemas.microsoft.com/office/drawing/2014/main" id="{9582C8D4-569D-4C8F-999F-A4F14166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43124" y="8806894"/>
            <a:ext cx="260892" cy="282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70" name="text-252 80">
            <a:extLst xmlns:a="http://schemas.openxmlformats.org/drawingml/2006/main">
              <a:ext uri="{FF2B5EF4-FFF2-40B4-BE49-F238E27FC236}">
                <a16:creationId xmlns:a16="http://schemas.microsoft.com/office/drawing/2014/main" id="{EE1F787B-F916-456C-9D85-775C6046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47193" y="8187138"/>
            <a:ext cx="260892" cy="282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71" name="text-253 +3.9">
            <a:extLst xmlns:a="http://schemas.openxmlformats.org/drawingml/2006/main">
              <a:ext uri="{FF2B5EF4-FFF2-40B4-BE49-F238E27FC236}">
                <a16:creationId xmlns:a16="http://schemas.microsoft.com/office/drawing/2014/main" id="{0836F132-6775-4260-BDAF-586116A0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6804" y="8012466"/>
            <a:ext cx="544110" cy="3537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0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0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990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+3.9</a:t>
            </a:r>
          </a:p>
        </p:txBody>
      </p:sp>
      <p:sp>
        <p:nvSpPr>
          <p:cNvPr id="272" name="path-254">
            <a:extLst xmlns:a="http://schemas.openxmlformats.org/drawingml/2006/main">
              <a:ext uri="{FF2B5EF4-FFF2-40B4-BE49-F238E27FC236}">
                <a16:creationId xmlns:a16="http://schemas.microsoft.com/office/drawing/2014/main" id="{1AAD1E67-A2A3-4BDB-9C33-BD4021E6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6153" y="8343735"/>
            <a:ext cx="808546" cy="191"/>
          </a:xfrm>
          <a:custGeom xmlns:a="http://schemas.openxmlformats.org/drawingml/2006/main">
            <a:pathLst>
              <a:path w="808546" h="191">
                <a:moveTo>
                  <a:pt x="0" y="0"/>
                </a:moveTo>
                <a:lnTo>
                  <a:pt x="808546" y="2"/>
                </a:lnTo>
              </a:path>
            </a:pathLst>
          </a:custGeom>
          <a:noFill xmlns:a="http://schemas.openxmlformats.org/drawingml/2006/main"/>
          <a:ln xmlns:a="http://schemas.openxmlformats.org/drawingml/2006/main" w="25823">
            <a:solidFill>
              <a:srgbClr val="000000"/>
            </a:solidFill>
            <a:prstDash val="dash"/>
          </a:ln>
        </p:spPr>
      </p:sp>
      <p:sp>
        <p:nvSpPr>
          <p:cNvPr id="273" name="path-255">
            <a:extLst xmlns:a="http://schemas.openxmlformats.org/drawingml/2006/main">
              <a:ext uri="{FF2B5EF4-FFF2-40B4-BE49-F238E27FC236}">
                <a16:creationId xmlns:a16="http://schemas.microsoft.com/office/drawing/2014/main" id="{C0EB3B5B-F68C-4E93-9572-D4FA786B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3683" y="8354932"/>
            <a:ext cx="158572" cy="218262"/>
          </a:xfrm>
          <a:custGeom xmlns:a="http://schemas.openxmlformats.org/drawingml/2006/main">
            <a:pathLst>
              <a:path w="158572" h="218262">
                <a:moveTo>
                  <a:pt x="92195" y="218262"/>
                </a:moveTo>
                <a:lnTo>
                  <a:pt x="92195" y="24362"/>
                </a:lnTo>
                <a:lnTo>
                  <a:pt x="66373" y="24360"/>
                </a:lnTo>
                <a:lnTo>
                  <a:pt x="66373" y="218262"/>
                </a:lnTo>
                <a:lnTo>
                  <a:pt x="92195" y="218262"/>
                </a:lnTo>
                <a:moveTo>
                  <a:pt x="154791" y="120812"/>
                </a:moveTo>
                <a:lnTo>
                  <a:pt x="79287" y="0"/>
                </a:lnTo>
                <a:lnTo>
                  <a:pt x="3778" y="120809"/>
                </a:lnTo>
                <a:cubicBezTo>
                  <a:pt x="0" y="126855"/>
                  <a:pt x="1836" y="134823"/>
                  <a:pt x="7883" y="138600"/>
                </a:cubicBezTo>
                <a:cubicBezTo>
                  <a:pt x="13931" y="142381"/>
                  <a:pt x="21894" y="140541"/>
                  <a:pt x="25675" y="134496"/>
                </a:cubicBezTo>
                <a:lnTo>
                  <a:pt x="90233" y="31205"/>
                </a:lnTo>
                <a:lnTo>
                  <a:pt x="68335" y="31203"/>
                </a:lnTo>
                <a:lnTo>
                  <a:pt x="132893" y="134496"/>
                </a:lnTo>
                <a:cubicBezTo>
                  <a:pt x="136674" y="140541"/>
                  <a:pt x="144638" y="142381"/>
                  <a:pt x="150685" y="138602"/>
                </a:cubicBezTo>
                <a:cubicBezTo>
                  <a:pt x="156733" y="134823"/>
                  <a:pt x="158572" y="126855"/>
                  <a:pt x="154791" y="12081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text-256 Opus">
            <a:extLst xmlns:a="http://schemas.openxmlformats.org/drawingml/2006/main">
              <a:ext uri="{FF2B5EF4-FFF2-40B4-BE49-F238E27FC236}">
                <a16:creationId xmlns:a16="http://schemas.microsoft.com/office/drawing/2014/main" id="{A3445298-A9E1-441B-BCF9-EFE1B1CD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11171" y="8557637"/>
            <a:ext cx="608161" cy="33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4" b="0" i="0">
                <a:solidFill>
                  <a:srgbClr val="C04F1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4" b="0" i="0">
                <a:solidFill>
                  <a:srgbClr val="C04F15"/>
                </a:solidFill>
                <a:latin typeface="Arial"/>
                <a:ea typeface="Arial"/>
                <a:cs typeface="Arial"/>
              </a:defRPr>
            </a:pPr>
            <a:r>
              <a:rPr sz="1864" b="0" i="0">
                <a:solidFill>
                  <a:srgbClr val="C04F15"/>
                </a:solidFill>
                <a:latin typeface="Arial"/>
                <a:ea typeface="Arial"/>
                <a:cs typeface="Arial"/>
              </a:rPr>
              <a:t>Opus</a:t>
            </a:r>
          </a:p>
        </p:txBody>
      </p:sp>
      <p:sp>
        <p:nvSpPr>
          <p:cNvPr id="275" name="text-257 Opus">
            <a:extLst xmlns:a="http://schemas.openxmlformats.org/drawingml/2006/main">
              <a:ext uri="{FF2B5EF4-FFF2-40B4-BE49-F238E27FC236}">
                <a16:creationId xmlns:a16="http://schemas.microsoft.com/office/drawing/2014/main" id="{0806882A-1812-43BF-95E6-A1217B29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11171" y="8557637"/>
            <a:ext cx="608161" cy="33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4" b="0" i="0">
                <a:solidFill>
                  <a:srgbClr val="C04F1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4" b="0" i="0">
                <a:solidFill>
                  <a:srgbClr val="C04F15"/>
                </a:solidFill>
                <a:latin typeface="Arial"/>
                <a:ea typeface="Arial"/>
                <a:cs typeface="Arial"/>
              </a:defRPr>
            </a:pPr>
            <a:r>
              <a:rPr sz="1864" b="0" i="0">
                <a:solidFill>
                  <a:srgbClr val="C04F15"/>
                </a:solidFill>
                <a:latin typeface="Arial"/>
                <a:ea typeface="Arial"/>
                <a:cs typeface="Arial"/>
              </a:rPr>
              <a:t>Opus</a:t>
            </a:r>
          </a:p>
        </p:txBody>
      </p:sp>
      <p:sp>
        <p:nvSpPr>
          <p:cNvPr id="276" name="text-260 4.6">
            <a:extLst xmlns:a="http://schemas.openxmlformats.org/drawingml/2006/main">
              <a:ext uri="{FF2B5EF4-FFF2-40B4-BE49-F238E27FC236}">
                <a16:creationId xmlns:a16="http://schemas.microsoft.com/office/drawing/2014/main" id="{6170A958-0739-45CA-BD63-BCE8EC39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47065" y="8537741"/>
            <a:ext cx="402790" cy="3592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0" b="0" i="0">
                <a:solidFill>
                  <a:srgbClr val="C04F1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0" b="0" i="0">
                <a:solidFill>
                  <a:srgbClr val="C04F15"/>
                </a:solidFill>
                <a:latin typeface="Arial"/>
                <a:ea typeface="Arial"/>
                <a:cs typeface="Arial"/>
              </a:defRPr>
            </a:pPr>
            <a:r>
              <a:rPr sz="2020" b="0" i="0">
                <a:solidFill>
                  <a:srgbClr val="C04F15"/>
                </a:solidFill>
                <a:latin typeface="Arial"/>
                <a:ea typeface="Arial"/>
                <a:cs typeface="Arial"/>
              </a:rPr>
              <a:t>4.6</a:t>
            </a:r>
          </a:p>
        </p:txBody>
      </p:sp>
      <p:sp>
        <p:nvSpPr>
          <p:cNvPr id="277" name="text-261 4.6">
            <a:extLst xmlns:a="http://schemas.openxmlformats.org/drawingml/2006/main">
              <a:ext uri="{FF2B5EF4-FFF2-40B4-BE49-F238E27FC236}">
                <a16:creationId xmlns:a16="http://schemas.microsoft.com/office/drawing/2014/main" id="{7244E428-B76D-4C6C-B861-B6196178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47065" y="8537741"/>
            <a:ext cx="402790" cy="3592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0" b="0" i="0">
                <a:solidFill>
                  <a:srgbClr val="C04F1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0" b="0" i="0">
                <a:solidFill>
                  <a:srgbClr val="C04F15"/>
                </a:solidFill>
                <a:latin typeface="Arial"/>
                <a:ea typeface="Arial"/>
                <a:cs typeface="Arial"/>
              </a:defRPr>
            </a:pPr>
            <a:r>
              <a:rPr sz="2020" b="0" i="0">
                <a:solidFill>
                  <a:srgbClr val="C04F15"/>
                </a:solidFill>
                <a:latin typeface="Arial"/>
                <a:ea typeface="Arial"/>
                <a:cs typeface="Arial"/>
              </a:rPr>
              <a:t>4.6</a:t>
            </a:r>
          </a:p>
        </p:txBody>
      </p:sp>
      <p:sp>
        <p:nvSpPr>
          <p:cNvPr id="278" name="path-262">
            <a:extLst xmlns:a="http://schemas.openxmlformats.org/drawingml/2006/main">
              <a:ext uri="{FF2B5EF4-FFF2-40B4-BE49-F238E27FC236}">
                <a16:creationId xmlns:a16="http://schemas.microsoft.com/office/drawing/2014/main" id="{DFF996D5-DD5D-41C4-B52B-1ED8DA5A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6262" y="8231197"/>
            <a:ext cx="479835" cy="1259834"/>
          </a:xfrm>
          <a:custGeom xmlns:a="http://schemas.openxmlformats.org/drawingml/2006/main">
            <a:pathLst>
              <a:path w="479835" h="1259834">
                <a:moveTo>
                  <a:pt x="0" y="0"/>
                </a:moveTo>
                <a:lnTo>
                  <a:pt x="479835" y="0"/>
                </a:lnTo>
                <a:lnTo>
                  <a:pt x="479835" y="1259834"/>
                </a:lnTo>
                <a:lnTo>
                  <a:pt x="0" y="1259834"/>
                </a:lnTo>
                <a:close/>
              </a:path>
            </a:pathLst>
          </a:custGeom>
          <a:solidFill xmlns:a="http://schemas.openxmlformats.org/drawingml/2006/main">
            <a:srgbClr val="003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" name="path-263">
            <a:extLst xmlns:a="http://schemas.openxmlformats.org/drawingml/2006/main">
              <a:ext uri="{FF2B5EF4-FFF2-40B4-BE49-F238E27FC236}">
                <a16:creationId xmlns:a16="http://schemas.microsoft.com/office/drawing/2014/main" id="{5B7DDCB9-667A-4506-9024-3197AC6B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6262" y="8231197"/>
            <a:ext cx="479833" cy="1259834"/>
          </a:xfrm>
          <a:custGeom xmlns:a="http://schemas.openxmlformats.org/drawingml/2006/main">
            <a:pathLst>
              <a:path w="479833" h="1259834">
                <a:moveTo>
                  <a:pt x="0" y="0"/>
                </a:moveTo>
                <a:lnTo>
                  <a:pt x="0" y="1259834"/>
                </a:lnTo>
                <a:lnTo>
                  <a:pt x="479833" y="1259834"/>
                </a:lnTo>
                <a:lnTo>
                  <a:pt x="47983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823">
            <a:solidFill>
              <a:srgbClr val="042433"/>
            </a:solidFill>
            <a:prstDash val="solid"/>
          </a:ln>
        </p:spPr>
      </p:sp>
      <p:sp>
        <p:nvSpPr>
          <p:cNvPr id="280" name="path-264">
            <a:extLst xmlns:a="http://schemas.openxmlformats.org/drawingml/2006/main">
              <a:ext uri="{FF2B5EF4-FFF2-40B4-BE49-F238E27FC236}">
                <a16:creationId xmlns:a16="http://schemas.microsoft.com/office/drawing/2014/main" id="{6C6F29FA-F7ED-43D7-B3C3-56225DEC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6379" y="8709699"/>
            <a:ext cx="479838" cy="769022"/>
          </a:xfrm>
          <a:custGeom xmlns:a="http://schemas.openxmlformats.org/drawingml/2006/main">
            <a:pathLst>
              <a:path w="479838" h="769022">
                <a:moveTo>
                  <a:pt x="0" y="0"/>
                </a:moveTo>
                <a:lnTo>
                  <a:pt x="479838" y="0"/>
                </a:lnTo>
                <a:lnTo>
                  <a:pt x="479838" y="769022"/>
                </a:lnTo>
                <a:lnTo>
                  <a:pt x="0" y="769022"/>
                </a:lnTo>
                <a:close/>
              </a:path>
            </a:pathLst>
          </a:custGeom>
          <a:solidFill xmlns:a="http://schemas.openxmlformats.org/drawingml/2006/main">
            <a:srgbClr val="C7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" name="path-265">
            <a:extLst xmlns:a="http://schemas.openxmlformats.org/drawingml/2006/main">
              <a:ext uri="{FF2B5EF4-FFF2-40B4-BE49-F238E27FC236}">
                <a16:creationId xmlns:a16="http://schemas.microsoft.com/office/drawing/2014/main" id="{7CD1716E-1B4A-4245-8558-EAAABE3E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6379" y="8709699"/>
            <a:ext cx="479838" cy="769022"/>
          </a:xfrm>
          <a:custGeom xmlns:a="http://schemas.openxmlformats.org/drawingml/2006/main">
            <a:pathLst>
              <a:path w="479838" h="769022">
                <a:moveTo>
                  <a:pt x="0" y="0"/>
                </a:moveTo>
                <a:lnTo>
                  <a:pt x="0" y="769022"/>
                </a:lnTo>
                <a:lnTo>
                  <a:pt x="479838" y="769022"/>
                </a:lnTo>
                <a:lnTo>
                  <a:pt x="47983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823">
            <a:solidFill>
              <a:srgbClr val="042433"/>
            </a:solidFill>
            <a:prstDash val="solid"/>
          </a:ln>
        </p:spPr>
      </p:sp>
      <p:sp>
        <p:nvSpPr>
          <p:cNvPr id="282" name="text-266 +11.8">
            <a:extLst xmlns:a="http://schemas.openxmlformats.org/drawingml/2006/main">
              <a:ext uri="{FF2B5EF4-FFF2-40B4-BE49-F238E27FC236}">
                <a16:creationId xmlns:a16="http://schemas.microsoft.com/office/drawing/2014/main" id="{7A134281-C63F-4493-818F-1F954B59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23766" y="7929808"/>
            <a:ext cx="687626" cy="36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55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55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055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+11.8</a:t>
            </a:r>
          </a:p>
        </p:txBody>
      </p:sp>
      <p:sp>
        <p:nvSpPr>
          <p:cNvPr id="283" name="path-267">
            <a:extLst xmlns:a="http://schemas.openxmlformats.org/drawingml/2006/main">
              <a:ext uri="{FF2B5EF4-FFF2-40B4-BE49-F238E27FC236}">
                <a16:creationId xmlns:a16="http://schemas.microsoft.com/office/drawing/2014/main" id="{D6F1C069-2C96-4E1E-B724-FB0AA49E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0516" y="8231199"/>
            <a:ext cx="765265" cy="3188"/>
          </a:xfrm>
          <a:custGeom xmlns:a="http://schemas.openxmlformats.org/drawingml/2006/main">
            <a:pathLst>
              <a:path w="765265" h="3188">
                <a:moveTo>
                  <a:pt x="0" y="3188"/>
                </a:moveTo>
                <a:lnTo>
                  <a:pt x="7652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823">
            <a:solidFill>
              <a:srgbClr val="000000"/>
            </a:solidFill>
            <a:prstDash val="dash"/>
          </a:ln>
        </p:spPr>
      </p:sp>
      <p:sp>
        <p:nvSpPr>
          <p:cNvPr id="284" name="path-268">
            <a:extLst xmlns:a="http://schemas.openxmlformats.org/drawingml/2006/main">
              <a:ext uri="{FF2B5EF4-FFF2-40B4-BE49-F238E27FC236}">
                <a16:creationId xmlns:a16="http://schemas.microsoft.com/office/drawing/2014/main" id="{69ACC6AB-2887-4B13-AC36-A1159D58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014" y="8231109"/>
            <a:ext cx="158572" cy="478590"/>
          </a:xfrm>
          <a:custGeom xmlns:a="http://schemas.openxmlformats.org/drawingml/2006/main">
            <a:pathLst>
              <a:path w="158572" h="478590">
                <a:moveTo>
                  <a:pt x="92196" y="478590"/>
                </a:moveTo>
                <a:lnTo>
                  <a:pt x="92196" y="24362"/>
                </a:lnTo>
                <a:lnTo>
                  <a:pt x="66374" y="24362"/>
                </a:lnTo>
                <a:lnTo>
                  <a:pt x="66374" y="478590"/>
                </a:lnTo>
                <a:lnTo>
                  <a:pt x="92196" y="478590"/>
                </a:lnTo>
                <a:moveTo>
                  <a:pt x="154792" y="120812"/>
                </a:moveTo>
                <a:lnTo>
                  <a:pt x="79286" y="0"/>
                </a:lnTo>
                <a:lnTo>
                  <a:pt x="3778" y="120812"/>
                </a:lnTo>
                <a:cubicBezTo>
                  <a:pt x="0" y="126860"/>
                  <a:pt x="1836" y="134823"/>
                  <a:pt x="7884" y="138602"/>
                </a:cubicBezTo>
                <a:cubicBezTo>
                  <a:pt x="13931" y="142384"/>
                  <a:pt x="21899" y="140546"/>
                  <a:pt x="25677" y="134498"/>
                </a:cubicBezTo>
                <a:lnTo>
                  <a:pt x="90234" y="31205"/>
                </a:lnTo>
                <a:lnTo>
                  <a:pt x="68336" y="31205"/>
                </a:lnTo>
                <a:lnTo>
                  <a:pt x="132893" y="134498"/>
                </a:lnTo>
                <a:cubicBezTo>
                  <a:pt x="136675" y="140546"/>
                  <a:pt x="144638" y="142384"/>
                  <a:pt x="150686" y="138602"/>
                </a:cubicBezTo>
                <a:cubicBezTo>
                  <a:pt x="156734" y="134825"/>
                  <a:pt x="158572" y="126860"/>
                  <a:pt x="154792" y="12081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" name="text-269 Claw">
            <a:extLst xmlns:a="http://schemas.openxmlformats.org/drawingml/2006/main">
              <a:ext uri="{FF2B5EF4-FFF2-40B4-BE49-F238E27FC236}">
                <a16:creationId xmlns:a16="http://schemas.microsoft.com/office/drawing/2014/main" id="{07E5350B-79BF-463B-AA23-8C75EF47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43455" y="7319576"/>
            <a:ext cx="648715" cy="378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2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2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2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Claw</a:t>
            </a:r>
          </a:p>
        </p:txBody>
      </p:sp>
      <p:sp>
        <p:nvSpPr>
          <p:cNvPr id="286" name="text-270 -">
            <a:extLst xmlns:a="http://schemas.openxmlformats.org/drawingml/2006/main">
              <a:ext uri="{FF2B5EF4-FFF2-40B4-BE49-F238E27FC236}">
                <a16:creationId xmlns:a16="http://schemas.microsoft.com/office/drawing/2014/main" id="{FA2DFF9B-9312-4D29-947B-FD845C43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43842" y="7420770"/>
            <a:ext cx="86627" cy="23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287" name="text-271 Eval">
            <a:extLst xmlns:a="http://schemas.openxmlformats.org/drawingml/2006/main">
              <a:ext uri="{FF2B5EF4-FFF2-40B4-BE49-F238E27FC236}">
                <a16:creationId xmlns:a16="http://schemas.microsoft.com/office/drawing/2014/main" id="{4CE5E51E-E376-4651-9996-17625735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98716" y="7335868"/>
            <a:ext cx="539288" cy="355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Eval</a:t>
            </a:r>
          </a:p>
        </p:txBody>
      </p:sp>
      <p:sp>
        <p:nvSpPr>
          <p:cNvPr id="288" name="path-272">
            <a:extLst xmlns:a="http://schemas.openxmlformats.org/drawingml/2006/main">
              <a:ext uri="{FF2B5EF4-FFF2-40B4-BE49-F238E27FC236}">
                <a16:creationId xmlns:a16="http://schemas.microsoft.com/office/drawing/2014/main" id="{C9809BAC-9661-4A14-AA9C-1C245D4B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6468" y="8702349"/>
            <a:ext cx="479835" cy="779562"/>
          </a:xfrm>
          <a:custGeom xmlns:a="http://schemas.openxmlformats.org/drawingml/2006/main">
            <a:pathLst>
              <a:path w="479835" h="779562">
                <a:moveTo>
                  <a:pt x="0" y="0"/>
                </a:moveTo>
                <a:lnTo>
                  <a:pt x="479835" y="0"/>
                </a:lnTo>
                <a:lnTo>
                  <a:pt x="479835" y="779562"/>
                </a:lnTo>
                <a:lnTo>
                  <a:pt x="0" y="779562"/>
                </a:lnTo>
                <a:close/>
              </a:path>
            </a:pathLst>
          </a:custGeom>
          <a:solidFill xmlns:a="http://schemas.openxmlformats.org/drawingml/2006/main">
            <a:srgbClr val="003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" name="path-273">
            <a:extLst xmlns:a="http://schemas.openxmlformats.org/drawingml/2006/main">
              <a:ext uri="{FF2B5EF4-FFF2-40B4-BE49-F238E27FC236}">
                <a16:creationId xmlns:a16="http://schemas.microsoft.com/office/drawing/2014/main" id="{D7236546-6A11-4F1B-B7EB-95BABB47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6468" y="8702349"/>
            <a:ext cx="479833" cy="779560"/>
          </a:xfrm>
          <a:custGeom xmlns:a="http://schemas.openxmlformats.org/drawingml/2006/main">
            <a:pathLst>
              <a:path w="479833" h="779560">
                <a:moveTo>
                  <a:pt x="0" y="0"/>
                </a:moveTo>
                <a:lnTo>
                  <a:pt x="0" y="779560"/>
                </a:lnTo>
                <a:lnTo>
                  <a:pt x="479833" y="779560"/>
                </a:lnTo>
                <a:lnTo>
                  <a:pt x="47983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823">
            <a:solidFill>
              <a:srgbClr val="042433"/>
            </a:solidFill>
            <a:prstDash val="solid"/>
          </a:ln>
        </p:spPr>
      </p:sp>
      <p:sp>
        <p:nvSpPr>
          <p:cNvPr id="290" name="path-274">
            <a:extLst xmlns:a="http://schemas.openxmlformats.org/drawingml/2006/main">
              <a:ext uri="{FF2B5EF4-FFF2-40B4-BE49-F238E27FC236}">
                <a16:creationId xmlns:a16="http://schemas.microsoft.com/office/drawing/2014/main" id="{A73C0637-F111-4BA1-8ECF-FC1045C1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6585" y="8926400"/>
            <a:ext cx="479838" cy="555509"/>
          </a:xfrm>
          <a:custGeom xmlns:a="http://schemas.openxmlformats.org/drawingml/2006/main">
            <a:pathLst>
              <a:path w="479838" h="555509">
                <a:moveTo>
                  <a:pt x="0" y="0"/>
                </a:moveTo>
                <a:lnTo>
                  <a:pt x="479838" y="0"/>
                </a:lnTo>
                <a:lnTo>
                  <a:pt x="479838" y="555509"/>
                </a:lnTo>
                <a:lnTo>
                  <a:pt x="0" y="555509"/>
                </a:lnTo>
                <a:close/>
              </a:path>
            </a:pathLst>
          </a:custGeom>
          <a:solidFill xmlns:a="http://schemas.openxmlformats.org/drawingml/2006/main">
            <a:srgbClr val="C7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" name="path-275">
            <a:extLst xmlns:a="http://schemas.openxmlformats.org/drawingml/2006/main">
              <a:ext uri="{FF2B5EF4-FFF2-40B4-BE49-F238E27FC236}">
                <a16:creationId xmlns:a16="http://schemas.microsoft.com/office/drawing/2014/main" id="{043FBA62-81F9-41A1-B544-E2A14225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6585" y="8926400"/>
            <a:ext cx="479838" cy="555509"/>
          </a:xfrm>
          <a:custGeom xmlns:a="http://schemas.openxmlformats.org/drawingml/2006/main">
            <a:pathLst>
              <a:path w="479838" h="555509">
                <a:moveTo>
                  <a:pt x="0" y="0"/>
                </a:moveTo>
                <a:lnTo>
                  <a:pt x="0" y="555509"/>
                </a:lnTo>
                <a:lnTo>
                  <a:pt x="479838" y="555509"/>
                </a:lnTo>
                <a:lnTo>
                  <a:pt x="47983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823">
            <a:solidFill>
              <a:srgbClr val="042433"/>
            </a:solidFill>
            <a:prstDash val="solid"/>
          </a:ln>
        </p:spPr>
      </p:sp>
      <p:sp>
        <p:nvSpPr>
          <p:cNvPr id="292" name="text-276 +5.2">
            <a:extLst xmlns:a="http://schemas.openxmlformats.org/drawingml/2006/main">
              <a:ext uri="{FF2B5EF4-FFF2-40B4-BE49-F238E27FC236}">
                <a16:creationId xmlns:a16="http://schemas.microsoft.com/office/drawing/2014/main" id="{78E73D59-F80F-410F-A8D7-63B07D28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39674" y="8378120"/>
            <a:ext cx="544110" cy="3537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0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0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990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+5.2</a:t>
            </a:r>
          </a:p>
        </p:txBody>
      </p:sp>
      <p:sp>
        <p:nvSpPr>
          <p:cNvPr id="293" name="path-277">
            <a:extLst xmlns:a="http://schemas.openxmlformats.org/drawingml/2006/main">
              <a:ext uri="{FF2B5EF4-FFF2-40B4-BE49-F238E27FC236}">
                <a16:creationId xmlns:a16="http://schemas.microsoft.com/office/drawing/2014/main" id="{5C095515-B7A3-48BA-822A-FEADF824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606" y="8702531"/>
            <a:ext cx="765265" cy="3188"/>
          </a:xfrm>
          <a:custGeom xmlns:a="http://schemas.openxmlformats.org/drawingml/2006/main">
            <a:pathLst>
              <a:path w="765265" h="3188">
                <a:moveTo>
                  <a:pt x="0" y="3188"/>
                </a:moveTo>
                <a:lnTo>
                  <a:pt x="7652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823">
            <a:solidFill>
              <a:srgbClr val="000000"/>
            </a:solidFill>
            <a:prstDash val="dash"/>
          </a:ln>
        </p:spPr>
      </p:sp>
      <p:sp>
        <p:nvSpPr>
          <p:cNvPr id="294" name="path-278">
            <a:extLst xmlns:a="http://schemas.openxmlformats.org/drawingml/2006/main">
              <a:ext uri="{FF2B5EF4-FFF2-40B4-BE49-F238E27FC236}">
                <a16:creationId xmlns:a16="http://schemas.microsoft.com/office/drawing/2014/main" id="{F5DBFAFC-1BA1-4AEB-899D-0B845577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7218" y="8721628"/>
            <a:ext cx="158575" cy="204775"/>
          </a:xfrm>
          <a:custGeom xmlns:a="http://schemas.openxmlformats.org/drawingml/2006/main">
            <a:pathLst>
              <a:path w="158575" h="204775">
                <a:moveTo>
                  <a:pt x="92199" y="204775"/>
                </a:moveTo>
                <a:lnTo>
                  <a:pt x="92199" y="24360"/>
                </a:lnTo>
                <a:lnTo>
                  <a:pt x="66375" y="24360"/>
                </a:lnTo>
                <a:lnTo>
                  <a:pt x="66375" y="204772"/>
                </a:lnTo>
                <a:lnTo>
                  <a:pt x="92199" y="204775"/>
                </a:lnTo>
                <a:moveTo>
                  <a:pt x="154794" y="120809"/>
                </a:moveTo>
                <a:lnTo>
                  <a:pt x="79287" y="0"/>
                </a:lnTo>
                <a:lnTo>
                  <a:pt x="3782" y="120809"/>
                </a:lnTo>
                <a:cubicBezTo>
                  <a:pt x="0" y="126855"/>
                  <a:pt x="1837" y="134820"/>
                  <a:pt x="7887" y="138602"/>
                </a:cubicBezTo>
                <a:cubicBezTo>
                  <a:pt x="13935" y="142381"/>
                  <a:pt x="21899" y="140541"/>
                  <a:pt x="25678" y="134496"/>
                </a:cubicBezTo>
                <a:lnTo>
                  <a:pt x="90237" y="31203"/>
                </a:lnTo>
                <a:lnTo>
                  <a:pt x="68339" y="31203"/>
                </a:lnTo>
                <a:lnTo>
                  <a:pt x="132897" y="134496"/>
                </a:lnTo>
                <a:cubicBezTo>
                  <a:pt x="136674" y="140544"/>
                  <a:pt x="144640" y="142384"/>
                  <a:pt x="150688" y="138602"/>
                </a:cubicBezTo>
                <a:cubicBezTo>
                  <a:pt x="156735" y="134825"/>
                  <a:pt x="158575" y="126857"/>
                  <a:pt x="154794" y="12080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" name="path-279">
            <a:extLst xmlns:a="http://schemas.openxmlformats.org/drawingml/2006/main">
              <a:ext uri="{FF2B5EF4-FFF2-40B4-BE49-F238E27FC236}">
                <a16:creationId xmlns:a16="http://schemas.microsoft.com/office/drawing/2014/main" id="{FC09F99B-CDD5-40B6-8C7A-87AE4DE6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292" y="8492794"/>
            <a:ext cx="1811317" cy="191"/>
          </a:xfrm>
          <a:custGeom xmlns:a="http://schemas.openxmlformats.org/drawingml/2006/main">
            <a:pathLst>
              <a:path w="1811317" h="191">
                <a:moveTo>
                  <a:pt x="0" y="0"/>
                </a:moveTo>
                <a:lnTo>
                  <a:pt x="1811317" y="2"/>
                </a:lnTo>
              </a:path>
            </a:pathLst>
          </a:custGeom>
          <a:noFill xmlns:a="http://schemas.openxmlformats.org/drawingml/2006/main"/>
          <a:ln xmlns:a="http://schemas.openxmlformats.org/drawingml/2006/main" w="32279">
            <a:solidFill>
              <a:srgbClr val="C04F15"/>
            </a:solidFill>
            <a:prstDash val="dash"/>
          </a:ln>
        </p:spPr>
      </p:sp>
      <p:sp>
        <p:nvSpPr>
          <p:cNvPr id="296" name="text-280 [ii]">
            <a:extLst xmlns:a="http://schemas.openxmlformats.org/drawingml/2006/main">
              <a:ext uri="{FF2B5EF4-FFF2-40B4-BE49-F238E27FC236}">
                <a16:creationId xmlns:a16="http://schemas.microsoft.com/office/drawing/2014/main" id="{36867EF6-EF74-4921-A313-CCEF0E88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6146" y="4785251"/>
            <a:ext cx="405704" cy="481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[ii]</a:t>
            </a:r>
          </a:p>
        </p:txBody>
      </p:sp>
      <p:sp>
        <p:nvSpPr>
          <p:cNvPr id="297" name="text-281 Unifying">
            <a:extLst xmlns:a="http://schemas.openxmlformats.org/drawingml/2006/main">
              <a:ext uri="{FF2B5EF4-FFF2-40B4-BE49-F238E27FC236}">
                <a16:creationId xmlns:a16="http://schemas.microsoft.com/office/drawing/2014/main" id="{3127A81F-428B-4C0F-A140-208C55FC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5457" y="4832779"/>
            <a:ext cx="1123905" cy="414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3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3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3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Unifying</a:t>
            </a:r>
          </a:p>
        </p:txBody>
      </p:sp>
      <p:sp>
        <p:nvSpPr>
          <p:cNvPr id="298" name="text-281 Both">
            <a:extLst xmlns:a="http://schemas.openxmlformats.org/drawingml/2006/main">
              <a:ext uri="{FF2B5EF4-FFF2-40B4-BE49-F238E27FC236}">
                <a16:creationId xmlns:a16="http://schemas.microsoft.com/office/drawing/2014/main" id="{34871584-287A-469F-B10E-561707B6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04227" y="4850988"/>
            <a:ext cx="622200" cy="3894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9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Both</a:t>
            </a:r>
          </a:p>
        </p:txBody>
      </p:sp>
      <p:sp>
        <p:nvSpPr>
          <p:cNvPr id="299" name="text-281 into">
            <a:extLst xmlns:a="http://schemas.openxmlformats.org/drawingml/2006/main">
              <a:ext uri="{FF2B5EF4-FFF2-40B4-BE49-F238E27FC236}">
                <a16:creationId xmlns:a16="http://schemas.microsoft.com/office/drawing/2014/main" id="{68749DAB-47E0-4FF7-A2FE-01251E00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62665" y="4835091"/>
            <a:ext cx="526988" cy="411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1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into</a:t>
            </a:r>
          </a:p>
        </p:txBody>
      </p:sp>
      <p:sp>
        <p:nvSpPr>
          <p:cNvPr id="300" name="text-281 One">
            <a:extLst xmlns:a="http://schemas.openxmlformats.org/drawingml/2006/main">
              <a:ext uri="{FF2B5EF4-FFF2-40B4-BE49-F238E27FC236}">
                <a16:creationId xmlns:a16="http://schemas.microsoft.com/office/drawing/2014/main" id="{6F8167C3-926A-44D3-A170-5162196A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24239" y="4829065"/>
            <a:ext cx="621112" cy="420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6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One</a:t>
            </a:r>
          </a:p>
        </p:txBody>
      </p:sp>
      <p:sp>
        <p:nvSpPr>
          <p:cNvPr id="301" name="text-281 Agent">
            <a:extLst xmlns:a="http://schemas.openxmlformats.org/drawingml/2006/main">
              <a:ext uri="{FF2B5EF4-FFF2-40B4-BE49-F238E27FC236}">
                <a16:creationId xmlns:a16="http://schemas.microsoft.com/office/drawing/2014/main" id="{1FB1B90A-EA31-416A-A1D2-C66EA837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9381" y="4833787"/>
            <a:ext cx="824900" cy="4135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302" name="text-282 :">
            <a:extLst xmlns:a="http://schemas.openxmlformats.org/drawingml/2006/main">
              <a:ext uri="{FF2B5EF4-FFF2-40B4-BE49-F238E27FC236}">
                <a16:creationId xmlns:a16="http://schemas.microsoft.com/office/drawing/2014/main" id="{98AE6E10-1E4F-42DA-8E9C-CA9E1F35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1135" y="4813471"/>
            <a:ext cx="144486" cy="4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8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8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8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</a:t>
            </a:r>
          </a:p>
        </p:txBody>
      </p:sp>
      <p:sp>
        <p:nvSpPr>
          <p:cNvPr id="303" name="text-283 Building">
            <a:extLst xmlns:a="http://schemas.openxmlformats.org/drawingml/2006/main">
              <a:ext uri="{FF2B5EF4-FFF2-40B4-BE49-F238E27FC236}">
                <a16:creationId xmlns:a16="http://schemas.microsoft.com/office/drawing/2014/main" id="{1AEC37C3-9A27-40F4-BBFF-7D3C3926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25441" y="4839077"/>
            <a:ext cx="1084168" cy="4061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8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8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8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Building</a:t>
            </a:r>
          </a:p>
        </p:txBody>
      </p:sp>
      <p:sp>
        <p:nvSpPr>
          <p:cNvPr id="304" name="text-285 Agents">
            <a:extLst xmlns:a="http://schemas.openxmlformats.org/drawingml/2006/main">
              <a:ext uri="{FF2B5EF4-FFF2-40B4-BE49-F238E27FC236}">
                <a16:creationId xmlns:a16="http://schemas.microsoft.com/office/drawing/2014/main" id="{78924763-C34F-414A-A5D6-04649693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45518" y="4844253"/>
            <a:ext cx="938037" cy="398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4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Agents</a:t>
            </a:r>
          </a:p>
        </p:txBody>
      </p:sp>
      <p:sp>
        <p:nvSpPr>
          <p:cNvPr id="305" name="text-287 on">
            <a:extLst xmlns:a="http://schemas.openxmlformats.org/drawingml/2006/main">
              <a:ext uri="{FF2B5EF4-FFF2-40B4-BE49-F238E27FC236}">
                <a16:creationId xmlns:a16="http://schemas.microsoft.com/office/drawing/2014/main" id="{26B1A7E1-48B9-42E0-B1D0-AC96ADB6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20336" y="4835243"/>
            <a:ext cx="379754" cy="41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1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</a:t>
            </a:r>
          </a:p>
        </p:txBody>
      </p:sp>
      <p:sp>
        <p:nvSpPr>
          <p:cNvPr id="306" name="text-287 LWMs">
            <a:extLst xmlns:a="http://schemas.openxmlformats.org/drawingml/2006/main">
              <a:ext uri="{FF2B5EF4-FFF2-40B4-BE49-F238E27FC236}">
                <a16:creationId xmlns:a16="http://schemas.microsoft.com/office/drawing/2014/main" id="{A40D0B2B-F3A1-454C-8F45-57D548A0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33323" y="4833429"/>
            <a:ext cx="868942" cy="414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LWMs</a:t>
            </a:r>
          </a:p>
        </p:txBody>
      </p:sp>
      <p:sp>
        <p:nvSpPr>
          <p:cNvPr id="307" name="text-288 [">
            <a:extLst xmlns:a="http://schemas.openxmlformats.org/drawingml/2006/main">
              <a:ext uri="{FF2B5EF4-FFF2-40B4-BE49-F238E27FC236}">
                <a16:creationId xmlns:a16="http://schemas.microsoft.com/office/drawing/2014/main" id="{73EDD8B1-7A0C-4458-959D-6604FCEA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034" y="4744924"/>
            <a:ext cx="167347" cy="511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7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7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7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</a:t>
            </a:r>
          </a:p>
        </p:txBody>
      </p:sp>
      <p:sp>
        <p:nvSpPr>
          <p:cNvPr id="308" name="text-289 i">
            <a:extLst xmlns:a="http://schemas.openxmlformats.org/drawingml/2006/main">
              <a:ext uri="{FF2B5EF4-FFF2-40B4-BE49-F238E27FC236}">
                <a16:creationId xmlns:a16="http://schemas.microsoft.com/office/drawing/2014/main" id="{2A6EEF97-E5C8-42B9-AF8D-E16AADC9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099" y="4791939"/>
            <a:ext cx="128094" cy="4461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309" name="text-290 ]">
            <a:extLst xmlns:a="http://schemas.openxmlformats.org/drawingml/2006/main">
              <a:ext uri="{FF2B5EF4-FFF2-40B4-BE49-F238E27FC236}">
                <a16:creationId xmlns:a16="http://schemas.microsoft.com/office/drawing/2014/main" id="{D6001428-D0E2-42DE-BE26-D4B42836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112" y="4744924"/>
            <a:ext cx="167347" cy="511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7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7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7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]</a:t>
            </a:r>
          </a:p>
        </p:txBody>
      </p:sp>
      <p:sp>
        <p:nvSpPr>
          <p:cNvPr id="310" name="text-290 Decoupling">
            <a:extLst xmlns:a="http://schemas.openxmlformats.org/drawingml/2006/main">
              <a:ext uri="{FF2B5EF4-FFF2-40B4-BE49-F238E27FC236}">
                <a16:creationId xmlns:a16="http://schemas.microsoft.com/office/drawing/2014/main" id="{272C0797-AA9F-4303-870C-14CAD283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2474" y="4817756"/>
            <a:ext cx="1517388" cy="409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0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0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Decoupling</a:t>
            </a:r>
          </a:p>
        </p:txBody>
      </p:sp>
      <p:sp>
        <p:nvSpPr>
          <p:cNvPr id="311" name="text-290 LWM">
            <a:extLst xmlns:a="http://schemas.openxmlformats.org/drawingml/2006/main">
              <a:ext uri="{FF2B5EF4-FFF2-40B4-BE49-F238E27FC236}">
                <a16:creationId xmlns:a16="http://schemas.microsoft.com/office/drawing/2014/main" id="{29799B02-B18B-4531-A967-B44D6C20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5483" y="4800882"/>
            <a:ext cx="755096" cy="433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LWM</a:t>
            </a:r>
          </a:p>
        </p:txBody>
      </p:sp>
      <p:sp>
        <p:nvSpPr>
          <p:cNvPr id="312" name="text-290 as">
            <a:extLst xmlns:a="http://schemas.openxmlformats.org/drawingml/2006/main">
              <a:ext uri="{FF2B5EF4-FFF2-40B4-BE49-F238E27FC236}">
                <a16:creationId xmlns:a16="http://schemas.microsoft.com/office/drawing/2014/main" id="{DA7434E1-4E76-463A-B715-A8371953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13506" y="4839416"/>
            <a:ext cx="335156" cy="379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3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3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3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</a:t>
            </a:r>
          </a:p>
        </p:txBody>
      </p:sp>
      <p:sp>
        <p:nvSpPr>
          <p:cNvPr id="313" name="text-290 Environment">
            <a:extLst xmlns:a="http://schemas.openxmlformats.org/drawingml/2006/main">
              <a:ext uri="{FF2B5EF4-FFF2-40B4-BE49-F238E27FC236}">
                <a16:creationId xmlns:a16="http://schemas.microsoft.com/office/drawing/2014/main" id="{5F64B351-0302-47F8-8183-C41F5655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8144" y="4829248"/>
            <a:ext cx="1629539" cy="393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1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Environment</a:t>
            </a:r>
          </a:p>
        </p:txBody>
      </p:sp>
      <p:sp>
        <p:nvSpPr>
          <p:cNvPr id="314" name="text-292 Simulator:">
            <a:extLst xmlns:a="http://schemas.openxmlformats.org/drawingml/2006/main">
              <a:ext uri="{FF2B5EF4-FFF2-40B4-BE49-F238E27FC236}">
                <a16:creationId xmlns:a16="http://schemas.microsoft.com/office/drawing/2014/main" id="{C6505900-6B18-4300-860B-831E0E45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52572" y="4821296"/>
            <a:ext cx="1353920" cy="405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7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Simulator:</a:t>
            </a:r>
          </a:p>
        </p:txBody>
      </p:sp>
      <p:sp>
        <p:nvSpPr>
          <p:cNvPr id="315" name="text-292 Sim">
            <a:extLst xmlns:a="http://schemas.openxmlformats.org/drawingml/2006/main">
              <a:ext uri="{FF2B5EF4-FFF2-40B4-BE49-F238E27FC236}">
                <a16:creationId xmlns:a16="http://schemas.microsoft.com/office/drawing/2014/main" id="{B9A991C4-1FBF-448C-A55B-95145500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40886" y="4843127"/>
            <a:ext cx="508599" cy="374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Sim</a:t>
            </a:r>
          </a:p>
        </p:txBody>
      </p:sp>
      <p:sp>
        <p:nvSpPr>
          <p:cNvPr id="316" name="text-292 Agentic">
            <a:extLst xmlns:a="http://schemas.openxmlformats.org/drawingml/2006/main">
              <a:ext uri="{FF2B5EF4-FFF2-40B4-BE49-F238E27FC236}">
                <a16:creationId xmlns:a16="http://schemas.microsoft.com/office/drawing/2014/main" id="{48ACF7D1-56EA-440E-B29F-75DA4C18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9678" y="4817329"/>
            <a:ext cx="1030661" cy="4105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Agentic</a:t>
            </a:r>
          </a:p>
        </p:txBody>
      </p:sp>
      <p:sp>
        <p:nvSpPr>
          <p:cNvPr id="317" name="text-292 RL">
            <a:extLst xmlns:a="http://schemas.openxmlformats.org/drawingml/2006/main">
              <a:ext uri="{FF2B5EF4-FFF2-40B4-BE49-F238E27FC236}">
                <a16:creationId xmlns:a16="http://schemas.microsoft.com/office/drawing/2014/main" id="{86406961-84E1-404D-B1E9-DF1C95E2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4881" y="4878119"/>
            <a:ext cx="338927" cy="325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RL</a:t>
            </a:r>
          </a:p>
        </p:txBody>
      </p:sp>
      <p:sp>
        <p:nvSpPr>
          <p:cNvPr id="318" name="text-293 World">
            <a:extLst xmlns:a="http://schemas.openxmlformats.org/drawingml/2006/main">
              <a:ext uri="{FF2B5EF4-FFF2-40B4-BE49-F238E27FC236}">
                <a16:creationId xmlns:a16="http://schemas.microsoft.com/office/drawing/2014/main" id="{2EB8A976-3E3C-4F92-ABDD-33AC9E76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07054" y="6409800"/>
            <a:ext cx="796879" cy="40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6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World</a:t>
            </a:r>
          </a:p>
        </p:txBody>
      </p:sp>
      <p:sp>
        <p:nvSpPr>
          <p:cNvPr id="319" name="text-295 Model">
            <a:extLst xmlns:a="http://schemas.openxmlformats.org/drawingml/2006/main">
              <a:ext uri="{FF2B5EF4-FFF2-40B4-BE49-F238E27FC236}">
                <a16:creationId xmlns:a16="http://schemas.microsoft.com/office/drawing/2014/main" id="{BE0C7DC5-ED2F-4D6F-AF6C-5D83372A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33392" y="6416379"/>
            <a:ext cx="815298" cy="39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1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320" name="path-296">
            <a:extLst xmlns:a="http://schemas.openxmlformats.org/drawingml/2006/main">
              <a:ext uri="{FF2B5EF4-FFF2-40B4-BE49-F238E27FC236}">
                <a16:creationId xmlns:a16="http://schemas.microsoft.com/office/drawing/2014/main" id="{7C6D90BF-BE29-4754-BB2F-B9BD539F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766" y="5575506"/>
            <a:ext cx="1479312" cy="555955"/>
          </a:xfrm>
          <a:custGeom xmlns:a="http://schemas.openxmlformats.org/drawingml/2006/main">
            <a:pathLst>
              <a:path w="1479312" h="555955">
                <a:moveTo>
                  <a:pt x="0" y="0"/>
                </a:moveTo>
                <a:lnTo>
                  <a:pt x="1479312" y="0"/>
                </a:lnTo>
                <a:lnTo>
                  <a:pt x="1479312" y="555955"/>
                </a:lnTo>
                <a:lnTo>
                  <a:pt x="0" y="555955"/>
                </a:lnTo>
                <a:close/>
              </a:path>
            </a:pathLst>
          </a:custGeom>
          <a:solidFill xmlns:a="http://schemas.openxmlformats.org/drawingml/2006/main">
            <a:srgbClr val="D1E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path-297">
            <a:extLst xmlns:a="http://schemas.openxmlformats.org/drawingml/2006/main">
              <a:ext uri="{FF2B5EF4-FFF2-40B4-BE49-F238E27FC236}">
                <a16:creationId xmlns:a16="http://schemas.microsoft.com/office/drawing/2014/main" id="{3EB0D520-37A2-4A5E-8A28-BD63B7AB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766" y="5575506"/>
            <a:ext cx="1479312" cy="555955"/>
          </a:xfrm>
          <a:custGeom xmlns:a="http://schemas.openxmlformats.org/drawingml/2006/main">
            <a:pathLst>
              <a:path w="1479312" h="555955">
                <a:moveTo>
                  <a:pt x="0" y="0"/>
                </a:moveTo>
                <a:lnTo>
                  <a:pt x="0" y="555955"/>
                </a:lnTo>
                <a:lnTo>
                  <a:pt x="1479312" y="555955"/>
                </a:lnTo>
                <a:lnTo>
                  <a:pt x="147931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823">
            <a:solidFill>
              <a:srgbClr val="042433"/>
            </a:solidFill>
            <a:prstDash val="solid"/>
          </a:ln>
        </p:spPr>
      </p:sp>
      <p:sp>
        <p:nvSpPr>
          <p:cNvPr id="322" name="text-298 State">
            <a:extLst xmlns:a="http://schemas.openxmlformats.org/drawingml/2006/main">
              <a:ext uri="{FF2B5EF4-FFF2-40B4-BE49-F238E27FC236}">
                <a16:creationId xmlns:a16="http://schemas.microsoft.com/office/drawing/2014/main" id="{5D23AF7E-DC8A-4002-BF53-B93DEF82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12019" y="5688367"/>
            <a:ext cx="697654" cy="388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State</a:t>
            </a:r>
          </a:p>
        </p:txBody>
      </p:sp>
      <p:sp>
        <p:nvSpPr>
          <p:cNvPr id="323" name="path-299">
            <a:extLst xmlns:a="http://schemas.openxmlformats.org/drawingml/2006/main">
              <a:ext uri="{FF2B5EF4-FFF2-40B4-BE49-F238E27FC236}">
                <a16:creationId xmlns:a16="http://schemas.microsoft.com/office/drawing/2014/main" id="{73EBBD39-B598-4D6E-97FC-F753389E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5513" y="5579670"/>
            <a:ext cx="2025653" cy="547625"/>
          </a:xfrm>
          <a:custGeom xmlns:a="http://schemas.openxmlformats.org/drawingml/2006/main">
            <a:pathLst>
              <a:path w="2025653" h="547625">
                <a:moveTo>
                  <a:pt x="0" y="0"/>
                </a:moveTo>
                <a:lnTo>
                  <a:pt x="2025653" y="0"/>
                </a:lnTo>
                <a:lnTo>
                  <a:pt x="2025653" y="547625"/>
                </a:lnTo>
                <a:lnTo>
                  <a:pt x="0" y="547625"/>
                </a:lnTo>
                <a:close/>
              </a:path>
            </a:pathLst>
          </a:custGeom>
          <a:solidFill xmlns:a="http://schemas.openxmlformats.org/drawingml/2006/main">
            <a:srgbClr val="D1E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" name="path-300">
            <a:extLst xmlns:a="http://schemas.openxmlformats.org/drawingml/2006/main">
              <a:ext uri="{FF2B5EF4-FFF2-40B4-BE49-F238E27FC236}">
                <a16:creationId xmlns:a16="http://schemas.microsoft.com/office/drawing/2014/main" id="{FA270E89-1058-428E-BD85-C905A9E0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5513" y="5579670"/>
            <a:ext cx="2025653" cy="547625"/>
          </a:xfrm>
          <a:custGeom xmlns:a="http://schemas.openxmlformats.org/drawingml/2006/main">
            <a:pathLst>
              <a:path w="2025653" h="547625">
                <a:moveTo>
                  <a:pt x="0" y="0"/>
                </a:moveTo>
                <a:lnTo>
                  <a:pt x="0" y="547625"/>
                </a:lnTo>
                <a:lnTo>
                  <a:pt x="2025653" y="547625"/>
                </a:lnTo>
                <a:lnTo>
                  <a:pt x="202565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823">
            <a:solidFill>
              <a:srgbClr val="042433"/>
            </a:solidFill>
            <a:prstDash val="solid"/>
          </a:ln>
        </p:spPr>
      </p:sp>
      <p:sp>
        <p:nvSpPr>
          <p:cNvPr id="325" name="text-301 Next">
            <a:extLst xmlns:a="http://schemas.openxmlformats.org/drawingml/2006/main">
              <a:ext uri="{FF2B5EF4-FFF2-40B4-BE49-F238E27FC236}">
                <a16:creationId xmlns:a16="http://schemas.microsoft.com/office/drawing/2014/main" id="{3C239BA1-811E-49CF-ABFE-6F849ACE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64027" y="5657947"/>
            <a:ext cx="688335" cy="431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2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2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2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326" name="text-301 State">
            <a:extLst xmlns:a="http://schemas.openxmlformats.org/drawingml/2006/main">
              <a:ext uri="{FF2B5EF4-FFF2-40B4-BE49-F238E27FC236}">
                <a16:creationId xmlns:a16="http://schemas.microsoft.com/office/drawing/2014/main" id="{DF83D3D4-DBFC-4316-91C1-64625A3D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83962" y="5688294"/>
            <a:ext cx="697837" cy="388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8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8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8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State</a:t>
            </a:r>
          </a:p>
        </p:txBody>
      </p:sp>
      <p:sp>
        <p:nvSpPr>
          <p:cNvPr id="327" name="path-302">
            <a:extLst xmlns:a="http://schemas.openxmlformats.org/drawingml/2006/main">
              <a:ext uri="{FF2B5EF4-FFF2-40B4-BE49-F238E27FC236}">
                <a16:creationId xmlns:a16="http://schemas.microsoft.com/office/drawing/2014/main" id="{25FD66C9-B768-41D7-87B8-87619ECB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6057" y="5774933"/>
            <a:ext cx="855540" cy="91463"/>
          </a:xfrm>
          <a:custGeom xmlns:a="http://schemas.openxmlformats.org/drawingml/2006/main">
            <a:pathLst>
              <a:path w="855540" h="91463">
                <a:moveTo>
                  <a:pt x="39" y="91463"/>
                </a:moveTo>
                <a:lnTo>
                  <a:pt x="726444" y="90338"/>
                </a:lnTo>
                <a:lnTo>
                  <a:pt x="726404" y="64517"/>
                </a:lnTo>
                <a:lnTo>
                  <a:pt x="0" y="65639"/>
                </a:lnTo>
                <a:lnTo>
                  <a:pt x="39" y="91463"/>
                </a:lnTo>
                <a:moveTo>
                  <a:pt x="700721" y="154938"/>
                </a:moveTo>
                <a:lnTo>
                  <a:pt x="855540" y="77229"/>
                </a:lnTo>
                <a:lnTo>
                  <a:pt x="700480" y="0"/>
                </a:lnTo>
                <a:lnTo>
                  <a:pt x="700721" y="15493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" name="path-303">
            <a:extLst xmlns:a="http://schemas.openxmlformats.org/drawingml/2006/main">
              <a:ext uri="{FF2B5EF4-FFF2-40B4-BE49-F238E27FC236}">
                <a16:creationId xmlns:a16="http://schemas.microsoft.com/office/drawing/2014/main" id="{D68A06ED-374B-471C-8474-5AB51135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0891" y="5839251"/>
            <a:ext cx="1124622" cy="91519"/>
          </a:xfrm>
          <a:custGeom xmlns:a="http://schemas.openxmlformats.org/drawingml/2006/main">
            <a:pathLst>
              <a:path w="1124622" h="91519">
                <a:moveTo>
                  <a:pt x="32" y="0"/>
                </a:moveTo>
                <a:lnTo>
                  <a:pt x="103324" y="121"/>
                </a:lnTo>
                <a:lnTo>
                  <a:pt x="103293" y="25945"/>
                </a:lnTo>
                <a:lnTo>
                  <a:pt x="0" y="25821"/>
                </a:lnTo>
                <a:lnTo>
                  <a:pt x="32" y="0"/>
                </a:lnTo>
                <a:moveTo>
                  <a:pt x="180793" y="211"/>
                </a:moveTo>
                <a:lnTo>
                  <a:pt x="284086" y="332"/>
                </a:lnTo>
                <a:lnTo>
                  <a:pt x="284054" y="26156"/>
                </a:lnTo>
                <a:lnTo>
                  <a:pt x="180762" y="26035"/>
                </a:lnTo>
                <a:lnTo>
                  <a:pt x="180793" y="211"/>
                </a:lnTo>
                <a:moveTo>
                  <a:pt x="361555" y="427"/>
                </a:moveTo>
                <a:lnTo>
                  <a:pt x="464848" y="548"/>
                </a:lnTo>
                <a:lnTo>
                  <a:pt x="464816" y="26369"/>
                </a:lnTo>
                <a:lnTo>
                  <a:pt x="361523" y="26248"/>
                </a:lnTo>
                <a:lnTo>
                  <a:pt x="361555" y="427"/>
                </a:lnTo>
                <a:moveTo>
                  <a:pt x="542317" y="638"/>
                </a:moveTo>
                <a:lnTo>
                  <a:pt x="645609" y="759"/>
                </a:lnTo>
                <a:lnTo>
                  <a:pt x="645578" y="26583"/>
                </a:lnTo>
                <a:lnTo>
                  <a:pt x="542285" y="26461"/>
                </a:lnTo>
                <a:lnTo>
                  <a:pt x="542317" y="638"/>
                </a:lnTo>
                <a:moveTo>
                  <a:pt x="723078" y="848"/>
                </a:moveTo>
                <a:lnTo>
                  <a:pt x="826371" y="970"/>
                </a:lnTo>
                <a:lnTo>
                  <a:pt x="826340" y="26793"/>
                </a:lnTo>
                <a:lnTo>
                  <a:pt x="723047" y="26672"/>
                </a:lnTo>
                <a:lnTo>
                  <a:pt x="723078" y="848"/>
                </a:lnTo>
                <a:moveTo>
                  <a:pt x="903840" y="1064"/>
                </a:moveTo>
                <a:lnTo>
                  <a:pt x="995519" y="1168"/>
                </a:lnTo>
                <a:lnTo>
                  <a:pt x="995491" y="26992"/>
                </a:lnTo>
                <a:lnTo>
                  <a:pt x="903809" y="26883"/>
                </a:lnTo>
                <a:lnTo>
                  <a:pt x="903840" y="1064"/>
                </a:lnTo>
                <a:moveTo>
                  <a:pt x="969774" y="-63419"/>
                </a:moveTo>
                <a:lnTo>
                  <a:pt x="1124622" y="14234"/>
                </a:lnTo>
                <a:lnTo>
                  <a:pt x="969591" y="91519"/>
                </a:lnTo>
                <a:lnTo>
                  <a:pt x="969774" y="-634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" name="path-304">
            <a:extLst xmlns:a="http://schemas.openxmlformats.org/drawingml/2006/main">
              <a:ext uri="{FF2B5EF4-FFF2-40B4-BE49-F238E27FC236}">
                <a16:creationId xmlns:a16="http://schemas.microsoft.com/office/drawing/2014/main" id="{6F845FCF-840F-427B-B6DD-E768A90A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1256" y="5309123"/>
            <a:ext cx="2889804" cy="272744"/>
          </a:xfrm>
          <a:custGeom xmlns:a="http://schemas.openxmlformats.org/drawingml/2006/main">
            <a:pathLst>
              <a:path w="2889804" h="272744">
                <a:moveTo>
                  <a:pt x="2889804" y="268349"/>
                </a:moveTo>
                <a:lnTo>
                  <a:pt x="2887385" y="254340"/>
                </a:lnTo>
                <a:lnTo>
                  <a:pt x="2879652" y="239228"/>
                </a:lnTo>
                <a:lnTo>
                  <a:pt x="2867905" y="225297"/>
                </a:lnTo>
                <a:lnTo>
                  <a:pt x="2852597" y="212195"/>
                </a:lnTo>
                <a:lnTo>
                  <a:pt x="2833883" y="199626"/>
                </a:lnTo>
                <a:lnTo>
                  <a:pt x="2811843" y="187430"/>
                </a:lnTo>
                <a:lnTo>
                  <a:pt x="2786555" y="175535"/>
                </a:lnTo>
                <a:lnTo>
                  <a:pt x="2758100" y="163895"/>
                </a:lnTo>
                <a:lnTo>
                  <a:pt x="2726577" y="152504"/>
                </a:lnTo>
                <a:lnTo>
                  <a:pt x="2715950" y="149072"/>
                </a:lnTo>
                <a:lnTo>
                  <a:pt x="2708011" y="173642"/>
                </a:lnTo>
                <a:lnTo>
                  <a:pt x="2718430" y="177009"/>
                </a:lnTo>
                <a:lnTo>
                  <a:pt x="2718013" y="176866"/>
                </a:lnTo>
                <a:lnTo>
                  <a:pt x="2749072" y="188090"/>
                </a:lnTo>
                <a:lnTo>
                  <a:pt x="2748571" y="187896"/>
                </a:lnTo>
                <a:lnTo>
                  <a:pt x="2776471" y="199308"/>
                </a:lnTo>
                <a:lnTo>
                  <a:pt x="2775861" y="199042"/>
                </a:lnTo>
                <a:lnTo>
                  <a:pt x="2800467" y="210619"/>
                </a:lnTo>
                <a:lnTo>
                  <a:pt x="2799714" y="210234"/>
                </a:lnTo>
                <a:lnTo>
                  <a:pt x="2820897" y="221952"/>
                </a:lnTo>
                <a:lnTo>
                  <a:pt x="2819948" y="221375"/>
                </a:lnTo>
                <a:lnTo>
                  <a:pt x="2837574" y="233212"/>
                </a:lnTo>
                <a:lnTo>
                  <a:pt x="2836378" y="232300"/>
                </a:lnTo>
                <a:lnTo>
                  <a:pt x="2850314" y="244232"/>
                </a:lnTo>
                <a:lnTo>
                  <a:pt x="2848840" y="242746"/>
                </a:lnTo>
                <a:lnTo>
                  <a:pt x="2858960" y="254747"/>
                </a:lnTo>
                <a:lnTo>
                  <a:pt x="2857339" y="252309"/>
                </a:lnTo>
                <a:lnTo>
                  <a:pt x="2863503" y="264356"/>
                </a:lnTo>
                <a:lnTo>
                  <a:pt x="2862274" y="260672"/>
                </a:lnTo>
                <a:lnTo>
                  <a:pt x="2864361" y="272744"/>
                </a:lnTo>
                <a:lnTo>
                  <a:pt x="2889804" y="268349"/>
                </a:lnTo>
                <a:moveTo>
                  <a:pt x="2641023" y="126857"/>
                </a:moveTo>
                <a:lnTo>
                  <a:pt x="2614737" y="119903"/>
                </a:lnTo>
                <a:lnTo>
                  <a:pt x="2572094" y="109607"/>
                </a:lnTo>
                <a:lnTo>
                  <a:pt x="2526974" y="99630"/>
                </a:lnTo>
                <a:lnTo>
                  <a:pt x="2479507" y="89992"/>
                </a:lnTo>
                <a:lnTo>
                  <a:pt x="2438380" y="82315"/>
                </a:lnTo>
                <a:lnTo>
                  <a:pt x="2433641" y="107697"/>
                </a:lnTo>
                <a:lnTo>
                  <a:pt x="2474669" y="115357"/>
                </a:lnTo>
                <a:lnTo>
                  <a:pt x="2474466" y="115319"/>
                </a:lnTo>
                <a:lnTo>
                  <a:pt x="2521727" y="124913"/>
                </a:lnTo>
                <a:lnTo>
                  <a:pt x="2521509" y="124867"/>
                </a:lnTo>
                <a:lnTo>
                  <a:pt x="2566397" y="134794"/>
                </a:lnTo>
                <a:lnTo>
                  <a:pt x="2566154" y="134738"/>
                </a:lnTo>
                <a:lnTo>
                  <a:pt x="2608540" y="144970"/>
                </a:lnTo>
                <a:lnTo>
                  <a:pt x="2608270" y="144902"/>
                </a:lnTo>
                <a:lnTo>
                  <a:pt x="2634417" y="151821"/>
                </a:lnTo>
                <a:lnTo>
                  <a:pt x="2641023" y="126857"/>
                </a:lnTo>
                <a:moveTo>
                  <a:pt x="2361704" y="69494"/>
                </a:moveTo>
                <a:lnTo>
                  <a:pt x="2324289" y="63329"/>
                </a:lnTo>
                <a:lnTo>
                  <a:pt x="2211420" y="47655"/>
                </a:lnTo>
                <a:lnTo>
                  <a:pt x="2156447" y="41299"/>
                </a:lnTo>
                <a:lnTo>
                  <a:pt x="2153482" y="66953"/>
                </a:lnTo>
                <a:lnTo>
                  <a:pt x="2208308" y="73292"/>
                </a:lnTo>
                <a:lnTo>
                  <a:pt x="2208014" y="73251"/>
                </a:lnTo>
                <a:lnTo>
                  <a:pt x="2320576" y="88884"/>
                </a:lnTo>
                <a:lnTo>
                  <a:pt x="2320254" y="88835"/>
                </a:lnTo>
                <a:lnTo>
                  <a:pt x="2357504" y="94973"/>
                </a:lnTo>
                <a:lnTo>
                  <a:pt x="2361704" y="69494"/>
                </a:lnTo>
                <a:moveTo>
                  <a:pt x="2079187" y="32650"/>
                </a:moveTo>
                <a:lnTo>
                  <a:pt x="1967830" y="22185"/>
                </a:lnTo>
                <a:lnTo>
                  <a:pt x="1873083" y="15248"/>
                </a:lnTo>
                <a:lnTo>
                  <a:pt x="1871195" y="40999"/>
                </a:lnTo>
                <a:lnTo>
                  <a:pt x="1965812" y="47929"/>
                </a:lnTo>
                <a:lnTo>
                  <a:pt x="1965548" y="47907"/>
                </a:lnTo>
                <a:lnTo>
                  <a:pt x="2076773" y="58360"/>
                </a:lnTo>
                <a:lnTo>
                  <a:pt x="2079187" y="32650"/>
                </a:lnTo>
                <a:moveTo>
                  <a:pt x="1795503" y="10453"/>
                </a:moveTo>
                <a:lnTo>
                  <a:pt x="1707410" y="5801"/>
                </a:lnTo>
                <a:lnTo>
                  <a:pt x="1588836" y="1976"/>
                </a:lnTo>
                <a:lnTo>
                  <a:pt x="1588003" y="27785"/>
                </a:lnTo>
                <a:lnTo>
                  <a:pt x="1706447" y="31605"/>
                </a:lnTo>
                <a:lnTo>
                  <a:pt x="1706181" y="31593"/>
                </a:lnTo>
                <a:lnTo>
                  <a:pt x="1794139" y="36240"/>
                </a:lnTo>
                <a:lnTo>
                  <a:pt x="1795503" y="10453"/>
                </a:lnTo>
                <a:moveTo>
                  <a:pt x="1511105" y="798"/>
                </a:moveTo>
                <a:lnTo>
                  <a:pt x="1438541" y="0"/>
                </a:lnTo>
                <a:lnTo>
                  <a:pt x="1304252" y="1445"/>
                </a:lnTo>
                <a:lnTo>
                  <a:pt x="1304528" y="27264"/>
                </a:lnTo>
                <a:lnTo>
                  <a:pt x="1438678" y="25824"/>
                </a:lnTo>
                <a:lnTo>
                  <a:pt x="1438398" y="25824"/>
                </a:lnTo>
                <a:lnTo>
                  <a:pt x="1510820" y="26619"/>
                </a:lnTo>
                <a:lnTo>
                  <a:pt x="1511105" y="798"/>
                </a:lnTo>
                <a:moveTo>
                  <a:pt x="1226553" y="3881"/>
                </a:moveTo>
                <a:lnTo>
                  <a:pt x="1169680" y="5677"/>
                </a:lnTo>
                <a:lnTo>
                  <a:pt x="1037898" y="12491"/>
                </a:lnTo>
                <a:lnTo>
                  <a:pt x="1019702" y="13795"/>
                </a:lnTo>
                <a:lnTo>
                  <a:pt x="1021549" y="39554"/>
                </a:lnTo>
                <a:lnTo>
                  <a:pt x="1039614" y="38257"/>
                </a:lnTo>
                <a:lnTo>
                  <a:pt x="1039359" y="38271"/>
                </a:lnTo>
                <a:lnTo>
                  <a:pt x="1170886" y="31472"/>
                </a:lnTo>
                <a:lnTo>
                  <a:pt x="1170625" y="31482"/>
                </a:lnTo>
                <a:lnTo>
                  <a:pt x="1227366" y="29690"/>
                </a:lnTo>
                <a:lnTo>
                  <a:pt x="1226553" y="3881"/>
                </a:lnTo>
                <a:moveTo>
                  <a:pt x="942429" y="19337"/>
                </a:moveTo>
                <a:lnTo>
                  <a:pt x="909272" y="21713"/>
                </a:lnTo>
                <a:lnTo>
                  <a:pt x="784857" y="33157"/>
                </a:lnTo>
                <a:lnTo>
                  <a:pt x="736234" y="38657"/>
                </a:lnTo>
                <a:lnTo>
                  <a:pt x="739140" y="64318"/>
                </a:lnTo>
                <a:lnTo>
                  <a:pt x="787624" y="58830"/>
                </a:lnTo>
                <a:lnTo>
                  <a:pt x="787357" y="58859"/>
                </a:lnTo>
                <a:lnTo>
                  <a:pt x="911509" y="47439"/>
                </a:lnTo>
                <a:lnTo>
                  <a:pt x="911247" y="47461"/>
                </a:lnTo>
                <a:lnTo>
                  <a:pt x="944277" y="45093"/>
                </a:lnTo>
                <a:lnTo>
                  <a:pt x="942429" y="19337"/>
                </a:lnTo>
                <a:moveTo>
                  <a:pt x="658989" y="47551"/>
                </a:moveTo>
                <a:lnTo>
                  <a:pt x="552830" y="61977"/>
                </a:lnTo>
                <a:lnTo>
                  <a:pt x="454331" y="77859"/>
                </a:lnTo>
                <a:lnTo>
                  <a:pt x="458442" y="103353"/>
                </a:lnTo>
                <a:lnTo>
                  <a:pt x="556785" y="87497"/>
                </a:lnTo>
                <a:lnTo>
                  <a:pt x="556466" y="87543"/>
                </a:lnTo>
                <a:lnTo>
                  <a:pt x="662465" y="73140"/>
                </a:lnTo>
                <a:lnTo>
                  <a:pt x="658989" y="47551"/>
                </a:lnTo>
                <a:moveTo>
                  <a:pt x="377696" y="92030"/>
                </a:moveTo>
                <a:lnTo>
                  <a:pt x="350161" y="97504"/>
                </a:lnTo>
                <a:lnTo>
                  <a:pt x="305046" y="107266"/>
                </a:lnTo>
                <a:lnTo>
                  <a:pt x="262409" y="117343"/>
                </a:lnTo>
                <a:lnTo>
                  <a:pt x="222371" y="127708"/>
                </a:lnTo>
                <a:lnTo>
                  <a:pt x="185056" y="138347"/>
                </a:lnTo>
                <a:lnTo>
                  <a:pt x="175710" y="141302"/>
                </a:lnTo>
                <a:lnTo>
                  <a:pt x="183496" y="165924"/>
                </a:lnTo>
                <a:lnTo>
                  <a:pt x="192663" y="163025"/>
                </a:lnTo>
                <a:lnTo>
                  <a:pt x="192312" y="163129"/>
                </a:lnTo>
                <a:lnTo>
                  <a:pt x="229298" y="152584"/>
                </a:lnTo>
                <a:lnTo>
                  <a:pt x="228994" y="152667"/>
                </a:lnTo>
                <a:lnTo>
                  <a:pt x="268746" y="142376"/>
                </a:lnTo>
                <a:lnTo>
                  <a:pt x="268480" y="142439"/>
                </a:lnTo>
                <a:lnTo>
                  <a:pt x="310866" y="132425"/>
                </a:lnTo>
                <a:lnTo>
                  <a:pt x="310629" y="132481"/>
                </a:lnTo>
                <a:lnTo>
                  <a:pt x="355517" y="122765"/>
                </a:lnTo>
                <a:lnTo>
                  <a:pt x="355302" y="122809"/>
                </a:lnTo>
                <a:lnTo>
                  <a:pt x="382729" y="117360"/>
                </a:lnTo>
                <a:lnTo>
                  <a:pt x="377696" y="92030"/>
                </a:lnTo>
                <a:moveTo>
                  <a:pt x="103111" y="173414"/>
                </a:moveTo>
                <a:lnTo>
                  <a:pt x="97531" y="176275"/>
                </a:lnTo>
                <a:lnTo>
                  <a:pt x="109309" y="199255"/>
                </a:lnTo>
                <a:lnTo>
                  <a:pt x="114888" y="196395"/>
                </a:lnTo>
                <a:lnTo>
                  <a:pt x="103111" y="173414"/>
                </a:lnTo>
                <a:moveTo>
                  <a:pt x="77727" y="110252"/>
                </a:moveTo>
                <a:lnTo>
                  <a:pt x="0" y="265062"/>
                </a:lnTo>
                <a:lnTo>
                  <a:pt x="170481" y="234358"/>
                </a:lnTo>
                <a:lnTo>
                  <a:pt x="77727" y="11025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" name="path-305">
            <a:extLst xmlns:a="http://schemas.openxmlformats.org/drawingml/2006/main">
              <a:ext uri="{FF2B5EF4-FFF2-40B4-BE49-F238E27FC236}">
                <a16:creationId xmlns:a16="http://schemas.microsoft.com/office/drawing/2014/main" id="{85C2F3F4-0B95-49A2-9F17-1D85B826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608" y="7787906"/>
            <a:ext cx="131179" cy="191"/>
          </a:xfrm>
          <a:custGeom xmlns:a="http://schemas.openxmlformats.org/drawingml/2006/main">
            <a:pathLst>
              <a:path w="131179" h="191">
                <a:moveTo>
                  <a:pt x="131179" y="0"/>
                </a:moveTo>
                <a:lnTo>
                  <a:pt x="0" y="2"/>
                </a:lnTo>
              </a:path>
            </a:pathLst>
          </a:custGeom>
          <a:noFill xmlns:a="http://schemas.openxmlformats.org/drawingml/2006/main"/>
          <a:ln xmlns:a="http://schemas.openxmlformats.org/drawingml/2006/main" w="32279">
            <a:solidFill>
              <a:srgbClr val="000000"/>
            </a:solidFill>
            <a:prstDash val="solid"/>
          </a:ln>
        </p:spPr>
      </p:sp>
      <p:sp>
        <p:nvSpPr>
          <p:cNvPr id="331" name="text-306 60">
            <a:extLst xmlns:a="http://schemas.openxmlformats.org/drawingml/2006/main">
              <a:ext uri="{FF2B5EF4-FFF2-40B4-BE49-F238E27FC236}">
                <a16:creationId xmlns:a16="http://schemas.microsoft.com/office/drawing/2014/main" id="{CC84DB5B-137A-4640-9E23-A1A9C445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6028" y="7672742"/>
            <a:ext cx="260891" cy="282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332" name="text-307 (2)">
            <a:extLst xmlns:a="http://schemas.openxmlformats.org/drawingml/2006/main">
              <a:ext uri="{FF2B5EF4-FFF2-40B4-BE49-F238E27FC236}">
                <a16:creationId xmlns:a16="http://schemas.microsoft.com/office/drawing/2014/main" id="{052D3643-75DD-45EF-90DC-85C5D9BF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30" y="4141572"/>
            <a:ext cx="559275" cy="558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(2)</a:t>
            </a:r>
          </a:p>
        </p:txBody>
      </p:sp>
      <p:sp>
        <p:nvSpPr>
          <p:cNvPr id="333" name="text-307 Role">
            <a:extLst xmlns:a="http://schemas.openxmlformats.org/drawingml/2006/main">
              <a:ext uri="{FF2B5EF4-FFF2-40B4-BE49-F238E27FC236}">
                <a16:creationId xmlns:a16="http://schemas.microsoft.com/office/drawing/2014/main" id="{9C874DC2-6C8B-4AE2-8911-D169C17E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403" y="4192450"/>
            <a:ext cx="778278" cy="487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Role</a:t>
            </a:r>
          </a:p>
        </p:txBody>
      </p:sp>
      <p:sp>
        <p:nvSpPr>
          <p:cNvPr id="334" name="text-307 of">
            <a:extLst xmlns:a="http://schemas.openxmlformats.org/drawingml/2006/main">
              <a:ext uri="{FF2B5EF4-FFF2-40B4-BE49-F238E27FC236}">
                <a16:creationId xmlns:a16="http://schemas.microsoft.com/office/drawing/2014/main" id="{6734E796-0D10-4B6F-A6E1-783339A2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7195" y="4152406"/>
            <a:ext cx="393396" cy="543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5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5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5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335" name="text-307 World">
            <a:extLst xmlns:a="http://schemas.openxmlformats.org/drawingml/2006/main">
              <a:ext uri="{FF2B5EF4-FFF2-40B4-BE49-F238E27FC236}">
                <a16:creationId xmlns:a16="http://schemas.microsoft.com/office/drawing/2014/main" id="{9A23C44B-F215-4F5D-9E0D-4020A83D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2578" y="4144744"/>
            <a:ext cx="1097228" cy="553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1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1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1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World</a:t>
            </a:r>
          </a:p>
        </p:txBody>
      </p:sp>
      <p:sp>
        <p:nvSpPr>
          <p:cNvPr id="336" name="text-307 Modeling">
            <a:extLst xmlns:a="http://schemas.openxmlformats.org/drawingml/2006/main">
              <a:ext uri="{FF2B5EF4-FFF2-40B4-BE49-F238E27FC236}">
                <a16:creationId xmlns:a16="http://schemas.microsoft.com/office/drawing/2014/main" id="{B2CC6295-8858-4D8D-A637-E97DBDD1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40870" y="4152222"/>
            <a:ext cx="1645153" cy="54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5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Modeling</a:t>
            </a:r>
          </a:p>
        </p:txBody>
      </p:sp>
      <p:sp>
        <p:nvSpPr>
          <p:cNvPr id="337" name="text-307 in">
            <a:extLst xmlns:a="http://schemas.openxmlformats.org/drawingml/2006/main">
              <a:ext uri="{FF2B5EF4-FFF2-40B4-BE49-F238E27FC236}">
                <a16:creationId xmlns:a16="http://schemas.microsoft.com/office/drawing/2014/main" id="{DBCE7430-1377-4274-9138-1973C986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8787" y="4169533"/>
            <a:ext cx="355414" cy="5192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</a:t>
            </a:r>
          </a:p>
        </p:txBody>
      </p:sp>
      <p:sp>
        <p:nvSpPr>
          <p:cNvPr id="338" name="text-307 Agent">
            <a:extLst xmlns:a="http://schemas.openxmlformats.org/drawingml/2006/main">
              <a:ext uri="{FF2B5EF4-FFF2-40B4-BE49-F238E27FC236}">
                <a16:creationId xmlns:a16="http://schemas.microsoft.com/office/drawing/2014/main" id="{F558D637-EBF6-4212-8F81-DD7D4C4B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8740" y="4165370"/>
            <a:ext cx="1047540" cy="52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339" name="text-307 Training:">
            <a:extLst xmlns:a="http://schemas.openxmlformats.org/drawingml/2006/main">
              <a:ext uri="{FF2B5EF4-FFF2-40B4-BE49-F238E27FC236}">
                <a16:creationId xmlns:a16="http://schemas.microsoft.com/office/drawing/2014/main" id="{DD14C38C-7185-43C0-9F49-26D85926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2926" y="4173625"/>
            <a:ext cx="1479361" cy="513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8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8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8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Training:</a:t>
            </a:r>
          </a:p>
        </p:txBody>
      </p:sp>
      <p:sp>
        <p:nvSpPr>
          <p:cNvPr id="340" name="text-307 [">
            <a:extLst xmlns:a="http://schemas.openxmlformats.org/drawingml/2006/main">
              <a:ext uri="{FF2B5EF4-FFF2-40B4-BE49-F238E27FC236}">
                <a16:creationId xmlns:a16="http://schemas.microsoft.com/office/drawing/2014/main" id="{3C3EAE3F-FDE3-4404-8196-A728F1D1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50366" y="4075104"/>
            <a:ext cx="212973" cy="651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6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66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6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</a:t>
            </a:r>
          </a:p>
        </p:txBody>
      </p:sp>
      <p:sp>
        <p:nvSpPr>
          <p:cNvPr id="341" name="text-308 i">
            <a:extLst xmlns:a="http://schemas.openxmlformats.org/drawingml/2006/main">
              <a:ext uri="{FF2B5EF4-FFF2-40B4-BE49-F238E27FC236}">
                <a16:creationId xmlns:a16="http://schemas.microsoft.com/office/drawing/2014/main" id="{F899E00A-4F2F-4FC6-919F-C99E0795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1508" y="4135076"/>
            <a:ext cx="162990" cy="567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9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9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9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342" name="text-309 ]">
            <a:extLst xmlns:a="http://schemas.openxmlformats.org/drawingml/2006/main">
              <a:ext uri="{FF2B5EF4-FFF2-40B4-BE49-F238E27FC236}">
                <a16:creationId xmlns:a16="http://schemas.microsoft.com/office/drawing/2014/main" id="{4F5A08CB-BF08-4979-8B28-F5BF6717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1889" y="4075104"/>
            <a:ext cx="212973" cy="651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6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66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6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]</a:t>
            </a:r>
          </a:p>
        </p:txBody>
      </p:sp>
      <p:sp>
        <p:nvSpPr>
          <p:cNvPr id="343" name="text-309 Decoupling">
            <a:extLst xmlns:a="http://schemas.openxmlformats.org/drawingml/2006/main">
              <a:ext uri="{FF2B5EF4-FFF2-40B4-BE49-F238E27FC236}">
                <a16:creationId xmlns:a16="http://schemas.microsoft.com/office/drawing/2014/main" id="{867EBAE1-F4CD-4B65-854D-A8AF33A2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13820" y="4169482"/>
            <a:ext cx="1922661" cy="519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Decoupling</a:t>
            </a:r>
          </a:p>
        </p:txBody>
      </p:sp>
      <p:sp>
        <p:nvSpPr>
          <p:cNvPr id="344" name="text-309 or">
            <a:extLst xmlns:a="http://schemas.openxmlformats.org/drawingml/2006/main">
              <a:ext uri="{FF2B5EF4-FFF2-40B4-BE49-F238E27FC236}">
                <a16:creationId xmlns:a16="http://schemas.microsoft.com/office/drawing/2014/main" id="{40262114-CA91-4117-A06C-4A93BC0A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350" y="4145183"/>
            <a:ext cx="422588" cy="553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or</a:t>
            </a:r>
          </a:p>
        </p:txBody>
      </p:sp>
      <p:sp>
        <p:nvSpPr>
          <p:cNvPr id="345" name="text-309 [ii]">
            <a:extLst xmlns:a="http://schemas.openxmlformats.org/drawingml/2006/main">
              <a:ext uri="{FF2B5EF4-FFF2-40B4-BE49-F238E27FC236}">
                <a16:creationId xmlns:a16="http://schemas.microsoft.com/office/drawing/2014/main" id="{93441BC3-08AD-431C-95E1-58A1A347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7016" y="4101208"/>
            <a:ext cx="518208" cy="614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4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[ii]</a:t>
            </a:r>
          </a:p>
        </p:txBody>
      </p:sp>
      <p:sp>
        <p:nvSpPr>
          <p:cNvPr id="346" name="text-309 Unifying">
            <a:extLst xmlns:a="http://schemas.openxmlformats.org/drawingml/2006/main">
              <a:ext uri="{FF2B5EF4-FFF2-40B4-BE49-F238E27FC236}">
                <a16:creationId xmlns:a16="http://schemas.microsoft.com/office/drawing/2014/main" id="{2EEB30C0-0504-452B-B9B9-B53E1887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98881" y="4162718"/>
            <a:ext cx="1432496" cy="528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7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7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7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Unifying</a:t>
            </a:r>
          </a:p>
        </p:txBody>
      </p:sp>
      <p:sp>
        <p:nvSpPr>
          <p:cNvPr id="347" name="text-309 Agents">
            <a:extLst xmlns:a="http://schemas.openxmlformats.org/drawingml/2006/main">
              <a:ext uri="{FF2B5EF4-FFF2-40B4-BE49-F238E27FC236}">
                <a16:creationId xmlns:a16="http://schemas.microsoft.com/office/drawing/2014/main" id="{60B77C3C-41BE-45D0-A6C1-5BCD86B8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76030" y="4178068"/>
            <a:ext cx="1193270" cy="507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Agents</a:t>
            </a:r>
          </a:p>
        </p:txBody>
      </p:sp>
      <p:sp>
        <p:nvSpPr>
          <p:cNvPr id="348" name="text-309 and">
            <a:extLst xmlns:a="http://schemas.openxmlformats.org/drawingml/2006/main">
              <a:ext uri="{FF2B5EF4-FFF2-40B4-BE49-F238E27FC236}">
                <a16:creationId xmlns:a16="http://schemas.microsoft.com/office/drawing/2014/main" id="{5C6CFAD2-0F72-4D3C-BA8F-9D87A8C9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15584" y="4162960"/>
            <a:ext cx="697649" cy="528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7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7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7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</a:t>
            </a:r>
          </a:p>
        </p:txBody>
      </p:sp>
      <p:sp>
        <p:nvSpPr>
          <p:cNvPr id="349" name="text-309 World">
            <a:extLst xmlns:a="http://schemas.openxmlformats.org/drawingml/2006/main">
              <a:ext uri="{FF2B5EF4-FFF2-40B4-BE49-F238E27FC236}">
                <a16:creationId xmlns:a16="http://schemas.microsoft.com/office/drawing/2014/main" id="{FB90C798-C94B-43D6-B2E8-4BCF6D83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7576" y="4144744"/>
            <a:ext cx="1097228" cy="553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1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1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1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World</a:t>
            </a:r>
          </a:p>
        </p:txBody>
      </p:sp>
      <p:sp>
        <p:nvSpPr>
          <p:cNvPr id="350" name="text-309 Models">
            <a:extLst xmlns:a="http://schemas.openxmlformats.org/drawingml/2006/main">
              <a:ext uri="{FF2B5EF4-FFF2-40B4-BE49-F238E27FC236}">
                <a16:creationId xmlns:a16="http://schemas.microsoft.com/office/drawing/2014/main" id="{0DACB2D3-7E2A-4391-BE51-34CEB68F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95870" y="4162439"/>
            <a:ext cx="1286466" cy="5291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7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7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7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Models</a:t>
            </a:r>
          </a:p>
        </p:txBody>
      </p:sp>
      <p:sp>
        <p:nvSpPr>
          <p:cNvPr id="351" name="path-310">
            <a:extLst xmlns:a="http://schemas.openxmlformats.org/drawingml/2006/main">
              <a:ext uri="{FF2B5EF4-FFF2-40B4-BE49-F238E27FC236}">
                <a16:creationId xmlns:a16="http://schemas.microsoft.com/office/drawing/2014/main" id="{97F478EB-4260-456D-B6E6-80DF4836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047" y="7155363"/>
            <a:ext cx="8296362" cy="191"/>
          </a:xfrm>
          <a:custGeom xmlns:a="http://schemas.openxmlformats.org/drawingml/2006/main">
            <a:pathLst>
              <a:path w="8296362" h="191">
                <a:moveTo>
                  <a:pt x="0" y="0"/>
                </a:moveTo>
                <a:lnTo>
                  <a:pt x="8296362" y="2"/>
                </a:lnTo>
              </a:path>
            </a:pathLst>
          </a:custGeom>
          <a:noFill xmlns:a="http://schemas.openxmlformats.org/drawingml/2006/main"/>
          <a:ln xmlns:a="http://schemas.openxmlformats.org/drawingml/2006/main" w="32279">
            <a:solidFill>
              <a:srgbClr val="000000"/>
            </a:solidFill>
            <a:prstDash val="dash"/>
          </a:ln>
        </p:spPr>
      </p:sp>
      <p:sp>
        <p:nvSpPr>
          <p:cNvPr id="352" name="path-311">
            <a:extLst xmlns:a="http://schemas.openxmlformats.org/drawingml/2006/main">
              <a:ext uri="{FF2B5EF4-FFF2-40B4-BE49-F238E27FC236}">
                <a16:creationId xmlns:a16="http://schemas.microsoft.com/office/drawing/2014/main" id="{925D79EC-D68F-44FD-A14E-D53663AF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1553" y="7157481"/>
            <a:ext cx="8296362" cy="191"/>
          </a:xfrm>
          <a:custGeom xmlns:a="http://schemas.openxmlformats.org/drawingml/2006/main">
            <a:pathLst>
              <a:path w="8296362" h="191">
                <a:moveTo>
                  <a:pt x="0" y="0"/>
                </a:moveTo>
                <a:lnTo>
                  <a:pt x="8296362" y="2"/>
                </a:lnTo>
              </a:path>
            </a:pathLst>
          </a:custGeom>
          <a:noFill xmlns:a="http://schemas.openxmlformats.org/drawingml/2006/main"/>
          <a:ln xmlns:a="http://schemas.openxmlformats.org/drawingml/2006/main" w="32279">
            <a:solidFill>
              <a:srgbClr val="000000"/>
            </a:solidFill>
            <a:prstDash val="dash"/>
          </a:ln>
        </p:spPr>
      </p:sp>
      <p:sp>
        <p:nvSpPr>
          <p:cNvPr id="353" name="path-312">
            <a:extLst xmlns:a="http://schemas.openxmlformats.org/drawingml/2006/main">
              <a:ext uri="{FF2B5EF4-FFF2-40B4-BE49-F238E27FC236}">
                <a16:creationId xmlns:a16="http://schemas.microsoft.com/office/drawing/2014/main" id="{800198AA-F1C7-457A-B6EF-22BE82A6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99" y="5378910"/>
            <a:ext cx="1663715" cy="639246"/>
          </a:xfrm>
          <a:custGeom xmlns:a="http://schemas.openxmlformats.org/drawingml/2006/main">
            <a:pathLst>
              <a:path w="1663715" h="639246">
                <a:moveTo>
                  <a:pt x="0" y="79459"/>
                </a:moveTo>
                <a:cubicBezTo>
                  <a:pt x="0" y="35576"/>
                  <a:pt x="35574" y="0"/>
                  <a:pt x="79458" y="0"/>
                </a:cubicBezTo>
                <a:lnTo>
                  <a:pt x="1584257" y="0"/>
                </a:lnTo>
                <a:cubicBezTo>
                  <a:pt x="1628139" y="0"/>
                  <a:pt x="1663715" y="35576"/>
                  <a:pt x="1663715" y="79459"/>
                </a:cubicBezTo>
                <a:lnTo>
                  <a:pt x="1663715" y="559787"/>
                </a:lnTo>
                <a:cubicBezTo>
                  <a:pt x="1663715" y="603673"/>
                  <a:pt x="1628139" y="639246"/>
                  <a:pt x="1584257" y="639246"/>
                </a:cubicBezTo>
                <a:lnTo>
                  <a:pt x="79458" y="639246"/>
                </a:lnTo>
                <a:cubicBezTo>
                  <a:pt x="35574" y="639246"/>
                  <a:pt x="0" y="603673"/>
                  <a:pt x="0" y="559787"/>
                </a:cubicBezTo>
                <a:lnTo>
                  <a:pt x="0" y="79459"/>
                </a:lnTo>
              </a:path>
            </a:pathLst>
          </a:custGeom>
          <a:solidFill xmlns:a="http://schemas.openxmlformats.org/drawingml/2006/main">
            <a:srgbClr val="D2E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" name="path-313">
            <a:extLst xmlns:a="http://schemas.openxmlformats.org/drawingml/2006/main">
              <a:ext uri="{FF2B5EF4-FFF2-40B4-BE49-F238E27FC236}">
                <a16:creationId xmlns:a16="http://schemas.microsoft.com/office/drawing/2014/main" id="{FB706345-7345-46CF-817F-E3942AA7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99" y="5378910"/>
            <a:ext cx="1663715" cy="639246"/>
          </a:xfrm>
          <a:custGeom xmlns:a="http://schemas.openxmlformats.org/drawingml/2006/main">
            <a:pathLst>
              <a:path w="1663715" h="639246">
                <a:moveTo>
                  <a:pt x="0" y="79457"/>
                </a:moveTo>
                <a:cubicBezTo>
                  <a:pt x="0" y="35573"/>
                  <a:pt x="35574" y="0"/>
                  <a:pt x="79458" y="0"/>
                </a:cubicBezTo>
                <a:lnTo>
                  <a:pt x="1584257" y="0"/>
                </a:lnTo>
                <a:cubicBezTo>
                  <a:pt x="1628140" y="0"/>
                  <a:pt x="1663715" y="35573"/>
                  <a:pt x="1663715" y="79457"/>
                </a:cubicBezTo>
                <a:lnTo>
                  <a:pt x="1663715" y="559787"/>
                </a:lnTo>
                <a:cubicBezTo>
                  <a:pt x="1663715" y="603670"/>
                  <a:pt x="1628140" y="639246"/>
                  <a:pt x="1584257" y="639246"/>
                </a:cubicBezTo>
                <a:lnTo>
                  <a:pt x="79458" y="639246"/>
                </a:lnTo>
                <a:cubicBezTo>
                  <a:pt x="35574" y="639246"/>
                  <a:pt x="0" y="603670"/>
                  <a:pt x="0" y="559787"/>
                </a:cubicBezTo>
                <a:lnTo>
                  <a:pt x="0" y="79457"/>
                </a:lnTo>
              </a:path>
            </a:pathLst>
          </a:custGeom>
          <a:noFill xmlns:a="http://schemas.openxmlformats.org/drawingml/2006/main"/>
          <a:ln xmlns:a="http://schemas.openxmlformats.org/drawingml/2006/main" w="25823">
            <a:solidFill>
              <a:srgbClr val="042433"/>
            </a:solidFill>
            <a:prstDash val="solid"/>
          </a:ln>
        </p:spPr>
      </p:sp>
      <p:sp>
        <p:nvSpPr>
          <p:cNvPr id="355" name="text-314 Agent">
            <a:extLst xmlns:a="http://schemas.openxmlformats.org/drawingml/2006/main">
              <a:ext uri="{FF2B5EF4-FFF2-40B4-BE49-F238E27FC236}">
                <a16:creationId xmlns:a16="http://schemas.microsoft.com/office/drawing/2014/main" id="{CEFF70F7-C4E1-4155-80F9-0E95C9EC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7424" y="5515518"/>
            <a:ext cx="824900" cy="4135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356" name="text-315 World">
            <a:extLst xmlns:a="http://schemas.openxmlformats.org/drawingml/2006/main">
              <a:ext uri="{FF2B5EF4-FFF2-40B4-BE49-F238E27FC236}">
                <a16:creationId xmlns:a16="http://schemas.microsoft.com/office/drawing/2014/main" id="{88641981-4176-49C8-BB58-3F063E26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9215" y="6139473"/>
            <a:ext cx="876034" cy="442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8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8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8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World</a:t>
            </a:r>
          </a:p>
        </p:txBody>
      </p:sp>
      <p:sp>
        <p:nvSpPr>
          <p:cNvPr id="357" name="text-316 Model">
            <a:extLst xmlns:a="http://schemas.openxmlformats.org/drawingml/2006/main">
              <a:ext uri="{FF2B5EF4-FFF2-40B4-BE49-F238E27FC236}">
                <a16:creationId xmlns:a16="http://schemas.microsoft.com/office/drawing/2014/main" id="{6CEEDDFB-B606-4948-93D5-1FBBB4F3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6304" y="6479699"/>
            <a:ext cx="901115" cy="4345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4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358" name="path-317">
            <a:extLst xmlns:a="http://schemas.openxmlformats.org/drawingml/2006/main">
              <a:ext uri="{FF2B5EF4-FFF2-40B4-BE49-F238E27FC236}">
                <a16:creationId xmlns:a16="http://schemas.microsoft.com/office/drawing/2014/main" id="{0935E77E-6AE6-43AA-B952-76CDDC0D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5690" y="6175021"/>
            <a:ext cx="2271674" cy="313551"/>
          </a:xfrm>
          <a:custGeom xmlns:a="http://schemas.openxmlformats.org/drawingml/2006/main">
            <a:pathLst>
              <a:path w="2271674" h="313551">
                <a:moveTo>
                  <a:pt x="2271674" y="2"/>
                </a:moveTo>
                <a:cubicBezTo>
                  <a:pt x="2271674" y="86588"/>
                  <a:pt x="2259977" y="156778"/>
                  <a:pt x="2245546" y="156778"/>
                </a:cubicBezTo>
                <a:lnTo>
                  <a:pt x="1161965" y="156775"/>
                </a:lnTo>
                <a:cubicBezTo>
                  <a:pt x="1147535" y="156775"/>
                  <a:pt x="1135837" y="226967"/>
                  <a:pt x="1135837" y="313551"/>
                </a:cubicBezTo>
                <a:cubicBezTo>
                  <a:pt x="1135837" y="226967"/>
                  <a:pt x="1124140" y="156775"/>
                  <a:pt x="1109709" y="156775"/>
                </a:cubicBezTo>
                <a:lnTo>
                  <a:pt x="26128" y="156775"/>
                </a:lnTo>
                <a:cubicBezTo>
                  <a:pt x="11697" y="156775"/>
                  <a:pt x="0" y="86586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5823">
            <a:solidFill>
              <a:srgbClr val="000000"/>
            </a:solidFill>
            <a:prstDash val="solid"/>
          </a:ln>
        </p:spPr>
      </p:sp>
      <p:sp>
        <p:nvSpPr>
          <p:cNvPr id="359" name="path-318">
            <a:extLst xmlns:a="http://schemas.openxmlformats.org/drawingml/2006/main">
              <a:ext uri="{FF2B5EF4-FFF2-40B4-BE49-F238E27FC236}">
                <a16:creationId xmlns:a16="http://schemas.microsoft.com/office/drawing/2014/main" id="{3A304DF6-3BBD-4985-89D8-69545D12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9827" y="6157609"/>
            <a:ext cx="2766395" cy="343694"/>
          </a:xfrm>
          <a:custGeom xmlns:a="http://schemas.openxmlformats.org/drawingml/2006/main">
            <a:pathLst>
              <a:path w="2766395" h="343694">
                <a:moveTo>
                  <a:pt x="2766395" y="2"/>
                </a:moveTo>
                <a:cubicBezTo>
                  <a:pt x="2766395" y="94913"/>
                  <a:pt x="2753574" y="171851"/>
                  <a:pt x="2737755" y="171851"/>
                </a:cubicBezTo>
                <a:lnTo>
                  <a:pt x="1411839" y="171848"/>
                </a:lnTo>
                <a:cubicBezTo>
                  <a:pt x="1396021" y="171848"/>
                  <a:pt x="1383198" y="248786"/>
                  <a:pt x="1383198" y="343694"/>
                </a:cubicBezTo>
                <a:cubicBezTo>
                  <a:pt x="1383198" y="248786"/>
                  <a:pt x="1370375" y="171848"/>
                  <a:pt x="1354557" y="171848"/>
                </a:cubicBezTo>
                <a:lnTo>
                  <a:pt x="28641" y="171848"/>
                </a:lnTo>
                <a:cubicBezTo>
                  <a:pt x="12823" y="171848"/>
                  <a:pt x="0" y="94908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5823">
            <a:solidFill>
              <a:srgbClr val="000000"/>
            </a:solidFill>
            <a:prstDash val="solid"/>
          </a:ln>
        </p:spPr>
      </p:sp>
      <p:sp>
        <p:nvSpPr>
          <p:cNvPr id="360" name="text-319 ''Simulation'':">
            <a:extLst xmlns:a="http://schemas.openxmlformats.org/drawingml/2006/main">
              <a:ext uri="{FF2B5EF4-FFF2-40B4-BE49-F238E27FC236}">
                <a16:creationId xmlns:a16="http://schemas.microsoft.com/office/drawing/2014/main" id="{16D7F6CA-47A2-40E8-96AB-C4064F26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3474" y="6762502"/>
            <a:ext cx="1731927" cy="411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6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6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316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''Simulation'':</a:t>
            </a:r>
          </a:p>
        </p:txBody>
      </p:sp>
      <p:sp>
        <p:nvSpPr>
          <p:cNvPr id="361" name="text-319 Thinking">
            <a:extLst xmlns:a="http://schemas.openxmlformats.org/drawingml/2006/main">
              <a:ext uri="{FF2B5EF4-FFF2-40B4-BE49-F238E27FC236}">
                <a16:creationId xmlns:a16="http://schemas.microsoft.com/office/drawing/2014/main" id="{C3BD6EAE-0BFE-45E1-8719-FD63C3C9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9381" y="6777505"/>
            <a:ext cx="1104858" cy="390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8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198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Thinking</a:t>
            </a:r>
          </a:p>
        </p:txBody>
      </p:sp>
      <p:sp>
        <p:nvSpPr>
          <p:cNvPr id="362" name="text-321 Pattern">
            <a:extLst xmlns:a="http://schemas.openxmlformats.org/drawingml/2006/main">
              <a:ext uri="{FF2B5EF4-FFF2-40B4-BE49-F238E27FC236}">
                <a16:creationId xmlns:a16="http://schemas.microsoft.com/office/drawing/2014/main" id="{206A92D1-38D9-420B-8198-934C3369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11800" y="6777042"/>
            <a:ext cx="951441" cy="391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1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01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201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Pattern</a:t>
            </a:r>
          </a:p>
        </p:txBody>
      </p:sp>
      <p:sp>
        <p:nvSpPr>
          <p:cNvPr id="363" name="text-321 Parallel">
            <a:extLst xmlns:a="http://schemas.openxmlformats.org/drawingml/2006/main">
              <a:ext uri="{FF2B5EF4-FFF2-40B4-BE49-F238E27FC236}">
                <a16:creationId xmlns:a16="http://schemas.microsoft.com/office/drawing/2014/main" id="{03018728-1E2F-4AD2-94DA-5452FBA6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99171" y="6764409"/>
            <a:ext cx="1026768" cy="409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1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01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301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Parallel</a:t>
            </a:r>
          </a:p>
        </p:txBody>
      </p:sp>
      <p:sp>
        <p:nvSpPr>
          <p:cNvPr id="364" name="text-321 to">
            <a:extLst xmlns:a="http://schemas.openxmlformats.org/drawingml/2006/main">
              <a:ext uri="{FF2B5EF4-FFF2-40B4-BE49-F238E27FC236}">
                <a16:creationId xmlns:a16="http://schemas.microsoft.com/office/drawing/2014/main" id="{7ED39696-3911-4806-8B44-8F5DB077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0539" y="6758949"/>
            <a:ext cx="301724" cy="4167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44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44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344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to</a:t>
            </a:r>
          </a:p>
        </p:txBody>
      </p:sp>
      <p:sp>
        <p:nvSpPr>
          <p:cNvPr id="365" name="text-321 ''Reflection''">
            <a:extLst xmlns:a="http://schemas.openxmlformats.org/drawingml/2006/main">
              <a:ext uri="{FF2B5EF4-FFF2-40B4-BE49-F238E27FC236}">
                <a16:creationId xmlns:a16="http://schemas.microsoft.com/office/drawing/2014/main" id="{3758FA87-0CB3-49C0-89E8-390CDBB7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96149" y="6766402"/>
            <a:ext cx="1563959" cy="406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85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85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285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''Reflection''</a:t>
            </a:r>
          </a:p>
        </p:txBody>
      </p:sp>
      <p:sp>
        <p:nvSpPr>
          <p:cNvPr id="366" name="path-322">
            <a:extLst xmlns:a="http://schemas.openxmlformats.org/drawingml/2006/main">
              <a:ext uri="{FF2B5EF4-FFF2-40B4-BE49-F238E27FC236}">
                <a16:creationId xmlns:a16="http://schemas.microsoft.com/office/drawing/2014/main" id="{9B6A13F1-D815-4F40-BFB4-4115D397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93" y="704025"/>
            <a:ext cx="17245053" cy="3418675"/>
          </a:xfrm>
          <a:custGeom xmlns:a="http://schemas.openxmlformats.org/drawingml/2006/main">
            <a:pathLst>
              <a:path w="17245053" h="3418675">
                <a:moveTo>
                  <a:pt x="0" y="194215"/>
                </a:moveTo>
                <a:cubicBezTo>
                  <a:pt x="0" y="86953"/>
                  <a:pt x="86953" y="0"/>
                  <a:pt x="194214" y="0"/>
                </a:cubicBezTo>
                <a:lnTo>
                  <a:pt x="17050838" y="0"/>
                </a:lnTo>
                <a:cubicBezTo>
                  <a:pt x="17158099" y="0"/>
                  <a:pt x="17245053" y="86953"/>
                  <a:pt x="17245053" y="194215"/>
                </a:cubicBezTo>
                <a:lnTo>
                  <a:pt x="17245053" y="3224462"/>
                </a:lnTo>
                <a:cubicBezTo>
                  <a:pt x="17245053" y="3331723"/>
                  <a:pt x="17158099" y="3418675"/>
                  <a:pt x="17050838" y="3418675"/>
                </a:cubicBezTo>
                <a:lnTo>
                  <a:pt x="194214" y="3418675"/>
                </a:lnTo>
                <a:cubicBezTo>
                  <a:pt x="86953" y="3418675"/>
                  <a:pt x="0" y="3331723"/>
                  <a:pt x="0" y="3224462"/>
                </a:cubicBezTo>
                <a:lnTo>
                  <a:pt x="0" y="194215"/>
                </a:lnTo>
              </a:path>
            </a:pathLst>
          </a:custGeom>
          <a:noFill xmlns:a="http://schemas.openxmlformats.org/drawingml/2006/main"/>
          <a:ln xmlns:a="http://schemas.openxmlformats.org/drawingml/2006/main" w="38735">
            <a:solidFill>
              <a:srgbClr val="002060"/>
            </a:solidFill>
            <a:prstDash val="solid"/>
          </a:ln>
        </p:spPr>
      </p:sp>
      <p:sp>
        <p:nvSpPr>
          <p:cNvPr id="367" name="text-323 (1)">
            <a:extLst xmlns:a="http://schemas.openxmlformats.org/drawingml/2006/main">
              <a:ext uri="{FF2B5EF4-FFF2-40B4-BE49-F238E27FC236}">
                <a16:creationId xmlns:a16="http://schemas.microsoft.com/office/drawing/2014/main" id="{6F5BF63C-0E2C-46EA-825C-E7FF8369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034" y="106971"/>
            <a:ext cx="559275" cy="558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(1)</a:t>
            </a:r>
          </a:p>
        </p:txBody>
      </p:sp>
      <p:sp>
        <p:nvSpPr>
          <p:cNvPr id="368" name="text-323 Building">
            <a:extLst xmlns:a="http://schemas.openxmlformats.org/drawingml/2006/main">
              <a:ext uri="{FF2B5EF4-FFF2-40B4-BE49-F238E27FC236}">
                <a16:creationId xmlns:a16="http://schemas.microsoft.com/office/drawing/2014/main" id="{15F2A21D-3498-4A90-B2EE-A28C37C7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308" y="137541"/>
            <a:ext cx="1376571" cy="5155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Building</a:t>
            </a:r>
          </a:p>
        </p:txBody>
      </p:sp>
      <p:sp>
        <p:nvSpPr>
          <p:cNvPr id="369" name="text-323 the">
            <a:extLst xmlns:a="http://schemas.openxmlformats.org/drawingml/2006/main">
              <a:ext uri="{FF2B5EF4-FFF2-40B4-BE49-F238E27FC236}">
                <a16:creationId xmlns:a16="http://schemas.microsoft.com/office/drawing/2014/main" id="{9BBA0EFB-683C-44B6-8771-118D8693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7227" y="143159"/>
            <a:ext cx="569394" cy="5077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370" name="text-323 Foundation">
            <a:extLst xmlns:a="http://schemas.openxmlformats.org/drawingml/2006/main">
              <a:ext uri="{FF2B5EF4-FFF2-40B4-BE49-F238E27FC236}">
                <a16:creationId xmlns:a16="http://schemas.microsoft.com/office/drawing/2014/main" id="{CD65CD4B-A384-410B-977D-74C3C5F4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4492" y="140485"/>
            <a:ext cx="1893709" cy="51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7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Foundation</a:t>
            </a:r>
          </a:p>
        </p:txBody>
      </p:sp>
      <p:sp>
        <p:nvSpPr>
          <p:cNvPr id="371" name="text-323 Model">
            <a:extLst xmlns:a="http://schemas.openxmlformats.org/drawingml/2006/main">
              <a:ext uri="{FF2B5EF4-FFF2-40B4-BE49-F238E27FC236}">
                <a16:creationId xmlns:a16="http://schemas.microsoft.com/office/drawing/2014/main" id="{16D5527D-0C20-43B2-B008-8401F66E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3740" y="112442"/>
            <a:ext cx="1142154" cy="55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9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372" name="text-323 for">
            <a:extLst xmlns:a="http://schemas.openxmlformats.org/drawingml/2006/main">
              <a:ext uri="{FF2B5EF4-FFF2-40B4-BE49-F238E27FC236}">
                <a16:creationId xmlns:a16="http://schemas.microsoft.com/office/drawing/2014/main" id="{F6621EFD-54EE-4EBF-A855-B5CA14C9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8307" y="109496"/>
            <a:ext cx="533806" cy="55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2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</a:t>
            </a:r>
          </a:p>
        </p:txBody>
      </p:sp>
      <p:sp>
        <p:nvSpPr>
          <p:cNvPr id="373" name="text-323 Agentic">
            <a:extLst xmlns:a="http://schemas.openxmlformats.org/drawingml/2006/main">
              <a:ext uri="{FF2B5EF4-FFF2-40B4-BE49-F238E27FC236}">
                <a16:creationId xmlns:a16="http://schemas.microsoft.com/office/drawing/2014/main" id="{841DEF20-7961-40AF-B231-2A118036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3996" y="132813"/>
            <a:ext cx="1311201" cy="522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Agentic</a:t>
            </a:r>
          </a:p>
        </p:txBody>
      </p:sp>
      <p:sp>
        <p:nvSpPr>
          <p:cNvPr id="374" name="text-323 Environment">
            <a:extLst xmlns:a="http://schemas.openxmlformats.org/drawingml/2006/main">
              <a:ext uri="{FF2B5EF4-FFF2-40B4-BE49-F238E27FC236}">
                <a16:creationId xmlns:a16="http://schemas.microsoft.com/office/drawing/2014/main" id="{EB7D68BD-2648-478F-866D-BA12629F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9637" y="150542"/>
            <a:ext cx="2058272" cy="497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9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Environment</a:t>
            </a:r>
          </a:p>
        </p:txBody>
      </p:sp>
      <p:sp>
        <p:nvSpPr>
          <p:cNvPr id="375" name="text-323 Simulation">
            <a:extLst xmlns:a="http://schemas.openxmlformats.org/drawingml/2006/main">
              <a:ext uri="{FF2B5EF4-FFF2-40B4-BE49-F238E27FC236}">
                <a16:creationId xmlns:a16="http://schemas.microsoft.com/office/drawing/2014/main" id="{7F341E5F-73CE-4765-BF0E-65C5AF98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8115" y="142545"/>
            <a:ext cx="1761382" cy="508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Simulation</a:t>
            </a:r>
          </a:p>
        </p:txBody>
      </p:sp>
      <p:sp>
        <p:nvSpPr>
          <p:cNvPr id="376" name="path-324">
            <a:extLst xmlns:a="http://schemas.openxmlformats.org/drawingml/2006/main">
              <a:ext uri="{FF2B5EF4-FFF2-40B4-BE49-F238E27FC236}">
                <a16:creationId xmlns:a16="http://schemas.microsoft.com/office/drawing/2014/main" id="{D654B366-EF4C-472A-8D28-D0937B9E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951" y="2384921"/>
            <a:ext cx="859014" cy="695434"/>
          </a:xfrm>
          <a:custGeom xmlns:a="http://schemas.openxmlformats.org/drawingml/2006/main">
            <a:pathLst>
              <a:path w="859014" h="695434">
                <a:moveTo>
                  <a:pt x="0" y="115908"/>
                </a:moveTo>
                <a:cubicBezTo>
                  <a:pt x="0" y="51895"/>
                  <a:pt x="51895" y="0"/>
                  <a:pt x="115910" y="0"/>
                </a:cubicBezTo>
                <a:lnTo>
                  <a:pt x="743104" y="0"/>
                </a:lnTo>
                <a:cubicBezTo>
                  <a:pt x="807120" y="0"/>
                  <a:pt x="859014" y="51895"/>
                  <a:pt x="859014" y="115908"/>
                </a:cubicBezTo>
                <a:lnTo>
                  <a:pt x="859014" y="579529"/>
                </a:lnTo>
                <a:cubicBezTo>
                  <a:pt x="859014" y="643544"/>
                  <a:pt x="807120" y="695434"/>
                  <a:pt x="743104" y="695434"/>
                </a:cubicBezTo>
                <a:lnTo>
                  <a:pt x="115910" y="695434"/>
                </a:lnTo>
                <a:cubicBezTo>
                  <a:pt x="51895" y="695434"/>
                  <a:pt x="0" y="643544"/>
                  <a:pt x="0" y="579529"/>
                </a:cubicBezTo>
                <a:lnTo>
                  <a:pt x="0" y="115908"/>
                </a:lnTo>
              </a:path>
            </a:pathLst>
          </a:custGeom>
          <a:solidFill xmlns:a="http://schemas.openxmlformats.org/drawingml/2006/main">
            <a:srgbClr val="D2E2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" name="path-325">
            <a:extLst xmlns:a="http://schemas.openxmlformats.org/drawingml/2006/main">
              <a:ext uri="{FF2B5EF4-FFF2-40B4-BE49-F238E27FC236}">
                <a16:creationId xmlns:a16="http://schemas.microsoft.com/office/drawing/2014/main" id="{D62EA05E-BF09-41FD-8D30-C5B2B25C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951" y="2384921"/>
            <a:ext cx="859013" cy="695436"/>
          </a:xfrm>
          <a:custGeom xmlns:a="http://schemas.openxmlformats.org/drawingml/2006/main">
            <a:pathLst>
              <a:path w="859013" h="695436">
                <a:moveTo>
                  <a:pt x="0" y="115909"/>
                </a:moveTo>
                <a:cubicBezTo>
                  <a:pt x="0" y="51894"/>
                  <a:pt x="51894" y="0"/>
                  <a:pt x="115908" y="0"/>
                </a:cubicBezTo>
                <a:lnTo>
                  <a:pt x="743104" y="0"/>
                </a:lnTo>
                <a:cubicBezTo>
                  <a:pt x="807118" y="0"/>
                  <a:pt x="859013" y="51894"/>
                  <a:pt x="859013" y="115909"/>
                </a:cubicBezTo>
                <a:lnTo>
                  <a:pt x="859013" y="579529"/>
                </a:lnTo>
                <a:cubicBezTo>
                  <a:pt x="859013" y="643542"/>
                  <a:pt x="807118" y="695436"/>
                  <a:pt x="743104" y="695436"/>
                </a:cubicBezTo>
                <a:lnTo>
                  <a:pt x="115908" y="695436"/>
                </a:lnTo>
                <a:cubicBezTo>
                  <a:pt x="51894" y="695436"/>
                  <a:pt x="0" y="643542"/>
                  <a:pt x="0" y="579529"/>
                </a:cubicBezTo>
                <a:lnTo>
                  <a:pt x="0" y="115909"/>
                </a:lnTo>
              </a:path>
            </a:pathLst>
          </a:custGeom>
          <a:noFill xmlns:a="http://schemas.openxmlformats.org/drawingml/2006/main"/>
          <a:ln xmlns:a="http://schemas.openxmlformats.org/drawingml/2006/main" w="32279">
            <a:solidFill>
              <a:srgbClr val="042433"/>
            </a:solidFill>
            <a:prstDash val="solid"/>
          </a:ln>
        </p:spPr>
      </p:sp>
      <p:sp>
        <p:nvSpPr>
          <p:cNvPr id="378" name="text-326 MCP">
            <a:extLst xmlns:a="http://schemas.openxmlformats.org/drawingml/2006/main">
              <a:ext uri="{FF2B5EF4-FFF2-40B4-BE49-F238E27FC236}">
                <a16:creationId xmlns:a16="http://schemas.microsoft.com/office/drawing/2014/main" id="{A3449ECD-7448-4D8B-BB7F-E67FD00B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71506" y="2559604"/>
            <a:ext cx="678882" cy="3957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2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2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2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MCP</a:t>
            </a:r>
          </a:p>
        </p:txBody>
      </p:sp>
      <p:sp>
        <p:nvSpPr>
          <p:cNvPr id="379" name="path-327">
            <a:extLst xmlns:a="http://schemas.openxmlformats.org/drawingml/2006/main">
              <a:ext uri="{FF2B5EF4-FFF2-40B4-BE49-F238E27FC236}">
                <a16:creationId xmlns:a16="http://schemas.microsoft.com/office/drawing/2014/main" id="{B7C5238C-0701-4886-8576-FA490E36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03" y="2392926"/>
            <a:ext cx="859013" cy="695438"/>
          </a:xfrm>
          <a:custGeom xmlns:a="http://schemas.openxmlformats.org/drawingml/2006/main">
            <a:pathLst>
              <a:path w="859013" h="695438">
                <a:moveTo>
                  <a:pt x="0" y="115906"/>
                </a:moveTo>
                <a:cubicBezTo>
                  <a:pt x="0" y="51894"/>
                  <a:pt x="51894" y="0"/>
                  <a:pt x="115910" y="0"/>
                </a:cubicBezTo>
                <a:lnTo>
                  <a:pt x="743104" y="0"/>
                </a:lnTo>
                <a:cubicBezTo>
                  <a:pt x="807119" y="0"/>
                  <a:pt x="859013" y="51894"/>
                  <a:pt x="859013" y="115906"/>
                </a:cubicBezTo>
                <a:lnTo>
                  <a:pt x="859013" y="579528"/>
                </a:lnTo>
                <a:cubicBezTo>
                  <a:pt x="859013" y="643543"/>
                  <a:pt x="807119" y="695438"/>
                  <a:pt x="743104" y="695438"/>
                </a:cubicBezTo>
                <a:lnTo>
                  <a:pt x="115910" y="695438"/>
                </a:lnTo>
                <a:cubicBezTo>
                  <a:pt x="51894" y="695438"/>
                  <a:pt x="0" y="643543"/>
                  <a:pt x="0" y="579528"/>
                </a:cubicBezTo>
                <a:lnTo>
                  <a:pt x="0" y="115906"/>
                </a:lnTo>
              </a:path>
            </a:pathLst>
          </a:custGeom>
          <a:solidFill xmlns:a="http://schemas.openxmlformats.org/drawingml/2006/main">
            <a:srgbClr val="D2E2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" name="path-328">
            <a:extLst xmlns:a="http://schemas.openxmlformats.org/drawingml/2006/main">
              <a:ext uri="{FF2B5EF4-FFF2-40B4-BE49-F238E27FC236}">
                <a16:creationId xmlns:a16="http://schemas.microsoft.com/office/drawing/2014/main" id="{A65A6F76-B674-4EF8-BC4D-F320F95D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03" y="2392926"/>
            <a:ext cx="859013" cy="695435"/>
          </a:xfrm>
          <a:custGeom xmlns:a="http://schemas.openxmlformats.org/drawingml/2006/main">
            <a:pathLst>
              <a:path w="859013" h="695435">
                <a:moveTo>
                  <a:pt x="0" y="115909"/>
                </a:moveTo>
                <a:cubicBezTo>
                  <a:pt x="0" y="51894"/>
                  <a:pt x="51894" y="0"/>
                  <a:pt x="115908" y="0"/>
                </a:cubicBezTo>
                <a:lnTo>
                  <a:pt x="743104" y="0"/>
                </a:lnTo>
                <a:cubicBezTo>
                  <a:pt x="807118" y="0"/>
                  <a:pt x="859013" y="51894"/>
                  <a:pt x="859013" y="115909"/>
                </a:cubicBezTo>
                <a:lnTo>
                  <a:pt x="859013" y="579528"/>
                </a:lnTo>
                <a:cubicBezTo>
                  <a:pt x="859013" y="643543"/>
                  <a:pt x="807118" y="695435"/>
                  <a:pt x="743104" y="695435"/>
                </a:cubicBezTo>
                <a:lnTo>
                  <a:pt x="115908" y="695435"/>
                </a:lnTo>
                <a:cubicBezTo>
                  <a:pt x="51894" y="695435"/>
                  <a:pt x="0" y="643543"/>
                  <a:pt x="0" y="579528"/>
                </a:cubicBezTo>
                <a:lnTo>
                  <a:pt x="0" y="115909"/>
                </a:lnTo>
              </a:path>
            </a:pathLst>
          </a:custGeom>
          <a:noFill xmlns:a="http://schemas.openxmlformats.org/drawingml/2006/main"/>
          <a:ln xmlns:a="http://schemas.openxmlformats.org/drawingml/2006/main" w="32279">
            <a:solidFill>
              <a:srgbClr val="042433"/>
            </a:solidFill>
            <a:prstDash val="solid"/>
          </a:ln>
        </p:spPr>
      </p:sp>
      <p:sp>
        <p:nvSpPr>
          <p:cNvPr id="381" name="text-329 SWE">
            <a:extLst xmlns:a="http://schemas.openxmlformats.org/drawingml/2006/main">
              <a:ext uri="{FF2B5EF4-FFF2-40B4-BE49-F238E27FC236}">
                <a16:creationId xmlns:a16="http://schemas.microsoft.com/office/drawing/2014/main" id="{946254C3-F11C-4F32-8B53-E521B49F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172" y="2573883"/>
            <a:ext cx="674754" cy="3844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6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SWE</a:t>
            </a:r>
          </a:p>
        </p:txBody>
      </p:sp>
      <p:sp>
        <p:nvSpPr>
          <p:cNvPr id="382" name="path-330">
            <a:extLst xmlns:a="http://schemas.openxmlformats.org/drawingml/2006/main">
              <a:ext uri="{FF2B5EF4-FFF2-40B4-BE49-F238E27FC236}">
                <a16:creationId xmlns:a16="http://schemas.microsoft.com/office/drawing/2014/main" id="{C9D5B790-9379-4F0E-8372-0407EC28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71" y="2405877"/>
            <a:ext cx="1304165" cy="695436"/>
          </a:xfrm>
          <a:custGeom xmlns:a="http://schemas.openxmlformats.org/drawingml/2006/main">
            <a:pathLst>
              <a:path w="1304165" h="695436">
                <a:moveTo>
                  <a:pt x="0" y="115910"/>
                </a:moveTo>
                <a:cubicBezTo>
                  <a:pt x="0" y="51892"/>
                  <a:pt x="51895" y="0"/>
                  <a:pt x="115908" y="0"/>
                </a:cubicBezTo>
                <a:lnTo>
                  <a:pt x="1188256" y="0"/>
                </a:lnTo>
                <a:cubicBezTo>
                  <a:pt x="1252271" y="0"/>
                  <a:pt x="1304165" y="51892"/>
                  <a:pt x="1304165" y="115910"/>
                </a:cubicBezTo>
                <a:lnTo>
                  <a:pt x="1304165" y="579529"/>
                </a:lnTo>
                <a:cubicBezTo>
                  <a:pt x="1304165" y="643542"/>
                  <a:pt x="1252271" y="695436"/>
                  <a:pt x="1188256" y="695436"/>
                </a:cubicBezTo>
                <a:lnTo>
                  <a:pt x="115908" y="695436"/>
                </a:lnTo>
                <a:cubicBezTo>
                  <a:pt x="51895" y="695436"/>
                  <a:pt x="0" y="643542"/>
                  <a:pt x="0" y="579529"/>
                </a:cubicBezTo>
                <a:lnTo>
                  <a:pt x="0" y="115910"/>
                </a:lnTo>
              </a:path>
            </a:pathLst>
          </a:custGeom>
          <a:solidFill xmlns:a="http://schemas.openxmlformats.org/drawingml/2006/main">
            <a:srgbClr val="D2E2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" name="path-331">
            <a:extLst xmlns:a="http://schemas.openxmlformats.org/drawingml/2006/main">
              <a:ext uri="{FF2B5EF4-FFF2-40B4-BE49-F238E27FC236}">
                <a16:creationId xmlns:a16="http://schemas.microsoft.com/office/drawing/2014/main" id="{3834BD23-2974-4DDA-8D37-7C059300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71" y="2405877"/>
            <a:ext cx="1304164" cy="695436"/>
          </a:xfrm>
          <a:custGeom xmlns:a="http://schemas.openxmlformats.org/drawingml/2006/main">
            <a:pathLst>
              <a:path w="1304164" h="695436">
                <a:moveTo>
                  <a:pt x="0" y="115908"/>
                </a:moveTo>
                <a:cubicBezTo>
                  <a:pt x="0" y="51894"/>
                  <a:pt x="51894" y="0"/>
                  <a:pt x="115909" y="0"/>
                </a:cubicBezTo>
                <a:lnTo>
                  <a:pt x="1188256" y="0"/>
                </a:lnTo>
                <a:cubicBezTo>
                  <a:pt x="1252270" y="0"/>
                  <a:pt x="1304164" y="51894"/>
                  <a:pt x="1304164" y="115908"/>
                </a:cubicBezTo>
                <a:lnTo>
                  <a:pt x="1304164" y="579529"/>
                </a:lnTo>
                <a:cubicBezTo>
                  <a:pt x="1304164" y="643542"/>
                  <a:pt x="1252270" y="695436"/>
                  <a:pt x="1188256" y="695436"/>
                </a:cubicBezTo>
                <a:lnTo>
                  <a:pt x="115909" y="695436"/>
                </a:lnTo>
                <a:cubicBezTo>
                  <a:pt x="51894" y="695436"/>
                  <a:pt x="0" y="643542"/>
                  <a:pt x="0" y="579529"/>
                </a:cubicBezTo>
                <a:lnTo>
                  <a:pt x="0" y="115908"/>
                </a:lnTo>
              </a:path>
            </a:pathLst>
          </a:custGeom>
          <a:noFill xmlns:a="http://schemas.openxmlformats.org/drawingml/2006/main"/>
          <a:ln xmlns:a="http://schemas.openxmlformats.org/drawingml/2006/main" w="32279">
            <a:solidFill>
              <a:srgbClr val="042433"/>
            </a:solidFill>
            <a:prstDash val="solid"/>
          </a:ln>
        </p:spPr>
      </p:sp>
      <p:sp>
        <p:nvSpPr>
          <p:cNvPr id="384" name="text-332 Terminal">
            <a:extLst xmlns:a="http://schemas.openxmlformats.org/drawingml/2006/main">
              <a:ext uri="{FF2B5EF4-FFF2-40B4-BE49-F238E27FC236}">
                <a16:creationId xmlns:a16="http://schemas.microsoft.com/office/drawing/2014/main" id="{116F7FF1-3B07-4D77-B653-7E87C136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3518" y="2577410"/>
            <a:ext cx="1146352" cy="405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8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8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8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Terminal</a:t>
            </a:r>
          </a:p>
        </p:txBody>
      </p:sp>
      <p:sp>
        <p:nvSpPr>
          <p:cNvPr id="385" name="path-333">
            <a:extLst xmlns:a="http://schemas.openxmlformats.org/drawingml/2006/main">
              <a:ext uri="{FF2B5EF4-FFF2-40B4-BE49-F238E27FC236}">
                <a16:creationId xmlns:a16="http://schemas.microsoft.com/office/drawing/2014/main" id="{A7E6C26E-621E-4052-8FEB-B80C18DA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1666" y="2392926"/>
            <a:ext cx="1026189" cy="695438"/>
          </a:xfrm>
          <a:custGeom xmlns:a="http://schemas.openxmlformats.org/drawingml/2006/main">
            <a:pathLst>
              <a:path w="1026189" h="695438">
                <a:moveTo>
                  <a:pt x="0" y="115906"/>
                </a:moveTo>
                <a:cubicBezTo>
                  <a:pt x="0" y="51894"/>
                  <a:pt x="51894" y="0"/>
                  <a:pt x="115910" y="0"/>
                </a:cubicBezTo>
                <a:lnTo>
                  <a:pt x="910280" y="0"/>
                </a:lnTo>
                <a:cubicBezTo>
                  <a:pt x="974295" y="0"/>
                  <a:pt x="1026189" y="51894"/>
                  <a:pt x="1026189" y="115906"/>
                </a:cubicBezTo>
                <a:lnTo>
                  <a:pt x="1026189" y="579528"/>
                </a:lnTo>
                <a:cubicBezTo>
                  <a:pt x="1026189" y="643543"/>
                  <a:pt x="974295" y="695438"/>
                  <a:pt x="910280" y="695438"/>
                </a:cubicBezTo>
                <a:lnTo>
                  <a:pt x="115910" y="695438"/>
                </a:lnTo>
                <a:cubicBezTo>
                  <a:pt x="51894" y="695438"/>
                  <a:pt x="0" y="643543"/>
                  <a:pt x="0" y="579528"/>
                </a:cubicBezTo>
                <a:lnTo>
                  <a:pt x="0" y="115906"/>
                </a:lnTo>
              </a:path>
            </a:pathLst>
          </a:custGeom>
          <a:solidFill xmlns:a="http://schemas.openxmlformats.org/drawingml/2006/main">
            <a:srgbClr val="D2E2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" name="path-334">
            <a:extLst xmlns:a="http://schemas.openxmlformats.org/drawingml/2006/main">
              <a:ext uri="{FF2B5EF4-FFF2-40B4-BE49-F238E27FC236}">
                <a16:creationId xmlns:a16="http://schemas.microsoft.com/office/drawing/2014/main" id="{7431CB19-79A3-4C13-9725-30C8B3E5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1666" y="2392926"/>
            <a:ext cx="1026190" cy="695435"/>
          </a:xfrm>
          <a:custGeom xmlns:a="http://schemas.openxmlformats.org/drawingml/2006/main">
            <a:pathLst>
              <a:path w="1026190" h="695435">
                <a:moveTo>
                  <a:pt x="0" y="115909"/>
                </a:moveTo>
                <a:cubicBezTo>
                  <a:pt x="0" y="51894"/>
                  <a:pt x="51894" y="0"/>
                  <a:pt x="115909" y="0"/>
                </a:cubicBezTo>
                <a:lnTo>
                  <a:pt x="910281" y="0"/>
                </a:lnTo>
                <a:cubicBezTo>
                  <a:pt x="974296" y="0"/>
                  <a:pt x="1026190" y="51894"/>
                  <a:pt x="1026190" y="115909"/>
                </a:cubicBezTo>
                <a:lnTo>
                  <a:pt x="1026190" y="579528"/>
                </a:lnTo>
                <a:cubicBezTo>
                  <a:pt x="1026190" y="643543"/>
                  <a:pt x="974296" y="695435"/>
                  <a:pt x="910281" y="695435"/>
                </a:cubicBezTo>
                <a:lnTo>
                  <a:pt x="115909" y="695435"/>
                </a:lnTo>
                <a:cubicBezTo>
                  <a:pt x="51894" y="695435"/>
                  <a:pt x="0" y="643543"/>
                  <a:pt x="0" y="579528"/>
                </a:cubicBezTo>
                <a:lnTo>
                  <a:pt x="0" y="115909"/>
                </a:lnTo>
              </a:path>
            </a:pathLst>
          </a:custGeom>
          <a:noFill xmlns:a="http://schemas.openxmlformats.org/drawingml/2006/main"/>
          <a:ln xmlns:a="http://schemas.openxmlformats.org/drawingml/2006/main" w="32279">
            <a:solidFill>
              <a:srgbClr val="042433"/>
            </a:solidFill>
            <a:prstDash val="solid"/>
          </a:ln>
        </p:spPr>
      </p:sp>
      <p:sp>
        <p:nvSpPr>
          <p:cNvPr id="387" name="text-335 Search">
            <a:extLst xmlns:a="http://schemas.openxmlformats.org/drawingml/2006/main">
              <a:ext uri="{FF2B5EF4-FFF2-40B4-BE49-F238E27FC236}">
                <a16:creationId xmlns:a16="http://schemas.microsoft.com/office/drawing/2014/main" id="{7D9D7D85-0FDF-4B9E-A1E8-A1801AD5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7372" y="2566912"/>
            <a:ext cx="942568" cy="3942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1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Search</a:t>
            </a:r>
          </a:p>
        </p:txBody>
      </p:sp>
      <p:sp>
        <p:nvSpPr>
          <p:cNvPr id="388" name="path-336">
            <a:extLst xmlns:a="http://schemas.openxmlformats.org/drawingml/2006/main">
              <a:ext uri="{FF2B5EF4-FFF2-40B4-BE49-F238E27FC236}">
                <a16:creationId xmlns:a16="http://schemas.microsoft.com/office/drawing/2014/main" id="{801BD4E9-56BE-452B-B2CA-B2CBD8D4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234" y="3198454"/>
            <a:ext cx="859013" cy="695436"/>
          </a:xfrm>
          <a:custGeom xmlns:a="http://schemas.openxmlformats.org/drawingml/2006/main">
            <a:pathLst>
              <a:path w="859013" h="695436">
                <a:moveTo>
                  <a:pt x="0" y="115910"/>
                </a:moveTo>
                <a:cubicBezTo>
                  <a:pt x="0" y="51895"/>
                  <a:pt x="51894" y="0"/>
                  <a:pt x="115907" y="0"/>
                </a:cubicBezTo>
                <a:lnTo>
                  <a:pt x="743104" y="0"/>
                </a:lnTo>
                <a:cubicBezTo>
                  <a:pt x="807119" y="0"/>
                  <a:pt x="859013" y="51895"/>
                  <a:pt x="859013" y="115910"/>
                </a:cubicBezTo>
                <a:lnTo>
                  <a:pt x="859013" y="579529"/>
                </a:lnTo>
                <a:cubicBezTo>
                  <a:pt x="859013" y="643544"/>
                  <a:pt x="807119" y="695436"/>
                  <a:pt x="743104" y="695436"/>
                </a:cubicBezTo>
                <a:lnTo>
                  <a:pt x="115907" y="695436"/>
                </a:lnTo>
                <a:cubicBezTo>
                  <a:pt x="51894" y="695436"/>
                  <a:pt x="0" y="643544"/>
                  <a:pt x="0" y="579529"/>
                </a:cubicBezTo>
                <a:lnTo>
                  <a:pt x="0" y="115910"/>
                </a:lnTo>
              </a:path>
            </a:pathLst>
          </a:custGeom>
          <a:solidFill xmlns:a="http://schemas.openxmlformats.org/drawingml/2006/main">
            <a:srgbClr val="D3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9" name="path-337">
            <a:extLst xmlns:a="http://schemas.openxmlformats.org/drawingml/2006/main">
              <a:ext uri="{FF2B5EF4-FFF2-40B4-BE49-F238E27FC236}">
                <a16:creationId xmlns:a16="http://schemas.microsoft.com/office/drawing/2014/main" id="{64FAB877-7C88-439E-951D-BED9BD4D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234" y="3198454"/>
            <a:ext cx="859013" cy="695436"/>
          </a:xfrm>
          <a:custGeom xmlns:a="http://schemas.openxmlformats.org/drawingml/2006/main">
            <a:pathLst>
              <a:path w="859013" h="695436">
                <a:moveTo>
                  <a:pt x="0" y="115908"/>
                </a:moveTo>
                <a:cubicBezTo>
                  <a:pt x="0" y="51895"/>
                  <a:pt x="51894" y="0"/>
                  <a:pt x="115908" y="0"/>
                </a:cubicBezTo>
                <a:lnTo>
                  <a:pt x="743104" y="0"/>
                </a:lnTo>
                <a:cubicBezTo>
                  <a:pt x="807118" y="0"/>
                  <a:pt x="859013" y="51895"/>
                  <a:pt x="859013" y="115908"/>
                </a:cubicBezTo>
                <a:lnTo>
                  <a:pt x="859013" y="579529"/>
                </a:lnTo>
                <a:cubicBezTo>
                  <a:pt x="859013" y="643542"/>
                  <a:pt x="807118" y="695436"/>
                  <a:pt x="743104" y="695436"/>
                </a:cubicBezTo>
                <a:lnTo>
                  <a:pt x="115908" y="695436"/>
                </a:lnTo>
                <a:cubicBezTo>
                  <a:pt x="51894" y="695436"/>
                  <a:pt x="0" y="643542"/>
                  <a:pt x="0" y="579529"/>
                </a:cubicBezTo>
                <a:lnTo>
                  <a:pt x="0" y="115908"/>
                </a:lnTo>
              </a:path>
            </a:pathLst>
          </a:custGeom>
          <a:noFill xmlns:a="http://schemas.openxmlformats.org/drawingml/2006/main"/>
          <a:ln xmlns:a="http://schemas.openxmlformats.org/drawingml/2006/main" w="32279">
            <a:solidFill>
              <a:srgbClr val="000000"/>
            </a:solidFill>
            <a:prstDash val="solid"/>
          </a:ln>
        </p:spPr>
      </p:sp>
      <p:sp>
        <p:nvSpPr>
          <p:cNvPr id="390" name="text-338 Web">
            <a:extLst xmlns:a="http://schemas.openxmlformats.org/drawingml/2006/main">
              <a:ext uri="{FF2B5EF4-FFF2-40B4-BE49-F238E27FC236}">
                <a16:creationId xmlns:a16="http://schemas.microsoft.com/office/drawing/2014/main" id="{5557659E-5C11-43F2-B627-DD91269F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2789" y="3345608"/>
            <a:ext cx="684212" cy="431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3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3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3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Web</a:t>
            </a:r>
          </a:p>
        </p:txBody>
      </p:sp>
      <p:sp>
        <p:nvSpPr>
          <p:cNvPr id="391" name="path-339">
            <a:extLst xmlns:a="http://schemas.openxmlformats.org/drawingml/2006/main">
              <a:ext uri="{FF2B5EF4-FFF2-40B4-BE49-F238E27FC236}">
                <a16:creationId xmlns:a16="http://schemas.microsoft.com/office/drawing/2014/main" id="{6DD6C8D5-2298-40A7-8417-6DCE3771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442" y="3190956"/>
            <a:ext cx="859013" cy="695439"/>
          </a:xfrm>
          <a:custGeom xmlns:a="http://schemas.openxmlformats.org/drawingml/2006/main">
            <a:pathLst>
              <a:path w="859013" h="695439">
                <a:moveTo>
                  <a:pt x="0" y="115910"/>
                </a:moveTo>
                <a:cubicBezTo>
                  <a:pt x="0" y="51895"/>
                  <a:pt x="51894" y="0"/>
                  <a:pt x="115910" y="0"/>
                </a:cubicBezTo>
                <a:lnTo>
                  <a:pt x="743104" y="0"/>
                </a:lnTo>
                <a:cubicBezTo>
                  <a:pt x="807119" y="0"/>
                  <a:pt x="859013" y="51895"/>
                  <a:pt x="859013" y="115910"/>
                </a:cubicBezTo>
                <a:lnTo>
                  <a:pt x="859013" y="579529"/>
                </a:lnTo>
                <a:cubicBezTo>
                  <a:pt x="859013" y="643544"/>
                  <a:pt x="807119" y="695439"/>
                  <a:pt x="743104" y="695439"/>
                </a:cubicBezTo>
                <a:lnTo>
                  <a:pt x="115910" y="695439"/>
                </a:lnTo>
                <a:cubicBezTo>
                  <a:pt x="51894" y="695439"/>
                  <a:pt x="0" y="643544"/>
                  <a:pt x="0" y="579529"/>
                </a:cubicBezTo>
                <a:lnTo>
                  <a:pt x="0" y="115910"/>
                </a:lnTo>
              </a:path>
            </a:pathLst>
          </a:custGeom>
          <a:solidFill xmlns:a="http://schemas.openxmlformats.org/drawingml/2006/main">
            <a:srgbClr val="D3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2" name="path-340">
            <a:extLst xmlns:a="http://schemas.openxmlformats.org/drawingml/2006/main">
              <a:ext uri="{FF2B5EF4-FFF2-40B4-BE49-F238E27FC236}">
                <a16:creationId xmlns:a16="http://schemas.microsoft.com/office/drawing/2014/main" id="{45BDA949-F71A-4D64-9BBA-DDA40BE6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442" y="3190956"/>
            <a:ext cx="859013" cy="695436"/>
          </a:xfrm>
          <a:custGeom xmlns:a="http://schemas.openxmlformats.org/drawingml/2006/main">
            <a:pathLst>
              <a:path w="859013" h="695436">
                <a:moveTo>
                  <a:pt x="0" y="115908"/>
                </a:moveTo>
                <a:cubicBezTo>
                  <a:pt x="0" y="51895"/>
                  <a:pt x="51894" y="0"/>
                  <a:pt x="115908" y="0"/>
                </a:cubicBezTo>
                <a:lnTo>
                  <a:pt x="743104" y="0"/>
                </a:lnTo>
                <a:cubicBezTo>
                  <a:pt x="807118" y="0"/>
                  <a:pt x="859013" y="51895"/>
                  <a:pt x="859013" y="115908"/>
                </a:cubicBezTo>
                <a:lnTo>
                  <a:pt x="859013" y="579529"/>
                </a:lnTo>
                <a:cubicBezTo>
                  <a:pt x="859013" y="643542"/>
                  <a:pt x="807118" y="695436"/>
                  <a:pt x="743104" y="695436"/>
                </a:cubicBezTo>
                <a:lnTo>
                  <a:pt x="115908" y="695436"/>
                </a:lnTo>
                <a:cubicBezTo>
                  <a:pt x="51894" y="695436"/>
                  <a:pt x="0" y="643542"/>
                  <a:pt x="0" y="579529"/>
                </a:cubicBezTo>
                <a:lnTo>
                  <a:pt x="0" y="115908"/>
                </a:lnTo>
              </a:path>
            </a:pathLst>
          </a:custGeom>
          <a:noFill xmlns:a="http://schemas.openxmlformats.org/drawingml/2006/main"/>
          <a:ln xmlns:a="http://schemas.openxmlformats.org/drawingml/2006/main" w="32279">
            <a:solidFill>
              <a:srgbClr val="000000"/>
            </a:solidFill>
            <a:prstDash val="solid"/>
          </a:ln>
        </p:spPr>
      </p:sp>
      <p:sp>
        <p:nvSpPr>
          <p:cNvPr id="393" name="text-341 OS">
            <a:extLst xmlns:a="http://schemas.openxmlformats.org/drawingml/2006/main">
              <a:ext uri="{FF2B5EF4-FFF2-40B4-BE49-F238E27FC236}">
                <a16:creationId xmlns:a16="http://schemas.microsoft.com/office/drawing/2014/main" id="{3F171E5E-18D3-494B-8E62-A0C68C26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2903" y="3356745"/>
            <a:ext cx="473022" cy="407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9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9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9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OS</a:t>
            </a:r>
          </a:p>
        </p:txBody>
      </p:sp>
      <p:sp>
        <p:nvSpPr>
          <p:cNvPr id="394" name="path-342">
            <a:extLst xmlns:a="http://schemas.openxmlformats.org/drawingml/2006/main">
              <a:ext uri="{FF2B5EF4-FFF2-40B4-BE49-F238E27FC236}">
                <a16:creationId xmlns:a16="http://schemas.microsoft.com/office/drawing/2014/main" id="{54B35870-237C-4C61-B699-6C5E7142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489" y="3190956"/>
            <a:ext cx="1219284" cy="695439"/>
          </a:xfrm>
          <a:custGeom xmlns:a="http://schemas.openxmlformats.org/drawingml/2006/main">
            <a:pathLst>
              <a:path w="1219284" h="695439">
                <a:moveTo>
                  <a:pt x="0" y="115910"/>
                </a:moveTo>
                <a:cubicBezTo>
                  <a:pt x="0" y="51895"/>
                  <a:pt x="51894" y="0"/>
                  <a:pt x="115907" y="0"/>
                </a:cubicBezTo>
                <a:lnTo>
                  <a:pt x="1103377" y="0"/>
                </a:lnTo>
                <a:cubicBezTo>
                  <a:pt x="1167390" y="0"/>
                  <a:pt x="1219284" y="51895"/>
                  <a:pt x="1219284" y="115910"/>
                </a:cubicBezTo>
                <a:lnTo>
                  <a:pt x="1219284" y="579531"/>
                </a:lnTo>
                <a:cubicBezTo>
                  <a:pt x="1219284" y="643544"/>
                  <a:pt x="1167390" y="695439"/>
                  <a:pt x="1103377" y="695439"/>
                </a:cubicBezTo>
                <a:lnTo>
                  <a:pt x="115907" y="695439"/>
                </a:lnTo>
                <a:cubicBezTo>
                  <a:pt x="51894" y="695439"/>
                  <a:pt x="0" y="643544"/>
                  <a:pt x="0" y="579531"/>
                </a:cubicBezTo>
                <a:lnTo>
                  <a:pt x="0" y="115910"/>
                </a:lnTo>
              </a:path>
            </a:pathLst>
          </a:custGeom>
          <a:solidFill xmlns:a="http://schemas.openxmlformats.org/drawingml/2006/main">
            <a:srgbClr val="D3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" name="path-343">
            <a:extLst xmlns:a="http://schemas.openxmlformats.org/drawingml/2006/main">
              <a:ext uri="{FF2B5EF4-FFF2-40B4-BE49-F238E27FC236}">
                <a16:creationId xmlns:a16="http://schemas.microsoft.com/office/drawing/2014/main" id="{FA6A6827-3B39-4E3B-A10A-D07361E2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489" y="3190956"/>
            <a:ext cx="1219285" cy="695436"/>
          </a:xfrm>
          <a:custGeom xmlns:a="http://schemas.openxmlformats.org/drawingml/2006/main">
            <a:pathLst>
              <a:path w="1219285" h="695436">
                <a:moveTo>
                  <a:pt x="0" y="115908"/>
                </a:moveTo>
                <a:cubicBezTo>
                  <a:pt x="0" y="51895"/>
                  <a:pt x="51894" y="0"/>
                  <a:pt x="115908" y="0"/>
                </a:cubicBezTo>
                <a:lnTo>
                  <a:pt x="1103378" y="0"/>
                </a:lnTo>
                <a:cubicBezTo>
                  <a:pt x="1167392" y="0"/>
                  <a:pt x="1219285" y="51895"/>
                  <a:pt x="1219285" y="115908"/>
                </a:cubicBezTo>
                <a:lnTo>
                  <a:pt x="1219285" y="579529"/>
                </a:lnTo>
                <a:cubicBezTo>
                  <a:pt x="1219285" y="643542"/>
                  <a:pt x="1167392" y="695436"/>
                  <a:pt x="1103378" y="695436"/>
                </a:cubicBezTo>
                <a:lnTo>
                  <a:pt x="115908" y="695436"/>
                </a:lnTo>
                <a:cubicBezTo>
                  <a:pt x="51894" y="695436"/>
                  <a:pt x="0" y="643542"/>
                  <a:pt x="0" y="579529"/>
                </a:cubicBezTo>
                <a:lnTo>
                  <a:pt x="0" y="115908"/>
                </a:lnTo>
              </a:path>
            </a:pathLst>
          </a:custGeom>
          <a:noFill xmlns:a="http://schemas.openxmlformats.org/drawingml/2006/main"/>
          <a:ln xmlns:a="http://schemas.openxmlformats.org/drawingml/2006/main" w="32279">
            <a:solidFill>
              <a:srgbClr val="000000"/>
            </a:solidFill>
            <a:prstDash val="solid"/>
          </a:ln>
        </p:spPr>
      </p:sp>
      <p:sp>
        <p:nvSpPr>
          <p:cNvPr id="396" name="text-344 Android">
            <a:extLst xmlns:a="http://schemas.openxmlformats.org/drawingml/2006/main">
              <a:ext uri="{FF2B5EF4-FFF2-40B4-BE49-F238E27FC236}">
                <a16:creationId xmlns:a16="http://schemas.microsoft.com/office/drawing/2014/main" id="{120C67C8-E821-4FE8-A59F-8D85C151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30342" y="3341872"/>
            <a:ext cx="1109850" cy="428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1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Android</a:t>
            </a:r>
          </a:p>
        </p:txBody>
      </p:sp>
      <p:sp>
        <p:nvSpPr>
          <p:cNvPr id="397" name="text-345 Standard">
            <a:extLst xmlns:a="http://schemas.openxmlformats.org/drawingml/2006/main">
              <a:ext uri="{FF2B5EF4-FFF2-40B4-BE49-F238E27FC236}">
                <a16:creationId xmlns:a16="http://schemas.microsoft.com/office/drawing/2014/main" id="{C6EA1408-8DBA-4AFE-81E5-9174AA91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39483" y="6449345"/>
            <a:ext cx="1129195" cy="372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398" name="text-345 Agent">
            <a:extLst xmlns:a="http://schemas.openxmlformats.org/drawingml/2006/main">
              <a:ext uri="{FF2B5EF4-FFF2-40B4-BE49-F238E27FC236}">
                <a16:creationId xmlns:a16="http://schemas.microsoft.com/office/drawing/2014/main" id="{CB364608-D6D9-4DAF-97F0-C0BF55CF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01523" y="6447845"/>
            <a:ext cx="748273" cy="375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1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399" name="text-346 Infinite">
            <a:extLst xmlns:a="http://schemas.openxmlformats.org/drawingml/2006/main">
              <a:ext uri="{FF2B5EF4-FFF2-40B4-BE49-F238E27FC236}">
                <a16:creationId xmlns:a16="http://schemas.microsoft.com/office/drawing/2014/main" id="{358256DE-87AC-4083-80CF-EC982E70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1876" y="9555364"/>
            <a:ext cx="906867" cy="406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Infinite</a:t>
            </a:r>
          </a:p>
        </p:txBody>
      </p:sp>
      <p:sp>
        <p:nvSpPr>
          <p:cNvPr id="400" name="text-348 Real">
            <a:extLst xmlns:a="http://schemas.openxmlformats.org/drawingml/2006/main">
              <a:ext uri="{FF2B5EF4-FFF2-40B4-BE49-F238E27FC236}">
                <a16:creationId xmlns:a16="http://schemas.microsoft.com/office/drawing/2014/main" id="{B4C43B0B-8ADA-442E-9D83-3CE8EEF4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4419" y="9567673"/>
            <a:ext cx="621223" cy="388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8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8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8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Real</a:t>
            </a:r>
          </a:p>
        </p:txBody>
      </p:sp>
      <p:sp>
        <p:nvSpPr>
          <p:cNvPr id="401" name="text-349 -">
            <a:extLst xmlns:a="http://schemas.openxmlformats.org/drawingml/2006/main">
              <a:ext uri="{FF2B5EF4-FFF2-40B4-BE49-F238E27FC236}">
                <a16:creationId xmlns:a16="http://schemas.microsoft.com/office/drawing/2014/main" id="{520C520F-4438-46A3-A67A-3AA53371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55755" y="9659739"/>
            <a:ext cx="95300" cy="2600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6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402" name="text-350 World">
            <a:extLst xmlns:a="http://schemas.openxmlformats.org/drawingml/2006/main">
              <a:ext uri="{FF2B5EF4-FFF2-40B4-BE49-F238E27FC236}">
                <a16:creationId xmlns:a16="http://schemas.microsoft.com/office/drawing/2014/main" id="{86655A99-405B-45ED-BC02-03EA9396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7085" y="9529531"/>
            <a:ext cx="876035" cy="442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8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8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8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World</a:t>
            </a:r>
          </a:p>
        </p:txBody>
      </p:sp>
      <p:sp>
        <p:nvSpPr>
          <p:cNvPr id="403" name="text-351 Envs">
            <a:extLst xmlns:a="http://schemas.openxmlformats.org/drawingml/2006/main">
              <a:ext uri="{FF2B5EF4-FFF2-40B4-BE49-F238E27FC236}">
                <a16:creationId xmlns:a16="http://schemas.microsoft.com/office/drawing/2014/main" id="{88FE745B-F6E0-4D37-9338-41313E8A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24121" y="9587428"/>
            <a:ext cx="620064" cy="361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3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Envs</a:t>
            </a:r>
          </a:p>
        </p:txBody>
      </p:sp>
      <p:sp>
        <p:nvSpPr>
          <p:cNvPr id="404" name="text-352 Generalize">
            <a:extLst xmlns:a="http://schemas.openxmlformats.org/drawingml/2006/main">
              <a:ext uri="{FF2B5EF4-FFF2-40B4-BE49-F238E27FC236}">
                <a16:creationId xmlns:a16="http://schemas.microsoft.com/office/drawing/2014/main" id="{411E669E-7476-453D-AB7F-3DB903DC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7254" y="9881910"/>
            <a:ext cx="1495639" cy="41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49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49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349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Generalize</a:t>
            </a:r>
          </a:p>
        </p:txBody>
      </p:sp>
      <p:sp>
        <p:nvSpPr>
          <p:cNvPr id="405" name="text-354 to">
            <a:extLst xmlns:a="http://schemas.openxmlformats.org/drawingml/2006/main">
              <a:ext uri="{FF2B5EF4-FFF2-40B4-BE49-F238E27FC236}">
                <a16:creationId xmlns:a16="http://schemas.microsoft.com/office/drawing/2014/main" id="{D2519B40-1397-4735-83F4-FFAE3D6D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7272" y="9882443"/>
            <a:ext cx="301792" cy="416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44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44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344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to</a:t>
            </a:r>
          </a:p>
        </p:txBody>
      </p:sp>
      <p:sp>
        <p:nvSpPr>
          <p:cNvPr id="406" name="text-356 Claw">
            <a:extLst xmlns:a="http://schemas.openxmlformats.org/drawingml/2006/main">
              <a:ext uri="{FF2B5EF4-FFF2-40B4-BE49-F238E27FC236}">
                <a16:creationId xmlns:a16="http://schemas.microsoft.com/office/drawing/2014/main" id="{CC04F0C0-A22B-447E-97AA-24CEFC65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2973" y="9882247"/>
            <a:ext cx="715595" cy="417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46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46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346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Claw</a:t>
            </a:r>
          </a:p>
        </p:txBody>
      </p:sp>
      <p:sp>
        <p:nvSpPr>
          <p:cNvPr id="407" name="text-358 Agent">
            <a:extLst xmlns:a="http://schemas.openxmlformats.org/drawingml/2006/main">
              <a:ext uri="{FF2B5EF4-FFF2-40B4-BE49-F238E27FC236}">
                <a16:creationId xmlns:a16="http://schemas.microsoft.com/office/drawing/2014/main" id="{DC4A40AA-F322-4473-B7DC-BF940867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1840" y="9884784"/>
            <a:ext cx="824900" cy="4135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6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6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326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408" name="text-359 Controlled">
            <a:extLst xmlns:a="http://schemas.openxmlformats.org/drawingml/2006/main">
              <a:ext uri="{FF2B5EF4-FFF2-40B4-BE49-F238E27FC236}">
                <a16:creationId xmlns:a16="http://schemas.microsoft.com/office/drawing/2014/main" id="{CAD469DD-B37B-4599-A8CE-0CF63C3E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9876" y="9555167"/>
            <a:ext cx="1404654" cy="415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3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3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3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Controlled</a:t>
            </a:r>
          </a:p>
        </p:txBody>
      </p:sp>
      <p:sp>
        <p:nvSpPr>
          <p:cNvPr id="409" name="text-359 Adversarial">
            <a:extLst xmlns:a="http://schemas.openxmlformats.org/drawingml/2006/main">
              <a:ext uri="{FF2B5EF4-FFF2-40B4-BE49-F238E27FC236}">
                <a16:creationId xmlns:a16="http://schemas.microsoft.com/office/drawing/2014/main" id="{99B74219-F0AA-4044-AAD5-321F2FA6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69036" y="9552964"/>
            <a:ext cx="1547621" cy="418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5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Adversarial</a:t>
            </a:r>
          </a:p>
        </p:txBody>
      </p:sp>
      <p:sp>
        <p:nvSpPr>
          <p:cNvPr id="410" name="text-360 Envs">
            <a:extLst xmlns:a="http://schemas.openxmlformats.org/drawingml/2006/main">
              <a:ext uri="{FF2B5EF4-FFF2-40B4-BE49-F238E27FC236}">
                <a16:creationId xmlns:a16="http://schemas.microsoft.com/office/drawing/2014/main" id="{2C4589EC-5396-4F37-8545-DA6D03DF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1179" y="9593624"/>
            <a:ext cx="620064" cy="361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3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Envs</a:t>
            </a:r>
          </a:p>
        </p:txBody>
      </p:sp>
      <p:sp>
        <p:nvSpPr>
          <p:cNvPr id="411" name="text-361 Beyond">
            <a:extLst xmlns:a="http://schemas.openxmlformats.org/drawingml/2006/main">
              <a:ext uri="{FF2B5EF4-FFF2-40B4-BE49-F238E27FC236}">
                <a16:creationId xmlns:a16="http://schemas.microsoft.com/office/drawing/2014/main" id="{973E1853-E900-4BB5-B5EC-18D55122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6784" y="9898085"/>
            <a:ext cx="1029354" cy="403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70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70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270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Beyond</a:t>
            </a:r>
          </a:p>
        </p:txBody>
      </p:sp>
      <p:sp>
        <p:nvSpPr>
          <p:cNvPr id="412" name="text-363 Real">
            <a:extLst xmlns:a="http://schemas.openxmlformats.org/drawingml/2006/main">
              <a:ext uri="{FF2B5EF4-FFF2-40B4-BE49-F238E27FC236}">
                <a16:creationId xmlns:a16="http://schemas.microsoft.com/office/drawing/2014/main" id="{3398BAB7-7DE9-46C1-AE68-2ACBDC8F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01987" y="9908538"/>
            <a:ext cx="621223" cy="388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88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88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188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Real</a:t>
            </a:r>
          </a:p>
        </p:txBody>
      </p:sp>
      <p:sp>
        <p:nvSpPr>
          <p:cNvPr id="413" name="text-365 Env">
            <a:extLst xmlns:a="http://schemas.openxmlformats.org/drawingml/2006/main">
              <a:ext uri="{FF2B5EF4-FFF2-40B4-BE49-F238E27FC236}">
                <a16:creationId xmlns:a16="http://schemas.microsoft.com/office/drawing/2014/main" id="{074EF2FE-B843-44C2-9594-BAE02C96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0475" y="9919926"/>
            <a:ext cx="506948" cy="373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98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98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098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Env</a:t>
            </a:r>
          </a:p>
        </p:txBody>
      </p:sp>
      <p:sp>
        <p:nvSpPr>
          <p:cNvPr id="414" name="text-366 CPT">
            <a:extLst xmlns:a="http://schemas.openxmlformats.org/drawingml/2006/main">
              <a:ext uri="{FF2B5EF4-FFF2-40B4-BE49-F238E27FC236}">
                <a16:creationId xmlns:a16="http://schemas.microsoft.com/office/drawing/2014/main" id="{C47B658F-C717-4615-BD2B-BD851C4E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4029" y="1050834"/>
            <a:ext cx="581713" cy="373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CPT</a:t>
            </a:r>
          </a:p>
        </p:txBody>
      </p:sp>
      <p:sp>
        <p:nvSpPr>
          <p:cNvPr id="415" name="text-368 →">
            <a:extLst xmlns:a="http://schemas.openxmlformats.org/drawingml/2006/main">
              <a:ext uri="{FF2B5EF4-FFF2-40B4-BE49-F238E27FC236}">
                <a16:creationId xmlns:a16="http://schemas.microsoft.com/office/drawing/2014/main" id="{BA75E8D0-2B23-44B7-B906-95ADB866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3467" y="1007791"/>
            <a:ext cx="365660" cy="433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16" name="text-369 SFT">
            <a:extLst xmlns:a="http://schemas.openxmlformats.org/drawingml/2006/main">
              <a:ext uri="{FF2B5EF4-FFF2-40B4-BE49-F238E27FC236}">
                <a16:creationId xmlns:a16="http://schemas.microsoft.com/office/drawing/2014/main" id="{1790B901-5A90-4035-BE37-A7B78DBE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0181" y="1059099"/>
            <a:ext cx="534921" cy="362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3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3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3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SFT</a:t>
            </a:r>
          </a:p>
        </p:txBody>
      </p:sp>
      <p:sp>
        <p:nvSpPr>
          <p:cNvPr id="417" name="text-370 →">
            <a:extLst xmlns:a="http://schemas.openxmlformats.org/drawingml/2006/main">
              <a:ext uri="{FF2B5EF4-FFF2-40B4-BE49-F238E27FC236}">
                <a16:creationId xmlns:a16="http://schemas.microsoft.com/office/drawing/2014/main" id="{36DCBD3A-5E65-46DC-AA2D-7034AA34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64429" y="1007791"/>
            <a:ext cx="365660" cy="433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18" name="text-372 RL">
            <a:extLst xmlns:a="http://schemas.openxmlformats.org/drawingml/2006/main">
              <a:ext uri="{FF2B5EF4-FFF2-40B4-BE49-F238E27FC236}">
                <a16:creationId xmlns:a16="http://schemas.microsoft.com/office/drawing/2014/main" id="{D2729FEE-D841-4A6A-9ED5-A30AA48C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1143" y="1063773"/>
            <a:ext cx="370321" cy="355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9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RL</a:t>
            </a:r>
          </a:p>
        </p:txBody>
      </p:sp>
      <p:sp>
        <p:nvSpPr>
          <p:cNvPr id="419" name="text-373 10M+">
            <a:extLst xmlns:a="http://schemas.openxmlformats.org/drawingml/2006/main">
              <a:ext uri="{FF2B5EF4-FFF2-40B4-BE49-F238E27FC236}">
                <a16:creationId xmlns:a16="http://schemas.microsoft.com/office/drawing/2014/main" id="{D2D430FC-6A71-4429-89A1-E0E6985A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6541" y="1347025"/>
            <a:ext cx="911148" cy="4708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4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10M+</a:t>
            </a:r>
          </a:p>
        </p:txBody>
      </p:sp>
      <p:sp>
        <p:nvSpPr>
          <p:cNvPr id="420" name="text-375 Environment">
            <a:extLst xmlns:a="http://schemas.openxmlformats.org/drawingml/2006/main">
              <a:ext uri="{FF2B5EF4-FFF2-40B4-BE49-F238E27FC236}">
                <a16:creationId xmlns:a16="http://schemas.microsoft.com/office/drawing/2014/main" id="{27F7C367-D7A1-44E3-8985-20B5C702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3086" y="1377279"/>
            <a:ext cx="1773188" cy="4285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1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Environment</a:t>
            </a:r>
          </a:p>
        </p:txBody>
      </p:sp>
      <p:sp>
        <p:nvSpPr>
          <p:cNvPr id="421" name="text-377 Trajectories">
            <a:extLst xmlns:a="http://schemas.openxmlformats.org/drawingml/2006/main">
              <a:ext uri="{FF2B5EF4-FFF2-40B4-BE49-F238E27FC236}">
                <a16:creationId xmlns:a16="http://schemas.microsoft.com/office/drawing/2014/main" id="{836E14F7-CBC8-4041-99BB-D893DEAE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96255" y="1373256"/>
            <a:ext cx="1664006" cy="434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4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Trajectories</a:t>
            </a:r>
          </a:p>
        </p:txBody>
      </p:sp>
      <p:sp>
        <p:nvSpPr>
          <p:cNvPr id="422" name="text-378 native">
            <a:extLst xmlns:a="http://schemas.openxmlformats.org/drawingml/2006/main">
              <a:ext uri="{FF2B5EF4-FFF2-40B4-BE49-F238E27FC236}">
                <a16:creationId xmlns:a16="http://schemas.microsoft.com/office/drawing/2014/main" id="{A610F889-BF23-4F21-8F48-4F91D466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8204" y="1748294"/>
            <a:ext cx="909493" cy="447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14" b="0" i="1">
                <a:solidFill>
                  <a:srgbClr val="7F7F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14" b="0" i="1">
                <a:solidFill>
                  <a:srgbClr val="7F7F7F"/>
                </a:solidFill>
                <a:latin typeface="Arial"/>
                <a:ea typeface="Arial"/>
                <a:cs typeface="Arial"/>
              </a:defRPr>
            </a:pPr>
            <a:r>
              <a:rPr sz="2514" b="0" i="1">
                <a:solidFill>
                  <a:srgbClr val="7F7F7F"/>
                </a:solidFill>
                <a:latin typeface="Arial"/>
                <a:ea typeface="Arial"/>
                <a:cs typeface="Arial"/>
              </a:rPr>
              <a:t>native</a:t>
            </a:r>
          </a:p>
        </p:txBody>
      </p:sp>
      <p:sp>
        <p:nvSpPr>
          <p:cNvPr id="423" name="text-378 world">
            <a:extLst xmlns:a="http://schemas.openxmlformats.org/drawingml/2006/main">
              <a:ext uri="{FF2B5EF4-FFF2-40B4-BE49-F238E27FC236}">
                <a16:creationId xmlns:a16="http://schemas.microsoft.com/office/drawing/2014/main" id="{756AF37D-0E00-4955-959B-5B63818B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7265" y="1730242"/>
            <a:ext cx="866860" cy="4722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56" b="0" i="1">
                <a:solidFill>
                  <a:srgbClr val="7F7F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56" b="0" i="1">
                <a:solidFill>
                  <a:srgbClr val="7F7F7F"/>
                </a:solidFill>
                <a:latin typeface="Arial"/>
                <a:ea typeface="Arial"/>
                <a:cs typeface="Arial"/>
              </a:defRPr>
            </a:pPr>
            <a:r>
              <a:rPr sz="2656" b="0" i="1">
                <a:solidFill>
                  <a:srgbClr val="7F7F7F"/>
                </a:solidFill>
                <a:latin typeface="Arial"/>
                <a:ea typeface="Arial"/>
                <a:cs typeface="Arial"/>
              </a:rPr>
              <a:t>world</a:t>
            </a:r>
          </a:p>
        </p:txBody>
      </p:sp>
      <p:sp>
        <p:nvSpPr>
          <p:cNvPr id="424" name="text-378 model">
            <a:extLst xmlns:a="http://schemas.openxmlformats.org/drawingml/2006/main">
              <a:ext uri="{FF2B5EF4-FFF2-40B4-BE49-F238E27FC236}">
                <a16:creationId xmlns:a16="http://schemas.microsoft.com/office/drawing/2014/main" id="{203A7791-90BD-4B6F-837B-630C47AC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1053" y="1744203"/>
            <a:ext cx="938941" cy="452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46" b="0" i="1">
                <a:solidFill>
                  <a:srgbClr val="7F7F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46" b="0" i="1">
                <a:solidFill>
                  <a:srgbClr val="7F7F7F"/>
                </a:solidFill>
                <a:latin typeface="Arial"/>
                <a:ea typeface="Arial"/>
                <a:cs typeface="Arial"/>
              </a:defRPr>
            </a:pPr>
            <a:r>
              <a:rPr sz="2546" b="0" i="1">
                <a:solidFill>
                  <a:srgbClr val="7F7F7F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425" name="text-378 training">
            <a:extLst xmlns:a="http://schemas.openxmlformats.org/drawingml/2006/main">
              <a:ext uri="{FF2B5EF4-FFF2-40B4-BE49-F238E27FC236}">
                <a16:creationId xmlns:a16="http://schemas.microsoft.com/office/drawing/2014/main" id="{DC0C7991-1A19-461F-A3B0-771759C0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8901" y="1735684"/>
            <a:ext cx="1148338" cy="4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13" b="0" i="1">
                <a:solidFill>
                  <a:srgbClr val="7F7F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13" b="0" i="1">
                <a:solidFill>
                  <a:srgbClr val="7F7F7F"/>
                </a:solidFill>
                <a:latin typeface="Arial"/>
                <a:ea typeface="Arial"/>
                <a:cs typeface="Arial"/>
              </a:defRPr>
            </a:pPr>
            <a:r>
              <a:rPr sz="2613" b="0" i="1">
                <a:solidFill>
                  <a:srgbClr val="7F7F7F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426" name="path-379">
            <a:extLst xmlns:a="http://schemas.openxmlformats.org/drawingml/2006/main">
              <a:ext uri="{FF2B5EF4-FFF2-40B4-BE49-F238E27FC236}">
                <a16:creationId xmlns:a16="http://schemas.microsoft.com/office/drawing/2014/main" id="{570DAB44-3F2C-41A4-B690-9C67A466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1597" y="5574184"/>
            <a:ext cx="1479311" cy="555957"/>
          </a:xfrm>
          <a:custGeom xmlns:a="http://schemas.openxmlformats.org/drawingml/2006/main">
            <a:pathLst>
              <a:path w="1479311" h="555957">
                <a:moveTo>
                  <a:pt x="0" y="0"/>
                </a:moveTo>
                <a:lnTo>
                  <a:pt x="1479311" y="0"/>
                </a:lnTo>
                <a:lnTo>
                  <a:pt x="1479311" y="555957"/>
                </a:lnTo>
                <a:lnTo>
                  <a:pt x="0" y="555957"/>
                </a:lnTo>
                <a:close/>
              </a:path>
            </a:pathLst>
          </a:custGeom>
          <a:solidFill xmlns:a="http://schemas.openxmlformats.org/drawingml/2006/main">
            <a:srgbClr val="D1E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" name="path-380">
            <a:extLst xmlns:a="http://schemas.openxmlformats.org/drawingml/2006/main">
              <a:ext uri="{FF2B5EF4-FFF2-40B4-BE49-F238E27FC236}">
                <a16:creationId xmlns:a16="http://schemas.microsoft.com/office/drawing/2014/main" id="{5276960B-1C31-43A1-8BDB-6D2C6D6B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1597" y="5574184"/>
            <a:ext cx="1479312" cy="555955"/>
          </a:xfrm>
          <a:custGeom xmlns:a="http://schemas.openxmlformats.org/drawingml/2006/main">
            <a:pathLst>
              <a:path w="1479312" h="555955">
                <a:moveTo>
                  <a:pt x="0" y="0"/>
                </a:moveTo>
                <a:lnTo>
                  <a:pt x="0" y="555955"/>
                </a:lnTo>
                <a:lnTo>
                  <a:pt x="1479312" y="555955"/>
                </a:lnTo>
                <a:lnTo>
                  <a:pt x="147931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823">
            <a:solidFill>
              <a:srgbClr val="042433"/>
            </a:solidFill>
            <a:prstDash val="solid"/>
          </a:ln>
        </p:spPr>
      </p:sp>
      <p:sp>
        <p:nvSpPr>
          <p:cNvPr id="428" name="text-381 Action">
            <a:extLst xmlns:a="http://schemas.openxmlformats.org/drawingml/2006/main">
              <a:ext uri="{FF2B5EF4-FFF2-40B4-BE49-F238E27FC236}">
                <a16:creationId xmlns:a16="http://schemas.microsoft.com/office/drawing/2014/main" id="{F3E5AA07-3043-4F9F-A96D-D74F8C53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61310" y="5670467"/>
            <a:ext cx="873899" cy="413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429" name="text-382 AgentWorldBench">
            <a:extLst xmlns:a="http://schemas.openxmlformats.org/drawingml/2006/main">
              <a:ext uri="{FF2B5EF4-FFF2-40B4-BE49-F238E27FC236}">
                <a16:creationId xmlns:a16="http://schemas.microsoft.com/office/drawing/2014/main" id="{405D9ACC-7897-4D60-8487-FAD10D6E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9727" y="786849"/>
            <a:ext cx="2632002" cy="4481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2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AgentWorldBench</a:t>
            </a:r>
          </a:p>
        </p:txBody>
      </p:sp>
      <p:sp>
        <p:nvSpPr>
          <p:cNvPr id="430" name="text-383 Models">
            <a:extLst xmlns:a="http://schemas.openxmlformats.org/drawingml/2006/main">
              <a:ext uri="{FF2B5EF4-FFF2-40B4-BE49-F238E27FC236}">
                <a16:creationId xmlns:a16="http://schemas.microsoft.com/office/drawing/2014/main" id="{F423BF89-4880-40DA-862D-FB2EB3F0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99041" y="788710"/>
            <a:ext cx="1104321" cy="454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Models</a:t>
            </a:r>
          </a:p>
        </p:txBody>
      </p:sp>
      <p:sp>
        <p:nvSpPr>
          <p:cNvPr id="431" name="text-384 Unified">
            <a:extLst xmlns:a="http://schemas.openxmlformats.org/drawingml/2006/main">
              <a:ext uri="{FF2B5EF4-FFF2-40B4-BE49-F238E27FC236}">
                <a16:creationId xmlns:a16="http://schemas.microsoft.com/office/drawing/2014/main" id="{333B6DCA-EE81-424E-9270-B5F10B40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6676" y="5800684"/>
            <a:ext cx="972131" cy="4134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Unified</a:t>
            </a:r>
          </a:p>
        </p:txBody>
      </p:sp>
      <p:sp>
        <p:nvSpPr>
          <p:cNvPr id="432" name="text-385 Agent">
            <a:extLst xmlns:a="http://schemas.openxmlformats.org/drawingml/2006/main">
              <a:ext uri="{FF2B5EF4-FFF2-40B4-BE49-F238E27FC236}">
                <a16:creationId xmlns:a16="http://schemas.microsoft.com/office/drawing/2014/main" id="{BF5B52C6-BD40-450E-AFCA-1FDE8A23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0917" y="6135272"/>
            <a:ext cx="824901" cy="413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6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6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326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433" name="path-386">
            <a:extLst xmlns:a="http://schemas.openxmlformats.org/drawingml/2006/main">
              <a:ext uri="{FF2B5EF4-FFF2-40B4-BE49-F238E27FC236}">
                <a16:creationId xmlns:a16="http://schemas.microsoft.com/office/drawing/2014/main" id="{59D66221-418E-4FE8-8AB6-F8A28C32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3705" y="5813076"/>
            <a:ext cx="243221" cy="703247"/>
          </a:xfrm>
          <a:custGeom xmlns:a="http://schemas.openxmlformats.org/drawingml/2006/main">
            <a:pathLst>
              <a:path w="243221" h="703247">
                <a:moveTo>
                  <a:pt x="0" y="175812"/>
                </a:moveTo>
                <a:lnTo>
                  <a:pt x="121609" y="175812"/>
                </a:lnTo>
                <a:lnTo>
                  <a:pt x="121609" y="0"/>
                </a:lnTo>
                <a:lnTo>
                  <a:pt x="243221" y="351623"/>
                </a:lnTo>
                <a:lnTo>
                  <a:pt x="121609" y="703247"/>
                </a:lnTo>
                <a:lnTo>
                  <a:pt x="121609" y="527435"/>
                </a:lnTo>
                <a:lnTo>
                  <a:pt x="0" y="527435"/>
                </a:lnTo>
                <a:lnTo>
                  <a:pt x="0" y="175812"/>
                </a:lnTo>
              </a:path>
            </a:pathLst>
          </a:cu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4" name="path-387">
            <a:extLst xmlns:a="http://schemas.openxmlformats.org/drawingml/2006/main">
              <a:ext uri="{FF2B5EF4-FFF2-40B4-BE49-F238E27FC236}">
                <a16:creationId xmlns:a16="http://schemas.microsoft.com/office/drawing/2014/main" id="{41607E58-049B-4B7D-AB4E-4C869688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3705" y="5813076"/>
            <a:ext cx="243220" cy="703247"/>
          </a:xfrm>
          <a:custGeom xmlns:a="http://schemas.openxmlformats.org/drawingml/2006/main">
            <a:pathLst>
              <a:path w="243220" h="703247">
                <a:moveTo>
                  <a:pt x="0" y="175812"/>
                </a:moveTo>
                <a:lnTo>
                  <a:pt x="121609" y="175812"/>
                </a:lnTo>
                <a:lnTo>
                  <a:pt x="121609" y="0"/>
                </a:lnTo>
                <a:lnTo>
                  <a:pt x="243220" y="351623"/>
                </a:lnTo>
                <a:lnTo>
                  <a:pt x="121609" y="703247"/>
                </a:lnTo>
                <a:lnTo>
                  <a:pt x="121609" y="527435"/>
                </a:lnTo>
                <a:lnTo>
                  <a:pt x="0" y="527435"/>
                </a:lnTo>
                <a:lnTo>
                  <a:pt x="0" y="175812"/>
                </a:lnTo>
              </a:path>
            </a:pathLst>
          </a:custGeom>
          <a:noFill xmlns:a="http://schemas.openxmlformats.org/drawingml/2006/main"/>
          <a:ln xmlns:a="http://schemas.openxmlformats.org/drawingml/2006/main" w="25823">
            <a:solidFill>
              <a:srgbClr val="042433"/>
            </a:solidFill>
            <a:prstDash val="solid"/>
          </a:ln>
        </p:spPr>
      </p:sp>
      <p:sp>
        <p:nvSpPr>
          <p:cNvPr id="435" name="path-388">
            <a:extLst xmlns:a="http://schemas.openxmlformats.org/drawingml/2006/main">
              <a:ext uri="{FF2B5EF4-FFF2-40B4-BE49-F238E27FC236}">
                <a16:creationId xmlns:a16="http://schemas.microsoft.com/office/drawing/2014/main" id="{E8C880B9-CFA3-402C-A7C5-AFC98A2D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4567" y="1358269"/>
            <a:ext cx="4002006" cy="2542057"/>
          </a:xfrm>
          <a:custGeom xmlns:a="http://schemas.openxmlformats.org/drawingml/2006/main">
            <a:pathLst>
              <a:path w="4002006" h="2542057">
                <a:moveTo>
                  <a:pt x="4002006" y="2542057"/>
                </a:moveTo>
                <a:lnTo>
                  <a:pt x="4002006" y="0"/>
                </a:lnTo>
                <a:lnTo>
                  <a:pt x="0" y="0"/>
                </a:lnTo>
                <a:lnTo>
                  <a:pt x="0" y="2542057"/>
                </a:lnTo>
                <a:lnTo>
                  <a:pt x="4002006" y="254205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6" name="path-389">
            <a:extLst xmlns:a="http://schemas.openxmlformats.org/drawingml/2006/main">
              <a:ext uri="{FF2B5EF4-FFF2-40B4-BE49-F238E27FC236}">
                <a16:creationId xmlns:a16="http://schemas.microsoft.com/office/drawing/2014/main" id="{2784AD38-3007-4A74-BC17-92DEF6F9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3398" y="1396605"/>
            <a:ext cx="3857522" cy="2431372"/>
          </a:xfrm>
          <a:custGeom xmlns:a="http://schemas.openxmlformats.org/drawingml/2006/main">
            <a:pathLst>
              <a:path w="3857522" h="2431372">
                <a:moveTo>
                  <a:pt x="42286" y="2431372"/>
                </a:moveTo>
                <a:lnTo>
                  <a:pt x="3815236" y="2431372"/>
                </a:lnTo>
                <a:cubicBezTo>
                  <a:pt x="3843428" y="2431372"/>
                  <a:pt x="3857522" y="2417278"/>
                  <a:pt x="3857522" y="2389094"/>
                </a:cubicBezTo>
                <a:lnTo>
                  <a:pt x="3857522" y="42278"/>
                </a:lnTo>
                <a:cubicBezTo>
                  <a:pt x="3857522" y="14092"/>
                  <a:pt x="3843428" y="0"/>
                  <a:pt x="3815236" y="0"/>
                </a:cubicBezTo>
                <a:lnTo>
                  <a:pt x="42286" y="0"/>
                </a:lnTo>
                <a:cubicBezTo>
                  <a:pt x="14095" y="0"/>
                  <a:pt x="0" y="14092"/>
                  <a:pt x="0" y="42278"/>
                </a:cubicBezTo>
                <a:lnTo>
                  <a:pt x="0" y="2389094"/>
                </a:lnTo>
                <a:cubicBezTo>
                  <a:pt x="0" y="2417278"/>
                  <a:pt x="14095" y="2431372"/>
                  <a:pt x="42286" y="2431372"/>
                </a:cubicBezTo>
              </a:path>
            </a:pathLst>
          </a:custGeom>
          <a:solidFill xmlns:a="http://schemas.openxmlformats.org/drawingml/2006/main">
            <a:srgbClr val="FFFFFF">
              <a:alpha val="95000"/>
            </a:srgbClr>
          </a:solidFill>
          <a:ln xmlns:a="http://schemas.openxmlformats.org/drawingml/2006/main" w="23490">
            <a:solidFill>
              <a:srgbClr val="D5DBDB">
                <a:alpha val="95000"/>
              </a:srgbClr>
            </a:solidFill>
            <a:prstDash val="solid"/>
          </a:ln>
        </p:spPr>
      </p:sp>
      <p:sp>
        <p:nvSpPr>
          <p:cNvPr id="437" name="path-390">
            <a:extLst xmlns:a="http://schemas.openxmlformats.org/drawingml/2006/main">
              <a:ext uri="{FF2B5EF4-FFF2-40B4-BE49-F238E27FC236}">
                <a16:creationId xmlns:a16="http://schemas.microsoft.com/office/drawing/2014/main" id="{184B8C1B-4218-4685-9BED-6B2D2F1E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4824" y="1621664"/>
            <a:ext cx="295999" cy="175455"/>
          </a:xfrm>
          <a:custGeom xmlns:a="http://schemas.openxmlformats.org/drawingml/2006/main">
            <a:pathLst>
              <a:path w="295999" h="175455">
                <a:moveTo>
                  <a:pt x="0" y="0"/>
                </a:moveTo>
                <a:lnTo>
                  <a:pt x="295999" y="0"/>
                </a:lnTo>
                <a:lnTo>
                  <a:pt x="295999" y="175455"/>
                </a:lnTo>
                <a:lnTo>
                  <a:pt x="0" y="175455"/>
                </a:lnTo>
                <a:close/>
              </a:path>
            </a:pathLst>
          </a:custGeom>
          <a:solidFill xmlns:a="http://schemas.openxmlformats.org/drawingml/2006/main">
            <a:srgbClr val="E09090"/>
          </a:solidFill>
          <a:ln xmlns:a="http://schemas.openxmlformats.org/drawingml/2006/main" w="11745">
            <a:solidFill>
              <a:srgbClr val="FFFFFF"/>
            </a:solidFill>
            <a:prstDash val="solid"/>
          </a:ln>
        </p:spPr>
      </p:sp>
      <p:sp>
        <p:nvSpPr>
          <p:cNvPr id="438" name="path-391">
            <a:extLst xmlns:a="http://schemas.openxmlformats.org/drawingml/2006/main">
              <a:ext uri="{FF2B5EF4-FFF2-40B4-BE49-F238E27FC236}">
                <a16:creationId xmlns:a16="http://schemas.microsoft.com/office/drawing/2014/main" id="{C3E23984-6C09-411E-976F-1F2F6DBA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1168" y="1619762"/>
            <a:ext cx="125588" cy="165306"/>
          </a:xfrm>
          <a:custGeom xmlns:a="http://schemas.openxmlformats.org/drawingml/2006/main">
            <a:pathLst>
              <a:path w="125588" h="165306">
                <a:moveTo>
                  <a:pt x="125588" y="40162"/>
                </a:moveTo>
                <a:cubicBezTo>
                  <a:pt x="111633" y="28747"/>
                  <a:pt x="97046" y="22830"/>
                  <a:pt x="81401" y="22830"/>
                </a:cubicBezTo>
                <a:cubicBezTo>
                  <a:pt x="65755" y="22830"/>
                  <a:pt x="52223" y="28747"/>
                  <a:pt x="41019" y="40373"/>
                </a:cubicBezTo>
                <a:cubicBezTo>
                  <a:pt x="29602" y="52211"/>
                  <a:pt x="24104" y="66375"/>
                  <a:pt x="24104" y="83287"/>
                </a:cubicBezTo>
                <a:cubicBezTo>
                  <a:pt x="24104" y="100198"/>
                  <a:pt x="29602" y="114361"/>
                  <a:pt x="41019" y="125776"/>
                </a:cubicBezTo>
                <a:cubicBezTo>
                  <a:pt x="52434" y="137191"/>
                  <a:pt x="66178" y="142899"/>
                  <a:pt x="82669" y="142899"/>
                </a:cubicBezTo>
                <a:cubicBezTo>
                  <a:pt x="91125" y="142899"/>
                  <a:pt x="98315" y="141631"/>
                  <a:pt x="104235" y="138883"/>
                </a:cubicBezTo>
                <a:cubicBezTo>
                  <a:pt x="110577" y="136345"/>
                  <a:pt x="117555" y="131482"/>
                  <a:pt x="125588" y="124720"/>
                </a:cubicBezTo>
                <a:lnTo>
                  <a:pt x="125588" y="153680"/>
                </a:lnTo>
                <a:cubicBezTo>
                  <a:pt x="111846" y="161502"/>
                  <a:pt x="97470" y="165306"/>
                  <a:pt x="82246" y="165306"/>
                </a:cubicBezTo>
                <a:cubicBezTo>
                  <a:pt x="59412" y="165306"/>
                  <a:pt x="40171" y="157484"/>
                  <a:pt x="24104" y="141631"/>
                </a:cubicBezTo>
                <a:cubicBezTo>
                  <a:pt x="8033" y="125564"/>
                  <a:pt x="0" y="106962"/>
                  <a:pt x="0" y="85402"/>
                </a:cubicBezTo>
                <a:cubicBezTo>
                  <a:pt x="0" y="63840"/>
                  <a:pt x="6555" y="45236"/>
                  <a:pt x="20086" y="29381"/>
                </a:cubicBezTo>
                <a:cubicBezTo>
                  <a:pt x="36577" y="9933"/>
                  <a:pt x="57932" y="0"/>
                  <a:pt x="84147" y="0"/>
                </a:cubicBezTo>
                <a:cubicBezTo>
                  <a:pt x="98526" y="0"/>
                  <a:pt x="112269" y="4014"/>
                  <a:pt x="125588" y="11836"/>
                </a:cubicBezTo>
                <a:lnTo>
                  <a:pt x="125588" y="4016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" name="path-392">
            <a:extLst xmlns:a="http://schemas.openxmlformats.org/drawingml/2006/main">
              <a:ext uri="{FF2B5EF4-FFF2-40B4-BE49-F238E27FC236}">
                <a16:creationId xmlns:a16="http://schemas.microsoft.com/office/drawing/2014/main" id="{B0D1F94A-503D-43E3-B5E8-5B523EF3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2765" y="1607922"/>
            <a:ext cx="23257" cy="174398"/>
          </a:xfrm>
          <a:custGeom xmlns:a="http://schemas.openxmlformats.org/drawingml/2006/main">
            <a:pathLst>
              <a:path w="23257" h="174398">
                <a:moveTo>
                  <a:pt x="0" y="0"/>
                </a:moveTo>
                <a:lnTo>
                  <a:pt x="23257" y="0"/>
                </a:lnTo>
                <a:lnTo>
                  <a:pt x="23257" y="174398"/>
                </a:lnTo>
                <a:lnTo>
                  <a:pt x="0" y="1743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0" name="path-393">
            <a:extLst xmlns:a="http://schemas.openxmlformats.org/drawingml/2006/main">
              <a:ext uri="{FF2B5EF4-FFF2-40B4-BE49-F238E27FC236}">
                <a16:creationId xmlns:a16="http://schemas.microsoft.com/office/drawing/2014/main" id="{2AF23433-D30F-4D7E-92A2-FC574F99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0755" y="1678950"/>
            <a:ext cx="102121" cy="106118"/>
          </a:xfrm>
          <a:custGeom xmlns:a="http://schemas.openxmlformats.org/drawingml/2006/main">
            <a:pathLst>
              <a:path w="102121" h="106118">
                <a:moveTo>
                  <a:pt x="31716" y="30017"/>
                </a:moveTo>
                <a:cubicBezTo>
                  <a:pt x="26219" y="36148"/>
                  <a:pt x="23680" y="43969"/>
                  <a:pt x="23680" y="53271"/>
                </a:cubicBezTo>
                <a:cubicBezTo>
                  <a:pt x="23680" y="62572"/>
                  <a:pt x="26219" y="70394"/>
                  <a:pt x="31505" y="76313"/>
                </a:cubicBezTo>
                <a:cubicBezTo>
                  <a:pt x="36578" y="82443"/>
                  <a:pt x="43345" y="85614"/>
                  <a:pt x="51802" y="85614"/>
                </a:cubicBezTo>
                <a:cubicBezTo>
                  <a:pt x="60258" y="85614"/>
                  <a:pt x="67025" y="82655"/>
                  <a:pt x="72310" y="76525"/>
                </a:cubicBezTo>
                <a:cubicBezTo>
                  <a:pt x="77596" y="70605"/>
                  <a:pt x="80344" y="62784"/>
                  <a:pt x="80344" y="53271"/>
                </a:cubicBezTo>
                <a:cubicBezTo>
                  <a:pt x="80344" y="43969"/>
                  <a:pt x="77596" y="36148"/>
                  <a:pt x="72310" y="30017"/>
                </a:cubicBezTo>
                <a:cubicBezTo>
                  <a:pt x="67025" y="24099"/>
                  <a:pt x="60258" y="20927"/>
                  <a:pt x="52014" y="20927"/>
                </a:cubicBezTo>
                <a:cubicBezTo>
                  <a:pt x="43556" y="20927"/>
                  <a:pt x="36792" y="24099"/>
                  <a:pt x="31716" y="30017"/>
                </a:cubicBezTo>
                <a:moveTo>
                  <a:pt x="78864" y="2749"/>
                </a:moveTo>
                <a:lnTo>
                  <a:pt x="102121" y="2749"/>
                </a:lnTo>
                <a:lnTo>
                  <a:pt x="102121" y="103370"/>
                </a:lnTo>
                <a:lnTo>
                  <a:pt x="78864" y="103370"/>
                </a:lnTo>
                <a:lnTo>
                  <a:pt x="78864" y="92801"/>
                </a:lnTo>
                <a:cubicBezTo>
                  <a:pt x="69140" y="101678"/>
                  <a:pt x="58990" y="106118"/>
                  <a:pt x="47996" y="106118"/>
                </a:cubicBezTo>
                <a:cubicBezTo>
                  <a:pt x="34040" y="106118"/>
                  <a:pt x="22412" y="101255"/>
                  <a:pt x="13532" y="91109"/>
                </a:cubicBezTo>
                <a:cubicBezTo>
                  <a:pt x="4441" y="80964"/>
                  <a:pt x="0" y="68279"/>
                  <a:pt x="0" y="53060"/>
                </a:cubicBezTo>
                <a:cubicBezTo>
                  <a:pt x="0" y="37839"/>
                  <a:pt x="4441" y="25367"/>
                  <a:pt x="13532" y="15221"/>
                </a:cubicBezTo>
                <a:cubicBezTo>
                  <a:pt x="22412" y="5072"/>
                  <a:pt x="33195" y="0"/>
                  <a:pt x="45881" y="0"/>
                </a:cubicBezTo>
                <a:cubicBezTo>
                  <a:pt x="58567" y="0"/>
                  <a:pt x="69560" y="4863"/>
                  <a:pt x="78864" y="14586"/>
                </a:cubicBezTo>
                <a:lnTo>
                  <a:pt x="78864" y="274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1" name="path-394">
            <a:extLst xmlns:a="http://schemas.openxmlformats.org/drawingml/2006/main">
              <a:ext uri="{FF2B5EF4-FFF2-40B4-BE49-F238E27FC236}">
                <a16:creationId xmlns:a16="http://schemas.microsoft.com/office/drawing/2014/main" id="{324709D0-5C89-45E9-8C36-96AEF10D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2265" y="1681699"/>
            <a:ext cx="86051" cy="103369"/>
          </a:xfrm>
          <a:custGeom xmlns:a="http://schemas.openxmlformats.org/drawingml/2006/main">
            <a:pathLst>
              <a:path w="86051" h="103369">
                <a:moveTo>
                  <a:pt x="23258" y="0"/>
                </a:moveTo>
                <a:lnTo>
                  <a:pt x="23258" y="57709"/>
                </a:lnTo>
                <a:cubicBezTo>
                  <a:pt x="23258" y="74619"/>
                  <a:pt x="29811" y="82865"/>
                  <a:pt x="42918" y="82865"/>
                </a:cubicBezTo>
                <a:cubicBezTo>
                  <a:pt x="56029" y="82865"/>
                  <a:pt x="62795" y="74619"/>
                  <a:pt x="62795" y="57709"/>
                </a:cubicBezTo>
                <a:lnTo>
                  <a:pt x="62795" y="0"/>
                </a:lnTo>
                <a:lnTo>
                  <a:pt x="86051" y="0"/>
                </a:lnTo>
                <a:lnTo>
                  <a:pt x="86051" y="58344"/>
                </a:lnTo>
                <a:cubicBezTo>
                  <a:pt x="86051" y="66375"/>
                  <a:pt x="84995" y="73352"/>
                  <a:pt x="83092" y="78847"/>
                </a:cubicBezTo>
                <a:cubicBezTo>
                  <a:pt x="80977" y="84345"/>
                  <a:pt x="77594" y="89208"/>
                  <a:pt x="72943" y="93223"/>
                </a:cubicBezTo>
                <a:cubicBezTo>
                  <a:pt x="64906" y="99986"/>
                  <a:pt x="54971" y="103369"/>
                  <a:pt x="42918" y="103369"/>
                </a:cubicBezTo>
                <a:cubicBezTo>
                  <a:pt x="30871" y="103369"/>
                  <a:pt x="20930" y="99986"/>
                  <a:pt x="13109" y="93223"/>
                </a:cubicBezTo>
                <a:cubicBezTo>
                  <a:pt x="8247" y="89208"/>
                  <a:pt x="4863" y="84767"/>
                  <a:pt x="2960" y="79694"/>
                </a:cubicBezTo>
                <a:cubicBezTo>
                  <a:pt x="845" y="74619"/>
                  <a:pt x="0" y="67645"/>
                  <a:pt x="0" y="58344"/>
                </a:cubicBezTo>
                <a:lnTo>
                  <a:pt x="0" y="0"/>
                </a:lnTo>
                <a:lnTo>
                  <a:pt x="23258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2" name="path-395">
            <a:extLst xmlns:a="http://schemas.openxmlformats.org/drawingml/2006/main">
              <a:ext uri="{FF2B5EF4-FFF2-40B4-BE49-F238E27FC236}">
                <a16:creationId xmlns:a16="http://schemas.microsoft.com/office/drawing/2014/main" id="{17E3602B-CE5C-4206-85BE-5F4361D4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2842" y="1607922"/>
            <a:ext cx="102118" cy="177146"/>
          </a:xfrm>
          <a:custGeom xmlns:a="http://schemas.openxmlformats.org/drawingml/2006/main">
            <a:pathLst>
              <a:path w="102118" h="177146">
                <a:moveTo>
                  <a:pt x="31713" y="101046"/>
                </a:moveTo>
                <a:cubicBezTo>
                  <a:pt x="26216" y="107176"/>
                  <a:pt x="23680" y="114997"/>
                  <a:pt x="23680" y="124299"/>
                </a:cubicBezTo>
                <a:cubicBezTo>
                  <a:pt x="23680" y="133600"/>
                  <a:pt x="26216" y="141422"/>
                  <a:pt x="31502" y="147341"/>
                </a:cubicBezTo>
                <a:cubicBezTo>
                  <a:pt x="36576" y="153471"/>
                  <a:pt x="43341" y="156642"/>
                  <a:pt x="51799" y="156642"/>
                </a:cubicBezTo>
                <a:cubicBezTo>
                  <a:pt x="60257" y="156642"/>
                  <a:pt x="67021" y="153683"/>
                  <a:pt x="72308" y="147553"/>
                </a:cubicBezTo>
                <a:cubicBezTo>
                  <a:pt x="77594" y="141633"/>
                  <a:pt x="80341" y="133812"/>
                  <a:pt x="80341" y="124299"/>
                </a:cubicBezTo>
                <a:cubicBezTo>
                  <a:pt x="80341" y="114997"/>
                  <a:pt x="77594" y="107176"/>
                  <a:pt x="72308" y="101046"/>
                </a:cubicBezTo>
                <a:cubicBezTo>
                  <a:pt x="67021" y="95127"/>
                  <a:pt x="60257" y="91955"/>
                  <a:pt x="52011" y="91955"/>
                </a:cubicBezTo>
                <a:cubicBezTo>
                  <a:pt x="43554" y="91955"/>
                  <a:pt x="36788" y="95127"/>
                  <a:pt x="31713" y="101046"/>
                </a:cubicBezTo>
                <a:moveTo>
                  <a:pt x="78862" y="0"/>
                </a:moveTo>
                <a:lnTo>
                  <a:pt x="102118" y="0"/>
                </a:lnTo>
                <a:lnTo>
                  <a:pt x="102118" y="174398"/>
                </a:lnTo>
                <a:lnTo>
                  <a:pt x="78862" y="174398"/>
                </a:lnTo>
                <a:lnTo>
                  <a:pt x="78862" y="163829"/>
                </a:lnTo>
                <a:cubicBezTo>
                  <a:pt x="69560" y="172706"/>
                  <a:pt x="58777" y="177146"/>
                  <a:pt x="46089" y="177146"/>
                </a:cubicBezTo>
                <a:cubicBezTo>
                  <a:pt x="33405" y="177146"/>
                  <a:pt x="22409" y="172283"/>
                  <a:pt x="13531" y="162137"/>
                </a:cubicBezTo>
                <a:cubicBezTo>
                  <a:pt x="4439" y="151993"/>
                  <a:pt x="0" y="139307"/>
                  <a:pt x="0" y="124088"/>
                </a:cubicBezTo>
                <a:cubicBezTo>
                  <a:pt x="0" y="108867"/>
                  <a:pt x="4439" y="96395"/>
                  <a:pt x="13320" y="86249"/>
                </a:cubicBezTo>
                <a:cubicBezTo>
                  <a:pt x="22199" y="76313"/>
                  <a:pt x="33193" y="71240"/>
                  <a:pt x="45881" y="71028"/>
                </a:cubicBezTo>
                <a:cubicBezTo>
                  <a:pt x="58565" y="71028"/>
                  <a:pt x="69560" y="75891"/>
                  <a:pt x="78862" y="85614"/>
                </a:cubicBezTo>
                <a:lnTo>
                  <a:pt x="7886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" name="path-396">
            <a:extLst xmlns:a="http://schemas.openxmlformats.org/drawingml/2006/main">
              <a:ext uri="{FF2B5EF4-FFF2-40B4-BE49-F238E27FC236}">
                <a16:creationId xmlns:a16="http://schemas.microsoft.com/office/drawing/2014/main" id="{D9B979A0-5871-4A1B-BB65-7142B7F9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9698" y="1678950"/>
            <a:ext cx="97256" cy="106118"/>
          </a:xfrm>
          <a:custGeom xmlns:a="http://schemas.openxmlformats.org/drawingml/2006/main">
            <a:pathLst>
              <a:path w="97256" h="106118">
                <a:moveTo>
                  <a:pt x="49051" y="20927"/>
                </a:moveTo>
                <a:cubicBezTo>
                  <a:pt x="40170" y="20927"/>
                  <a:pt x="33617" y="24734"/>
                  <a:pt x="29179" y="31920"/>
                </a:cubicBezTo>
                <a:cubicBezTo>
                  <a:pt x="27487" y="34245"/>
                  <a:pt x="26427" y="36783"/>
                  <a:pt x="25795" y="39531"/>
                </a:cubicBezTo>
                <a:lnTo>
                  <a:pt x="72520" y="39531"/>
                </a:lnTo>
                <a:cubicBezTo>
                  <a:pt x="69136" y="27270"/>
                  <a:pt x="61315" y="20927"/>
                  <a:pt x="49051" y="20927"/>
                </a:cubicBezTo>
                <a:moveTo>
                  <a:pt x="49262" y="85614"/>
                </a:moveTo>
                <a:cubicBezTo>
                  <a:pt x="55816" y="85614"/>
                  <a:pt x="61103" y="84346"/>
                  <a:pt x="64909" y="81385"/>
                </a:cubicBezTo>
                <a:cubicBezTo>
                  <a:pt x="68501" y="78637"/>
                  <a:pt x="72731" y="73566"/>
                  <a:pt x="77594" y="66164"/>
                </a:cubicBezTo>
                <a:lnTo>
                  <a:pt x="97256" y="76945"/>
                </a:lnTo>
                <a:cubicBezTo>
                  <a:pt x="88377" y="92165"/>
                  <a:pt x="77382" y="101467"/>
                  <a:pt x="64273" y="104427"/>
                </a:cubicBezTo>
                <a:cubicBezTo>
                  <a:pt x="59623" y="105485"/>
                  <a:pt x="54759" y="106118"/>
                  <a:pt x="49684" y="106118"/>
                </a:cubicBezTo>
                <a:cubicBezTo>
                  <a:pt x="34673" y="106118"/>
                  <a:pt x="22622" y="101467"/>
                  <a:pt x="13532" y="91744"/>
                </a:cubicBezTo>
                <a:cubicBezTo>
                  <a:pt x="4440" y="82232"/>
                  <a:pt x="0" y="69335"/>
                  <a:pt x="0" y="53271"/>
                </a:cubicBezTo>
                <a:cubicBezTo>
                  <a:pt x="0" y="37416"/>
                  <a:pt x="4229" y="24522"/>
                  <a:pt x="13108" y="14586"/>
                </a:cubicBezTo>
                <a:cubicBezTo>
                  <a:pt x="21988" y="4863"/>
                  <a:pt x="33829" y="0"/>
                  <a:pt x="48627" y="0"/>
                </a:cubicBezTo>
                <a:cubicBezTo>
                  <a:pt x="63427" y="212"/>
                  <a:pt x="75057" y="5072"/>
                  <a:pt x="83515" y="14374"/>
                </a:cubicBezTo>
                <a:cubicBezTo>
                  <a:pt x="91972" y="23675"/>
                  <a:pt x="96411" y="36571"/>
                  <a:pt x="96411" y="53060"/>
                </a:cubicBezTo>
                <a:lnTo>
                  <a:pt x="96200" y="58555"/>
                </a:lnTo>
                <a:lnTo>
                  <a:pt x="24312" y="58555"/>
                </a:lnTo>
                <a:cubicBezTo>
                  <a:pt x="24737" y="67011"/>
                  <a:pt x="27487" y="73566"/>
                  <a:pt x="32136" y="78216"/>
                </a:cubicBezTo>
                <a:cubicBezTo>
                  <a:pt x="36788" y="83076"/>
                  <a:pt x="42498" y="85614"/>
                  <a:pt x="49262" y="856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4" name="path-397">
            <a:extLst xmlns:a="http://schemas.openxmlformats.org/drawingml/2006/main">
              <a:ext uri="{FF2B5EF4-FFF2-40B4-BE49-F238E27FC236}">
                <a16:creationId xmlns:a16="http://schemas.microsoft.com/office/drawing/2014/main" id="{8A972456-8607-42C4-BA26-85E875DB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3217" y="1619971"/>
            <a:ext cx="166604" cy="165097"/>
          </a:xfrm>
          <a:custGeom xmlns:a="http://schemas.openxmlformats.org/drawingml/2006/main">
            <a:pathLst>
              <a:path w="166604" h="165097">
                <a:moveTo>
                  <a:pt x="24100" y="82866"/>
                </a:moveTo>
                <a:cubicBezTo>
                  <a:pt x="24100" y="100201"/>
                  <a:pt x="30022" y="114362"/>
                  <a:pt x="41862" y="125779"/>
                </a:cubicBezTo>
                <a:cubicBezTo>
                  <a:pt x="53702" y="137195"/>
                  <a:pt x="67656" y="142690"/>
                  <a:pt x="83724" y="142690"/>
                </a:cubicBezTo>
                <a:cubicBezTo>
                  <a:pt x="99794" y="142690"/>
                  <a:pt x="113538" y="136983"/>
                  <a:pt x="124953" y="125356"/>
                </a:cubicBezTo>
                <a:cubicBezTo>
                  <a:pt x="136371" y="113730"/>
                  <a:pt x="142290" y="99355"/>
                  <a:pt x="142290" y="82442"/>
                </a:cubicBezTo>
                <a:cubicBezTo>
                  <a:pt x="142290" y="65530"/>
                  <a:pt x="136582" y="51369"/>
                  <a:pt x="125377" y="39954"/>
                </a:cubicBezTo>
                <a:cubicBezTo>
                  <a:pt x="113959" y="28539"/>
                  <a:pt x="99794" y="22622"/>
                  <a:pt x="83301" y="22622"/>
                </a:cubicBezTo>
                <a:cubicBezTo>
                  <a:pt x="66599" y="22622"/>
                  <a:pt x="52646" y="28328"/>
                  <a:pt x="41440" y="39742"/>
                </a:cubicBezTo>
                <a:cubicBezTo>
                  <a:pt x="29811" y="51369"/>
                  <a:pt x="24100" y="65742"/>
                  <a:pt x="24100" y="82866"/>
                </a:cubicBezTo>
                <a:moveTo>
                  <a:pt x="0" y="82021"/>
                </a:moveTo>
                <a:cubicBezTo>
                  <a:pt x="0" y="59612"/>
                  <a:pt x="8033" y="40165"/>
                  <a:pt x="24524" y="24100"/>
                </a:cubicBezTo>
                <a:cubicBezTo>
                  <a:pt x="40806" y="8033"/>
                  <a:pt x="60468" y="0"/>
                  <a:pt x="83301" y="0"/>
                </a:cubicBezTo>
                <a:cubicBezTo>
                  <a:pt x="106136" y="0"/>
                  <a:pt x="125798" y="8246"/>
                  <a:pt x="142079" y="24312"/>
                </a:cubicBezTo>
                <a:cubicBezTo>
                  <a:pt x="158360" y="40589"/>
                  <a:pt x="166604" y="60248"/>
                  <a:pt x="166604" y="83078"/>
                </a:cubicBezTo>
                <a:cubicBezTo>
                  <a:pt x="166604" y="105908"/>
                  <a:pt x="158360" y="125356"/>
                  <a:pt x="141868" y="141212"/>
                </a:cubicBezTo>
                <a:cubicBezTo>
                  <a:pt x="125377" y="157276"/>
                  <a:pt x="105712" y="165097"/>
                  <a:pt x="82457" y="165097"/>
                </a:cubicBezTo>
                <a:cubicBezTo>
                  <a:pt x="61737" y="165097"/>
                  <a:pt x="43343" y="158122"/>
                  <a:pt x="27064" y="143958"/>
                </a:cubicBezTo>
                <a:cubicBezTo>
                  <a:pt x="8878" y="128314"/>
                  <a:pt x="0" y="107599"/>
                  <a:pt x="0" y="8202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5" name="path-398">
            <a:extLst xmlns:a="http://schemas.openxmlformats.org/drawingml/2006/main">
              <a:ext uri="{FF2B5EF4-FFF2-40B4-BE49-F238E27FC236}">
                <a16:creationId xmlns:a16="http://schemas.microsoft.com/office/drawing/2014/main" id="{86F925B2-A0C6-481D-8B0E-567E85BD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5615" y="1678950"/>
            <a:ext cx="102332" cy="157909"/>
          </a:xfrm>
          <a:custGeom xmlns:a="http://schemas.openxmlformats.org/drawingml/2006/main">
            <a:pathLst>
              <a:path w="102332" h="157909">
                <a:moveTo>
                  <a:pt x="29813" y="29805"/>
                </a:moveTo>
                <a:cubicBezTo>
                  <a:pt x="24526" y="35724"/>
                  <a:pt x="21989" y="43546"/>
                  <a:pt x="21989" y="53060"/>
                </a:cubicBezTo>
                <a:cubicBezTo>
                  <a:pt x="21989" y="62572"/>
                  <a:pt x="24526" y="70394"/>
                  <a:pt x="29813" y="76525"/>
                </a:cubicBezTo>
                <a:cubicBezTo>
                  <a:pt x="34887" y="82655"/>
                  <a:pt x="41862" y="85614"/>
                  <a:pt x="50319" y="85614"/>
                </a:cubicBezTo>
                <a:cubicBezTo>
                  <a:pt x="58354" y="85614"/>
                  <a:pt x="65121" y="82655"/>
                  <a:pt x="70406" y="76525"/>
                </a:cubicBezTo>
                <a:cubicBezTo>
                  <a:pt x="75693" y="70605"/>
                  <a:pt x="78440" y="62784"/>
                  <a:pt x="78440" y="53271"/>
                </a:cubicBezTo>
                <a:cubicBezTo>
                  <a:pt x="78440" y="43969"/>
                  <a:pt x="75693" y="36148"/>
                  <a:pt x="70616" y="30017"/>
                </a:cubicBezTo>
                <a:cubicBezTo>
                  <a:pt x="65332" y="24099"/>
                  <a:pt x="58567" y="20927"/>
                  <a:pt x="50319" y="20927"/>
                </a:cubicBezTo>
                <a:cubicBezTo>
                  <a:pt x="41862" y="20927"/>
                  <a:pt x="35096" y="23887"/>
                  <a:pt x="29813" y="29805"/>
                </a:cubicBezTo>
                <a:moveTo>
                  <a:pt x="23255" y="157909"/>
                </a:moveTo>
                <a:lnTo>
                  <a:pt x="0" y="157909"/>
                </a:lnTo>
                <a:lnTo>
                  <a:pt x="0" y="2749"/>
                </a:lnTo>
                <a:lnTo>
                  <a:pt x="23255" y="2749"/>
                </a:lnTo>
                <a:lnTo>
                  <a:pt x="23255" y="13741"/>
                </a:lnTo>
                <a:cubicBezTo>
                  <a:pt x="32348" y="4652"/>
                  <a:pt x="43343" y="0"/>
                  <a:pt x="56028" y="0"/>
                </a:cubicBezTo>
                <a:cubicBezTo>
                  <a:pt x="68716" y="0"/>
                  <a:pt x="79708" y="5072"/>
                  <a:pt x="88800" y="15221"/>
                </a:cubicBezTo>
                <a:cubicBezTo>
                  <a:pt x="97681" y="25367"/>
                  <a:pt x="102332" y="38263"/>
                  <a:pt x="102332" y="53483"/>
                </a:cubicBezTo>
                <a:cubicBezTo>
                  <a:pt x="102332" y="68702"/>
                  <a:pt x="97681" y="81385"/>
                  <a:pt x="88800" y="91109"/>
                </a:cubicBezTo>
                <a:cubicBezTo>
                  <a:pt x="79920" y="101255"/>
                  <a:pt x="68924" y="106118"/>
                  <a:pt x="56240" y="106118"/>
                </a:cubicBezTo>
                <a:cubicBezTo>
                  <a:pt x="43552" y="106118"/>
                  <a:pt x="32562" y="101467"/>
                  <a:pt x="23255" y="92165"/>
                </a:cubicBezTo>
                <a:lnTo>
                  <a:pt x="23255" y="15790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" name="path-399">
            <a:extLst xmlns:a="http://schemas.openxmlformats.org/drawingml/2006/main">
              <a:ext uri="{FF2B5EF4-FFF2-40B4-BE49-F238E27FC236}">
                <a16:creationId xmlns:a16="http://schemas.microsoft.com/office/drawing/2014/main" id="{70A9EBF2-16DB-424C-BFCE-DE92AE79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2470" y="1681699"/>
            <a:ext cx="86054" cy="103369"/>
          </a:xfrm>
          <a:custGeom xmlns:a="http://schemas.openxmlformats.org/drawingml/2006/main">
            <a:pathLst>
              <a:path w="86054" h="103369">
                <a:moveTo>
                  <a:pt x="23259" y="0"/>
                </a:moveTo>
                <a:lnTo>
                  <a:pt x="23259" y="57709"/>
                </a:lnTo>
                <a:cubicBezTo>
                  <a:pt x="23259" y="74619"/>
                  <a:pt x="29814" y="82865"/>
                  <a:pt x="42921" y="82865"/>
                </a:cubicBezTo>
                <a:cubicBezTo>
                  <a:pt x="56030" y="82865"/>
                  <a:pt x="62795" y="74619"/>
                  <a:pt x="62795" y="57709"/>
                </a:cubicBezTo>
                <a:lnTo>
                  <a:pt x="62795" y="0"/>
                </a:lnTo>
                <a:lnTo>
                  <a:pt x="86054" y="0"/>
                </a:lnTo>
                <a:lnTo>
                  <a:pt x="86054" y="58344"/>
                </a:lnTo>
                <a:cubicBezTo>
                  <a:pt x="86054" y="66375"/>
                  <a:pt x="84996" y="73352"/>
                  <a:pt x="83092" y="78847"/>
                </a:cubicBezTo>
                <a:cubicBezTo>
                  <a:pt x="80980" y="84345"/>
                  <a:pt x="77597" y="89208"/>
                  <a:pt x="72943" y="93223"/>
                </a:cubicBezTo>
                <a:cubicBezTo>
                  <a:pt x="64910" y="99986"/>
                  <a:pt x="54973" y="103369"/>
                  <a:pt x="42921" y="103369"/>
                </a:cubicBezTo>
                <a:cubicBezTo>
                  <a:pt x="30871" y="103369"/>
                  <a:pt x="20933" y="99986"/>
                  <a:pt x="13111" y="93223"/>
                </a:cubicBezTo>
                <a:cubicBezTo>
                  <a:pt x="8247" y="89208"/>
                  <a:pt x="4863" y="84767"/>
                  <a:pt x="2963" y="79694"/>
                </a:cubicBezTo>
                <a:cubicBezTo>
                  <a:pt x="848" y="74619"/>
                  <a:pt x="0" y="67645"/>
                  <a:pt x="0" y="58344"/>
                </a:cubicBezTo>
                <a:lnTo>
                  <a:pt x="0" y="0"/>
                </a:lnTo>
                <a:lnTo>
                  <a:pt x="23259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" name="path-400">
            <a:extLst xmlns:a="http://schemas.openxmlformats.org/drawingml/2006/main">
              <a:ext uri="{FF2B5EF4-FFF2-40B4-BE49-F238E27FC236}">
                <a16:creationId xmlns:a16="http://schemas.microsoft.com/office/drawing/2014/main" id="{01EF0D47-5D05-4C7B-AD07-BD95811B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0932" y="1678950"/>
            <a:ext cx="71675" cy="106118"/>
          </a:xfrm>
          <a:custGeom xmlns:a="http://schemas.openxmlformats.org/drawingml/2006/main">
            <a:pathLst>
              <a:path w="71675" h="106118">
                <a:moveTo>
                  <a:pt x="34887" y="20927"/>
                </a:moveTo>
                <a:cubicBezTo>
                  <a:pt x="32772" y="20927"/>
                  <a:pt x="30871" y="21774"/>
                  <a:pt x="29391" y="23042"/>
                </a:cubicBezTo>
                <a:cubicBezTo>
                  <a:pt x="27699" y="24522"/>
                  <a:pt x="27064" y="26423"/>
                  <a:pt x="27064" y="28538"/>
                </a:cubicBezTo>
                <a:cubicBezTo>
                  <a:pt x="27064" y="32343"/>
                  <a:pt x="31506" y="36148"/>
                  <a:pt x="40595" y="39954"/>
                </a:cubicBezTo>
                <a:cubicBezTo>
                  <a:pt x="52858" y="45237"/>
                  <a:pt x="61104" y="50100"/>
                  <a:pt x="65334" y="54538"/>
                </a:cubicBezTo>
                <a:cubicBezTo>
                  <a:pt x="69560" y="59190"/>
                  <a:pt x="71675" y="65744"/>
                  <a:pt x="71675" y="74198"/>
                </a:cubicBezTo>
                <a:cubicBezTo>
                  <a:pt x="71675" y="83076"/>
                  <a:pt x="68080" y="90477"/>
                  <a:pt x="61104" y="96817"/>
                </a:cubicBezTo>
                <a:cubicBezTo>
                  <a:pt x="53918" y="103159"/>
                  <a:pt x="45669" y="106118"/>
                  <a:pt x="35944" y="106118"/>
                </a:cubicBezTo>
                <a:cubicBezTo>
                  <a:pt x="19030" y="106118"/>
                  <a:pt x="6978" y="98087"/>
                  <a:pt x="0" y="81596"/>
                </a:cubicBezTo>
                <a:lnTo>
                  <a:pt x="19876" y="72507"/>
                </a:lnTo>
                <a:cubicBezTo>
                  <a:pt x="22413" y="77368"/>
                  <a:pt x="24952" y="80752"/>
                  <a:pt x="27064" y="82655"/>
                </a:cubicBezTo>
                <a:cubicBezTo>
                  <a:pt x="29179" y="84556"/>
                  <a:pt x="32351" y="85614"/>
                  <a:pt x="36156" y="85614"/>
                </a:cubicBezTo>
                <a:cubicBezTo>
                  <a:pt x="43978" y="85614"/>
                  <a:pt x="47997" y="82020"/>
                  <a:pt x="47997" y="74834"/>
                </a:cubicBezTo>
                <a:cubicBezTo>
                  <a:pt x="47997" y="70605"/>
                  <a:pt x="44825" y="66799"/>
                  <a:pt x="38904" y="63206"/>
                </a:cubicBezTo>
                <a:cubicBezTo>
                  <a:pt x="36579" y="62149"/>
                  <a:pt x="34252" y="61093"/>
                  <a:pt x="31929" y="59825"/>
                </a:cubicBezTo>
                <a:cubicBezTo>
                  <a:pt x="29391" y="58766"/>
                  <a:pt x="26008" y="57075"/>
                  <a:pt x="21357" y="54963"/>
                </a:cubicBezTo>
                <a:cubicBezTo>
                  <a:pt x="16706" y="52848"/>
                  <a:pt x="12900" y="49677"/>
                  <a:pt x="9941" y="45872"/>
                </a:cubicBezTo>
                <a:cubicBezTo>
                  <a:pt x="6767" y="42066"/>
                  <a:pt x="5287" y="36360"/>
                  <a:pt x="5287" y="28538"/>
                </a:cubicBezTo>
                <a:cubicBezTo>
                  <a:pt x="5287" y="20927"/>
                  <a:pt x="8248" y="14374"/>
                  <a:pt x="14168" y="8666"/>
                </a:cubicBezTo>
                <a:cubicBezTo>
                  <a:pt x="20298" y="2960"/>
                  <a:pt x="27699" y="0"/>
                  <a:pt x="36579" y="0"/>
                </a:cubicBezTo>
                <a:cubicBezTo>
                  <a:pt x="49263" y="0"/>
                  <a:pt x="58991" y="6763"/>
                  <a:pt x="65334" y="19871"/>
                </a:cubicBezTo>
                <a:lnTo>
                  <a:pt x="46093" y="30228"/>
                </a:lnTo>
                <a:cubicBezTo>
                  <a:pt x="42921" y="24099"/>
                  <a:pt x="39115" y="20927"/>
                  <a:pt x="34887" y="2092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8" name="path-401">
            <a:extLst xmlns:a="http://schemas.openxmlformats.org/drawingml/2006/main">
              <a:ext uri="{FF2B5EF4-FFF2-40B4-BE49-F238E27FC236}">
                <a16:creationId xmlns:a16="http://schemas.microsoft.com/office/drawing/2014/main" id="{477534EA-2401-46F9-AD29-F0C27A90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6186" y="1611093"/>
            <a:ext cx="119243" cy="171228"/>
          </a:xfrm>
          <a:custGeom xmlns:a="http://schemas.openxmlformats.org/drawingml/2006/main">
            <a:pathLst>
              <a:path w="119243" h="171228">
                <a:moveTo>
                  <a:pt x="78228" y="126835"/>
                </a:moveTo>
                <a:lnTo>
                  <a:pt x="78228" y="73353"/>
                </a:lnTo>
                <a:lnTo>
                  <a:pt x="41651" y="126835"/>
                </a:lnTo>
                <a:lnTo>
                  <a:pt x="78228" y="126835"/>
                </a:lnTo>
                <a:moveTo>
                  <a:pt x="102329" y="126835"/>
                </a:moveTo>
                <a:lnTo>
                  <a:pt x="119243" y="126835"/>
                </a:lnTo>
                <a:lnTo>
                  <a:pt x="119243" y="148610"/>
                </a:lnTo>
                <a:lnTo>
                  <a:pt x="102329" y="148610"/>
                </a:lnTo>
                <a:lnTo>
                  <a:pt x="102329" y="171228"/>
                </a:lnTo>
                <a:lnTo>
                  <a:pt x="78228" y="171228"/>
                </a:lnTo>
                <a:lnTo>
                  <a:pt x="78228" y="148610"/>
                </a:lnTo>
                <a:lnTo>
                  <a:pt x="0" y="148610"/>
                </a:lnTo>
                <a:lnTo>
                  <a:pt x="102329" y="0"/>
                </a:lnTo>
                <a:lnTo>
                  <a:pt x="102329" y="12683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9" name="path-402">
            <a:extLst xmlns:a="http://schemas.openxmlformats.org/drawingml/2006/main">
              <a:ext uri="{FF2B5EF4-FFF2-40B4-BE49-F238E27FC236}">
                <a16:creationId xmlns:a16="http://schemas.microsoft.com/office/drawing/2014/main" id="{3FA51A74-1209-473E-AD87-53AEE0B2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2915" y="1756531"/>
            <a:ext cx="28755" cy="28538"/>
          </a:xfrm>
          <a:custGeom xmlns:a="http://schemas.openxmlformats.org/drawingml/2006/main">
            <a:pathLst>
              <a:path w="28755" h="28538">
                <a:moveTo>
                  <a:pt x="4230" y="24522"/>
                </a:moveTo>
                <a:cubicBezTo>
                  <a:pt x="1269" y="21986"/>
                  <a:pt x="0" y="18604"/>
                  <a:pt x="0" y="14585"/>
                </a:cubicBezTo>
                <a:cubicBezTo>
                  <a:pt x="0" y="10570"/>
                  <a:pt x="1269" y="7186"/>
                  <a:pt x="4230" y="4228"/>
                </a:cubicBezTo>
                <a:cubicBezTo>
                  <a:pt x="6978" y="1480"/>
                  <a:pt x="10362" y="0"/>
                  <a:pt x="14378" y="0"/>
                </a:cubicBezTo>
                <a:cubicBezTo>
                  <a:pt x="18185" y="0"/>
                  <a:pt x="21567" y="1480"/>
                  <a:pt x="24527" y="4228"/>
                </a:cubicBezTo>
                <a:cubicBezTo>
                  <a:pt x="27275" y="7186"/>
                  <a:pt x="28755" y="10570"/>
                  <a:pt x="28755" y="14376"/>
                </a:cubicBezTo>
                <a:cubicBezTo>
                  <a:pt x="28755" y="18604"/>
                  <a:pt x="27275" y="21986"/>
                  <a:pt x="24527" y="24522"/>
                </a:cubicBezTo>
                <a:cubicBezTo>
                  <a:pt x="21777" y="27058"/>
                  <a:pt x="18395" y="28538"/>
                  <a:pt x="14378" y="28538"/>
                </a:cubicBezTo>
                <a:cubicBezTo>
                  <a:pt x="10362" y="28538"/>
                  <a:pt x="6978" y="27058"/>
                  <a:pt x="4230" y="2452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0" name="path-403">
            <a:extLst xmlns:a="http://schemas.openxmlformats.org/drawingml/2006/main">
              <a:ext uri="{FF2B5EF4-FFF2-40B4-BE49-F238E27FC236}">
                <a16:creationId xmlns:a16="http://schemas.microsoft.com/office/drawing/2014/main" id="{D61171D6-D4DF-41F2-94AA-048C9BAE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5077" y="1620183"/>
            <a:ext cx="100214" cy="164465"/>
          </a:xfrm>
          <a:custGeom xmlns:a="http://schemas.openxmlformats.org/drawingml/2006/main">
            <a:pathLst>
              <a:path w="100214" h="164465">
                <a:moveTo>
                  <a:pt x="68924" y="97451"/>
                </a:moveTo>
                <a:cubicBezTo>
                  <a:pt x="63638" y="92380"/>
                  <a:pt x="57297" y="89840"/>
                  <a:pt x="50106" y="89840"/>
                </a:cubicBezTo>
                <a:cubicBezTo>
                  <a:pt x="42917" y="89840"/>
                  <a:pt x="36787" y="92380"/>
                  <a:pt x="31713" y="97451"/>
                </a:cubicBezTo>
                <a:cubicBezTo>
                  <a:pt x="26426" y="102526"/>
                  <a:pt x="23889" y="108867"/>
                  <a:pt x="23889" y="116054"/>
                </a:cubicBezTo>
                <a:cubicBezTo>
                  <a:pt x="23889" y="123453"/>
                  <a:pt x="26426" y="129794"/>
                  <a:pt x="31502" y="135080"/>
                </a:cubicBezTo>
                <a:cubicBezTo>
                  <a:pt x="36576" y="140363"/>
                  <a:pt x="42917" y="142902"/>
                  <a:pt x="50319" y="142902"/>
                </a:cubicBezTo>
                <a:cubicBezTo>
                  <a:pt x="57508" y="142902"/>
                  <a:pt x="63638" y="140363"/>
                  <a:pt x="68924" y="135080"/>
                </a:cubicBezTo>
                <a:cubicBezTo>
                  <a:pt x="73999" y="130006"/>
                  <a:pt x="76745" y="123664"/>
                  <a:pt x="76745" y="116265"/>
                </a:cubicBezTo>
                <a:cubicBezTo>
                  <a:pt x="76745" y="109079"/>
                  <a:pt x="73999" y="102736"/>
                  <a:pt x="68924" y="97451"/>
                </a:cubicBezTo>
                <a:moveTo>
                  <a:pt x="26850" y="45660"/>
                </a:moveTo>
                <a:cubicBezTo>
                  <a:pt x="26639" y="52426"/>
                  <a:pt x="28965" y="57920"/>
                  <a:pt x="33617" y="62572"/>
                </a:cubicBezTo>
                <a:cubicBezTo>
                  <a:pt x="38267" y="67222"/>
                  <a:pt x="43977" y="69549"/>
                  <a:pt x="50741" y="69549"/>
                </a:cubicBezTo>
                <a:cubicBezTo>
                  <a:pt x="57084" y="69549"/>
                  <a:pt x="62794" y="67222"/>
                  <a:pt x="67445" y="62572"/>
                </a:cubicBezTo>
                <a:cubicBezTo>
                  <a:pt x="72095" y="57920"/>
                  <a:pt x="74423" y="52426"/>
                  <a:pt x="74423" y="45872"/>
                </a:cubicBezTo>
                <a:cubicBezTo>
                  <a:pt x="74423" y="39321"/>
                  <a:pt x="72095" y="33611"/>
                  <a:pt x="67445" y="28961"/>
                </a:cubicBezTo>
                <a:cubicBezTo>
                  <a:pt x="62794" y="24310"/>
                  <a:pt x="57084" y="21773"/>
                  <a:pt x="50530" y="21773"/>
                </a:cubicBezTo>
                <a:cubicBezTo>
                  <a:pt x="43977" y="21773"/>
                  <a:pt x="38479" y="24100"/>
                  <a:pt x="33828" y="28748"/>
                </a:cubicBezTo>
                <a:cubicBezTo>
                  <a:pt x="29174" y="33399"/>
                  <a:pt x="26850" y="39109"/>
                  <a:pt x="26850" y="45660"/>
                </a:cubicBezTo>
                <a:moveTo>
                  <a:pt x="21776" y="79271"/>
                </a:moveTo>
                <a:cubicBezTo>
                  <a:pt x="9936" y="71240"/>
                  <a:pt x="4228" y="60247"/>
                  <a:pt x="4228" y="46507"/>
                </a:cubicBezTo>
                <a:cubicBezTo>
                  <a:pt x="4228" y="32978"/>
                  <a:pt x="8665" y="21773"/>
                  <a:pt x="17547" y="13107"/>
                </a:cubicBezTo>
                <a:cubicBezTo>
                  <a:pt x="26426" y="4439"/>
                  <a:pt x="37632" y="0"/>
                  <a:pt x="50741" y="0"/>
                </a:cubicBezTo>
                <a:cubicBezTo>
                  <a:pt x="63850" y="0"/>
                  <a:pt x="74844" y="4439"/>
                  <a:pt x="83723" y="13107"/>
                </a:cubicBezTo>
                <a:cubicBezTo>
                  <a:pt x="92605" y="21773"/>
                  <a:pt x="97043" y="32766"/>
                  <a:pt x="97043" y="46084"/>
                </a:cubicBezTo>
                <a:cubicBezTo>
                  <a:pt x="97043" y="59612"/>
                  <a:pt x="91125" y="70605"/>
                  <a:pt x="79708" y="79059"/>
                </a:cubicBezTo>
                <a:cubicBezTo>
                  <a:pt x="86049" y="82654"/>
                  <a:pt x="90912" y="87728"/>
                  <a:pt x="94719" y="94282"/>
                </a:cubicBezTo>
                <a:cubicBezTo>
                  <a:pt x="98523" y="101046"/>
                  <a:pt x="100214" y="108444"/>
                  <a:pt x="100214" y="116477"/>
                </a:cubicBezTo>
                <a:cubicBezTo>
                  <a:pt x="100214" y="130641"/>
                  <a:pt x="95564" y="142267"/>
                  <a:pt x="86473" y="151144"/>
                </a:cubicBezTo>
                <a:cubicBezTo>
                  <a:pt x="77170" y="160022"/>
                  <a:pt x="65330" y="164465"/>
                  <a:pt x="50741" y="164465"/>
                </a:cubicBezTo>
                <a:cubicBezTo>
                  <a:pt x="36152" y="164465"/>
                  <a:pt x="24100" y="160022"/>
                  <a:pt x="14376" y="150932"/>
                </a:cubicBezTo>
                <a:cubicBezTo>
                  <a:pt x="4651" y="142055"/>
                  <a:pt x="0" y="130641"/>
                  <a:pt x="210" y="116900"/>
                </a:cubicBezTo>
                <a:cubicBezTo>
                  <a:pt x="210" y="99143"/>
                  <a:pt x="7398" y="86461"/>
                  <a:pt x="21776" y="7927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" name="path-404">
            <a:extLst xmlns:a="http://schemas.openxmlformats.org/drawingml/2006/main">
              <a:ext uri="{FF2B5EF4-FFF2-40B4-BE49-F238E27FC236}">
                <a16:creationId xmlns:a16="http://schemas.microsoft.com/office/drawing/2014/main" id="{8A13E0C0-F43D-442B-8505-7A4D7FD8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4824" y="1977507"/>
            <a:ext cx="295999" cy="175455"/>
          </a:xfrm>
          <a:custGeom xmlns:a="http://schemas.openxmlformats.org/drawingml/2006/main">
            <a:pathLst>
              <a:path w="295999" h="175455">
                <a:moveTo>
                  <a:pt x="0" y="0"/>
                </a:moveTo>
                <a:lnTo>
                  <a:pt x="295999" y="0"/>
                </a:lnTo>
                <a:lnTo>
                  <a:pt x="295999" y="175455"/>
                </a:lnTo>
                <a:lnTo>
                  <a:pt x="0" y="175455"/>
                </a:lnTo>
                <a:close/>
              </a:path>
            </a:pathLst>
          </a:custGeom>
          <a:solidFill xmlns:a="http://schemas.openxmlformats.org/drawingml/2006/main">
            <a:srgbClr val="9E9E9E"/>
          </a:solidFill>
          <a:ln xmlns:a="http://schemas.openxmlformats.org/drawingml/2006/main" w="11745">
            <a:solidFill>
              <a:srgbClr val="FFFFFF"/>
            </a:solidFill>
            <a:prstDash val="solid"/>
          </a:ln>
        </p:spPr>
      </p:sp>
      <p:sp>
        <p:nvSpPr>
          <p:cNvPr id="452" name="path-405">
            <a:extLst xmlns:a="http://schemas.openxmlformats.org/drawingml/2006/main">
              <a:ext uri="{FF2B5EF4-FFF2-40B4-BE49-F238E27FC236}">
                <a16:creationId xmlns:a16="http://schemas.microsoft.com/office/drawing/2014/main" id="{DE3BB117-E7EF-4782-84E7-5533C674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1168" y="1975604"/>
            <a:ext cx="155823" cy="165306"/>
          </a:xfrm>
          <a:custGeom xmlns:a="http://schemas.openxmlformats.org/drawingml/2006/main">
            <a:pathLst>
              <a:path w="155823" h="165306">
                <a:moveTo>
                  <a:pt x="89857" y="79483"/>
                </a:moveTo>
                <a:lnTo>
                  <a:pt x="155823" y="79483"/>
                </a:lnTo>
                <a:lnTo>
                  <a:pt x="155823" y="84768"/>
                </a:lnTo>
                <a:cubicBezTo>
                  <a:pt x="155611" y="96816"/>
                  <a:pt x="154132" y="107174"/>
                  <a:pt x="151383" y="116054"/>
                </a:cubicBezTo>
                <a:cubicBezTo>
                  <a:pt x="148633" y="124933"/>
                  <a:pt x="143983" y="133174"/>
                  <a:pt x="137641" y="140575"/>
                </a:cubicBezTo>
                <a:cubicBezTo>
                  <a:pt x="122841" y="157064"/>
                  <a:pt x="104024" y="165306"/>
                  <a:pt x="81401" y="165306"/>
                </a:cubicBezTo>
                <a:cubicBezTo>
                  <a:pt x="58777" y="165306"/>
                  <a:pt x="39538" y="157275"/>
                  <a:pt x="23681" y="141208"/>
                </a:cubicBezTo>
                <a:cubicBezTo>
                  <a:pt x="7823" y="125143"/>
                  <a:pt x="0" y="105694"/>
                  <a:pt x="0" y="82864"/>
                </a:cubicBezTo>
                <a:cubicBezTo>
                  <a:pt x="0" y="60034"/>
                  <a:pt x="8033" y="40586"/>
                  <a:pt x="24104" y="24309"/>
                </a:cubicBezTo>
                <a:cubicBezTo>
                  <a:pt x="40171" y="8242"/>
                  <a:pt x="60047" y="0"/>
                  <a:pt x="83304" y="0"/>
                </a:cubicBezTo>
                <a:cubicBezTo>
                  <a:pt x="95566" y="0"/>
                  <a:pt x="107196" y="2748"/>
                  <a:pt x="117768" y="7823"/>
                </a:cubicBezTo>
                <a:cubicBezTo>
                  <a:pt x="128337" y="12894"/>
                  <a:pt x="138697" y="21139"/>
                  <a:pt x="148633" y="32553"/>
                </a:cubicBezTo>
                <a:lnTo>
                  <a:pt x="131508" y="48831"/>
                </a:lnTo>
                <a:cubicBezTo>
                  <a:pt x="118400" y="31496"/>
                  <a:pt x="102333" y="22830"/>
                  <a:pt x="83727" y="22830"/>
                </a:cubicBezTo>
                <a:cubicBezTo>
                  <a:pt x="66814" y="22830"/>
                  <a:pt x="52645" y="28748"/>
                  <a:pt x="41230" y="40162"/>
                </a:cubicBezTo>
                <a:cubicBezTo>
                  <a:pt x="29811" y="51791"/>
                  <a:pt x="24104" y="66164"/>
                  <a:pt x="24104" y="83499"/>
                </a:cubicBezTo>
                <a:cubicBezTo>
                  <a:pt x="24104" y="101046"/>
                  <a:pt x="30234" y="115419"/>
                  <a:pt x="42499" y="126411"/>
                </a:cubicBezTo>
                <a:cubicBezTo>
                  <a:pt x="54761" y="137617"/>
                  <a:pt x="67445" y="143112"/>
                  <a:pt x="80344" y="143112"/>
                </a:cubicBezTo>
                <a:cubicBezTo>
                  <a:pt x="93029" y="143112"/>
                  <a:pt x="104235" y="139097"/>
                  <a:pt x="113749" y="131063"/>
                </a:cubicBezTo>
                <a:cubicBezTo>
                  <a:pt x="123050" y="123030"/>
                  <a:pt x="128337" y="113516"/>
                  <a:pt x="129607" y="102103"/>
                </a:cubicBezTo>
                <a:lnTo>
                  <a:pt x="89857" y="102103"/>
                </a:lnTo>
                <a:lnTo>
                  <a:pt x="89857" y="7948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3" name="path-406">
            <a:extLst xmlns:a="http://schemas.openxmlformats.org/drawingml/2006/main">
              <a:ext uri="{FF2B5EF4-FFF2-40B4-BE49-F238E27FC236}">
                <a16:creationId xmlns:a16="http://schemas.microsoft.com/office/drawing/2014/main" id="{3634E51D-DC30-4831-81CC-9783DD9A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013" y="1978775"/>
            <a:ext cx="89435" cy="159389"/>
          </a:xfrm>
          <a:custGeom xmlns:a="http://schemas.openxmlformats.org/drawingml/2006/main">
            <a:pathLst>
              <a:path w="89435" h="159389">
                <a:moveTo>
                  <a:pt x="24104" y="72295"/>
                </a:moveTo>
                <a:lnTo>
                  <a:pt x="33194" y="72295"/>
                </a:lnTo>
                <a:cubicBezTo>
                  <a:pt x="55183" y="72295"/>
                  <a:pt x="66176" y="63841"/>
                  <a:pt x="66176" y="46929"/>
                </a:cubicBezTo>
                <a:cubicBezTo>
                  <a:pt x="66176" y="30442"/>
                  <a:pt x="54760" y="22195"/>
                  <a:pt x="32137" y="22195"/>
                </a:cubicBezTo>
                <a:lnTo>
                  <a:pt x="24104" y="22195"/>
                </a:lnTo>
                <a:lnTo>
                  <a:pt x="24104" y="72295"/>
                </a:lnTo>
                <a:moveTo>
                  <a:pt x="24104" y="94704"/>
                </a:moveTo>
                <a:lnTo>
                  <a:pt x="24104" y="159389"/>
                </a:lnTo>
                <a:lnTo>
                  <a:pt x="0" y="159389"/>
                </a:lnTo>
                <a:lnTo>
                  <a:pt x="0" y="0"/>
                </a:lnTo>
                <a:lnTo>
                  <a:pt x="27275" y="0"/>
                </a:lnTo>
                <a:cubicBezTo>
                  <a:pt x="40384" y="0"/>
                  <a:pt x="50534" y="1057"/>
                  <a:pt x="57510" y="2748"/>
                </a:cubicBezTo>
                <a:cubicBezTo>
                  <a:pt x="64276" y="4652"/>
                  <a:pt x="70406" y="8243"/>
                  <a:pt x="75693" y="13318"/>
                </a:cubicBezTo>
                <a:cubicBezTo>
                  <a:pt x="84782" y="22407"/>
                  <a:pt x="89435" y="34033"/>
                  <a:pt x="89435" y="47985"/>
                </a:cubicBezTo>
                <a:cubicBezTo>
                  <a:pt x="89435" y="62149"/>
                  <a:pt x="84573" y="73564"/>
                  <a:pt x="74845" y="82019"/>
                </a:cubicBezTo>
                <a:cubicBezTo>
                  <a:pt x="65121" y="90474"/>
                  <a:pt x="51800" y="94704"/>
                  <a:pt x="35309" y="94704"/>
                </a:cubicBezTo>
                <a:lnTo>
                  <a:pt x="24104" y="9470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" name="path-407">
            <a:extLst xmlns:a="http://schemas.openxmlformats.org/drawingml/2006/main">
              <a:ext uri="{FF2B5EF4-FFF2-40B4-BE49-F238E27FC236}">
                <a16:creationId xmlns:a16="http://schemas.microsoft.com/office/drawing/2014/main" id="{57FF50B2-6BA5-464A-8EC9-EF30BA31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4482" y="1978775"/>
            <a:ext cx="97257" cy="159389"/>
          </a:xfrm>
          <a:custGeom xmlns:a="http://schemas.openxmlformats.org/drawingml/2006/main">
            <a:pathLst>
              <a:path w="97257" h="159389">
                <a:moveTo>
                  <a:pt x="60679" y="22619"/>
                </a:moveTo>
                <a:lnTo>
                  <a:pt x="60679" y="159389"/>
                </a:lnTo>
                <a:lnTo>
                  <a:pt x="36788" y="159389"/>
                </a:lnTo>
                <a:lnTo>
                  <a:pt x="36788" y="22619"/>
                </a:lnTo>
                <a:lnTo>
                  <a:pt x="0" y="22619"/>
                </a:lnTo>
                <a:lnTo>
                  <a:pt x="0" y="0"/>
                </a:lnTo>
                <a:lnTo>
                  <a:pt x="97257" y="0"/>
                </a:lnTo>
                <a:lnTo>
                  <a:pt x="97257" y="22619"/>
                </a:lnTo>
                <a:lnTo>
                  <a:pt x="60679" y="226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5" name="path-408">
            <a:extLst xmlns:a="http://schemas.openxmlformats.org/drawingml/2006/main">
              <a:ext uri="{FF2B5EF4-FFF2-40B4-BE49-F238E27FC236}">
                <a16:creationId xmlns:a16="http://schemas.microsoft.com/office/drawing/2014/main" id="{184830FB-CB8C-43E2-B35D-7343BC6A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4064" y="2076860"/>
            <a:ext cx="46093" cy="20293"/>
          </a:xfrm>
          <a:custGeom xmlns:a="http://schemas.openxmlformats.org/drawingml/2006/main">
            <a:pathLst>
              <a:path w="46093" h="20293">
                <a:moveTo>
                  <a:pt x="0" y="0"/>
                </a:moveTo>
                <a:lnTo>
                  <a:pt x="46093" y="0"/>
                </a:lnTo>
                <a:lnTo>
                  <a:pt x="46093" y="20293"/>
                </a:lnTo>
                <a:lnTo>
                  <a:pt x="0" y="202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6" name="path-409">
            <a:extLst xmlns:a="http://schemas.openxmlformats.org/drawingml/2006/main">
              <a:ext uri="{FF2B5EF4-FFF2-40B4-BE49-F238E27FC236}">
                <a16:creationId xmlns:a16="http://schemas.microsoft.com/office/drawing/2014/main" id="{8D1C0FCD-7CA5-4E93-A185-BC7AAE0C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4173" y="1978775"/>
            <a:ext cx="109518" cy="161716"/>
          </a:xfrm>
          <a:custGeom xmlns:a="http://schemas.openxmlformats.org/drawingml/2006/main">
            <a:pathLst>
              <a:path w="109518" h="161716">
                <a:moveTo>
                  <a:pt x="56448" y="48620"/>
                </a:moveTo>
                <a:cubicBezTo>
                  <a:pt x="71884" y="48620"/>
                  <a:pt x="84572" y="53904"/>
                  <a:pt x="94508" y="64264"/>
                </a:cubicBezTo>
                <a:cubicBezTo>
                  <a:pt x="104445" y="74834"/>
                  <a:pt x="109518" y="88149"/>
                  <a:pt x="109518" y="104638"/>
                </a:cubicBezTo>
                <a:cubicBezTo>
                  <a:pt x="109518" y="121127"/>
                  <a:pt x="103809" y="134866"/>
                  <a:pt x="92605" y="145649"/>
                </a:cubicBezTo>
                <a:cubicBezTo>
                  <a:pt x="81188" y="156429"/>
                  <a:pt x="67021" y="161716"/>
                  <a:pt x="49895" y="161716"/>
                </a:cubicBezTo>
                <a:cubicBezTo>
                  <a:pt x="28755" y="161716"/>
                  <a:pt x="12051" y="151990"/>
                  <a:pt x="0" y="132331"/>
                </a:cubicBezTo>
                <a:lnTo>
                  <a:pt x="18182" y="116899"/>
                </a:lnTo>
                <a:cubicBezTo>
                  <a:pt x="23255" y="125353"/>
                  <a:pt x="28332" y="131484"/>
                  <a:pt x="33404" y="134866"/>
                </a:cubicBezTo>
                <a:cubicBezTo>
                  <a:pt x="38480" y="138251"/>
                  <a:pt x="45244" y="140153"/>
                  <a:pt x="53702" y="140153"/>
                </a:cubicBezTo>
                <a:cubicBezTo>
                  <a:pt x="62160" y="140153"/>
                  <a:pt x="69771" y="136769"/>
                  <a:pt x="76325" y="130004"/>
                </a:cubicBezTo>
                <a:cubicBezTo>
                  <a:pt x="82667" y="123241"/>
                  <a:pt x="86050" y="114784"/>
                  <a:pt x="86050" y="104638"/>
                </a:cubicBezTo>
                <a:cubicBezTo>
                  <a:pt x="86050" y="94492"/>
                  <a:pt x="82667" y="86247"/>
                  <a:pt x="76325" y="79483"/>
                </a:cubicBezTo>
                <a:cubicBezTo>
                  <a:pt x="69771" y="72930"/>
                  <a:pt x="61315" y="69759"/>
                  <a:pt x="51165" y="69759"/>
                </a:cubicBezTo>
                <a:cubicBezTo>
                  <a:pt x="41016" y="69759"/>
                  <a:pt x="31926" y="74621"/>
                  <a:pt x="24100" y="83922"/>
                </a:cubicBezTo>
                <a:lnTo>
                  <a:pt x="16279" y="83922"/>
                </a:lnTo>
                <a:lnTo>
                  <a:pt x="41226" y="0"/>
                </a:lnTo>
                <a:lnTo>
                  <a:pt x="107192" y="0"/>
                </a:lnTo>
                <a:lnTo>
                  <a:pt x="107192" y="22619"/>
                </a:lnTo>
                <a:lnTo>
                  <a:pt x="57932" y="22619"/>
                </a:lnTo>
                <a:lnTo>
                  <a:pt x="50107" y="49044"/>
                </a:lnTo>
                <a:cubicBezTo>
                  <a:pt x="52434" y="48832"/>
                  <a:pt x="54549" y="48620"/>
                  <a:pt x="56448" y="4862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7" name="path-410">
            <a:extLst xmlns:a="http://schemas.openxmlformats.org/drawingml/2006/main">
              <a:ext uri="{FF2B5EF4-FFF2-40B4-BE49-F238E27FC236}">
                <a16:creationId xmlns:a16="http://schemas.microsoft.com/office/drawing/2014/main" id="{BFB6CD77-FC3B-44D1-9718-417C1158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8788" y="2112373"/>
            <a:ext cx="28753" cy="28536"/>
          </a:xfrm>
          <a:custGeom xmlns:a="http://schemas.openxmlformats.org/drawingml/2006/main">
            <a:pathLst>
              <a:path w="28753" h="28536">
                <a:moveTo>
                  <a:pt x="4229" y="24522"/>
                </a:moveTo>
                <a:cubicBezTo>
                  <a:pt x="1270" y="21986"/>
                  <a:pt x="0" y="18602"/>
                  <a:pt x="0" y="14588"/>
                </a:cubicBezTo>
                <a:cubicBezTo>
                  <a:pt x="0" y="10569"/>
                  <a:pt x="1270" y="7186"/>
                  <a:pt x="4229" y="4228"/>
                </a:cubicBezTo>
                <a:cubicBezTo>
                  <a:pt x="6978" y="1480"/>
                  <a:pt x="10361" y="0"/>
                  <a:pt x="14377" y="0"/>
                </a:cubicBezTo>
                <a:cubicBezTo>
                  <a:pt x="18184" y="0"/>
                  <a:pt x="21568" y="1480"/>
                  <a:pt x="24527" y="4228"/>
                </a:cubicBezTo>
                <a:cubicBezTo>
                  <a:pt x="27273" y="7186"/>
                  <a:pt x="28753" y="10569"/>
                  <a:pt x="28753" y="14376"/>
                </a:cubicBezTo>
                <a:cubicBezTo>
                  <a:pt x="28753" y="18602"/>
                  <a:pt x="27273" y="21986"/>
                  <a:pt x="24527" y="24522"/>
                </a:cubicBezTo>
                <a:cubicBezTo>
                  <a:pt x="21779" y="27058"/>
                  <a:pt x="18396" y="28536"/>
                  <a:pt x="14377" y="28536"/>
                </a:cubicBezTo>
                <a:cubicBezTo>
                  <a:pt x="10361" y="28536"/>
                  <a:pt x="6978" y="27058"/>
                  <a:pt x="4229" y="2452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8" name="path-411">
            <a:extLst xmlns:a="http://schemas.openxmlformats.org/drawingml/2006/main">
              <a:ext uri="{FF2B5EF4-FFF2-40B4-BE49-F238E27FC236}">
                <a16:creationId xmlns:a16="http://schemas.microsoft.com/office/drawing/2014/main" id="{C77D8DB4-430A-41D6-835D-89BC4F6A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7838" y="1966935"/>
            <a:ext cx="119247" cy="171228"/>
          </a:xfrm>
          <a:custGeom xmlns:a="http://schemas.openxmlformats.org/drawingml/2006/main">
            <a:pathLst>
              <a:path w="119247" h="171228">
                <a:moveTo>
                  <a:pt x="78229" y="126835"/>
                </a:moveTo>
                <a:lnTo>
                  <a:pt x="78229" y="73353"/>
                </a:lnTo>
                <a:lnTo>
                  <a:pt x="41653" y="126835"/>
                </a:lnTo>
                <a:lnTo>
                  <a:pt x="78229" y="126835"/>
                </a:lnTo>
                <a:moveTo>
                  <a:pt x="102333" y="126835"/>
                </a:moveTo>
                <a:lnTo>
                  <a:pt x="119247" y="126835"/>
                </a:lnTo>
                <a:lnTo>
                  <a:pt x="119247" y="148609"/>
                </a:lnTo>
                <a:lnTo>
                  <a:pt x="102333" y="148609"/>
                </a:lnTo>
                <a:lnTo>
                  <a:pt x="102333" y="171228"/>
                </a:lnTo>
                <a:lnTo>
                  <a:pt x="78229" y="171228"/>
                </a:lnTo>
                <a:lnTo>
                  <a:pt x="78229" y="148609"/>
                </a:lnTo>
                <a:lnTo>
                  <a:pt x="0" y="148609"/>
                </a:lnTo>
                <a:lnTo>
                  <a:pt x="102333" y="0"/>
                </a:lnTo>
                <a:lnTo>
                  <a:pt x="102333" y="12683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9" name="path-412">
            <a:extLst xmlns:a="http://schemas.openxmlformats.org/drawingml/2006/main">
              <a:ext uri="{FF2B5EF4-FFF2-40B4-BE49-F238E27FC236}">
                <a16:creationId xmlns:a16="http://schemas.microsoft.com/office/drawing/2014/main" id="{91318D1C-810A-42D3-9234-6DA8D898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4824" y="2333348"/>
            <a:ext cx="295999" cy="175455"/>
          </a:xfrm>
          <a:custGeom xmlns:a="http://schemas.openxmlformats.org/drawingml/2006/main">
            <a:pathLst>
              <a:path w="295999" h="175455">
                <a:moveTo>
                  <a:pt x="0" y="0"/>
                </a:moveTo>
                <a:lnTo>
                  <a:pt x="295999" y="0"/>
                </a:lnTo>
                <a:lnTo>
                  <a:pt x="295999" y="175455"/>
                </a:lnTo>
                <a:lnTo>
                  <a:pt x="0" y="175455"/>
                </a:lnTo>
                <a:close/>
              </a:path>
            </a:pathLst>
          </a:custGeom>
          <a:solidFill xmlns:a="http://schemas.openxmlformats.org/drawingml/2006/main">
            <a:srgbClr val="6CABA4"/>
          </a:solidFill>
          <a:ln xmlns:a="http://schemas.openxmlformats.org/drawingml/2006/main" w="11745">
            <a:solidFill>
              <a:srgbClr val="FFFFFF"/>
            </a:solidFill>
            <a:prstDash val="solid"/>
          </a:ln>
        </p:spPr>
      </p:sp>
      <p:sp>
        <p:nvSpPr>
          <p:cNvPr id="460" name="path-413">
            <a:extLst xmlns:a="http://schemas.openxmlformats.org/drawingml/2006/main">
              <a:ext uri="{FF2B5EF4-FFF2-40B4-BE49-F238E27FC236}">
                <a16:creationId xmlns:a16="http://schemas.microsoft.com/office/drawing/2014/main" id="{FBE9AF6A-E780-4928-BF3B-33B68CA4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1168" y="2331446"/>
            <a:ext cx="155823" cy="165309"/>
          </a:xfrm>
          <a:custGeom xmlns:a="http://schemas.openxmlformats.org/drawingml/2006/main">
            <a:pathLst>
              <a:path w="155823" h="165309">
                <a:moveTo>
                  <a:pt x="89857" y="79483"/>
                </a:moveTo>
                <a:lnTo>
                  <a:pt x="155823" y="79483"/>
                </a:lnTo>
                <a:lnTo>
                  <a:pt x="155823" y="84767"/>
                </a:lnTo>
                <a:cubicBezTo>
                  <a:pt x="155611" y="96817"/>
                  <a:pt x="154132" y="107176"/>
                  <a:pt x="151383" y="116054"/>
                </a:cubicBezTo>
                <a:cubicBezTo>
                  <a:pt x="148633" y="124931"/>
                  <a:pt x="143983" y="133177"/>
                  <a:pt x="137641" y="140575"/>
                </a:cubicBezTo>
                <a:cubicBezTo>
                  <a:pt x="122841" y="157064"/>
                  <a:pt x="104024" y="165309"/>
                  <a:pt x="81401" y="165309"/>
                </a:cubicBezTo>
                <a:cubicBezTo>
                  <a:pt x="58777" y="165309"/>
                  <a:pt x="39538" y="157276"/>
                  <a:pt x="23681" y="141209"/>
                </a:cubicBezTo>
                <a:cubicBezTo>
                  <a:pt x="7823" y="125143"/>
                  <a:pt x="0" y="105696"/>
                  <a:pt x="0" y="82866"/>
                </a:cubicBezTo>
                <a:cubicBezTo>
                  <a:pt x="0" y="60036"/>
                  <a:pt x="8033" y="40585"/>
                  <a:pt x="24104" y="24310"/>
                </a:cubicBezTo>
                <a:cubicBezTo>
                  <a:pt x="40171" y="8243"/>
                  <a:pt x="60047" y="0"/>
                  <a:pt x="83304" y="0"/>
                </a:cubicBezTo>
                <a:cubicBezTo>
                  <a:pt x="95566" y="0"/>
                  <a:pt x="107196" y="2748"/>
                  <a:pt x="117768" y="7821"/>
                </a:cubicBezTo>
                <a:cubicBezTo>
                  <a:pt x="128337" y="12894"/>
                  <a:pt x="138697" y="21139"/>
                  <a:pt x="148633" y="32554"/>
                </a:cubicBezTo>
                <a:lnTo>
                  <a:pt x="131508" y="48832"/>
                </a:lnTo>
                <a:cubicBezTo>
                  <a:pt x="118400" y="31496"/>
                  <a:pt x="102333" y="22830"/>
                  <a:pt x="83727" y="22830"/>
                </a:cubicBezTo>
                <a:cubicBezTo>
                  <a:pt x="66814" y="22830"/>
                  <a:pt x="52645" y="28748"/>
                  <a:pt x="41230" y="40165"/>
                </a:cubicBezTo>
                <a:cubicBezTo>
                  <a:pt x="29811" y="51791"/>
                  <a:pt x="24104" y="66167"/>
                  <a:pt x="24104" y="83499"/>
                </a:cubicBezTo>
                <a:cubicBezTo>
                  <a:pt x="24104" y="101046"/>
                  <a:pt x="30234" y="115419"/>
                  <a:pt x="42499" y="126412"/>
                </a:cubicBezTo>
                <a:cubicBezTo>
                  <a:pt x="54761" y="137617"/>
                  <a:pt x="67445" y="143112"/>
                  <a:pt x="80344" y="143112"/>
                </a:cubicBezTo>
                <a:cubicBezTo>
                  <a:pt x="93029" y="143112"/>
                  <a:pt x="104235" y="139097"/>
                  <a:pt x="113749" y="131062"/>
                </a:cubicBezTo>
                <a:cubicBezTo>
                  <a:pt x="123050" y="123028"/>
                  <a:pt x="128337" y="113516"/>
                  <a:pt x="129607" y="102101"/>
                </a:cubicBezTo>
                <a:lnTo>
                  <a:pt x="89857" y="102101"/>
                </a:lnTo>
                <a:lnTo>
                  <a:pt x="89857" y="7948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1" name="path-414">
            <a:extLst xmlns:a="http://schemas.openxmlformats.org/drawingml/2006/main">
              <a:ext uri="{FF2B5EF4-FFF2-40B4-BE49-F238E27FC236}">
                <a16:creationId xmlns:a16="http://schemas.microsoft.com/office/drawing/2014/main" id="{508CB1CA-24D1-4103-A961-7A12CB1E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924" y="2390635"/>
            <a:ext cx="97253" cy="106120"/>
          </a:xfrm>
          <a:custGeom xmlns:a="http://schemas.openxmlformats.org/drawingml/2006/main">
            <a:pathLst>
              <a:path w="97253" h="106120">
                <a:moveTo>
                  <a:pt x="49050" y="20926"/>
                </a:moveTo>
                <a:cubicBezTo>
                  <a:pt x="40170" y="20926"/>
                  <a:pt x="33615" y="24733"/>
                  <a:pt x="29176" y="31920"/>
                </a:cubicBezTo>
                <a:cubicBezTo>
                  <a:pt x="27486" y="34246"/>
                  <a:pt x="26426" y="36782"/>
                  <a:pt x="25795" y="39531"/>
                </a:cubicBezTo>
                <a:lnTo>
                  <a:pt x="72518" y="39531"/>
                </a:lnTo>
                <a:cubicBezTo>
                  <a:pt x="69136" y="27270"/>
                  <a:pt x="61314" y="20926"/>
                  <a:pt x="49050" y="20926"/>
                </a:cubicBezTo>
                <a:moveTo>
                  <a:pt x="49261" y="85614"/>
                </a:moveTo>
                <a:cubicBezTo>
                  <a:pt x="55816" y="85614"/>
                  <a:pt x="61100" y="84345"/>
                  <a:pt x="64905" y="81386"/>
                </a:cubicBezTo>
                <a:cubicBezTo>
                  <a:pt x="68499" y="78639"/>
                  <a:pt x="72730" y="73565"/>
                  <a:pt x="77591" y="66167"/>
                </a:cubicBezTo>
                <a:lnTo>
                  <a:pt x="97253" y="76947"/>
                </a:lnTo>
                <a:cubicBezTo>
                  <a:pt x="88375" y="92167"/>
                  <a:pt x="77380" y="101469"/>
                  <a:pt x="64272" y="104428"/>
                </a:cubicBezTo>
                <a:cubicBezTo>
                  <a:pt x="59623" y="105485"/>
                  <a:pt x="54756" y="106120"/>
                  <a:pt x="49682" y="106120"/>
                </a:cubicBezTo>
                <a:cubicBezTo>
                  <a:pt x="34670" y="106120"/>
                  <a:pt x="22620" y="101469"/>
                  <a:pt x="13530" y="91743"/>
                </a:cubicBezTo>
                <a:cubicBezTo>
                  <a:pt x="4437" y="82231"/>
                  <a:pt x="0" y="69337"/>
                  <a:pt x="0" y="53271"/>
                </a:cubicBezTo>
                <a:cubicBezTo>
                  <a:pt x="0" y="37417"/>
                  <a:pt x="4226" y="24522"/>
                  <a:pt x="13107" y="14587"/>
                </a:cubicBezTo>
                <a:cubicBezTo>
                  <a:pt x="21988" y="4862"/>
                  <a:pt x="33828" y="0"/>
                  <a:pt x="48626" y="0"/>
                </a:cubicBezTo>
                <a:cubicBezTo>
                  <a:pt x="63425" y="212"/>
                  <a:pt x="75056" y="5075"/>
                  <a:pt x="83513" y="14376"/>
                </a:cubicBezTo>
                <a:cubicBezTo>
                  <a:pt x="91971" y="23677"/>
                  <a:pt x="96408" y="36571"/>
                  <a:pt x="96408" y="53060"/>
                </a:cubicBezTo>
                <a:lnTo>
                  <a:pt x="96197" y="58556"/>
                </a:lnTo>
                <a:lnTo>
                  <a:pt x="24311" y="58556"/>
                </a:lnTo>
                <a:cubicBezTo>
                  <a:pt x="24735" y="67010"/>
                  <a:pt x="27486" y="73565"/>
                  <a:pt x="32136" y="78216"/>
                </a:cubicBezTo>
                <a:cubicBezTo>
                  <a:pt x="36786" y="83077"/>
                  <a:pt x="42497" y="85614"/>
                  <a:pt x="49261" y="856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2" name="path-415">
            <a:extLst xmlns:a="http://schemas.openxmlformats.org/drawingml/2006/main">
              <a:ext uri="{FF2B5EF4-FFF2-40B4-BE49-F238E27FC236}">
                <a16:creationId xmlns:a16="http://schemas.microsoft.com/office/drawing/2014/main" id="{56125D0E-9602-4BD8-9545-0D08DBF9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9492" y="2390635"/>
            <a:ext cx="138064" cy="103370"/>
          </a:xfrm>
          <a:custGeom xmlns:a="http://schemas.openxmlformats.org/drawingml/2006/main">
            <a:pathLst>
              <a:path w="138064" h="103370">
                <a:moveTo>
                  <a:pt x="0" y="2748"/>
                </a:moveTo>
                <a:lnTo>
                  <a:pt x="23258" y="2748"/>
                </a:lnTo>
                <a:lnTo>
                  <a:pt x="23258" y="12049"/>
                </a:lnTo>
                <a:cubicBezTo>
                  <a:pt x="27699" y="7398"/>
                  <a:pt x="31506" y="4440"/>
                  <a:pt x="34887" y="2748"/>
                </a:cubicBezTo>
                <a:cubicBezTo>
                  <a:pt x="38270" y="1056"/>
                  <a:pt x="42286" y="212"/>
                  <a:pt x="47359" y="0"/>
                </a:cubicBezTo>
                <a:cubicBezTo>
                  <a:pt x="58777" y="0"/>
                  <a:pt x="67657" y="5075"/>
                  <a:pt x="74423" y="15009"/>
                </a:cubicBezTo>
                <a:cubicBezTo>
                  <a:pt x="81612" y="5075"/>
                  <a:pt x="91549" y="0"/>
                  <a:pt x="104025" y="0"/>
                </a:cubicBezTo>
                <a:cubicBezTo>
                  <a:pt x="126645" y="0"/>
                  <a:pt x="138064" y="13741"/>
                  <a:pt x="138064" y="41222"/>
                </a:cubicBezTo>
                <a:lnTo>
                  <a:pt x="138064" y="103370"/>
                </a:lnTo>
                <a:lnTo>
                  <a:pt x="114595" y="103370"/>
                </a:lnTo>
                <a:lnTo>
                  <a:pt x="114595" y="47564"/>
                </a:lnTo>
                <a:cubicBezTo>
                  <a:pt x="114595" y="37839"/>
                  <a:pt x="113325" y="31076"/>
                  <a:pt x="111001" y="27058"/>
                </a:cubicBezTo>
                <a:cubicBezTo>
                  <a:pt x="108675" y="23042"/>
                  <a:pt x="104448" y="20926"/>
                  <a:pt x="98527" y="20926"/>
                </a:cubicBezTo>
                <a:cubicBezTo>
                  <a:pt x="92605" y="20926"/>
                  <a:pt x="88165" y="23466"/>
                  <a:pt x="85207" y="28328"/>
                </a:cubicBezTo>
                <a:cubicBezTo>
                  <a:pt x="82247" y="33188"/>
                  <a:pt x="80977" y="40797"/>
                  <a:pt x="80977" y="51368"/>
                </a:cubicBezTo>
                <a:lnTo>
                  <a:pt x="80977" y="103370"/>
                </a:lnTo>
                <a:lnTo>
                  <a:pt x="57508" y="103370"/>
                </a:lnTo>
                <a:lnTo>
                  <a:pt x="57508" y="47775"/>
                </a:lnTo>
                <a:cubicBezTo>
                  <a:pt x="57508" y="30016"/>
                  <a:pt x="52223" y="20926"/>
                  <a:pt x="42075" y="20926"/>
                </a:cubicBezTo>
                <a:cubicBezTo>
                  <a:pt x="35520" y="20926"/>
                  <a:pt x="30657" y="23466"/>
                  <a:pt x="27699" y="28328"/>
                </a:cubicBezTo>
                <a:cubicBezTo>
                  <a:pt x="24739" y="33399"/>
                  <a:pt x="23258" y="41009"/>
                  <a:pt x="23258" y="51368"/>
                </a:cubicBezTo>
                <a:lnTo>
                  <a:pt x="23258" y="103370"/>
                </a:lnTo>
                <a:lnTo>
                  <a:pt x="0" y="103370"/>
                </a:lnTo>
                <a:lnTo>
                  <a:pt x="0" y="274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3" name="path-416">
            <a:extLst xmlns:a="http://schemas.openxmlformats.org/drawingml/2006/main">
              <a:ext uri="{FF2B5EF4-FFF2-40B4-BE49-F238E27FC236}">
                <a16:creationId xmlns:a16="http://schemas.microsoft.com/office/drawing/2014/main" id="{9972B0BD-9A70-44CB-B803-F864E656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350" y="2336730"/>
            <a:ext cx="30236" cy="157276"/>
          </a:xfrm>
          <a:custGeom xmlns:a="http://schemas.openxmlformats.org/drawingml/2006/main">
            <a:pathLst>
              <a:path w="30236" h="157276">
                <a:moveTo>
                  <a:pt x="4441" y="25790"/>
                </a:moveTo>
                <a:cubicBezTo>
                  <a:pt x="1481" y="22830"/>
                  <a:pt x="0" y="19238"/>
                  <a:pt x="0" y="15010"/>
                </a:cubicBezTo>
                <a:cubicBezTo>
                  <a:pt x="0" y="10993"/>
                  <a:pt x="1481" y="7401"/>
                  <a:pt x="4441" y="4439"/>
                </a:cubicBezTo>
                <a:cubicBezTo>
                  <a:pt x="7400" y="1480"/>
                  <a:pt x="10784" y="0"/>
                  <a:pt x="15012" y="0"/>
                </a:cubicBezTo>
                <a:cubicBezTo>
                  <a:pt x="19028" y="0"/>
                  <a:pt x="22623" y="1480"/>
                  <a:pt x="25795" y="4230"/>
                </a:cubicBezTo>
                <a:cubicBezTo>
                  <a:pt x="28756" y="7190"/>
                  <a:pt x="30236" y="10781"/>
                  <a:pt x="30236" y="15010"/>
                </a:cubicBezTo>
                <a:cubicBezTo>
                  <a:pt x="30024" y="19238"/>
                  <a:pt x="28542" y="22830"/>
                  <a:pt x="25581" y="25790"/>
                </a:cubicBezTo>
                <a:cubicBezTo>
                  <a:pt x="22623" y="28752"/>
                  <a:pt x="19239" y="30231"/>
                  <a:pt x="15012" y="30231"/>
                </a:cubicBezTo>
                <a:cubicBezTo>
                  <a:pt x="10784" y="30231"/>
                  <a:pt x="7400" y="28752"/>
                  <a:pt x="4441" y="25790"/>
                </a:cubicBezTo>
                <a:moveTo>
                  <a:pt x="26641" y="56653"/>
                </a:moveTo>
                <a:lnTo>
                  <a:pt x="26641" y="157276"/>
                </a:lnTo>
                <a:lnTo>
                  <a:pt x="3382" y="157276"/>
                </a:lnTo>
                <a:lnTo>
                  <a:pt x="3382" y="56653"/>
                </a:lnTo>
                <a:lnTo>
                  <a:pt x="26641" y="5665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4" name="path-417">
            <a:extLst xmlns:a="http://schemas.openxmlformats.org/drawingml/2006/main">
              <a:ext uri="{FF2B5EF4-FFF2-40B4-BE49-F238E27FC236}">
                <a16:creationId xmlns:a16="http://schemas.microsoft.com/office/drawing/2014/main" id="{883B9767-74EC-48D4-8856-0BED0BEE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9376" y="2390635"/>
            <a:ext cx="86685" cy="103370"/>
          </a:xfrm>
          <a:custGeom xmlns:a="http://schemas.openxmlformats.org/drawingml/2006/main">
            <a:pathLst>
              <a:path w="86685" h="103370">
                <a:moveTo>
                  <a:pt x="0" y="2748"/>
                </a:moveTo>
                <a:lnTo>
                  <a:pt x="23470" y="2748"/>
                </a:lnTo>
                <a:lnTo>
                  <a:pt x="23470" y="12049"/>
                </a:lnTo>
                <a:cubicBezTo>
                  <a:pt x="31503" y="4015"/>
                  <a:pt x="41018" y="0"/>
                  <a:pt x="52014" y="0"/>
                </a:cubicBezTo>
                <a:cubicBezTo>
                  <a:pt x="63006" y="0"/>
                  <a:pt x="71463" y="3595"/>
                  <a:pt x="77596" y="10357"/>
                </a:cubicBezTo>
                <a:cubicBezTo>
                  <a:pt x="83515" y="17124"/>
                  <a:pt x="86685" y="27693"/>
                  <a:pt x="86685" y="41645"/>
                </a:cubicBezTo>
                <a:lnTo>
                  <a:pt x="86685" y="103370"/>
                </a:lnTo>
                <a:lnTo>
                  <a:pt x="63430" y="103370"/>
                </a:lnTo>
                <a:lnTo>
                  <a:pt x="63430" y="47140"/>
                </a:lnTo>
                <a:cubicBezTo>
                  <a:pt x="63430" y="37417"/>
                  <a:pt x="61950" y="30440"/>
                  <a:pt x="59202" y="26637"/>
                </a:cubicBezTo>
                <a:cubicBezTo>
                  <a:pt x="56452" y="22830"/>
                  <a:pt x="51379" y="20926"/>
                  <a:pt x="43980" y="20926"/>
                </a:cubicBezTo>
                <a:cubicBezTo>
                  <a:pt x="36579" y="20926"/>
                  <a:pt x="31293" y="23466"/>
                  <a:pt x="28122" y="28538"/>
                </a:cubicBezTo>
                <a:cubicBezTo>
                  <a:pt x="24950" y="33611"/>
                  <a:pt x="23470" y="42489"/>
                  <a:pt x="23470" y="54963"/>
                </a:cubicBezTo>
                <a:lnTo>
                  <a:pt x="23470" y="103370"/>
                </a:lnTo>
                <a:lnTo>
                  <a:pt x="0" y="103370"/>
                </a:lnTo>
                <a:lnTo>
                  <a:pt x="0" y="274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5" name="path-418">
            <a:extLst xmlns:a="http://schemas.openxmlformats.org/drawingml/2006/main">
              <a:ext uri="{FF2B5EF4-FFF2-40B4-BE49-F238E27FC236}">
                <a16:creationId xmlns:a16="http://schemas.microsoft.com/office/drawing/2014/main" id="{87216335-EE83-49CF-82A0-33821A5A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1856" y="2336730"/>
            <a:ext cx="30234" cy="157276"/>
          </a:xfrm>
          <a:custGeom xmlns:a="http://schemas.openxmlformats.org/drawingml/2006/main">
            <a:pathLst>
              <a:path w="30234" h="157276">
                <a:moveTo>
                  <a:pt x="4442" y="25790"/>
                </a:moveTo>
                <a:cubicBezTo>
                  <a:pt x="1480" y="22830"/>
                  <a:pt x="0" y="19238"/>
                  <a:pt x="0" y="15010"/>
                </a:cubicBezTo>
                <a:cubicBezTo>
                  <a:pt x="0" y="10993"/>
                  <a:pt x="1480" y="7401"/>
                  <a:pt x="4442" y="4439"/>
                </a:cubicBezTo>
                <a:cubicBezTo>
                  <a:pt x="7402" y="1480"/>
                  <a:pt x="10784" y="0"/>
                  <a:pt x="15011" y="0"/>
                </a:cubicBezTo>
                <a:cubicBezTo>
                  <a:pt x="19030" y="0"/>
                  <a:pt x="22624" y="1480"/>
                  <a:pt x="25795" y="4230"/>
                </a:cubicBezTo>
                <a:cubicBezTo>
                  <a:pt x="28755" y="7190"/>
                  <a:pt x="30234" y="10781"/>
                  <a:pt x="30234" y="15010"/>
                </a:cubicBezTo>
                <a:cubicBezTo>
                  <a:pt x="30022" y="19238"/>
                  <a:pt x="28544" y="22830"/>
                  <a:pt x="25584" y="25790"/>
                </a:cubicBezTo>
                <a:cubicBezTo>
                  <a:pt x="22624" y="28752"/>
                  <a:pt x="19241" y="30231"/>
                  <a:pt x="15011" y="30231"/>
                </a:cubicBezTo>
                <a:cubicBezTo>
                  <a:pt x="10784" y="30231"/>
                  <a:pt x="7402" y="28752"/>
                  <a:pt x="4442" y="25790"/>
                </a:cubicBezTo>
                <a:moveTo>
                  <a:pt x="26639" y="56653"/>
                </a:moveTo>
                <a:lnTo>
                  <a:pt x="26639" y="157276"/>
                </a:lnTo>
                <a:lnTo>
                  <a:pt x="3384" y="157276"/>
                </a:lnTo>
                <a:lnTo>
                  <a:pt x="3384" y="56653"/>
                </a:lnTo>
                <a:lnTo>
                  <a:pt x="26639" y="5665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6" name="path-419">
            <a:extLst xmlns:a="http://schemas.openxmlformats.org/drawingml/2006/main">
              <a:ext uri="{FF2B5EF4-FFF2-40B4-BE49-F238E27FC236}">
                <a16:creationId xmlns:a16="http://schemas.microsoft.com/office/drawing/2014/main" id="{18E4C41B-2E46-4939-BE88-D561C1B8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08" y="2331869"/>
            <a:ext cx="101696" cy="164462"/>
          </a:xfrm>
          <a:custGeom xmlns:a="http://schemas.openxmlformats.org/drawingml/2006/main">
            <a:pathLst>
              <a:path w="101696" h="164462">
                <a:moveTo>
                  <a:pt x="45879" y="88149"/>
                </a:moveTo>
                <a:lnTo>
                  <a:pt x="45879" y="67644"/>
                </a:lnTo>
                <a:cubicBezTo>
                  <a:pt x="56028" y="67644"/>
                  <a:pt x="62795" y="66587"/>
                  <a:pt x="66388" y="64260"/>
                </a:cubicBezTo>
                <a:cubicBezTo>
                  <a:pt x="72519" y="60458"/>
                  <a:pt x="75691" y="54538"/>
                  <a:pt x="75691" y="46505"/>
                </a:cubicBezTo>
                <a:cubicBezTo>
                  <a:pt x="75691" y="38684"/>
                  <a:pt x="73365" y="32553"/>
                  <a:pt x="68924" y="28325"/>
                </a:cubicBezTo>
                <a:cubicBezTo>
                  <a:pt x="64275" y="24098"/>
                  <a:pt x="58565" y="21984"/>
                  <a:pt x="51798" y="21772"/>
                </a:cubicBezTo>
                <a:cubicBezTo>
                  <a:pt x="44824" y="21772"/>
                  <a:pt x="39537" y="23463"/>
                  <a:pt x="35944" y="26633"/>
                </a:cubicBezTo>
                <a:cubicBezTo>
                  <a:pt x="32560" y="30017"/>
                  <a:pt x="29809" y="35724"/>
                  <a:pt x="28118" y="43334"/>
                </a:cubicBezTo>
                <a:lnTo>
                  <a:pt x="4228" y="43334"/>
                </a:lnTo>
                <a:cubicBezTo>
                  <a:pt x="6766" y="28538"/>
                  <a:pt x="11840" y="17546"/>
                  <a:pt x="19450" y="10358"/>
                </a:cubicBezTo>
                <a:cubicBezTo>
                  <a:pt x="27063" y="3380"/>
                  <a:pt x="38056" y="0"/>
                  <a:pt x="52011" y="0"/>
                </a:cubicBezTo>
                <a:cubicBezTo>
                  <a:pt x="65753" y="0"/>
                  <a:pt x="76961" y="4017"/>
                  <a:pt x="85839" y="12261"/>
                </a:cubicBezTo>
                <a:cubicBezTo>
                  <a:pt x="94719" y="20716"/>
                  <a:pt x="99158" y="31708"/>
                  <a:pt x="99158" y="45449"/>
                </a:cubicBezTo>
                <a:cubicBezTo>
                  <a:pt x="99158" y="59189"/>
                  <a:pt x="93239" y="70182"/>
                  <a:pt x="81823" y="78213"/>
                </a:cubicBezTo>
                <a:cubicBezTo>
                  <a:pt x="94932" y="86036"/>
                  <a:pt x="101696" y="98720"/>
                  <a:pt x="101696" y="116054"/>
                </a:cubicBezTo>
                <a:cubicBezTo>
                  <a:pt x="101696" y="130428"/>
                  <a:pt x="96834" y="142054"/>
                  <a:pt x="87110" y="150933"/>
                </a:cubicBezTo>
                <a:cubicBezTo>
                  <a:pt x="77382" y="160024"/>
                  <a:pt x="65121" y="164462"/>
                  <a:pt x="50107" y="164462"/>
                </a:cubicBezTo>
                <a:cubicBezTo>
                  <a:pt x="30868" y="164462"/>
                  <a:pt x="16703" y="157486"/>
                  <a:pt x="7401" y="143535"/>
                </a:cubicBezTo>
                <a:cubicBezTo>
                  <a:pt x="3594" y="137614"/>
                  <a:pt x="1057" y="129583"/>
                  <a:pt x="0" y="119013"/>
                </a:cubicBezTo>
                <a:lnTo>
                  <a:pt x="23255" y="119013"/>
                </a:lnTo>
                <a:cubicBezTo>
                  <a:pt x="24524" y="126833"/>
                  <a:pt x="27487" y="132754"/>
                  <a:pt x="32348" y="136769"/>
                </a:cubicBezTo>
                <a:cubicBezTo>
                  <a:pt x="37000" y="140997"/>
                  <a:pt x="43343" y="142900"/>
                  <a:pt x="51166" y="142900"/>
                </a:cubicBezTo>
                <a:cubicBezTo>
                  <a:pt x="58776" y="142900"/>
                  <a:pt x="65330" y="140364"/>
                  <a:pt x="70404" y="135077"/>
                </a:cubicBezTo>
                <a:cubicBezTo>
                  <a:pt x="75479" y="129795"/>
                  <a:pt x="78017" y="123030"/>
                  <a:pt x="78017" y="114996"/>
                </a:cubicBezTo>
                <a:cubicBezTo>
                  <a:pt x="78017" y="104427"/>
                  <a:pt x="74210" y="96605"/>
                  <a:pt x="66601" y="91954"/>
                </a:cubicBezTo>
                <a:cubicBezTo>
                  <a:pt x="61946" y="89417"/>
                  <a:pt x="55182" y="88149"/>
                  <a:pt x="45879" y="8814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7" name="path-420">
            <a:extLst xmlns:a="http://schemas.openxmlformats.org/drawingml/2006/main">
              <a:ext uri="{FF2B5EF4-FFF2-40B4-BE49-F238E27FC236}">
                <a16:creationId xmlns:a16="http://schemas.microsoft.com/office/drawing/2014/main" id="{98527373-1AA5-4315-8FEB-42707D7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7263" y="2468216"/>
            <a:ext cx="28755" cy="28540"/>
          </a:xfrm>
          <a:custGeom xmlns:a="http://schemas.openxmlformats.org/drawingml/2006/main">
            <a:pathLst>
              <a:path w="28755" h="28540">
                <a:moveTo>
                  <a:pt x="4228" y="24521"/>
                </a:moveTo>
                <a:cubicBezTo>
                  <a:pt x="1268" y="21985"/>
                  <a:pt x="0" y="18602"/>
                  <a:pt x="0" y="14587"/>
                </a:cubicBezTo>
                <a:cubicBezTo>
                  <a:pt x="0" y="10569"/>
                  <a:pt x="1268" y="7189"/>
                  <a:pt x="4228" y="4226"/>
                </a:cubicBezTo>
                <a:cubicBezTo>
                  <a:pt x="6974" y="1480"/>
                  <a:pt x="10358" y="0"/>
                  <a:pt x="14376" y="0"/>
                </a:cubicBezTo>
                <a:cubicBezTo>
                  <a:pt x="18182" y="0"/>
                  <a:pt x="21565" y="1480"/>
                  <a:pt x="24524" y="4226"/>
                </a:cubicBezTo>
                <a:cubicBezTo>
                  <a:pt x="27272" y="7189"/>
                  <a:pt x="28755" y="10569"/>
                  <a:pt x="28755" y="14376"/>
                </a:cubicBezTo>
                <a:cubicBezTo>
                  <a:pt x="28755" y="18602"/>
                  <a:pt x="27272" y="21985"/>
                  <a:pt x="24524" y="24521"/>
                </a:cubicBezTo>
                <a:cubicBezTo>
                  <a:pt x="21777" y="27060"/>
                  <a:pt x="18394" y="28540"/>
                  <a:pt x="14376" y="28540"/>
                </a:cubicBezTo>
                <a:cubicBezTo>
                  <a:pt x="10358" y="28540"/>
                  <a:pt x="6974" y="27060"/>
                  <a:pt x="4228" y="2452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8" name="path-421">
            <a:extLst xmlns:a="http://schemas.openxmlformats.org/drawingml/2006/main">
              <a:ext uri="{FF2B5EF4-FFF2-40B4-BE49-F238E27FC236}">
                <a16:creationId xmlns:a16="http://schemas.microsoft.com/office/drawing/2014/main" id="{6D3B73E8-9E32-4D50-8513-33518188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4222" y="2334618"/>
            <a:ext cx="51589" cy="159387"/>
          </a:xfrm>
          <a:custGeom xmlns:a="http://schemas.openxmlformats.org/drawingml/2006/main">
            <a:pathLst>
              <a:path w="51589" h="159387">
                <a:moveTo>
                  <a:pt x="27486" y="22617"/>
                </a:moveTo>
                <a:lnTo>
                  <a:pt x="0" y="22617"/>
                </a:lnTo>
                <a:lnTo>
                  <a:pt x="13107" y="0"/>
                </a:lnTo>
                <a:lnTo>
                  <a:pt x="51589" y="0"/>
                </a:lnTo>
                <a:lnTo>
                  <a:pt x="51589" y="159387"/>
                </a:lnTo>
                <a:lnTo>
                  <a:pt x="27486" y="159387"/>
                </a:lnTo>
                <a:lnTo>
                  <a:pt x="27486" y="2261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9" name="path-422">
            <a:extLst xmlns:a="http://schemas.openxmlformats.org/drawingml/2006/main">
              <a:ext uri="{FF2B5EF4-FFF2-40B4-BE49-F238E27FC236}">
                <a16:creationId xmlns:a16="http://schemas.microsoft.com/office/drawing/2014/main" id="{139B7865-0024-4D6F-9DA2-9AE73621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9219" y="2334618"/>
            <a:ext cx="89434" cy="159387"/>
          </a:xfrm>
          <a:custGeom xmlns:a="http://schemas.openxmlformats.org/drawingml/2006/main">
            <a:pathLst>
              <a:path w="89434" h="159387">
                <a:moveTo>
                  <a:pt x="24104" y="72294"/>
                </a:moveTo>
                <a:lnTo>
                  <a:pt x="33197" y="72294"/>
                </a:lnTo>
                <a:cubicBezTo>
                  <a:pt x="55186" y="72294"/>
                  <a:pt x="66176" y="63838"/>
                  <a:pt x="66176" y="46928"/>
                </a:cubicBezTo>
                <a:cubicBezTo>
                  <a:pt x="66176" y="30439"/>
                  <a:pt x="54761" y="22195"/>
                  <a:pt x="32137" y="22195"/>
                </a:cubicBezTo>
                <a:lnTo>
                  <a:pt x="24104" y="22195"/>
                </a:lnTo>
                <a:lnTo>
                  <a:pt x="24104" y="72294"/>
                </a:lnTo>
                <a:moveTo>
                  <a:pt x="24104" y="94702"/>
                </a:moveTo>
                <a:lnTo>
                  <a:pt x="24104" y="159387"/>
                </a:lnTo>
                <a:lnTo>
                  <a:pt x="0" y="159387"/>
                </a:lnTo>
                <a:lnTo>
                  <a:pt x="0" y="0"/>
                </a:lnTo>
                <a:lnTo>
                  <a:pt x="27276" y="0"/>
                </a:lnTo>
                <a:cubicBezTo>
                  <a:pt x="40384" y="0"/>
                  <a:pt x="50531" y="1054"/>
                  <a:pt x="57508" y="2746"/>
                </a:cubicBezTo>
                <a:cubicBezTo>
                  <a:pt x="64275" y="4649"/>
                  <a:pt x="70408" y="8242"/>
                  <a:pt x="75691" y="13316"/>
                </a:cubicBezTo>
                <a:cubicBezTo>
                  <a:pt x="84782" y="22406"/>
                  <a:pt x="89434" y="34032"/>
                  <a:pt x="89434" y="47984"/>
                </a:cubicBezTo>
                <a:cubicBezTo>
                  <a:pt x="89434" y="62146"/>
                  <a:pt x="84572" y="73564"/>
                  <a:pt x="74847" y="82018"/>
                </a:cubicBezTo>
                <a:cubicBezTo>
                  <a:pt x="65121" y="90473"/>
                  <a:pt x="51803" y="94702"/>
                  <a:pt x="35309" y="94702"/>
                </a:cubicBezTo>
                <a:lnTo>
                  <a:pt x="24104" y="9470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0" name="path-423">
            <a:extLst xmlns:a="http://schemas.openxmlformats.org/drawingml/2006/main">
              <a:ext uri="{FF2B5EF4-FFF2-40B4-BE49-F238E27FC236}">
                <a16:creationId xmlns:a16="http://schemas.microsoft.com/office/drawing/2014/main" id="{3EDE1CA7-310F-4B05-9B26-D477A71F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8950" y="2390635"/>
            <a:ext cx="65756" cy="103370"/>
          </a:xfrm>
          <a:custGeom xmlns:a="http://schemas.openxmlformats.org/drawingml/2006/main">
            <a:pathLst>
              <a:path w="65756" h="103370">
                <a:moveTo>
                  <a:pt x="0" y="2748"/>
                </a:moveTo>
                <a:lnTo>
                  <a:pt x="23259" y="2748"/>
                </a:lnTo>
                <a:lnTo>
                  <a:pt x="23259" y="11838"/>
                </a:lnTo>
                <a:cubicBezTo>
                  <a:pt x="27487" y="7398"/>
                  <a:pt x="31293" y="4440"/>
                  <a:pt x="34675" y="2748"/>
                </a:cubicBezTo>
                <a:cubicBezTo>
                  <a:pt x="38057" y="1056"/>
                  <a:pt x="42286" y="212"/>
                  <a:pt x="47784" y="0"/>
                </a:cubicBezTo>
                <a:cubicBezTo>
                  <a:pt x="53068" y="0"/>
                  <a:pt x="58990" y="2115"/>
                  <a:pt x="65756" y="6129"/>
                </a:cubicBezTo>
                <a:lnTo>
                  <a:pt x="55183" y="27270"/>
                </a:lnTo>
                <a:cubicBezTo>
                  <a:pt x="50742" y="24310"/>
                  <a:pt x="46515" y="22618"/>
                  <a:pt x="42286" y="22618"/>
                </a:cubicBezTo>
                <a:cubicBezTo>
                  <a:pt x="29602" y="22618"/>
                  <a:pt x="23259" y="32131"/>
                  <a:pt x="23259" y="51158"/>
                </a:cubicBezTo>
                <a:lnTo>
                  <a:pt x="23259" y="103370"/>
                </a:lnTo>
                <a:lnTo>
                  <a:pt x="0" y="103370"/>
                </a:lnTo>
                <a:lnTo>
                  <a:pt x="0" y="274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1" name="path-424">
            <a:extLst xmlns:a="http://schemas.openxmlformats.org/drawingml/2006/main">
              <a:ext uri="{FF2B5EF4-FFF2-40B4-BE49-F238E27FC236}">
                <a16:creationId xmlns:a16="http://schemas.microsoft.com/office/drawing/2014/main" id="{2E6D1EA4-690F-4740-95D6-34E3CA2B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3375" y="2390635"/>
            <a:ext cx="107192" cy="106120"/>
          </a:xfrm>
          <a:custGeom xmlns:a="http://schemas.openxmlformats.org/drawingml/2006/main">
            <a:pathLst>
              <a:path w="107192" h="106120">
                <a:moveTo>
                  <a:pt x="31926" y="29808"/>
                </a:moveTo>
                <a:cubicBezTo>
                  <a:pt x="26427" y="35726"/>
                  <a:pt x="23680" y="43548"/>
                  <a:pt x="23680" y="53271"/>
                </a:cubicBezTo>
                <a:cubicBezTo>
                  <a:pt x="23680" y="62996"/>
                  <a:pt x="26215" y="70817"/>
                  <a:pt x="31713" y="76736"/>
                </a:cubicBezTo>
                <a:cubicBezTo>
                  <a:pt x="37211" y="82655"/>
                  <a:pt x="44398" y="85614"/>
                  <a:pt x="53702" y="85614"/>
                </a:cubicBezTo>
                <a:cubicBezTo>
                  <a:pt x="62583" y="85614"/>
                  <a:pt x="69769" y="82866"/>
                  <a:pt x="75268" y="76947"/>
                </a:cubicBezTo>
                <a:cubicBezTo>
                  <a:pt x="80765" y="71029"/>
                  <a:pt x="83512" y="63207"/>
                  <a:pt x="83512" y="53271"/>
                </a:cubicBezTo>
                <a:cubicBezTo>
                  <a:pt x="83512" y="43548"/>
                  <a:pt x="80765" y="35726"/>
                  <a:pt x="75268" y="29808"/>
                </a:cubicBezTo>
                <a:cubicBezTo>
                  <a:pt x="69769" y="23886"/>
                  <a:pt x="62371" y="20926"/>
                  <a:pt x="53490" y="20926"/>
                </a:cubicBezTo>
                <a:cubicBezTo>
                  <a:pt x="44609" y="20926"/>
                  <a:pt x="37421" y="23886"/>
                  <a:pt x="31926" y="29808"/>
                </a:cubicBezTo>
                <a:moveTo>
                  <a:pt x="91549" y="91108"/>
                </a:moveTo>
                <a:cubicBezTo>
                  <a:pt x="80977" y="101258"/>
                  <a:pt x="68290" y="106120"/>
                  <a:pt x="53067" y="106120"/>
                </a:cubicBezTo>
                <a:cubicBezTo>
                  <a:pt x="37845" y="106120"/>
                  <a:pt x="25370" y="101046"/>
                  <a:pt x="15222" y="90900"/>
                </a:cubicBezTo>
                <a:cubicBezTo>
                  <a:pt x="5075" y="80751"/>
                  <a:pt x="0" y="68067"/>
                  <a:pt x="0" y="53060"/>
                </a:cubicBezTo>
                <a:cubicBezTo>
                  <a:pt x="0" y="38050"/>
                  <a:pt x="5075" y="25366"/>
                  <a:pt x="15432" y="15220"/>
                </a:cubicBezTo>
                <a:cubicBezTo>
                  <a:pt x="25792" y="5075"/>
                  <a:pt x="38480" y="0"/>
                  <a:pt x="53490" y="0"/>
                </a:cubicBezTo>
                <a:cubicBezTo>
                  <a:pt x="68501" y="0"/>
                  <a:pt x="81188" y="5286"/>
                  <a:pt x="91549" y="15432"/>
                </a:cubicBezTo>
                <a:cubicBezTo>
                  <a:pt x="101905" y="25790"/>
                  <a:pt x="107192" y="38474"/>
                  <a:pt x="107192" y="53481"/>
                </a:cubicBezTo>
                <a:cubicBezTo>
                  <a:pt x="107192" y="68491"/>
                  <a:pt x="101905" y="80963"/>
                  <a:pt x="91549" y="9110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2" name="path-425">
            <a:extLst xmlns:a="http://schemas.openxmlformats.org/drawingml/2006/main">
              <a:ext uri="{FF2B5EF4-FFF2-40B4-BE49-F238E27FC236}">
                <a16:creationId xmlns:a16="http://schemas.microsoft.com/office/drawing/2014/main" id="{1230CAE7-1086-4742-907B-60519AB4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4824" y="2689192"/>
            <a:ext cx="295999" cy="175455"/>
          </a:xfrm>
          <a:custGeom xmlns:a="http://schemas.openxmlformats.org/drawingml/2006/main">
            <a:pathLst>
              <a:path w="295999" h="175455">
                <a:moveTo>
                  <a:pt x="0" y="0"/>
                </a:moveTo>
                <a:lnTo>
                  <a:pt x="295999" y="0"/>
                </a:lnTo>
                <a:lnTo>
                  <a:pt x="295999" y="175455"/>
                </a:lnTo>
                <a:lnTo>
                  <a:pt x="0" y="175455"/>
                </a:lnTo>
                <a:close/>
              </a:path>
            </a:pathLst>
          </a:custGeom>
          <a:solidFill xmlns:a="http://schemas.openxmlformats.org/drawingml/2006/main">
            <a:srgbClr val="7EAACA"/>
          </a:solidFill>
          <a:ln xmlns:a="http://schemas.openxmlformats.org/drawingml/2006/main" w="11745">
            <a:solidFill>
              <a:srgbClr val="FFFFFF"/>
            </a:solidFill>
            <a:prstDash val="solid"/>
          </a:ln>
        </p:spPr>
      </p:sp>
      <p:sp>
        <p:nvSpPr>
          <p:cNvPr id="473" name="path-426">
            <a:extLst xmlns:a="http://schemas.openxmlformats.org/drawingml/2006/main">
              <a:ext uri="{FF2B5EF4-FFF2-40B4-BE49-F238E27FC236}">
                <a16:creationId xmlns:a16="http://schemas.microsoft.com/office/drawing/2014/main" id="{C0348EC1-4C5B-42F0-B97A-1926D750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8991" y="2690460"/>
            <a:ext cx="123265" cy="159389"/>
          </a:xfrm>
          <a:custGeom xmlns:a="http://schemas.openxmlformats.org/drawingml/2006/main">
            <a:pathLst>
              <a:path w="123265" h="159389">
                <a:moveTo>
                  <a:pt x="24104" y="136769"/>
                </a:moveTo>
                <a:lnTo>
                  <a:pt x="34887" y="136769"/>
                </a:lnTo>
                <a:cubicBezTo>
                  <a:pt x="45667" y="136769"/>
                  <a:pt x="54760" y="135712"/>
                  <a:pt x="61949" y="133388"/>
                </a:cubicBezTo>
                <a:cubicBezTo>
                  <a:pt x="69140" y="131061"/>
                  <a:pt x="75481" y="127260"/>
                  <a:pt x="81400" y="121973"/>
                </a:cubicBezTo>
                <a:cubicBezTo>
                  <a:pt x="93240" y="111190"/>
                  <a:pt x="99161" y="97026"/>
                  <a:pt x="99161" y="79694"/>
                </a:cubicBezTo>
                <a:cubicBezTo>
                  <a:pt x="99161" y="62360"/>
                  <a:pt x="93451" y="48409"/>
                  <a:pt x="82247" y="38048"/>
                </a:cubicBezTo>
                <a:cubicBezTo>
                  <a:pt x="71040" y="27904"/>
                  <a:pt x="55184" y="22617"/>
                  <a:pt x="34887" y="22617"/>
                </a:cubicBezTo>
                <a:lnTo>
                  <a:pt x="24104" y="22617"/>
                </a:lnTo>
                <a:lnTo>
                  <a:pt x="24104" y="136769"/>
                </a:lnTo>
                <a:moveTo>
                  <a:pt x="0" y="159389"/>
                </a:moveTo>
                <a:lnTo>
                  <a:pt x="0" y="0"/>
                </a:lnTo>
                <a:lnTo>
                  <a:pt x="33618" y="0"/>
                </a:lnTo>
                <a:cubicBezTo>
                  <a:pt x="49474" y="0"/>
                  <a:pt x="62162" y="1692"/>
                  <a:pt x="71462" y="4863"/>
                </a:cubicBezTo>
                <a:cubicBezTo>
                  <a:pt x="81400" y="8033"/>
                  <a:pt x="90492" y="13318"/>
                  <a:pt x="98738" y="20503"/>
                </a:cubicBezTo>
                <a:cubicBezTo>
                  <a:pt x="115018" y="35515"/>
                  <a:pt x="123265" y="55172"/>
                  <a:pt x="123265" y="79694"/>
                </a:cubicBezTo>
                <a:cubicBezTo>
                  <a:pt x="123265" y="104216"/>
                  <a:pt x="114595" y="124089"/>
                  <a:pt x="97681" y="139097"/>
                </a:cubicBezTo>
                <a:cubicBezTo>
                  <a:pt x="88800" y="146706"/>
                  <a:pt x="79920" y="151990"/>
                  <a:pt x="70831" y="154948"/>
                </a:cubicBezTo>
                <a:cubicBezTo>
                  <a:pt x="61738" y="157907"/>
                  <a:pt x="49263" y="159389"/>
                  <a:pt x="33197" y="159389"/>
                </a:cubicBezTo>
                <a:lnTo>
                  <a:pt x="0" y="15938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4" name="path-427">
            <a:extLst xmlns:a="http://schemas.openxmlformats.org/drawingml/2006/main">
              <a:ext uri="{FF2B5EF4-FFF2-40B4-BE49-F238E27FC236}">
                <a16:creationId xmlns:a16="http://schemas.microsoft.com/office/drawing/2014/main" id="{E734E192-0CA3-48D3-BB18-9170C15B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3396" y="2746478"/>
            <a:ext cx="97258" cy="106119"/>
          </a:xfrm>
          <a:custGeom xmlns:a="http://schemas.openxmlformats.org/drawingml/2006/main">
            <a:pathLst>
              <a:path w="97258" h="106119">
                <a:moveTo>
                  <a:pt x="49051" y="20930"/>
                </a:moveTo>
                <a:cubicBezTo>
                  <a:pt x="40173" y="20930"/>
                  <a:pt x="33617" y="24733"/>
                  <a:pt x="29178" y="31920"/>
                </a:cubicBezTo>
                <a:cubicBezTo>
                  <a:pt x="27486" y="34245"/>
                  <a:pt x="26430" y="36781"/>
                  <a:pt x="25795" y="39530"/>
                </a:cubicBezTo>
                <a:lnTo>
                  <a:pt x="72519" y="39530"/>
                </a:lnTo>
                <a:cubicBezTo>
                  <a:pt x="69136" y="27269"/>
                  <a:pt x="61314" y="20930"/>
                  <a:pt x="49051" y="20930"/>
                </a:cubicBezTo>
                <a:moveTo>
                  <a:pt x="49263" y="85614"/>
                </a:moveTo>
                <a:cubicBezTo>
                  <a:pt x="55817" y="85614"/>
                  <a:pt x="61103" y="84346"/>
                  <a:pt x="64910" y="81386"/>
                </a:cubicBezTo>
                <a:cubicBezTo>
                  <a:pt x="68505" y="78640"/>
                  <a:pt x="72731" y="73564"/>
                  <a:pt x="77594" y="66165"/>
                </a:cubicBezTo>
                <a:lnTo>
                  <a:pt x="97258" y="76948"/>
                </a:lnTo>
                <a:cubicBezTo>
                  <a:pt x="88377" y="92166"/>
                  <a:pt x="77384" y="101470"/>
                  <a:pt x="64275" y="104427"/>
                </a:cubicBezTo>
                <a:cubicBezTo>
                  <a:pt x="59623" y="105484"/>
                  <a:pt x="54760" y="106119"/>
                  <a:pt x="49688" y="106119"/>
                </a:cubicBezTo>
                <a:cubicBezTo>
                  <a:pt x="34677" y="106119"/>
                  <a:pt x="22624" y="101470"/>
                  <a:pt x="13531" y="91744"/>
                </a:cubicBezTo>
                <a:cubicBezTo>
                  <a:pt x="4442" y="82232"/>
                  <a:pt x="0" y="69336"/>
                  <a:pt x="0" y="53269"/>
                </a:cubicBezTo>
                <a:cubicBezTo>
                  <a:pt x="0" y="37416"/>
                  <a:pt x="4230" y="24522"/>
                  <a:pt x="13108" y="14586"/>
                </a:cubicBezTo>
                <a:cubicBezTo>
                  <a:pt x="21989" y="4863"/>
                  <a:pt x="33828" y="0"/>
                  <a:pt x="48630" y="0"/>
                </a:cubicBezTo>
                <a:cubicBezTo>
                  <a:pt x="63430" y="211"/>
                  <a:pt x="75058" y="5074"/>
                  <a:pt x="83516" y="14375"/>
                </a:cubicBezTo>
                <a:cubicBezTo>
                  <a:pt x="91971" y="23676"/>
                  <a:pt x="96411" y="36570"/>
                  <a:pt x="96411" y="53058"/>
                </a:cubicBezTo>
                <a:lnTo>
                  <a:pt x="96201" y="58556"/>
                </a:lnTo>
                <a:lnTo>
                  <a:pt x="24315" y="58556"/>
                </a:lnTo>
                <a:cubicBezTo>
                  <a:pt x="24739" y="67009"/>
                  <a:pt x="27486" y="73564"/>
                  <a:pt x="32137" y="78216"/>
                </a:cubicBezTo>
                <a:cubicBezTo>
                  <a:pt x="36790" y="83078"/>
                  <a:pt x="42497" y="85614"/>
                  <a:pt x="49263" y="856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5" name="path-428">
            <a:extLst xmlns:a="http://schemas.openxmlformats.org/drawingml/2006/main">
              <a:ext uri="{FF2B5EF4-FFF2-40B4-BE49-F238E27FC236}">
                <a16:creationId xmlns:a16="http://schemas.microsoft.com/office/drawing/2014/main" id="{E970F4E3-8712-418F-955F-CCD331B0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0316" y="2746478"/>
            <a:ext cx="97257" cy="106119"/>
          </a:xfrm>
          <a:custGeom xmlns:a="http://schemas.openxmlformats.org/drawingml/2006/main">
            <a:pathLst>
              <a:path w="97257" h="106119">
                <a:moveTo>
                  <a:pt x="49050" y="20930"/>
                </a:moveTo>
                <a:cubicBezTo>
                  <a:pt x="40173" y="20930"/>
                  <a:pt x="33617" y="24733"/>
                  <a:pt x="29176" y="31920"/>
                </a:cubicBezTo>
                <a:cubicBezTo>
                  <a:pt x="27486" y="34245"/>
                  <a:pt x="26430" y="36781"/>
                  <a:pt x="25795" y="39530"/>
                </a:cubicBezTo>
                <a:lnTo>
                  <a:pt x="72521" y="39530"/>
                </a:lnTo>
                <a:cubicBezTo>
                  <a:pt x="69137" y="27269"/>
                  <a:pt x="61314" y="20930"/>
                  <a:pt x="49050" y="20930"/>
                </a:cubicBezTo>
                <a:moveTo>
                  <a:pt x="49263" y="85614"/>
                </a:moveTo>
                <a:cubicBezTo>
                  <a:pt x="55816" y="85614"/>
                  <a:pt x="61103" y="84346"/>
                  <a:pt x="64909" y="81386"/>
                </a:cubicBezTo>
                <a:cubicBezTo>
                  <a:pt x="68502" y="78640"/>
                  <a:pt x="72730" y="73564"/>
                  <a:pt x="77595" y="66165"/>
                </a:cubicBezTo>
                <a:lnTo>
                  <a:pt x="97257" y="76948"/>
                </a:lnTo>
                <a:cubicBezTo>
                  <a:pt x="88377" y="92166"/>
                  <a:pt x="77384" y="101470"/>
                  <a:pt x="64273" y="104427"/>
                </a:cubicBezTo>
                <a:cubicBezTo>
                  <a:pt x="59623" y="105484"/>
                  <a:pt x="54760" y="106119"/>
                  <a:pt x="49685" y="106119"/>
                </a:cubicBezTo>
                <a:cubicBezTo>
                  <a:pt x="34674" y="106119"/>
                  <a:pt x="22623" y="101470"/>
                  <a:pt x="13531" y="91744"/>
                </a:cubicBezTo>
                <a:cubicBezTo>
                  <a:pt x="4441" y="82232"/>
                  <a:pt x="0" y="69336"/>
                  <a:pt x="0" y="53269"/>
                </a:cubicBezTo>
                <a:cubicBezTo>
                  <a:pt x="0" y="37416"/>
                  <a:pt x="4230" y="24522"/>
                  <a:pt x="13109" y="14586"/>
                </a:cubicBezTo>
                <a:cubicBezTo>
                  <a:pt x="21988" y="4863"/>
                  <a:pt x="33828" y="0"/>
                  <a:pt x="48630" y="0"/>
                </a:cubicBezTo>
                <a:cubicBezTo>
                  <a:pt x="63429" y="211"/>
                  <a:pt x="75058" y="5074"/>
                  <a:pt x="83513" y="14375"/>
                </a:cubicBezTo>
                <a:cubicBezTo>
                  <a:pt x="91971" y="23676"/>
                  <a:pt x="96411" y="36570"/>
                  <a:pt x="96411" y="53058"/>
                </a:cubicBezTo>
                <a:lnTo>
                  <a:pt x="96201" y="58556"/>
                </a:lnTo>
                <a:lnTo>
                  <a:pt x="24315" y="58556"/>
                </a:lnTo>
                <a:cubicBezTo>
                  <a:pt x="24739" y="67009"/>
                  <a:pt x="27486" y="73564"/>
                  <a:pt x="32137" y="78216"/>
                </a:cubicBezTo>
                <a:cubicBezTo>
                  <a:pt x="36789" y="83078"/>
                  <a:pt x="42497" y="85614"/>
                  <a:pt x="49263" y="856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6" name="path-429">
            <a:extLst xmlns:a="http://schemas.openxmlformats.org/drawingml/2006/main">
              <a:ext uri="{FF2B5EF4-FFF2-40B4-BE49-F238E27FC236}">
                <a16:creationId xmlns:a16="http://schemas.microsoft.com/office/drawing/2014/main" id="{462BC216-5313-467D-954D-66CE09F5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1887" y="2746478"/>
            <a:ext cx="102330" cy="157910"/>
          </a:xfrm>
          <a:custGeom xmlns:a="http://schemas.openxmlformats.org/drawingml/2006/main">
            <a:pathLst>
              <a:path w="102330" h="157910">
                <a:moveTo>
                  <a:pt x="29811" y="29807"/>
                </a:moveTo>
                <a:cubicBezTo>
                  <a:pt x="24524" y="35726"/>
                  <a:pt x="21989" y="43549"/>
                  <a:pt x="21989" y="53058"/>
                </a:cubicBezTo>
                <a:cubicBezTo>
                  <a:pt x="21989" y="62571"/>
                  <a:pt x="24524" y="70393"/>
                  <a:pt x="29811" y="76524"/>
                </a:cubicBezTo>
                <a:cubicBezTo>
                  <a:pt x="34885" y="82654"/>
                  <a:pt x="41862" y="85614"/>
                  <a:pt x="50319" y="85614"/>
                </a:cubicBezTo>
                <a:cubicBezTo>
                  <a:pt x="58353" y="85614"/>
                  <a:pt x="65119" y="82654"/>
                  <a:pt x="70405" y="76524"/>
                </a:cubicBezTo>
                <a:cubicBezTo>
                  <a:pt x="75690" y="70606"/>
                  <a:pt x="78439" y="62784"/>
                  <a:pt x="78439" y="53269"/>
                </a:cubicBezTo>
                <a:cubicBezTo>
                  <a:pt x="78439" y="43968"/>
                  <a:pt x="75690" y="36150"/>
                  <a:pt x="70617" y="30020"/>
                </a:cubicBezTo>
                <a:cubicBezTo>
                  <a:pt x="65330" y="24098"/>
                  <a:pt x="58565" y="20930"/>
                  <a:pt x="50319" y="20930"/>
                </a:cubicBezTo>
                <a:cubicBezTo>
                  <a:pt x="41862" y="20930"/>
                  <a:pt x="35097" y="23889"/>
                  <a:pt x="29811" y="29807"/>
                </a:cubicBezTo>
                <a:moveTo>
                  <a:pt x="23258" y="157910"/>
                </a:moveTo>
                <a:lnTo>
                  <a:pt x="0" y="157910"/>
                </a:lnTo>
                <a:lnTo>
                  <a:pt x="0" y="2746"/>
                </a:lnTo>
                <a:lnTo>
                  <a:pt x="23258" y="2746"/>
                </a:lnTo>
                <a:lnTo>
                  <a:pt x="23258" y="13740"/>
                </a:lnTo>
                <a:cubicBezTo>
                  <a:pt x="32348" y="4652"/>
                  <a:pt x="43341" y="0"/>
                  <a:pt x="56030" y="0"/>
                </a:cubicBezTo>
                <a:cubicBezTo>
                  <a:pt x="68713" y="0"/>
                  <a:pt x="79709" y="5074"/>
                  <a:pt x="88799" y="15221"/>
                </a:cubicBezTo>
                <a:cubicBezTo>
                  <a:pt x="97679" y="25368"/>
                  <a:pt x="102330" y="38262"/>
                  <a:pt x="102330" y="53483"/>
                </a:cubicBezTo>
                <a:cubicBezTo>
                  <a:pt x="102330" y="68701"/>
                  <a:pt x="97679" y="81386"/>
                  <a:pt x="88799" y="91112"/>
                </a:cubicBezTo>
                <a:cubicBezTo>
                  <a:pt x="79917" y="101257"/>
                  <a:pt x="68925" y="106119"/>
                  <a:pt x="56238" y="106119"/>
                </a:cubicBezTo>
                <a:cubicBezTo>
                  <a:pt x="43554" y="106119"/>
                  <a:pt x="32558" y="101470"/>
                  <a:pt x="23258" y="92166"/>
                </a:cubicBezTo>
                <a:lnTo>
                  <a:pt x="23258" y="1579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7" name="path-430">
            <a:extLst xmlns:a="http://schemas.openxmlformats.org/drawingml/2006/main">
              <a:ext uri="{FF2B5EF4-FFF2-40B4-BE49-F238E27FC236}">
                <a16:creationId xmlns:a16="http://schemas.microsoft.com/office/drawing/2014/main" id="{5CF855A4-64CC-4948-827B-2B1916B8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5361" y="2687289"/>
            <a:ext cx="102119" cy="165308"/>
          </a:xfrm>
          <a:custGeom xmlns:a="http://schemas.openxmlformats.org/drawingml/2006/main">
            <a:pathLst>
              <a:path w="102119" h="165308">
                <a:moveTo>
                  <a:pt x="68080" y="26001"/>
                </a:moveTo>
                <a:cubicBezTo>
                  <a:pt x="64698" y="23887"/>
                  <a:pt x="59836" y="22830"/>
                  <a:pt x="53914" y="22830"/>
                </a:cubicBezTo>
                <a:cubicBezTo>
                  <a:pt x="47784" y="22830"/>
                  <a:pt x="42497" y="24733"/>
                  <a:pt x="38056" y="28536"/>
                </a:cubicBezTo>
                <a:cubicBezTo>
                  <a:pt x="33617" y="32342"/>
                  <a:pt x="31502" y="36994"/>
                  <a:pt x="31502" y="42489"/>
                </a:cubicBezTo>
                <a:cubicBezTo>
                  <a:pt x="31502" y="50309"/>
                  <a:pt x="37212" y="56653"/>
                  <a:pt x="48839" y="61303"/>
                </a:cubicBezTo>
                <a:lnTo>
                  <a:pt x="64698" y="67857"/>
                </a:lnTo>
                <a:cubicBezTo>
                  <a:pt x="77594" y="73140"/>
                  <a:pt x="87107" y="79483"/>
                  <a:pt x="93029" y="87093"/>
                </a:cubicBezTo>
                <a:cubicBezTo>
                  <a:pt x="98948" y="94704"/>
                  <a:pt x="102119" y="103792"/>
                  <a:pt x="102119" y="114574"/>
                </a:cubicBezTo>
                <a:cubicBezTo>
                  <a:pt x="102119" y="129371"/>
                  <a:pt x="97046" y="141421"/>
                  <a:pt x="87318" y="150933"/>
                </a:cubicBezTo>
                <a:cubicBezTo>
                  <a:pt x="77594" y="160659"/>
                  <a:pt x="65541" y="165308"/>
                  <a:pt x="51379" y="165308"/>
                </a:cubicBezTo>
                <a:cubicBezTo>
                  <a:pt x="37000" y="165308"/>
                  <a:pt x="25373" y="161291"/>
                  <a:pt x="16491" y="153260"/>
                </a:cubicBezTo>
                <a:cubicBezTo>
                  <a:pt x="7612" y="145014"/>
                  <a:pt x="2115" y="133388"/>
                  <a:pt x="0" y="118591"/>
                </a:cubicBezTo>
                <a:lnTo>
                  <a:pt x="24314" y="113307"/>
                </a:lnTo>
                <a:cubicBezTo>
                  <a:pt x="25373" y="122608"/>
                  <a:pt x="27275" y="129158"/>
                  <a:pt x="30022" y="132542"/>
                </a:cubicBezTo>
                <a:cubicBezTo>
                  <a:pt x="34884" y="139518"/>
                  <a:pt x="41651" y="142900"/>
                  <a:pt x="50319" y="142900"/>
                </a:cubicBezTo>
                <a:cubicBezTo>
                  <a:pt x="58777" y="142900"/>
                  <a:pt x="65541" y="140575"/>
                  <a:pt x="70405" y="135502"/>
                </a:cubicBezTo>
                <a:cubicBezTo>
                  <a:pt x="75268" y="130430"/>
                  <a:pt x="77805" y="123876"/>
                  <a:pt x="77805" y="115418"/>
                </a:cubicBezTo>
                <a:cubicBezTo>
                  <a:pt x="77805" y="106963"/>
                  <a:pt x="73576" y="100197"/>
                  <a:pt x="65541" y="94704"/>
                </a:cubicBezTo>
                <a:cubicBezTo>
                  <a:pt x="62583" y="92799"/>
                  <a:pt x="58988" y="90896"/>
                  <a:pt x="55182" y="89209"/>
                </a:cubicBezTo>
                <a:lnTo>
                  <a:pt x="39748" y="82865"/>
                </a:lnTo>
                <a:cubicBezTo>
                  <a:pt x="17760" y="73564"/>
                  <a:pt x="6978" y="60035"/>
                  <a:pt x="6978" y="42276"/>
                </a:cubicBezTo>
                <a:cubicBezTo>
                  <a:pt x="6978" y="30439"/>
                  <a:pt x="11417" y="20505"/>
                  <a:pt x="20721" y="12261"/>
                </a:cubicBezTo>
                <a:cubicBezTo>
                  <a:pt x="29810" y="4228"/>
                  <a:pt x="41230" y="0"/>
                  <a:pt x="54970" y="0"/>
                </a:cubicBezTo>
                <a:cubicBezTo>
                  <a:pt x="73154" y="0"/>
                  <a:pt x="87530" y="9090"/>
                  <a:pt x="98103" y="26844"/>
                </a:cubicBezTo>
                <a:lnTo>
                  <a:pt x="78440" y="38473"/>
                </a:lnTo>
                <a:cubicBezTo>
                  <a:pt x="74634" y="32131"/>
                  <a:pt x="71251" y="28115"/>
                  <a:pt x="68080" y="2600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8" name="path-431">
            <a:extLst xmlns:a="http://schemas.openxmlformats.org/drawingml/2006/main">
              <a:ext uri="{FF2B5EF4-FFF2-40B4-BE49-F238E27FC236}">
                <a16:creationId xmlns:a16="http://schemas.microsoft.com/office/drawing/2014/main" id="{4899F10B-26B4-4E60-8F8F-58663D22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7355" y="2746478"/>
            <a:ext cx="97258" cy="106119"/>
          </a:xfrm>
          <a:custGeom xmlns:a="http://schemas.openxmlformats.org/drawingml/2006/main">
            <a:pathLst>
              <a:path w="97258" h="106119">
                <a:moveTo>
                  <a:pt x="49050" y="20930"/>
                </a:moveTo>
                <a:cubicBezTo>
                  <a:pt x="40171" y="20930"/>
                  <a:pt x="33616" y="24733"/>
                  <a:pt x="29178" y="31920"/>
                </a:cubicBezTo>
                <a:cubicBezTo>
                  <a:pt x="27486" y="34245"/>
                  <a:pt x="26427" y="36781"/>
                  <a:pt x="25795" y="39530"/>
                </a:cubicBezTo>
                <a:lnTo>
                  <a:pt x="72519" y="39530"/>
                </a:lnTo>
                <a:cubicBezTo>
                  <a:pt x="69135" y="27269"/>
                  <a:pt x="61314" y="20930"/>
                  <a:pt x="49050" y="20930"/>
                </a:cubicBezTo>
                <a:moveTo>
                  <a:pt x="49261" y="85614"/>
                </a:moveTo>
                <a:cubicBezTo>
                  <a:pt x="55817" y="85614"/>
                  <a:pt x="61102" y="84346"/>
                  <a:pt x="64907" y="81386"/>
                </a:cubicBezTo>
                <a:cubicBezTo>
                  <a:pt x="68500" y="78640"/>
                  <a:pt x="72730" y="73564"/>
                  <a:pt x="77593" y="66165"/>
                </a:cubicBezTo>
                <a:lnTo>
                  <a:pt x="97258" y="76948"/>
                </a:lnTo>
                <a:cubicBezTo>
                  <a:pt x="88376" y="92166"/>
                  <a:pt x="77382" y="101470"/>
                  <a:pt x="64272" y="104427"/>
                </a:cubicBezTo>
                <a:cubicBezTo>
                  <a:pt x="59623" y="105484"/>
                  <a:pt x="54759" y="106119"/>
                  <a:pt x="49685" y="106119"/>
                </a:cubicBezTo>
                <a:cubicBezTo>
                  <a:pt x="34672" y="106119"/>
                  <a:pt x="22624" y="101470"/>
                  <a:pt x="13531" y="91744"/>
                </a:cubicBezTo>
                <a:cubicBezTo>
                  <a:pt x="4439" y="82232"/>
                  <a:pt x="0" y="69336"/>
                  <a:pt x="0" y="53269"/>
                </a:cubicBezTo>
                <a:cubicBezTo>
                  <a:pt x="0" y="37416"/>
                  <a:pt x="4228" y="24522"/>
                  <a:pt x="13107" y="14586"/>
                </a:cubicBezTo>
                <a:cubicBezTo>
                  <a:pt x="21989" y="4863"/>
                  <a:pt x="33828" y="0"/>
                  <a:pt x="48626" y="0"/>
                </a:cubicBezTo>
                <a:cubicBezTo>
                  <a:pt x="63426" y="211"/>
                  <a:pt x="75057" y="5074"/>
                  <a:pt x="83513" y="14375"/>
                </a:cubicBezTo>
                <a:cubicBezTo>
                  <a:pt x="91971" y="23676"/>
                  <a:pt x="96410" y="36570"/>
                  <a:pt x="96410" y="53058"/>
                </a:cubicBezTo>
                <a:lnTo>
                  <a:pt x="96199" y="58556"/>
                </a:lnTo>
                <a:lnTo>
                  <a:pt x="24315" y="58556"/>
                </a:lnTo>
                <a:cubicBezTo>
                  <a:pt x="24735" y="67009"/>
                  <a:pt x="27486" y="73564"/>
                  <a:pt x="32136" y="78216"/>
                </a:cubicBezTo>
                <a:cubicBezTo>
                  <a:pt x="36787" y="83078"/>
                  <a:pt x="42497" y="85614"/>
                  <a:pt x="49261" y="856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9" name="path-432">
            <a:extLst xmlns:a="http://schemas.openxmlformats.org/drawingml/2006/main">
              <a:ext uri="{FF2B5EF4-FFF2-40B4-BE49-F238E27FC236}">
                <a16:creationId xmlns:a16="http://schemas.microsoft.com/office/drawing/2014/main" id="{C230E18F-A249-4A5C-8778-E6CF924B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4274" y="2746478"/>
            <a:ext cx="97257" cy="106119"/>
          </a:xfrm>
          <a:custGeom xmlns:a="http://schemas.openxmlformats.org/drawingml/2006/main">
            <a:pathLst>
              <a:path w="97257" h="106119">
                <a:moveTo>
                  <a:pt x="49051" y="20930"/>
                </a:moveTo>
                <a:cubicBezTo>
                  <a:pt x="40170" y="20930"/>
                  <a:pt x="33616" y="24733"/>
                  <a:pt x="29179" y="31920"/>
                </a:cubicBezTo>
                <a:cubicBezTo>
                  <a:pt x="27487" y="34245"/>
                  <a:pt x="26427" y="36781"/>
                  <a:pt x="25795" y="39530"/>
                </a:cubicBezTo>
                <a:lnTo>
                  <a:pt x="72520" y="39530"/>
                </a:lnTo>
                <a:cubicBezTo>
                  <a:pt x="69136" y="27269"/>
                  <a:pt x="61315" y="20930"/>
                  <a:pt x="49051" y="20930"/>
                </a:cubicBezTo>
                <a:moveTo>
                  <a:pt x="49262" y="85614"/>
                </a:moveTo>
                <a:cubicBezTo>
                  <a:pt x="55816" y="85614"/>
                  <a:pt x="61103" y="84346"/>
                  <a:pt x="64909" y="81386"/>
                </a:cubicBezTo>
                <a:cubicBezTo>
                  <a:pt x="68503" y="78640"/>
                  <a:pt x="72731" y="73564"/>
                  <a:pt x="77594" y="66165"/>
                </a:cubicBezTo>
                <a:lnTo>
                  <a:pt x="97257" y="76948"/>
                </a:lnTo>
                <a:cubicBezTo>
                  <a:pt x="88377" y="92166"/>
                  <a:pt x="77382" y="101470"/>
                  <a:pt x="64273" y="104427"/>
                </a:cubicBezTo>
                <a:cubicBezTo>
                  <a:pt x="59623" y="105484"/>
                  <a:pt x="54760" y="106119"/>
                  <a:pt x="49687" y="106119"/>
                </a:cubicBezTo>
                <a:cubicBezTo>
                  <a:pt x="34675" y="106119"/>
                  <a:pt x="22623" y="101470"/>
                  <a:pt x="13532" y="91744"/>
                </a:cubicBezTo>
                <a:cubicBezTo>
                  <a:pt x="4440" y="82232"/>
                  <a:pt x="0" y="69336"/>
                  <a:pt x="0" y="53269"/>
                </a:cubicBezTo>
                <a:cubicBezTo>
                  <a:pt x="0" y="37416"/>
                  <a:pt x="4226" y="24522"/>
                  <a:pt x="13108" y="14586"/>
                </a:cubicBezTo>
                <a:cubicBezTo>
                  <a:pt x="21988" y="4863"/>
                  <a:pt x="33828" y="0"/>
                  <a:pt x="48627" y="0"/>
                </a:cubicBezTo>
                <a:cubicBezTo>
                  <a:pt x="63429" y="211"/>
                  <a:pt x="75057" y="5074"/>
                  <a:pt x="83515" y="14375"/>
                </a:cubicBezTo>
                <a:cubicBezTo>
                  <a:pt x="91972" y="23676"/>
                  <a:pt x="96411" y="36570"/>
                  <a:pt x="96411" y="53058"/>
                </a:cubicBezTo>
                <a:lnTo>
                  <a:pt x="96200" y="58556"/>
                </a:lnTo>
                <a:lnTo>
                  <a:pt x="24316" y="58556"/>
                </a:lnTo>
                <a:cubicBezTo>
                  <a:pt x="24737" y="67009"/>
                  <a:pt x="27487" y="73564"/>
                  <a:pt x="32136" y="78216"/>
                </a:cubicBezTo>
                <a:cubicBezTo>
                  <a:pt x="36788" y="83078"/>
                  <a:pt x="42498" y="85614"/>
                  <a:pt x="49262" y="856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0" name="path-433">
            <a:extLst xmlns:a="http://schemas.openxmlformats.org/drawingml/2006/main">
              <a:ext uri="{FF2B5EF4-FFF2-40B4-BE49-F238E27FC236}">
                <a16:creationId xmlns:a16="http://schemas.microsoft.com/office/drawing/2014/main" id="{2E5FD954-E521-46B4-975E-608FC262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5844" y="2675452"/>
            <a:ext cx="90491" cy="174396"/>
          </a:xfrm>
          <a:custGeom xmlns:a="http://schemas.openxmlformats.org/drawingml/2006/main">
            <a:pathLst>
              <a:path w="90491" h="174396">
                <a:moveTo>
                  <a:pt x="23259" y="0"/>
                </a:moveTo>
                <a:lnTo>
                  <a:pt x="23259" y="106328"/>
                </a:lnTo>
                <a:lnTo>
                  <a:pt x="56028" y="73772"/>
                </a:lnTo>
                <a:lnTo>
                  <a:pt x="87108" y="73772"/>
                </a:lnTo>
                <a:lnTo>
                  <a:pt x="43556" y="116053"/>
                </a:lnTo>
                <a:lnTo>
                  <a:pt x="90491" y="174396"/>
                </a:lnTo>
                <a:lnTo>
                  <a:pt x="60258" y="174396"/>
                </a:lnTo>
                <a:lnTo>
                  <a:pt x="27061" y="131907"/>
                </a:lnTo>
                <a:lnTo>
                  <a:pt x="23259" y="135712"/>
                </a:lnTo>
                <a:lnTo>
                  <a:pt x="23259" y="174396"/>
                </a:lnTo>
                <a:lnTo>
                  <a:pt x="0" y="174396"/>
                </a:lnTo>
                <a:lnTo>
                  <a:pt x="0" y="0"/>
                </a:lnTo>
                <a:lnTo>
                  <a:pt x="23259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1" name="path-434">
            <a:extLst xmlns:a="http://schemas.openxmlformats.org/drawingml/2006/main">
              <a:ext uri="{FF2B5EF4-FFF2-40B4-BE49-F238E27FC236}">
                <a16:creationId xmlns:a16="http://schemas.microsoft.com/office/drawing/2014/main" id="{7C58E871-6C8A-4C52-99C3-F6BA3EDA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6547" y="2788545"/>
            <a:ext cx="46093" cy="20292"/>
          </a:xfrm>
          <a:custGeom xmlns:a="http://schemas.openxmlformats.org/drawingml/2006/main">
            <a:pathLst>
              <a:path w="46093" h="20292">
                <a:moveTo>
                  <a:pt x="0" y="0"/>
                </a:moveTo>
                <a:lnTo>
                  <a:pt x="46093" y="0"/>
                </a:lnTo>
                <a:lnTo>
                  <a:pt x="46093" y="20292"/>
                </a:lnTo>
                <a:lnTo>
                  <a:pt x="0" y="202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2" name="path-435">
            <a:extLst xmlns:a="http://schemas.openxmlformats.org/drawingml/2006/main">
              <a:ext uri="{FF2B5EF4-FFF2-40B4-BE49-F238E27FC236}">
                <a16:creationId xmlns:a16="http://schemas.microsoft.com/office/drawing/2014/main" id="{59AF6553-8644-426B-BDDF-B878B027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3483" y="2690460"/>
            <a:ext cx="141448" cy="171228"/>
          </a:xfrm>
          <a:custGeom xmlns:a="http://schemas.openxmlformats.org/drawingml/2006/main">
            <a:pathLst>
              <a:path w="141448" h="171228">
                <a:moveTo>
                  <a:pt x="26219" y="0"/>
                </a:moveTo>
                <a:lnTo>
                  <a:pt x="70408" y="110555"/>
                </a:lnTo>
                <a:lnTo>
                  <a:pt x="115018" y="0"/>
                </a:lnTo>
                <a:lnTo>
                  <a:pt x="141448" y="0"/>
                </a:lnTo>
                <a:lnTo>
                  <a:pt x="69772" y="171228"/>
                </a:lnTo>
                <a:lnTo>
                  <a:pt x="0" y="0"/>
                </a:lnTo>
                <a:lnTo>
                  <a:pt x="26219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3" name="path-436">
            <a:extLst xmlns:a="http://schemas.openxmlformats.org/drawingml/2006/main">
              <a:ext uri="{FF2B5EF4-FFF2-40B4-BE49-F238E27FC236}">
                <a16:creationId xmlns:a16="http://schemas.microsoft.com/office/drawing/2014/main" id="{9C7058A3-3942-4AA6-9139-D6F36614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7466" y="2678623"/>
            <a:ext cx="119246" cy="171225"/>
          </a:xfrm>
          <a:custGeom xmlns:a="http://schemas.openxmlformats.org/drawingml/2006/main">
            <a:pathLst>
              <a:path w="119246" h="171225">
                <a:moveTo>
                  <a:pt x="78228" y="126835"/>
                </a:moveTo>
                <a:lnTo>
                  <a:pt x="78228" y="73353"/>
                </a:lnTo>
                <a:lnTo>
                  <a:pt x="41652" y="126835"/>
                </a:lnTo>
                <a:lnTo>
                  <a:pt x="78228" y="126835"/>
                </a:lnTo>
                <a:moveTo>
                  <a:pt x="102330" y="126835"/>
                </a:moveTo>
                <a:lnTo>
                  <a:pt x="119246" y="126835"/>
                </a:lnTo>
                <a:lnTo>
                  <a:pt x="119246" y="148606"/>
                </a:lnTo>
                <a:lnTo>
                  <a:pt x="102330" y="148606"/>
                </a:lnTo>
                <a:lnTo>
                  <a:pt x="102330" y="171225"/>
                </a:lnTo>
                <a:lnTo>
                  <a:pt x="78228" y="171225"/>
                </a:lnTo>
                <a:lnTo>
                  <a:pt x="78228" y="148606"/>
                </a:lnTo>
                <a:lnTo>
                  <a:pt x="0" y="148606"/>
                </a:lnTo>
                <a:lnTo>
                  <a:pt x="102330" y="0"/>
                </a:lnTo>
                <a:lnTo>
                  <a:pt x="102330" y="12683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4" name="path-437">
            <a:extLst xmlns:a="http://schemas.openxmlformats.org/drawingml/2006/main">
              <a:ext uri="{FF2B5EF4-FFF2-40B4-BE49-F238E27FC236}">
                <a16:creationId xmlns:a16="http://schemas.microsoft.com/office/drawing/2014/main" id="{8A530ED4-3D1E-4CD5-9A5D-1B922CF5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6013" y="2788545"/>
            <a:ext cx="46092" cy="20292"/>
          </a:xfrm>
          <a:custGeom xmlns:a="http://schemas.openxmlformats.org/drawingml/2006/main">
            <a:pathLst>
              <a:path w="46092" h="20292">
                <a:moveTo>
                  <a:pt x="0" y="0"/>
                </a:moveTo>
                <a:lnTo>
                  <a:pt x="46092" y="0"/>
                </a:lnTo>
                <a:lnTo>
                  <a:pt x="46092" y="20292"/>
                </a:lnTo>
                <a:lnTo>
                  <a:pt x="0" y="202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5" name="path-438">
            <a:extLst xmlns:a="http://schemas.openxmlformats.org/drawingml/2006/main">
              <a:ext uri="{FF2B5EF4-FFF2-40B4-BE49-F238E27FC236}">
                <a16:creationId xmlns:a16="http://schemas.microsoft.com/office/drawing/2014/main" id="{B6273CAA-5CF0-447E-9DC0-2CD79575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51134" y="2690460"/>
            <a:ext cx="89433" cy="159389"/>
          </a:xfrm>
          <a:custGeom xmlns:a="http://schemas.openxmlformats.org/drawingml/2006/main">
            <a:pathLst>
              <a:path w="89433" h="159389">
                <a:moveTo>
                  <a:pt x="24103" y="72296"/>
                </a:moveTo>
                <a:lnTo>
                  <a:pt x="33193" y="72296"/>
                </a:lnTo>
                <a:cubicBezTo>
                  <a:pt x="55181" y="72296"/>
                  <a:pt x="66178" y="63841"/>
                  <a:pt x="66178" y="46928"/>
                </a:cubicBezTo>
                <a:cubicBezTo>
                  <a:pt x="66178" y="30442"/>
                  <a:pt x="54760" y="22195"/>
                  <a:pt x="32136" y="22195"/>
                </a:cubicBezTo>
                <a:lnTo>
                  <a:pt x="24103" y="22195"/>
                </a:lnTo>
                <a:lnTo>
                  <a:pt x="24103" y="72296"/>
                </a:lnTo>
                <a:moveTo>
                  <a:pt x="24103" y="94704"/>
                </a:moveTo>
                <a:lnTo>
                  <a:pt x="24103" y="159389"/>
                </a:lnTo>
                <a:lnTo>
                  <a:pt x="0" y="159389"/>
                </a:lnTo>
                <a:lnTo>
                  <a:pt x="0" y="0"/>
                </a:lnTo>
                <a:lnTo>
                  <a:pt x="27275" y="0"/>
                </a:lnTo>
                <a:cubicBezTo>
                  <a:pt x="40383" y="0"/>
                  <a:pt x="50531" y="1057"/>
                  <a:pt x="57509" y="2746"/>
                </a:cubicBezTo>
                <a:cubicBezTo>
                  <a:pt x="64273" y="4649"/>
                  <a:pt x="70406" y="8244"/>
                  <a:pt x="75690" y="13318"/>
                </a:cubicBezTo>
                <a:cubicBezTo>
                  <a:pt x="84782" y="22406"/>
                  <a:pt x="89433" y="34034"/>
                  <a:pt x="89433" y="47985"/>
                </a:cubicBezTo>
                <a:cubicBezTo>
                  <a:pt x="89433" y="62149"/>
                  <a:pt x="84570" y="73564"/>
                  <a:pt x="74846" y="82019"/>
                </a:cubicBezTo>
                <a:cubicBezTo>
                  <a:pt x="65122" y="90477"/>
                  <a:pt x="51798" y="94704"/>
                  <a:pt x="35308" y="94704"/>
                </a:cubicBezTo>
                <a:lnTo>
                  <a:pt x="24103" y="9470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6" name="path-439">
            <a:extLst xmlns:a="http://schemas.openxmlformats.org/drawingml/2006/main">
              <a:ext uri="{FF2B5EF4-FFF2-40B4-BE49-F238E27FC236}">
                <a16:creationId xmlns:a16="http://schemas.microsoft.com/office/drawing/2014/main" id="{DCB1B9E3-697E-4842-A650-84A4EC15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0864" y="2746478"/>
            <a:ext cx="65756" cy="103370"/>
          </a:xfrm>
          <a:custGeom xmlns:a="http://schemas.openxmlformats.org/drawingml/2006/main">
            <a:pathLst>
              <a:path w="65756" h="103370">
                <a:moveTo>
                  <a:pt x="0" y="2746"/>
                </a:moveTo>
                <a:lnTo>
                  <a:pt x="23259" y="2746"/>
                </a:lnTo>
                <a:lnTo>
                  <a:pt x="23259" y="11837"/>
                </a:lnTo>
                <a:cubicBezTo>
                  <a:pt x="27487" y="7398"/>
                  <a:pt x="31293" y="4439"/>
                  <a:pt x="34675" y="2746"/>
                </a:cubicBezTo>
                <a:cubicBezTo>
                  <a:pt x="38059" y="1059"/>
                  <a:pt x="42286" y="211"/>
                  <a:pt x="47784" y="0"/>
                </a:cubicBezTo>
                <a:cubicBezTo>
                  <a:pt x="53069" y="0"/>
                  <a:pt x="58990" y="2114"/>
                  <a:pt x="65756" y="6131"/>
                </a:cubicBezTo>
                <a:lnTo>
                  <a:pt x="55183" y="27269"/>
                </a:lnTo>
                <a:cubicBezTo>
                  <a:pt x="50742" y="24309"/>
                  <a:pt x="46515" y="22619"/>
                  <a:pt x="42286" y="22619"/>
                </a:cubicBezTo>
                <a:cubicBezTo>
                  <a:pt x="29602" y="22619"/>
                  <a:pt x="23259" y="32131"/>
                  <a:pt x="23259" y="51158"/>
                </a:cubicBezTo>
                <a:lnTo>
                  <a:pt x="23259" y="103370"/>
                </a:lnTo>
                <a:lnTo>
                  <a:pt x="0" y="103370"/>
                </a:lnTo>
                <a:lnTo>
                  <a:pt x="0" y="274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7" name="path-440">
            <a:extLst xmlns:a="http://schemas.openxmlformats.org/drawingml/2006/main">
              <a:ext uri="{FF2B5EF4-FFF2-40B4-BE49-F238E27FC236}">
                <a16:creationId xmlns:a16="http://schemas.microsoft.com/office/drawing/2014/main" id="{7DF771F6-7010-4071-909B-FABDC452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5287" y="2746478"/>
            <a:ext cx="107193" cy="106119"/>
          </a:xfrm>
          <a:custGeom xmlns:a="http://schemas.openxmlformats.org/drawingml/2006/main">
            <a:pathLst>
              <a:path w="107193" h="106119">
                <a:moveTo>
                  <a:pt x="31928" y="29807"/>
                </a:moveTo>
                <a:cubicBezTo>
                  <a:pt x="26430" y="35726"/>
                  <a:pt x="23680" y="43549"/>
                  <a:pt x="23680" y="53269"/>
                </a:cubicBezTo>
                <a:cubicBezTo>
                  <a:pt x="23680" y="62995"/>
                  <a:pt x="26216" y="70817"/>
                  <a:pt x="31714" y="76734"/>
                </a:cubicBezTo>
                <a:cubicBezTo>
                  <a:pt x="37213" y="82654"/>
                  <a:pt x="44400" y="85614"/>
                  <a:pt x="53703" y="85614"/>
                </a:cubicBezTo>
                <a:cubicBezTo>
                  <a:pt x="62584" y="85614"/>
                  <a:pt x="69770" y="82867"/>
                  <a:pt x="75269" y="76948"/>
                </a:cubicBezTo>
                <a:cubicBezTo>
                  <a:pt x="80767" y="71028"/>
                  <a:pt x="83513" y="63208"/>
                  <a:pt x="83513" y="53269"/>
                </a:cubicBezTo>
                <a:cubicBezTo>
                  <a:pt x="83513" y="43549"/>
                  <a:pt x="80767" y="35726"/>
                  <a:pt x="75269" y="29807"/>
                </a:cubicBezTo>
                <a:cubicBezTo>
                  <a:pt x="69770" y="23889"/>
                  <a:pt x="62372" y="20930"/>
                  <a:pt x="53491" y="20930"/>
                </a:cubicBezTo>
                <a:cubicBezTo>
                  <a:pt x="44612" y="20930"/>
                  <a:pt x="37422" y="23889"/>
                  <a:pt x="31928" y="29807"/>
                </a:cubicBezTo>
                <a:moveTo>
                  <a:pt x="91547" y="91112"/>
                </a:moveTo>
                <a:cubicBezTo>
                  <a:pt x="80978" y="101257"/>
                  <a:pt x="68291" y="106119"/>
                  <a:pt x="53068" y="106119"/>
                </a:cubicBezTo>
                <a:cubicBezTo>
                  <a:pt x="37846" y="106119"/>
                  <a:pt x="25370" y="101046"/>
                  <a:pt x="15222" y="90901"/>
                </a:cubicBezTo>
                <a:cubicBezTo>
                  <a:pt x="5074" y="80751"/>
                  <a:pt x="0" y="68071"/>
                  <a:pt x="0" y="53058"/>
                </a:cubicBezTo>
                <a:cubicBezTo>
                  <a:pt x="0" y="38051"/>
                  <a:pt x="5074" y="25368"/>
                  <a:pt x="15433" y="15221"/>
                </a:cubicBezTo>
                <a:cubicBezTo>
                  <a:pt x="25795" y="5074"/>
                  <a:pt x="38481" y="0"/>
                  <a:pt x="53491" y="0"/>
                </a:cubicBezTo>
                <a:cubicBezTo>
                  <a:pt x="68502" y="0"/>
                  <a:pt x="81189" y="5287"/>
                  <a:pt x="91547" y="15432"/>
                </a:cubicBezTo>
                <a:cubicBezTo>
                  <a:pt x="101907" y="25790"/>
                  <a:pt x="107193" y="38473"/>
                  <a:pt x="107193" y="53483"/>
                </a:cubicBezTo>
                <a:cubicBezTo>
                  <a:pt x="107193" y="68490"/>
                  <a:pt x="101907" y="80962"/>
                  <a:pt x="91547" y="9111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8" name="path-441">
            <a:extLst xmlns:a="http://schemas.openxmlformats.org/drawingml/2006/main">
              <a:ext uri="{FF2B5EF4-FFF2-40B4-BE49-F238E27FC236}">
                <a16:creationId xmlns:a16="http://schemas.microsoft.com/office/drawing/2014/main" id="{46A5A540-443F-4F27-819A-7FC3B5B5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4824" y="3045033"/>
            <a:ext cx="295999" cy="175455"/>
          </a:xfrm>
          <a:custGeom xmlns:a="http://schemas.openxmlformats.org/drawingml/2006/main">
            <a:pathLst>
              <a:path w="295999" h="175455">
                <a:moveTo>
                  <a:pt x="0" y="0"/>
                </a:moveTo>
                <a:lnTo>
                  <a:pt x="295999" y="0"/>
                </a:lnTo>
                <a:lnTo>
                  <a:pt x="295999" y="175455"/>
                </a:lnTo>
                <a:lnTo>
                  <a:pt x="0" y="175455"/>
                </a:lnTo>
                <a:close/>
              </a:path>
            </a:pathLst>
          </a:custGeom>
          <a:solidFill xmlns:a="http://schemas.openxmlformats.org/drawingml/2006/main">
            <a:srgbClr val="C4B5D8"/>
          </a:solidFill>
          <a:ln xmlns:a="http://schemas.openxmlformats.org/drawingml/2006/main" w="11745">
            <a:solidFill>
              <a:srgbClr val="FFFFFF"/>
            </a:solidFill>
            <a:prstDash val="solid"/>
          </a:ln>
        </p:spPr>
      </p:sp>
      <p:sp>
        <p:nvSpPr>
          <p:cNvPr id="489" name="path-442">
            <a:extLst xmlns:a="http://schemas.openxmlformats.org/drawingml/2006/main">
              <a:ext uri="{FF2B5EF4-FFF2-40B4-BE49-F238E27FC236}">
                <a16:creationId xmlns:a16="http://schemas.microsoft.com/office/drawing/2014/main" id="{90F728DD-8D15-4D93-9CC8-AE9FE3C6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1168" y="3043341"/>
            <a:ext cx="169989" cy="165097"/>
          </a:xfrm>
          <a:custGeom xmlns:a="http://schemas.openxmlformats.org/drawingml/2006/main">
            <a:pathLst>
              <a:path w="169989" h="165097">
                <a:moveTo>
                  <a:pt x="127068" y="122397"/>
                </a:moveTo>
                <a:cubicBezTo>
                  <a:pt x="137217" y="111828"/>
                  <a:pt x="142291" y="98299"/>
                  <a:pt x="142291" y="81810"/>
                </a:cubicBezTo>
                <a:cubicBezTo>
                  <a:pt x="142291" y="65533"/>
                  <a:pt x="136582" y="51580"/>
                  <a:pt x="125377" y="39954"/>
                </a:cubicBezTo>
                <a:cubicBezTo>
                  <a:pt x="113749" y="28539"/>
                  <a:pt x="99583" y="22619"/>
                  <a:pt x="82669" y="22619"/>
                </a:cubicBezTo>
                <a:cubicBezTo>
                  <a:pt x="65755" y="22619"/>
                  <a:pt x="51799" y="28539"/>
                  <a:pt x="40806" y="39954"/>
                </a:cubicBezTo>
                <a:cubicBezTo>
                  <a:pt x="29811" y="51580"/>
                  <a:pt x="24104" y="65957"/>
                  <a:pt x="24104" y="83289"/>
                </a:cubicBezTo>
                <a:cubicBezTo>
                  <a:pt x="24104" y="100624"/>
                  <a:pt x="29811" y="114999"/>
                  <a:pt x="41651" y="125989"/>
                </a:cubicBezTo>
                <a:cubicBezTo>
                  <a:pt x="53283" y="137194"/>
                  <a:pt x="66814" y="142691"/>
                  <a:pt x="82036" y="142691"/>
                </a:cubicBezTo>
                <a:cubicBezTo>
                  <a:pt x="92395" y="142691"/>
                  <a:pt x="101909" y="140364"/>
                  <a:pt x="110366" y="135715"/>
                </a:cubicBezTo>
                <a:lnTo>
                  <a:pt x="72731" y="99356"/>
                </a:lnTo>
                <a:lnTo>
                  <a:pt x="103813" y="99356"/>
                </a:lnTo>
                <a:lnTo>
                  <a:pt x="127068" y="122397"/>
                </a:lnTo>
                <a:moveTo>
                  <a:pt x="82881" y="165097"/>
                </a:moveTo>
                <a:cubicBezTo>
                  <a:pt x="61738" y="165097"/>
                  <a:pt x="42921" y="158121"/>
                  <a:pt x="26639" y="143748"/>
                </a:cubicBezTo>
                <a:cubicBezTo>
                  <a:pt x="8882" y="128106"/>
                  <a:pt x="0" y="108022"/>
                  <a:pt x="0" y="83711"/>
                </a:cubicBezTo>
                <a:cubicBezTo>
                  <a:pt x="0" y="59613"/>
                  <a:pt x="8247" y="39532"/>
                  <a:pt x="24949" y="23676"/>
                </a:cubicBezTo>
                <a:cubicBezTo>
                  <a:pt x="41441" y="7823"/>
                  <a:pt x="60468" y="0"/>
                  <a:pt x="81612" y="0"/>
                </a:cubicBezTo>
                <a:cubicBezTo>
                  <a:pt x="102753" y="0"/>
                  <a:pt x="121570" y="6977"/>
                  <a:pt x="137641" y="20508"/>
                </a:cubicBezTo>
                <a:cubicBezTo>
                  <a:pt x="156878" y="36996"/>
                  <a:pt x="166606" y="58345"/>
                  <a:pt x="166606" y="84559"/>
                </a:cubicBezTo>
                <a:cubicBezTo>
                  <a:pt x="166606" y="105276"/>
                  <a:pt x="158995" y="123454"/>
                  <a:pt x="143770" y="139521"/>
                </a:cubicBezTo>
                <a:lnTo>
                  <a:pt x="169989" y="165097"/>
                </a:lnTo>
                <a:lnTo>
                  <a:pt x="139756" y="165097"/>
                </a:lnTo>
                <a:lnTo>
                  <a:pt x="127282" y="152414"/>
                </a:lnTo>
                <a:cubicBezTo>
                  <a:pt x="113961" y="160872"/>
                  <a:pt x="99162" y="165097"/>
                  <a:pt x="82881" y="16509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0" name="path-443">
            <a:extLst xmlns:a="http://schemas.openxmlformats.org/drawingml/2006/main">
              <a:ext uri="{FF2B5EF4-FFF2-40B4-BE49-F238E27FC236}">
                <a16:creationId xmlns:a16="http://schemas.microsoft.com/office/drawing/2014/main" id="{291B5427-1FFB-4EDF-B0DF-A81427E7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0037" y="3095980"/>
            <a:ext cx="161530" cy="117110"/>
          </a:xfrm>
          <a:custGeom xmlns:a="http://schemas.openxmlformats.org/drawingml/2006/main">
            <a:pathLst>
              <a:path w="161530" h="117110">
                <a:moveTo>
                  <a:pt x="26218" y="9090"/>
                </a:moveTo>
                <a:lnTo>
                  <a:pt x="52434" y="66587"/>
                </a:lnTo>
                <a:lnTo>
                  <a:pt x="80977" y="0"/>
                </a:lnTo>
                <a:lnTo>
                  <a:pt x="109520" y="66587"/>
                </a:lnTo>
                <a:lnTo>
                  <a:pt x="135526" y="9090"/>
                </a:lnTo>
                <a:lnTo>
                  <a:pt x="161530" y="9090"/>
                </a:lnTo>
                <a:lnTo>
                  <a:pt x="108885" y="117110"/>
                </a:lnTo>
                <a:lnTo>
                  <a:pt x="80977" y="52423"/>
                </a:lnTo>
                <a:lnTo>
                  <a:pt x="52644" y="117110"/>
                </a:lnTo>
                <a:lnTo>
                  <a:pt x="0" y="9090"/>
                </a:lnTo>
                <a:lnTo>
                  <a:pt x="26218" y="909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1" name="path-444">
            <a:extLst xmlns:a="http://schemas.openxmlformats.org/drawingml/2006/main">
              <a:ext uri="{FF2B5EF4-FFF2-40B4-BE49-F238E27FC236}">
                <a16:creationId xmlns:a16="http://schemas.microsoft.com/office/drawing/2014/main" id="{4E060ED4-5FCA-49E1-8909-1ACCE887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2563" y="3102319"/>
            <a:ext cx="97254" cy="106119"/>
          </a:xfrm>
          <a:custGeom xmlns:a="http://schemas.openxmlformats.org/drawingml/2006/main">
            <a:pathLst>
              <a:path w="97254" h="106119">
                <a:moveTo>
                  <a:pt x="49050" y="20930"/>
                </a:moveTo>
                <a:cubicBezTo>
                  <a:pt x="40170" y="20930"/>
                  <a:pt x="33616" y="24733"/>
                  <a:pt x="29176" y="31920"/>
                </a:cubicBezTo>
                <a:cubicBezTo>
                  <a:pt x="27486" y="34247"/>
                  <a:pt x="26426" y="36783"/>
                  <a:pt x="25795" y="39530"/>
                </a:cubicBezTo>
                <a:lnTo>
                  <a:pt x="72518" y="39530"/>
                </a:lnTo>
                <a:cubicBezTo>
                  <a:pt x="69136" y="27269"/>
                  <a:pt x="61314" y="20930"/>
                  <a:pt x="49050" y="20930"/>
                </a:cubicBezTo>
                <a:moveTo>
                  <a:pt x="49262" y="85614"/>
                </a:moveTo>
                <a:cubicBezTo>
                  <a:pt x="55816" y="85614"/>
                  <a:pt x="61103" y="84346"/>
                  <a:pt x="64909" y="81386"/>
                </a:cubicBezTo>
                <a:cubicBezTo>
                  <a:pt x="68501" y="78640"/>
                  <a:pt x="72731" y="73566"/>
                  <a:pt x="77594" y="66168"/>
                </a:cubicBezTo>
                <a:lnTo>
                  <a:pt x="97254" y="76948"/>
                </a:lnTo>
                <a:cubicBezTo>
                  <a:pt x="88377" y="92169"/>
                  <a:pt x="77380" y="101470"/>
                  <a:pt x="64273" y="104430"/>
                </a:cubicBezTo>
                <a:cubicBezTo>
                  <a:pt x="59623" y="105484"/>
                  <a:pt x="54760" y="106119"/>
                  <a:pt x="49685" y="106119"/>
                </a:cubicBezTo>
                <a:cubicBezTo>
                  <a:pt x="34673" y="106119"/>
                  <a:pt x="22620" y="101470"/>
                  <a:pt x="13530" y="91744"/>
                </a:cubicBezTo>
                <a:cubicBezTo>
                  <a:pt x="4437" y="82232"/>
                  <a:pt x="0" y="69339"/>
                  <a:pt x="0" y="53269"/>
                </a:cubicBezTo>
                <a:cubicBezTo>
                  <a:pt x="0" y="37418"/>
                  <a:pt x="4226" y="24522"/>
                  <a:pt x="13107" y="14588"/>
                </a:cubicBezTo>
                <a:cubicBezTo>
                  <a:pt x="21988" y="4863"/>
                  <a:pt x="33828" y="0"/>
                  <a:pt x="48627" y="0"/>
                </a:cubicBezTo>
                <a:cubicBezTo>
                  <a:pt x="63425" y="211"/>
                  <a:pt x="75057" y="5074"/>
                  <a:pt x="83513" y="14377"/>
                </a:cubicBezTo>
                <a:cubicBezTo>
                  <a:pt x="91971" y="23678"/>
                  <a:pt x="96411" y="36572"/>
                  <a:pt x="96411" y="53061"/>
                </a:cubicBezTo>
                <a:lnTo>
                  <a:pt x="96197" y="58556"/>
                </a:lnTo>
                <a:lnTo>
                  <a:pt x="24312" y="58556"/>
                </a:lnTo>
                <a:cubicBezTo>
                  <a:pt x="24735" y="67011"/>
                  <a:pt x="27486" y="73566"/>
                  <a:pt x="32136" y="78216"/>
                </a:cubicBezTo>
                <a:cubicBezTo>
                  <a:pt x="36788" y="83078"/>
                  <a:pt x="42497" y="85614"/>
                  <a:pt x="49262" y="856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2" name="path-445">
            <a:extLst xmlns:a="http://schemas.openxmlformats.org/drawingml/2006/main">
              <a:ext uri="{FF2B5EF4-FFF2-40B4-BE49-F238E27FC236}">
                <a16:creationId xmlns:a16="http://schemas.microsoft.com/office/drawing/2014/main" id="{E5E98CF6-7FEF-4C27-875C-97EA5DC1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4133" y="3102319"/>
            <a:ext cx="86684" cy="103373"/>
          </a:xfrm>
          <a:custGeom xmlns:a="http://schemas.openxmlformats.org/drawingml/2006/main">
            <a:pathLst>
              <a:path w="86684" h="103373">
                <a:moveTo>
                  <a:pt x="0" y="2751"/>
                </a:moveTo>
                <a:lnTo>
                  <a:pt x="23466" y="2751"/>
                </a:lnTo>
                <a:lnTo>
                  <a:pt x="23466" y="12050"/>
                </a:lnTo>
                <a:cubicBezTo>
                  <a:pt x="31503" y="4019"/>
                  <a:pt x="41017" y="0"/>
                  <a:pt x="52010" y="0"/>
                </a:cubicBezTo>
                <a:cubicBezTo>
                  <a:pt x="63004" y="0"/>
                  <a:pt x="71462" y="3595"/>
                  <a:pt x="77591" y="10361"/>
                </a:cubicBezTo>
                <a:cubicBezTo>
                  <a:pt x="83513" y="17124"/>
                  <a:pt x="86684" y="27693"/>
                  <a:pt x="86684" y="41646"/>
                </a:cubicBezTo>
                <a:lnTo>
                  <a:pt x="86684" y="103373"/>
                </a:lnTo>
                <a:lnTo>
                  <a:pt x="63429" y="103373"/>
                </a:lnTo>
                <a:lnTo>
                  <a:pt x="63429" y="47141"/>
                </a:lnTo>
                <a:cubicBezTo>
                  <a:pt x="63429" y="37418"/>
                  <a:pt x="61949" y="30439"/>
                  <a:pt x="59199" y="26638"/>
                </a:cubicBezTo>
                <a:cubicBezTo>
                  <a:pt x="56451" y="22832"/>
                  <a:pt x="51376" y="20930"/>
                  <a:pt x="43977" y="20930"/>
                </a:cubicBezTo>
                <a:cubicBezTo>
                  <a:pt x="36578" y="20930"/>
                  <a:pt x="31293" y="23468"/>
                  <a:pt x="28121" y="28541"/>
                </a:cubicBezTo>
                <a:cubicBezTo>
                  <a:pt x="24946" y="33612"/>
                  <a:pt x="23466" y="42492"/>
                  <a:pt x="23466" y="54961"/>
                </a:cubicBezTo>
                <a:lnTo>
                  <a:pt x="23466" y="103373"/>
                </a:lnTo>
                <a:lnTo>
                  <a:pt x="0" y="103373"/>
                </a:lnTo>
                <a:lnTo>
                  <a:pt x="0" y="275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3" name="path-446">
            <a:extLst xmlns:a="http://schemas.openxmlformats.org/drawingml/2006/main">
              <a:ext uri="{FF2B5EF4-FFF2-40B4-BE49-F238E27FC236}">
                <a16:creationId xmlns:a16="http://schemas.microsoft.com/office/drawing/2014/main" id="{CFCF3E9C-1F56-473B-B3E1-C3CD3CA5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4286" y="3043555"/>
            <a:ext cx="101695" cy="164462"/>
          </a:xfrm>
          <a:custGeom xmlns:a="http://schemas.openxmlformats.org/drawingml/2006/main">
            <a:pathLst>
              <a:path w="101695" h="164462">
                <a:moveTo>
                  <a:pt x="45879" y="88149"/>
                </a:moveTo>
                <a:lnTo>
                  <a:pt x="45879" y="67647"/>
                </a:lnTo>
                <a:cubicBezTo>
                  <a:pt x="56028" y="67647"/>
                  <a:pt x="62794" y="66587"/>
                  <a:pt x="66387" y="64263"/>
                </a:cubicBezTo>
                <a:cubicBezTo>
                  <a:pt x="72519" y="60457"/>
                  <a:pt x="75693" y="54537"/>
                  <a:pt x="75693" y="46504"/>
                </a:cubicBezTo>
                <a:cubicBezTo>
                  <a:pt x="75693" y="38686"/>
                  <a:pt x="73365" y="32555"/>
                  <a:pt x="68926" y="28325"/>
                </a:cubicBezTo>
                <a:cubicBezTo>
                  <a:pt x="64275" y="24098"/>
                  <a:pt x="58567" y="21984"/>
                  <a:pt x="51800" y="21773"/>
                </a:cubicBezTo>
                <a:cubicBezTo>
                  <a:pt x="44824" y="21773"/>
                  <a:pt x="39537" y="23463"/>
                  <a:pt x="35943" y="26633"/>
                </a:cubicBezTo>
                <a:cubicBezTo>
                  <a:pt x="32559" y="30017"/>
                  <a:pt x="29813" y="35724"/>
                  <a:pt x="28121" y="43333"/>
                </a:cubicBezTo>
                <a:lnTo>
                  <a:pt x="4229" y="43333"/>
                </a:lnTo>
                <a:cubicBezTo>
                  <a:pt x="6764" y="28536"/>
                  <a:pt x="11839" y="17543"/>
                  <a:pt x="19452" y="10358"/>
                </a:cubicBezTo>
                <a:cubicBezTo>
                  <a:pt x="27063" y="3382"/>
                  <a:pt x="38058" y="0"/>
                  <a:pt x="52012" y="0"/>
                </a:cubicBezTo>
                <a:cubicBezTo>
                  <a:pt x="65752" y="0"/>
                  <a:pt x="76960" y="4017"/>
                  <a:pt x="85841" y="12261"/>
                </a:cubicBezTo>
                <a:cubicBezTo>
                  <a:pt x="94719" y="20714"/>
                  <a:pt x="99160" y="31707"/>
                  <a:pt x="99160" y="45449"/>
                </a:cubicBezTo>
                <a:cubicBezTo>
                  <a:pt x="99160" y="59189"/>
                  <a:pt x="93240" y="70182"/>
                  <a:pt x="81823" y="78216"/>
                </a:cubicBezTo>
                <a:cubicBezTo>
                  <a:pt x="94931" y="86033"/>
                  <a:pt x="101695" y="98718"/>
                  <a:pt x="101695" y="116053"/>
                </a:cubicBezTo>
                <a:cubicBezTo>
                  <a:pt x="101695" y="130428"/>
                  <a:pt x="96834" y="142054"/>
                  <a:pt x="87108" y="150933"/>
                </a:cubicBezTo>
                <a:cubicBezTo>
                  <a:pt x="77384" y="160021"/>
                  <a:pt x="65121" y="164462"/>
                  <a:pt x="50110" y="164462"/>
                </a:cubicBezTo>
                <a:cubicBezTo>
                  <a:pt x="30868" y="164462"/>
                  <a:pt x="16702" y="157486"/>
                  <a:pt x="7400" y="143535"/>
                </a:cubicBezTo>
                <a:cubicBezTo>
                  <a:pt x="3594" y="137615"/>
                  <a:pt x="1059" y="129582"/>
                  <a:pt x="0" y="119013"/>
                </a:cubicBezTo>
                <a:lnTo>
                  <a:pt x="23255" y="119013"/>
                </a:lnTo>
                <a:cubicBezTo>
                  <a:pt x="24526" y="126835"/>
                  <a:pt x="27486" y="132753"/>
                  <a:pt x="32348" y="136769"/>
                </a:cubicBezTo>
                <a:cubicBezTo>
                  <a:pt x="36999" y="140997"/>
                  <a:pt x="43343" y="142900"/>
                  <a:pt x="51165" y="142900"/>
                </a:cubicBezTo>
                <a:cubicBezTo>
                  <a:pt x="58778" y="142900"/>
                  <a:pt x="65332" y="140364"/>
                  <a:pt x="70406" y="135077"/>
                </a:cubicBezTo>
                <a:cubicBezTo>
                  <a:pt x="75480" y="129793"/>
                  <a:pt x="78017" y="123030"/>
                  <a:pt x="78017" y="114999"/>
                </a:cubicBezTo>
                <a:cubicBezTo>
                  <a:pt x="78017" y="104427"/>
                  <a:pt x="74210" y="96607"/>
                  <a:pt x="66601" y="91955"/>
                </a:cubicBezTo>
                <a:cubicBezTo>
                  <a:pt x="61949" y="89417"/>
                  <a:pt x="55183" y="88149"/>
                  <a:pt x="45879" y="8814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4" name="path-447">
            <a:extLst xmlns:a="http://schemas.openxmlformats.org/drawingml/2006/main">
              <a:ext uri="{FF2B5EF4-FFF2-40B4-BE49-F238E27FC236}">
                <a16:creationId xmlns:a16="http://schemas.microsoft.com/office/drawing/2014/main" id="{7DA90941-D332-4D0A-8164-C22266E6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4041" y="3179902"/>
            <a:ext cx="28755" cy="28536"/>
          </a:xfrm>
          <a:custGeom xmlns:a="http://schemas.openxmlformats.org/drawingml/2006/main">
            <a:pathLst>
              <a:path w="28755" h="28536">
                <a:moveTo>
                  <a:pt x="4226" y="24520"/>
                </a:moveTo>
                <a:cubicBezTo>
                  <a:pt x="1267" y="21984"/>
                  <a:pt x="0" y="18600"/>
                  <a:pt x="0" y="14586"/>
                </a:cubicBezTo>
                <a:cubicBezTo>
                  <a:pt x="0" y="10569"/>
                  <a:pt x="1267" y="7187"/>
                  <a:pt x="4226" y="4228"/>
                </a:cubicBezTo>
                <a:cubicBezTo>
                  <a:pt x="6977" y="1481"/>
                  <a:pt x="10359" y="0"/>
                  <a:pt x="14375" y="0"/>
                </a:cubicBezTo>
                <a:cubicBezTo>
                  <a:pt x="18182" y="0"/>
                  <a:pt x="21565" y="1481"/>
                  <a:pt x="24524" y="4228"/>
                </a:cubicBezTo>
                <a:cubicBezTo>
                  <a:pt x="27275" y="7187"/>
                  <a:pt x="28755" y="10569"/>
                  <a:pt x="28755" y="14375"/>
                </a:cubicBezTo>
                <a:cubicBezTo>
                  <a:pt x="28755" y="18600"/>
                  <a:pt x="27275" y="21984"/>
                  <a:pt x="24524" y="24520"/>
                </a:cubicBezTo>
                <a:cubicBezTo>
                  <a:pt x="21777" y="27058"/>
                  <a:pt x="18393" y="28536"/>
                  <a:pt x="14375" y="28536"/>
                </a:cubicBezTo>
                <a:cubicBezTo>
                  <a:pt x="10359" y="28536"/>
                  <a:pt x="6977" y="27058"/>
                  <a:pt x="4226" y="2452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5" name="path-448">
            <a:extLst xmlns:a="http://schemas.openxmlformats.org/drawingml/2006/main">
              <a:ext uri="{FF2B5EF4-FFF2-40B4-BE49-F238E27FC236}">
                <a16:creationId xmlns:a16="http://schemas.microsoft.com/office/drawing/2014/main" id="{E72A747F-CCB0-4112-95A8-0C59B126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2816" y="3040808"/>
            <a:ext cx="107194" cy="167209"/>
          </a:xfrm>
          <a:custGeom xmlns:a="http://schemas.openxmlformats.org/drawingml/2006/main">
            <a:pathLst>
              <a:path w="107194" h="167209">
                <a:moveTo>
                  <a:pt x="53702" y="145646"/>
                </a:moveTo>
                <a:cubicBezTo>
                  <a:pt x="61950" y="145646"/>
                  <a:pt x="68924" y="142687"/>
                  <a:pt x="74846" y="136767"/>
                </a:cubicBezTo>
                <a:cubicBezTo>
                  <a:pt x="80765" y="130850"/>
                  <a:pt x="83726" y="123871"/>
                  <a:pt x="83726" y="115629"/>
                </a:cubicBezTo>
                <a:cubicBezTo>
                  <a:pt x="83726" y="107382"/>
                  <a:pt x="80765" y="100197"/>
                  <a:pt x="74846" y="94278"/>
                </a:cubicBezTo>
                <a:cubicBezTo>
                  <a:pt x="68924" y="88360"/>
                  <a:pt x="61737" y="85614"/>
                  <a:pt x="53702" y="85614"/>
                </a:cubicBezTo>
                <a:cubicBezTo>
                  <a:pt x="45244" y="85614"/>
                  <a:pt x="38057" y="88571"/>
                  <a:pt x="32137" y="94491"/>
                </a:cubicBezTo>
                <a:cubicBezTo>
                  <a:pt x="26218" y="100411"/>
                  <a:pt x="23468" y="107382"/>
                  <a:pt x="23468" y="115629"/>
                </a:cubicBezTo>
                <a:cubicBezTo>
                  <a:pt x="23468" y="124084"/>
                  <a:pt x="26218" y="131061"/>
                  <a:pt x="32137" y="136980"/>
                </a:cubicBezTo>
                <a:cubicBezTo>
                  <a:pt x="38057" y="142897"/>
                  <a:pt x="45244" y="145646"/>
                  <a:pt x="53702" y="145646"/>
                </a:cubicBezTo>
                <a:moveTo>
                  <a:pt x="59624" y="64049"/>
                </a:moveTo>
                <a:cubicBezTo>
                  <a:pt x="72519" y="64049"/>
                  <a:pt x="83726" y="69120"/>
                  <a:pt x="93028" y="78846"/>
                </a:cubicBezTo>
                <a:cubicBezTo>
                  <a:pt x="102332" y="88780"/>
                  <a:pt x="107194" y="100832"/>
                  <a:pt x="107194" y="114994"/>
                </a:cubicBezTo>
                <a:cubicBezTo>
                  <a:pt x="107194" y="129158"/>
                  <a:pt x="102121" y="141419"/>
                  <a:pt x="91548" y="151777"/>
                </a:cubicBezTo>
                <a:cubicBezTo>
                  <a:pt x="80977" y="162346"/>
                  <a:pt x="68503" y="167209"/>
                  <a:pt x="54125" y="167209"/>
                </a:cubicBezTo>
                <a:cubicBezTo>
                  <a:pt x="39538" y="167209"/>
                  <a:pt x="26852" y="162133"/>
                  <a:pt x="16069" y="151988"/>
                </a:cubicBezTo>
                <a:cubicBezTo>
                  <a:pt x="5286" y="141843"/>
                  <a:pt x="0" y="130215"/>
                  <a:pt x="0" y="116897"/>
                </a:cubicBezTo>
                <a:cubicBezTo>
                  <a:pt x="0" y="103581"/>
                  <a:pt x="5074" y="89839"/>
                  <a:pt x="15646" y="75675"/>
                </a:cubicBezTo>
                <a:lnTo>
                  <a:pt x="71463" y="0"/>
                </a:lnTo>
                <a:lnTo>
                  <a:pt x="89011" y="13105"/>
                </a:lnTo>
                <a:lnTo>
                  <a:pt x="50954" y="64895"/>
                </a:lnTo>
                <a:cubicBezTo>
                  <a:pt x="54972" y="64471"/>
                  <a:pt x="57931" y="64049"/>
                  <a:pt x="59624" y="6404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6" name="path-449">
            <a:extLst xmlns:a="http://schemas.openxmlformats.org/drawingml/2006/main">
              <a:ext uri="{FF2B5EF4-FFF2-40B4-BE49-F238E27FC236}">
                <a16:creationId xmlns:a16="http://schemas.microsoft.com/office/drawing/2014/main" id="{DFB066A4-C563-4141-B8F7-27A796A0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1639" y="3144387"/>
            <a:ext cx="46092" cy="20292"/>
          </a:xfrm>
          <a:custGeom xmlns:a="http://schemas.openxmlformats.org/drawingml/2006/main">
            <a:pathLst>
              <a:path w="46092" h="20292">
                <a:moveTo>
                  <a:pt x="0" y="0"/>
                </a:moveTo>
                <a:lnTo>
                  <a:pt x="46092" y="0"/>
                </a:lnTo>
                <a:lnTo>
                  <a:pt x="46092" y="20292"/>
                </a:lnTo>
                <a:lnTo>
                  <a:pt x="0" y="202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7" name="path-450">
            <a:extLst xmlns:a="http://schemas.openxmlformats.org/drawingml/2006/main">
              <a:ext uri="{FF2B5EF4-FFF2-40B4-BE49-F238E27FC236}">
                <a16:creationId xmlns:a16="http://schemas.microsoft.com/office/drawing/2014/main" id="{A9B29CFF-0144-4CCC-BEA6-77788B2D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6760" y="3046301"/>
            <a:ext cx="89433" cy="159391"/>
          </a:xfrm>
          <a:custGeom xmlns:a="http://schemas.openxmlformats.org/drawingml/2006/main">
            <a:pathLst>
              <a:path w="89433" h="159391">
                <a:moveTo>
                  <a:pt x="24100" y="72298"/>
                </a:moveTo>
                <a:lnTo>
                  <a:pt x="33193" y="72298"/>
                </a:lnTo>
                <a:cubicBezTo>
                  <a:pt x="55181" y="72298"/>
                  <a:pt x="66176" y="63841"/>
                  <a:pt x="66176" y="46930"/>
                </a:cubicBezTo>
                <a:cubicBezTo>
                  <a:pt x="66176" y="30442"/>
                  <a:pt x="54756" y="22200"/>
                  <a:pt x="32136" y="22200"/>
                </a:cubicBezTo>
                <a:lnTo>
                  <a:pt x="24100" y="22200"/>
                </a:lnTo>
                <a:lnTo>
                  <a:pt x="24100" y="72298"/>
                </a:lnTo>
                <a:moveTo>
                  <a:pt x="24100" y="94704"/>
                </a:moveTo>
                <a:lnTo>
                  <a:pt x="24100" y="159391"/>
                </a:lnTo>
                <a:lnTo>
                  <a:pt x="0" y="159391"/>
                </a:lnTo>
                <a:lnTo>
                  <a:pt x="0" y="0"/>
                </a:lnTo>
                <a:lnTo>
                  <a:pt x="27275" y="0"/>
                </a:lnTo>
                <a:cubicBezTo>
                  <a:pt x="40382" y="0"/>
                  <a:pt x="50530" y="1057"/>
                  <a:pt x="57508" y="2749"/>
                </a:cubicBezTo>
                <a:cubicBezTo>
                  <a:pt x="64273" y="4652"/>
                  <a:pt x="70403" y="8247"/>
                  <a:pt x="75690" y="13318"/>
                </a:cubicBezTo>
                <a:cubicBezTo>
                  <a:pt x="84782" y="22408"/>
                  <a:pt x="89433" y="34037"/>
                  <a:pt x="89433" y="47987"/>
                </a:cubicBezTo>
                <a:cubicBezTo>
                  <a:pt x="89433" y="62149"/>
                  <a:pt x="84570" y="73566"/>
                  <a:pt x="74846" y="82019"/>
                </a:cubicBezTo>
                <a:cubicBezTo>
                  <a:pt x="65118" y="90477"/>
                  <a:pt x="51799" y="94704"/>
                  <a:pt x="35308" y="94704"/>
                </a:cubicBezTo>
                <a:lnTo>
                  <a:pt x="24100" y="9470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8" name="path-451">
            <a:extLst xmlns:a="http://schemas.openxmlformats.org/drawingml/2006/main">
              <a:ext uri="{FF2B5EF4-FFF2-40B4-BE49-F238E27FC236}">
                <a16:creationId xmlns:a16="http://schemas.microsoft.com/office/drawing/2014/main" id="{C08860FE-1E7A-40D7-B430-672BFC9F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6489" y="3031293"/>
            <a:ext cx="23258" cy="174398"/>
          </a:xfrm>
          <a:custGeom xmlns:a="http://schemas.openxmlformats.org/drawingml/2006/main">
            <a:pathLst>
              <a:path w="23258" h="174398">
                <a:moveTo>
                  <a:pt x="0" y="0"/>
                </a:moveTo>
                <a:lnTo>
                  <a:pt x="23258" y="0"/>
                </a:lnTo>
                <a:lnTo>
                  <a:pt x="23258" y="174398"/>
                </a:lnTo>
                <a:lnTo>
                  <a:pt x="0" y="1743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9" name="path-452">
            <a:extLst xmlns:a="http://schemas.openxmlformats.org/drawingml/2006/main">
              <a:ext uri="{FF2B5EF4-FFF2-40B4-BE49-F238E27FC236}">
                <a16:creationId xmlns:a16="http://schemas.microsoft.com/office/drawing/2014/main" id="{F70817D7-BCBF-46C4-A5E9-8AB52BCE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9136" y="3105071"/>
            <a:ext cx="86049" cy="103368"/>
          </a:xfrm>
          <a:custGeom xmlns:a="http://schemas.openxmlformats.org/drawingml/2006/main">
            <a:pathLst>
              <a:path w="86049" h="103368">
                <a:moveTo>
                  <a:pt x="23255" y="0"/>
                </a:moveTo>
                <a:lnTo>
                  <a:pt x="23255" y="57708"/>
                </a:lnTo>
                <a:cubicBezTo>
                  <a:pt x="23255" y="74621"/>
                  <a:pt x="29809" y="82863"/>
                  <a:pt x="42921" y="82863"/>
                </a:cubicBezTo>
                <a:cubicBezTo>
                  <a:pt x="56028" y="82863"/>
                  <a:pt x="62794" y="74621"/>
                  <a:pt x="62794" y="57708"/>
                </a:cubicBezTo>
                <a:lnTo>
                  <a:pt x="62794" y="0"/>
                </a:lnTo>
                <a:lnTo>
                  <a:pt x="86049" y="0"/>
                </a:lnTo>
                <a:lnTo>
                  <a:pt x="86049" y="58343"/>
                </a:lnTo>
                <a:cubicBezTo>
                  <a:pt x="86049" y="66376"/>
                  <a:pt x="84993" y="73350"/>
                  <a:pt x="83090" y="78848"/>
                </a:cubicBezTo>
                <a:cubicBezTo>
                  <a:pt x="80975" y="84344"/>
                  <a:pt x="77591" y="89206"/>
                  <a:pt x="72942" y="93221"/>
                </a:cubicBezTo>
                <a:cubicBezTo>
                  <a:pt x="64909" y="99986"/>
                  <a:pt x="54971" y="103368"/>
                  <a:pt x="42921" y="103368"/>
                </a:cubicBezTo>
                <a:cubicBezTo>
                  <a:pt x="30868" y="103368"/>
                  <a:pt x="20932" y="99986"/>
                  <a:pt x="13107" y="93221"/>
                </a:cubicBezTo>
                <a:cubicBezTo>
                  <a:pt x="8244" y="89206"/>
                  <a:pt x="4862" y="84765"/>
                  <a:pt x="2957" y="79692"/>
                </a:cubicBezTo>
                <a:cubicBezTo>
                  <a:pt x="842" y="74621"/>
                  <a:pt x="0" y="67642"/>
                  <a:pt x="0" y="58343"/>
                </a:cubicBezTo>
                <a:lnTo>
                  <a:pt x="0" y="0"/>
                </a:lnTo>
                <a:lnTo>
                  <a:pt x="23255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0" name="path-453">
            <a:extLst xmlns:a="http://schemas.openxmlformats.org/drawingml/2006/main">
              <a:ext uri="{FF2B5EF4-FFF2-40B4-BE49-F238E27FC236}">
                <a16:creationId xmlns:a16="http://schemas.microsoft.com/office/drawing/2014/main" id="{8B20B2FF-89E3-4E90-9777-9B921395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7598" y="3102319"/>
            <a:ext cx="71673" cy="106119"/>
          </a:xfrm>
          <a:custGeom xmlns:a="http://schemas.openxmlformats.org/drawingml/2006/main">
            <a:pathLst>
              <a:path w="71673" h="106119">
                <a:moveTo>
                  <a:pt x="34884" y="20930"/>
                </a:moveTo>
                <a:cubicBezTo>
                  <a:pt x="32771" y="20930"/>
                  <a:pt x="30868" y="21776"/>
                  <a:pt x="29388" y="23041"/>
                </a:cubicBezTo>
                <a:cubicBezTo>
                  <a:pt x="27696" y="24522"/>
                  <a:pt x="27061" y="26425"/>
                  <a:pt x="27061" y="28541"/>
                </a:cubicBezTo>
                <a:cubicBezTo>
                  <a:pt x="27061" y="32345"/>
                  <a:pt x="31501" y="36150"/>
                  <a:pt x="40593" y="39954"/>
                </a:cubicBezTo>
                <a:cubicBezTo>
                  <a:pt x="52856" y="45241"/>
                  <a:pt x="61103" y="50103"/>
                  <a:pt x="65329" y="54542"/>
                </a:cubicBezTo>
                <a:cubicBezTo>
                  <a:pt x="69558" y="59191"/>
                  <a:pt x="71673" y="65744"/>
                  <a:pt x="71673" y="74201"/>
                </a:cubicBezTo>
                <a:cubicBezTo>
                  <a:pt x="71673" y="83078"/>
                  <a:pt x="68080" y="90477"/>
                  <a:pt x="61103" y="96818"/>
                </a:cubicBezTo>
                <a:cubicBezTo>
                  <a:pt x="53912" y="103162"/>
                  <a:pt x="45667" y="106119"/>
                  <a:pt x="35943" y="106119"/>
                </a:cubicBezTo>
                <a:cubicBezTo>
                  <a:pt x="19028" y="106119"/>
                  <a:pt x="6977" y="98086"/>
                  <a:pt x="0" y="81600"/>
                </a:cubicBezTo>
                <a:lnTo>
                  <a:pt x="19873" y="72509"/>
                </a:lnTo>
                <a:cubicBezTo>
                  <a:pt x="22411" y="77372"/>
                  <a:pt x="24946" y="80751"/>
                  <a:pt x="27061" y="82654"/>
                </a:cubicBezTo>
                <a:cubicBezTo>
                  <a:pt x="29176" y="84559"/>
                  <a:pt x="32348" y="85614"/>
                  <a:pt x="36154" y="85614"/>
                </a:cubicBezTo>
                <a:cubicBezTo>
                  <a:pt x="43977" y="85614"/>
                  <a:pt x="47994" y="82021"/>
                  <a:pt x="47994" y="74834"/>
                </a:cubicBezTo>
                <a:cubicBezTo>
                  <a:pt x="47994" y="70606"/>
                  <a:pt x="44823" y="66803"/>
                  <a:pt x="38902" y="63208"/>
                </a:cubicBezTo>
                <a:cubicBezTo>
                  <a:pt x="36575" y="62151"/>
                  <a:pt x="34251" y="61094"/>
                  <a:pt x="31924" y="59824"/>
                </a:cubicBezTo>
                <a:cubicBezTo>
                  <a:pt x="29388" y="58770"/>
                  <a:pt x="26006" y="57078"/>
                  <a:pt x="21353" y="54961"/>
                </a:cubicBezTo>
                <a:cubicBezTo>
                  <a:pt x="16702" y="52850"/>
                  <a:pt x="12895" y="49679"/>
                  <a:pt x="9935" y="45871"/>
                </a:cubicBezTo>
                <a:cubicBezTo>
                  <a:pt x="6764" y="42070"/>
                  <a:pt x="5286" y="36361"/>
                  <a:pt x="5286" y="28541"/>
                </a:cubicBezTo>
                <a:cubicBezTo>
                  <a:pt x="5286" y="20930"/>
                  <a:pt x="8244" y="14377"/>
                  <a:pt x="14165" y="8671"/>
                </a:cubicBezTo>
                <a:cubicBezTo>
                  <a:pt x="20297" y="2960"/>
                  <a:pt x="27696" y="0"/>
                  <a:pt x="36575" y="0"/>
                </a:cubicBezTo>
                <a:cubicBezTo>
                  <a:pt x="49262" y="0"/>
                  <a:pt x="58988" y="6766"/>
                  <a:pt x="65329" y="19870"/>
                </a:cubicBezTo>
                <a:lnTo>
                  <a:pt x="46092" y="30231"/>
                </a:lnTo>
                <a:cubicBezTo>
                  <a:pt x="42921" y="24103"/>
                  <a:pt x="39114" y="20930"/>
                  <a:pt x="34884" y="2093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1" name="path-454">
            <a:extLst xmlns:a="http://schemas.openxmlformats.org/drawingml/2006/main">
              <a:ext uri="{FF2B5EF4-FFF2-40B4-BE49-F238E27FC236}">
                <a16:creationId xmlns:a16="http://schemas.microsoft.com/office/drawing/2014/main" id="{75946647-395D-4941-BCD8-8AE60260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4824" y="3400877"/>
            <a:ext cx="295999" cy="175455"/>
          </a:xfrm>
          <a:custGeom xmlns:a="http://schemas.openxmlformats.org/drawingml/2006/main">
            <a:pathLst>
              <a:path w="295999" h="175455">
                <a:moveTo>
                  <a:pt x="0" y="0"/>
                </a:moveTo>
                <a:lnTo>
                  <a:pt x="295999" y="0"/>
                </a:lnTo>
                <a:lnTo>
                  <a:pt x="295999" y="175455"/>
                </a:lnTo>
                <a:lnTo>
                  <a:pt x="0" y="175455"/>
                </a:lnTo>
                <a:close/>
              </a:path>
            </a:pathLst>
          </a:custGeom>
          <a:solidFill xmlns:a="http://schemas.openxmlformats.org/drawingml/2006/main">
            <a:srgbClr val="7B52AB"/>
          </a:solidFill>
          <a:ln xmlns:a="http://schemas.openxmlformats.org/drawingml/2006/main" w="11745">
            <a:solidFill>
              <a:srgbClr val="FFFFFF"/>
            </a:solidFill>
            <a:prstDash val="solid"/>
          </a:ln>
        </p:spPr>
      </p:sp>
      <p:sp>
        <p:nvSpPr>
          <p:cNvPr id="502" name="path-455">
            <a:extLst xmlns:a="http://schemas.openxmlformats.org/drawingml/2006/main">
              <a:ext uri="{FF2B5EF4-FFF2-40B4-BE49-F238E27FC236}">
                <a16:creationId xmlns:a16="http://schemas.microsoft.com/office/drawing/2014/main" id="{53B5E877-09C0-44A7-9E2B-8234F147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1168" y="3399185"/>
            <a:ext cx="169989" cy="165097"/>
          </a:xfrm>
          <a:custGeom xmlns:a="http://schemas.openxmlformats.org/drawingml/2006/main">
            <a:pathLst>
              <a:path w="169989" h="165097">
                <a:moveTo>
                  <a:pt x="127068" y="122397"/>
                </a:moveTo>
                <a:cubicBezTo>
                  <a:pt x="137217" y="111826"/>
                  <a:pt x="142291" y="98297"/>
                  <a:pt x="142291" y="81810"/>
                </a:cubicBezTo>
                <a:cubicBezTo>
                  <a:pt x="142291" y="65530"/>
                  <a:pt x="136582" y="51580"/>
                  <a:pt x="125377" y="39954"/>
                </a:cubicBezTo>
                <a:cubicBezTo>
                  <a:pt x="113749" y="28536"/>
                  <a:pt x="99583" y="22617"/>
                  <a:pt x="82669" y="22617"/>
                </a:cubicBezTo>
                <a:cubicBezTo>
                  <a:pt x="65755" y="22617"/>
                  <a:pt x="51799" y="28536"/>
                  <a:pt x="40806" y="39954"/>
                </a:cubicBezTo>
                <a:cubicBezTo>
                  <a:pt x="29811" y="51580"/>
                  <a:pt x="24104" y="65955"/>
                  <a:pt x="24104" y="83289"/>
                </a:cubicBezTo>
                <a:cubicBezTo>
                  <a:pt x="24104" y="100621"/>
                  <a:pt x="29811" y="114999"/>
                  <a:pt x="41651" y="125992"/>
                </a:cubicBezTo>
                <a:cubicBezTo>
                  <a:pt x="53283" y="137194"/>
                  <a:pt x="66814" y="142691"/>
                  <a:pt x="82036" y="142691"/>
                </a:cubicBezTo>
                <a:cubicBezTo>
                  <a:pt x="92395" y="142691"/>
                  <a:pt x="101909" y="140364"/>
                  <a:pt x="110366" y="135712"/>
                </a:cubicBezTo>
                <a:lnTo>
                  <a:pt x="72731" y="99354"/>
                </a:lnTo>
                <a:lnTo>
                  <a:pt x="103813" y="99354"/>
                </a:lnTo>
                <a:lnTo>
                  <a:pt x="127068" y="122397"/>
                </a:lnTo>
                <a:moveTo>
                  <a:pt x="82881" y="165097"/>
                </a:moveTo>
                <a:cubicBezTo>
                  <a:pt x="61738" y="165097"/>
                  <a:pt x="42921" y="158123"/>
                  <a:pt x="26639" y="143746"/>
                </a:cubicBezTo>
                <a:cubicBezTo>
                  <a:pt x="8882" y="128103"/>
                  <a:pt x="0" y="108020"/>
                  <a:pt x="0" y="83711"/>
                </a:cubicBezTo>
                <a:cubicBezTo>
                  <a:pt x="0" y="59613"/>
                  <a:pt x="8247" y="39530"/>
                  <a:pt x="24949" y="23678"/>
                </a:cubicBezTo>
                <a:cubicBezTo>
                  <a:pt x="41441" y="7823"/>
                  <a:pt x="60468" y="0"/>
                  <a:pt x="81612" y="0"/>
                </a:cubicBezTo>
                <a:cubicBezTo>
                  <a:pt x="102753" y="0"/>
                  <a:pt x="121570" y="6977"/>
                  <a:pt x="137641" y="20505"/>
                </a:cubicBezTo>
                <a:cubicBezTo>
                  <a:pt x="156878" y="36994"/>
                  <a:pt x="166606" y="58345"/>
                  <a:pt x="166606" y="84557"/>
                </a:cubicBezTo>
                <a:cubicBezTo>
                  <a:pt x="166606" y="105273"/>
                  <a:pt x="158995" y="123454"/>
                  <a:pt x="143770" y="139521"/>
                </a:cubicBezTo>
                <a:lnTo>
                  <a:pt x="169989" y="165097"/>
                </a:lnTo>
                <a:lnTo>
                  <a:pt x="139756" y="165097"/>
                </a:lnTo>
                <a:lnTo>
                  <a:pt x="127282" y="152412"/>
                </a:lnTo>
                <a:cubicBezTo>
                  <a:pt x="113961" y="160870"/>
                  <a:pt x="99162" y="165097"/>
                  <a:pt x="82881" y="16509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3" name="path-456">
            <a:extLst xmlns:a="http://schemas.openxmlformats.org/drawingml/2006/main">
              <a:ext uri="{FF2B5EF4-FFF2-40B4-BE49-F238E27FC236}">
                <a16:creationId xmlns:a16="http://schemas.microsoft.com/office/drawing/2014/main" id="{FDF82184-E37E-4221-A0BF-75F50D83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0037" y="3451822"/>
            <a:ext cx="161530" cy="117112"/>
          </a:xfrm>
          <a:custGeom xmlns:a="http://schemas.openxmlformats.org/drawingml/2006/main">
            <a:pathLst>
              <a:path w="161530" h="117112">
                <a:moveTo>
                  <a:pt x="26218" y="9090"/>
                </a:moveTo>
                <a:lnTo>
                  <a:pt x="52434" y="66587"/>
                </a:lnTo>
                <a:lnTo>
                  <a:pt x="80977" y="0"/>
                </a:lnTo>
                <a:lnTo>
                  <a:pt x="109520" y="66587"/>
                </a:lnTo>
                <a:lnTo>
                  <a:pt x="135526" y="9090"/>
                </a:lnTo>
                <a:lnTo>
                  <a:pt x="161530" y="9090"/>
                </a:lnTo>
                <a:lnTo>
                  <a:pt x="108885" y="117112"/>
                </a:lnTo>
                <a:lnTo>
                  <a:pt x="80977" y="52423"/>
                </a:lnTo>
                <a:lnTo>
                  <a:pt x="52644" y="117112"/>
                </a:lnTo>
                <a:lnTo>
                  <a:pt x="0" y="9090"/>
                </a:lnTo>
                <a:lnTo>
                  <a:pt x="26218" y="909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4" name="path-457">
            <a:extLst xmlns:a="http://schemas.openxmlformats.org/drawingml/2006/main">
              <a:ext uri="{FF2B5EF4-FFF2-40B4-BE49-F238E27FC236}">
                <a16:creationId xmlns:a16="http://schemas.microsoft.com/office/drawing/2014/main" id="{F3EFCDBA-E15F-423A-9BE8-DF1EED7C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2563" y="3458165"/>
            <a:ext cx="97254" cy="106117"/>
          </a:xfrm>
          <a:custGeom xmlns:a="http://schemas.openxmlformats.org/drawingml/2006/main">
            <a:pathLst>
              <a:path w="97254" h="106117">
                <a:moveTo>
                  <a:pt x="49050" y="20927"/>
                </a:moveTo>
                <a:cubicBezTo>
                  <a:pt x="40170" y="20927"/>
                  <a:pt x="33616" y="24731"/>
                  <a:pt x="29176" y="31918"/>
                </a:cubicBezTo>
                <a:cubicBezTo>
                  <a:pt x="27486" y="34243"/>
                  <a:pt x="26426" y="36778"/>
                  <a:pt x="25795" y="39530"/>
                </a:cubicBezTo>
                <a:lnTo>
                  <a:pt x="72518" y="39530"/>
                </a:lnTo>
                <a:cubicBezTo>
                  <a:pt x="69136" y="27269"/>
                  <a:pt x="61314" y="20927"/>
                  <a:pt x="49050" y="20927"/>
                </a:cubicBezTo>
                <a:moveTo>
                  <a:pt x="49262" y="85611"/>
                </a:moveTo>
                <a:cubicBezTo>
                  <a:pt x="55816" y="85611"/>
                  <a:pt x="61103" y="84341"/>
                  <a:pt x="64909" y="81384"/>
                </a:cubicBezTo>
                <a:cubicBezTo>
                  <a:pt x="68501" y="78635"/>
                  <a:pt x="72731" y="73561"/>
                  <a:pt x="77594" y="66163"/>
                </a:cubicBezTo>
                <a:lnTo>
                  <a:pt x="97254" y="76943"/>
                </a:lnTo>
                <a:cubicBezTo>
                  <a:pt x="88377" y="92164"/>
                  <a:pt x="77380" y="101465"/>
                  <a:pt x="64273" y="104425"/>
                </a:cubicBezTo>
                <a:cubicBezTo>
                  <a:pt x="59623" y="105482"/>
                  <a:pt x="54760" y="106117"/>
                  <a:pt x="49685" y="106117"/>
                </a:cubicBezTo>
                <a:cubicBezTo>
                  <a:pt x="34673" y="106117"/>
                  <a:pt x="22620" y="101465"/>
                  <a:pt x="13530" y="91742"/>
                </a:cubicBezTo>
                <a:cubicBezTo>
                  <a:pt x="4437" y="82230"/>
                  <a:pt x="0" y="69334"/>
                  <a:pt x="0" y="53269"/>
                </a:cubicBezTo>
                <a:cubicBezTo>
                  <a:pt x="0" y="37413"/>
                  <a:pt x="4226" y="24520"/>
                  <a:pt x="13107" y="14583"/>
                </a:cubicBezTo>
                <a:cubicBezTo>
                  <a:pt x="21988" y="4860"/>
                  <a:pt x="33828" y="0"/>
                  <a:pt x="48627" y="0"/>
                </a:cubicBezTo>
                <a:cubicBezTo>
                  <a:pt x="63425" y="208"/>
                  <a:pt x="75057" y="5071"/>
                  <a:pt x="83513" y="14372"/>
                </a:cubicBezTo>
                <a:cubicBezTo>
                  <a:pt x="91971" y="23674"/>
                  <a:pt x="96411" y="36570"/>
                  <a:pt x="96411" y="53058"/>
                </a:cubicBezTo>
                <a:lnTo>
                  <a:pt x="96197" y="58554"/>
                </a:lnTo>
                <a:lnTo>
                  <a:pt x="24312" y="58554"/>
                </a:lnTo>
                <a:cubicBezTo>
                  <a:pt x="24735" y="67011"/>
                  <a:pt x="27486" y="73561"/>
                  <a:pt x="32136" y="78213"/>
                </a:cubicBezTo>
                <a:cubicBezTo>
                  <a:pt x="36788" y="83076"/>
                  <a:pt x="42497" y="85611"/>
                  <a:pt x="49262" y="8561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5" name="path-458">
            <a:extLst xmlns:a="http://schemas.openxmlformats.org/drawingml/2006/main">
              <a:ext uri="{FF2B5EF4-FFF2-40B4-BE49-F238E27FC236}">
                <a16:creationId xmlns:a16="http://schemas.microsoft.com/office/drawing/2014/main" id="{E30212D1-7DD5-4571-A754-DDE4014A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4133" y="3458165"/>
            <a:ext cx="86684" cy="103370"/>
          </a:xfrm>
          <a:custGeom xmlns:a="http://schemas.openxmlformats.org/drawingml/2006/main">
            <a:pathLst>
              <a:path w="86684" h="103370">
                <a:moveTo>
                  <a:pt x="0" y="2746"/>
                </a:moveTo>
                <a:lnTo>
                  <a:pt x="23466" y="2746"/>
                </a:lnTo>
                <a:lnTo>
                  <a:pt x="23466" y="12048"/>
                </a:lnTo>
                <a:cubicBezTo>
                  <a:pt x="31503" y="4014"/>
                  <a:pt x="41017" y="0"/>
                  <a:pt x="52010" y="0"/>
                </a:cubicBezTo>
                <a:cubicBezTo>
                  <a:pt x="63004" y="0"/>
                  <a:pt x="71462" y="3590"/>
                  <a:pt x="77591" y="10358"/>
                </a:cubicBezTo>
                <a:cubicBezTo>
                  <a:pt x="83513" y="17121"/>
                  <a:pt x="86684" y="27690"/>
                  <a:pt x="86684" y="41641"/>
                </a:cubicBezTo>
                <a:lnTo>
                  <a:pt x="86684" y="103370"/>
                </a:lnTo>
                <a:lnTo>
                  <a:pt x="63429" y="103370"/>
                </a:lnTo>
                <a:lnTo>
                  <a:pt x="63429" y="47139"/>
                </a:lnTo>
                <a:cubicBezTo>
                  <a:pt x="63429" y="37413"/>
                  <a:pt x="61949" y="30439"/>
                  <a:pt x="59199" y="26633"/>
                </a:cubicBezTo>
                <a:cubicBezTo>
                  <a:pt x="56451" y="22830"/>
                  <a:pt x="51376" y="20927"/>
                  <a:pt x="43977" y="20927"/>
                </a:cubicBezTo>
                <a:cubicBezTo>
                  <a:pt x="36578" y="20927"/>
                  <a:pt x="31293" y="23463"/>
                  <a:pt x="28121" y="28536"/>
                </a:cubicBezTo>
                <a:cubicBezTo>
                  <a:pt x="24946" y="33608"/>
                  <a:pt x="23466" y="42489"/>
                  <a:pt x="23466" y="54959"/>
                </a:cubicBezTo>
                <a:lnTo>
                  <a:pt x="23466" y="103370"/>
                </a:lnTo>
                <a:lnTo>
                  <a:pt x="0" y="103370"/>
                </a:lnTo>
                <a:lnTo>
                  <a:pt x="0" y="274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6" name="path-459">
            <a:extLst xmlns:a="http://schemas.openxmlformats.org/drawingml/2006/main">
              <a:ext uri="{FF2B5EF4-FFF2-40B4-BE49-F238E27FC236}">
                <a16:creationId xmlns:a16="http://schemas.microsoft.com/office/drawing/2014/main" id="{FA8319E8-B444-414D-B113-A48BDF3F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5404" y="3500231"/>
            <a:ext cx="46093" cy="20294"/>
          </a:xfrm>
          <a:custGeom xmlns:a="http://schemas.openxmlformats.org/drawingml/2006/main">
            <a:pathLst>
              <a:path w="46093" h="20294">
                <a:moveTo>
                  <a:pt x="0" y="0"/>
                </a:moveTo>
                <a:lnTo>
                  <a:pt x="46093" y="0"/>
                </a:lnTo>
                <a:lnTo>
                  <a:pt x="46093" y="20294"/>
                </a:lnTo>
                <a:lnTo>
                  <a:pt x="0" y="202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7" name="path-460">
            <a:extLst xmlns:a="http://schemas.openxmlformats.org/drawingml/2006/main">
              <a:ext uri="{FF2B5EF4-FFF2-40B4-BE49-F238E27FC236}">
                <a16:creationId xmlns:a16="http://schemas.microsoft.com/office/drawing/2014/main" id="{ED14100C-9A43-480A-82DC-8C4205D3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2344" y="3392211"/>
            <a:ext cx="154973" cy="169325"/>
          </a:xfrm>
          <a:custGeom xmlns:a="http://schemas.openxmlformats.org/drawingml/2006/main">
            <a:pathLst>
              <a:path w="154973" h="169325">
                <a:moveTo>
                  <a:pt x="102121" y="108020"/>
                </a:moveTo>
                <a:lnTo>
                  <a:pt x="78437" y="53902"/>
                </a:lnTo>
                <a:lnTo>
                  <a:pt x="53702" y="108020"/>
                </a:lnTo>
                <a:lnTo>
                  <a:pt x="102121" y="108020"/>
                </a:lnTo>
                <a:moveTo>
                  <a:pt x="111845" y="130639"/>
                </a:moveTo>
                <a:lnTo>
                  <a:pt x="43554" y="130639"/>
                </a:lnTo>
                <a:lnTo>
                  <a:pt x="25795" y="169325"/>
                </a:lnTo>
                <a:lnTo>
                  <a:pt x="0" y="169325"/>
                </a:lnTo>
                <a:lnTo>
                  <a:pt x="78862" y="0"/>
                </a:lnTo>
                <a:lnTo>
                  <a:pt x="154973" y="169325"/>
                </a:lnTo>
                <a:lnTo>
                  <a:pt x="128547" y="169325"/>
                </a:lnTo>
                <a:lnTo>
                  <a:pt x="111845" y="13063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8" name="path-461">
            <a:extLst xmlns:a="http://schemas.openxmlformats.org/drawingml/2006/main">
              <a:ext uri="{FF2B5EF4-FFF2-40B4-BE49-F238E27FC236}">
                <a16:creationId xmlns:a16="http://schemas.microsoft.com/office/drawing/2014/main" id="{0B979367-4761-45F0-A01A-8273B7F8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8102" y="3458165"/>
            <a:ext cx="101909" cy="158121"/>
          </a:xfrm>
          <a:custGeom xmlns:a="http://schemas.openxmlformats.org/drawingml/2006/main">
            <a:pathLst>
              <a:path w="101909" h="158121">
                <a:moveTo>
                  <a:pt x="51589" y="85611"/>
                </a:moveTo>
                <a:cubicBezTo>
                  <a:pt x="60468" y="85611"/>
                  <a:pt x="67233" y="82652"/>
                  <a:pt x="72307" y="76308"/>
                </a:cubicBezTo>
                <a:cubicBezTo>
                  <a:pt x="77172" y="70182"/>
                  <a:pt x="79709" y="62360"/>
                  <a:pt x="79709" y="52845"/>
                </a:cubicBezTo>
                <a:cubicBezTo>
                  <a:pt x="79709" y="43333"/>
                  <a:pt x="76961" y="35724"/>
                  <a:pt x="71886" y="29804"/>
                </a:cubicBezTo>
                <a:cubicBezTo>
                  <a:pt x="66601" y="23885"/>
                  <a:pt x="59623" y="20927"/>
                  <a:pt x="51166" y="20927"/>
                </a:cubicBezTo>
                <a:cubicBezTo>
                  <a:pt x="42498" y="20927"/>
                  <a:pt x="35732" y="24098"/>
                  <a:pt x="30870" y="30228"/>
                </a:cubicBezTo>
                <a:cubicBezTo>
                  <a:pt x="26007" y="36570"/>
                  <a:pt x="23681" y="44179"/>
                  <a:pt x="23681" y="53478"/>
                </a:cubicBezTo>
                <a:cubicBezTo>
                  <a:pt x="23681" y="62781"/>
                  <a:pt x="26007" y="70391"/>
                  <a:pt x="30870" y="76521"/>
                </a:cubicBezTo>
                <a:cubicBezTo>
                  <a:pt x="35732" y="82652"/>
                  <a:pt x="42709" y="85611"/>
                  <a:pt x="51589" y="85611"/>
                </a:cubicBezTo>
                <a:moveTo>
                  <a:pt x="101909" y="101043"/>
                </a:moveTo>
                <a:cubicBezTo>
                  <a:pt x="101909" y="109712"/>
                  <a:pt x="101061" y="117321"/>
                  <a:pt x="99794" y="124084"/>
                </a:cubicBezTo>
                <a:cubicBezTo>
                  <a:pt x="98526" y="130850"/>
                  <a:pt x="95355" y="136980"/>
                  <a:pt x="90492" y="142476"/>
                </a:cubicBezTo>
                <a:cubicBezTo>
                  <a:pt x="81400" y="152834"/>
                  <a:pt x="68925" y="158121"/>
                  <a:pt x="53069" y="158121"/>
                </a:cubicBezTo>
                <a:cubicBezTo>
                  <a:pt x="39538" y="158121"/>
                  <a:pt x="28544" y="154312"/>
                  <a:pt x="19662" y="147125"/>
                </a:cubicBezTo>
                <a:cubicBezTo>
                  <a:pt x="10784" y="139727"/>
                  <a:pt x="5710" y="129582"/>
                  <a:pt x="4440" y="116475"/>
                </a:cubicBezTo>
                <a:lnTo>
                  <a:pt x="27699" y="116475"/>
                </a:lnTo>
                <a:cubicBezTo>
                  <a:pt x="28544" y="121338"/>
                  <a:pt x="30021" y="125141"/>
                  <a:pt x="32136" y="127890"/>
                </a:cubicBezTo>
                <a:cubicBezTo>
                  <a:pt x="36788" y="134020"/>
                  <a:pt x="43977" y="137191"/>
                  <a:pt x="53281" y="137191"/>
                </a:cubicBezTo>
                <a:cubicBezTo>
                  <a:pt x="70195" y="137191"/>
                  <a:pt x="78653" y="126622"/>
                  <a:pt x="78653" y="105906"/>
                </a:cubicBezTo>
                <a:lnTo>
                  <a:pt x="78653" y="92164"/>
                </a:lnTo>
                <a:cubicBezTo>
                  <a:pt x="69348" y="101465"/>
                  <a:pt x="58355" y="106117"/>
                  <a:pt x="45669" y="106117"/>
                </a:cubicBezTo>
                <a:cubicBezTo>
                  <a:pt x="32771" y="106117"/>
                  <a:pt x="21988" y="101254"/>
                  <a:pt x="13108" y="91320"/>
                </a:cubicBezTo>
                <a:cubicBezTo>
                  <a:pt x="4230" y="81384"/>
                  <a:pt x="0" y="68910"/>
                  <a:pt x="0" y="54113"/>
                </a:cubicBezTo>
                <a:cubicBezTo>
                  <a:pt x="0" y="39316"/>
                  <a:pt x="4230" y="26420"/>
                  <a:pt x="12688" y="15851"/>
                </a:cubicBezTo>
                <a:cubicBezTo>
                  <a:pt x="21145" y="5282"/>
                  <a:pt x="32349" y="0"/>
                  <a:pt x="45881" y="0"/>
                </a:cubicBezTo>
                <a:cubicBezTo>
                  <a:pt x="59411" y="0"/>
                  <a:pt x="70195" y="4860"/>
                  <a:pt x="78653" y="14162"/>
                </a:cubicBezTo>
                <a:lnTo>
                  <a:pt x="78653" y="2746"/>
                </a:lnTo>
                <a:lnTo>
                  <a:pt x="101909" y="2746"/>
                </a:lnTo>
                <a:lnTo>
                  <a:pt x="101909" y="10104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9" name="path-462">
            <a:extLst xmlns:a="http://schemas.openxmlformats.org/drawingml/2006/main">
              <a:ext uri="{FF2B5EF4-FFF2-40B4-BE49-F238E27FC236}">
                <a16:creationId xmlns:a16="http://schemas.microsoft.com/office/drawing/2014/main" id="{B70BC006-F38B-452F-8556-AFDB96FC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4746" y="3458165"/>
            <a:ext cx="97259" cy="106117"/>
          </a:xfrm>
          <a:custGeom xmlns:a="http://schemas.openxmlformats.org/drawingml/2006/main">
            <a:pathLst>
              <a:path w="97259" h="106117">
                <a:moveTo>
                  <a:pt x="49051" y="20927"/>
                </a:moveTo>
                <a:cubicBezTo>
                  <a:pt x="40173" y="20927"/>
                  <a:pt x="33620" y="24731"/>
                  <a:pt x="29179" y="31918"/>
                </a:cubicBezTo>
                <a:cubicBezTo>
                  <a:pt x="27487" y="34243"/>
                  <a:pt x="26431" y="36778"/>
                  <a:pt x="25795" y="39530"/>
                </a:cubicBezTo>
                <a:lnTo>
                  <a:pt x="72521" y="39530"/>
                </a:lnTo>
                <a:cubicBezTo>
                  <a:pt x="69140" y="27269"/>
                  <a:pt x="61315" y="20927"/>
                  <a:pt x="49051" y="20927"/>
                </a:cubicBezTo>
                <a:moveTo>
                  <a:pt x="49262" y="85611"/>
                </a:moveTo>
                <a:cubicBezTo>
                  <a:pt x="55816" y="85611"/>
                  <a:pt x="61103" y="84341"/>
                  <a:pt x="64909" y="81384"/>
                </a:cubicBezTo>
                <a:cubicBezTo>
                  <a:pt x="68505" y="78635"/>
                  <a:pt x="72731" y="73561"/>
                  <a:pt x="77596" y="66163"/>
                </a:cubicBezTo>
                <a:lnTo>
                  <a:pt x="97259" y="76943"/>
                </a:lnTo>
                <a:cubicBezTo>
                  <a:pt x="88377" y="92164"/>
                  <a:pt x="77384" y="101465"/>
                  <a:pt x="64273" y="104425"/>
                </a:cubicBezTo>
                <a:cubicBezTo>
                  <a:pt x="59624" y="105482"/>
                  <a:pt x="54760" y="106117"/>
                  <a:pt x="49687" y="106117"/>
                </a:cubicBezTo>
                <a:cubicBezTo>
                  <a:pt x="34675" y="106117"/>
                  <a:pt x="22625" y="101465"/>
                  <a:pt x="13532" y="91742"/>
                </a:cubicBezTo>
                <a:cubicBezTo>
                  <a:pt x="4443" y="82230"/>
                  <a:pt x="0" y="69334"/>
                  <a:pt x="0" y="53269"/>
                </a:cubicBezTo>
                <a:cubicBezTo>
                  <a:pt x="0" y="37413"/>
                  <a:pt x="4230" y="24520"/>
                  <a:pt x="13112" y="14583"/>
                </a:cubicBezTo>
                <a:cubicBezTo>
                  <a:pt x="21988" y="4860"/>
                  <a:pt x="33829" y="0"/>
                  <a:pt x="48631" y="0"/>
                </a:cubicBezTo>
                <a:cubicBezTo>
                  <a:pt x="63431" y="208"/>
                  <a:pt x="75057" y="5071"/>
                  <a:pt x="83515" y="14372"/>
                </a:cubicBezTo>
                <a:cubicBezTo>
                  <a:pt x="91972" y="23674"/>
                  <a:pt x="96411" y="36570"/>
                  <a:pt x="96411" y="53058"/>
                </a:cubicBezTo>
                <a:lnTo>
                  <a:pt x="96201" y="58554"/>
                </a:lnTo>
                <a:lnTo>
                  <a:pt x="24316" y="58554"/>
                </a:lnTo>
                <a:cubicBezTo>
                  <a:pt x="24739" y="67011"/>
                  <a:pt x="27487" y="73561"/>
                  <a:pt x="32137" y="78213"/>
                </a:cubicBezTo>
                <a:cubicBezTo>
                  <a:pt x="36792" y="83076"/>
                  <a:pt x="42498" y="85611"/>
                  <a:pt x="49262" y="8561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0" name="path-463">
            <a:extLst xmlns:a="http://schemas.openxmlformats.org/drawingml/2006/main">
              <a:ext uri="{FF2B5EF4-FFF2-40B4-BE49-F238E27FC236}">
                <a16:creationId xmlns:a16="http://schemas.microsoft.com/office/drawing/2014/main" id="{5DB17113-334C-4A4E-8038-C8471C53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6320" y="3458165"/>
            <a:ext cx="86684" cy="103370"/>
          </a:xfrm>
          <a:custGeom xmlns:a="http://schemas.openxmlformats.org/drawingml/2006/main">
            <a:pathLst>
              <a:path w="86684" h="103370">
                <a:moveTo>
                  <a:pt x="0" y="2746"/>
                </a:moveTo>
                <a:lnTo>
                  <a:pt x="23466" y="2746"/>
                </a:lnTo>
                <a:lnTo>
                  <a:pt x="23466" y="12048"/>
                </a:lnTo>
                <a:cubicBezTo>
                  <a:pt x="31501" y="4014"/>
                  <a:pt x="41013" y="0"/>
                  <a:pt x="52010" y="0"/>
                </a:cubicBezTo>
                <a:cubicBezTo>
                  <a:pt x="63004" y="0"/>
                  <a:pt x="71462" y="3590"/>
                  <a:pt x="77591" y="10358"/>
                </a:cubicBezTo>
                <a:cubicBezTo>
                  <a:pt x="83512" y="17121"/>
                  <a:pt x="86684" y="27690"/>
                  <a:pt x="86684" y="41641"/>
                </a:cubicBezTo>
                <a:lnTo>
                  <a:pt x="86684" y="103370"/>
                </a:lnTo>
                <a:lnTo>
                  <a:pt x="63425" y="103370"/>
                </a:lnTo>
                <a:lnTo>
                  <a:pt x="63425" y="47139"/>
                </a:lnTo>
                <a:cubicBezTo>
                  <a:pt x="63425" y="37413"/>
                  <a:pt x="61945" y="30439"/>
                  <a:pt x="59199" y="26633"/>
                </a:cubicBezTo>
                <a:cubicBezTo>
                  <a:pt x="56448" y="22830"/>
                  <a:pt x="51375" y="20927"/>
                  <a:pt x="43977" y="20927"/>
                </a:cubicBezTo>
                <a:cubicBezTo>
                  <a:pt x="36575" y="20927"/>
                  <a:pt x="31289" y="23463"/>
                  <a:pt x="28117" y="28536"/>
                </a:cubicBezTo>
                <a:cubicBezTo>
                  <a:pt x="24946" y="33608"/>
                  <a:pt x="23466" y="42489"/>
                  <a:pt x="23466" y="54959"/>
                </a:cubicBezTo>
                <a:lnTo>
                  <a:pt x="23466" y="103370"/>
                </a:lnTo>
                <a:lnTo>
                  <a:pt x="0" y="103370"/>
                </a:lnTo>
                <a:lnTo>
                  <a:pt x="0" y="274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1" name="path-464">
            <a:extLst xmlns:a="http://schemas.openxmlformats.org/drawingml/2006/main">
              <a:ext uri="{FF2B5EF4-FFF2-40B4-BE49-F238E27FC236}">
                <a16:creationId xmlns:a16="http://schemas.microsoft.com/office/drawing/2014/main" id="{683B478D-852F-49CF-AE75-4CA124F3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3090" y="3424129"/>
            <a:ext cx="51165" cy="137407"/>
          </a:xfrm>
          <a:custGeom xmlns:a="http://schemas.openxmlformats.org/drawingml/2006/main">
            <a:pathLst>
              <a:path w="51165" h="137407">
                <a:moveTo>
                  <a:pt x="33193" y="58556"/>
                </a:moveTo>
                <a:lnTo>
                  <a:pt x="33193" y="137407"/>
                </a:lnTo>
                <a:lnTo>
                  <a:pt x="9936" y="137407"/>
                </a:lnTo>
                <a:lnTo>
                  <a:pt x="9936" y="58556"/>
                </a:lnTo>
                <a:lnTo>
                  <a:pt x="0" y="58556"/>
                </a:lnTo>
                <a:lnTo>
                  <a:pt x="0" y="36783"/>
                </a:lnTo>
                <a:lnTo>
                  <a:pt x="9936" y="36783"/>
                </a:lnTo>
                <a:lnTo>
                  <a:pt x="9936" y="0"/>
                </a:lnTo>
                <a:lnTo>
                  <a:pt x="33193" y="0"/>
                </a:lnTo>
                <a:lnTo>
                  <a:pt x="33193" y="36783"/>
                </a:lnTo>
                <a:lnTo>
                  <a:pt x="51165" y="36783"/>
                </a:lnTo>
                <a:lnTo>
                  <a:pt x="51165" y="58556"/>
                </a:lnTo>
                <a:lnTo>
                  <a:pt x="33193" y="5855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2" name="path-465">
            <a:extLst xmlns:a="http://schemas.openxmlformats.org/drawingml/2006/main">
              <a:ext uri="{FF2B5EF4-FFF2-40B4-BE49-F238E27FC236}">
                <a16:creationId xmlns:a16="http://schemas.microsoft.com/office/drawing/2014/main" id="{B2BD14A2-708E-42EC-B9B6-CD416BA6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6157" y="3394322"/>
            <a:ext cx="222633" cy="177147"/>
          </a:xfrm>
          <a:custGeom xmlns:a="http://schemas.openxmlformats.org/drawingml/2006/main">
            <a:pathLst>
              <a:path w="222633" h="177147">
                <a:moveTo>
                  <a:pt x="26006" y="7823"/>
                </a:moveTo>
                <a:lnTo>
                  <a:pt x="67657" y="114364"/>
                </a:lnTo>
                <a:lnTo>
                  <a:pt x="110999" y="0"/>
                </a:lnTo>
                <a:lnTo>
                  <a:pt x="152440" y="114364"/>
                </a:lnTo>
                <a:lnTo>
                  <a:pt x="196626" y="7823"/>
                </a:lnTo>
                <a:lnTo>
                  <a:pt x="222633" y="7823"/>
                </a:lnTo>
                <a:lnTo>
                  <a:pt x="151383" y="177147"/>
                </a:lnTo>
                <a:lnTo>
                  <a:pt x="110364" y="64476"/>
                </a:lnTo>
                <a:lnTo>
                  <a:pt x="67657" y="177147"/>
                </a:lnTo>
                <a:lnTo>
                  <a:pt x="0" y="7823"/>
                </a:lnTo>
                <a:lnTo>
                  <a:pt x="26006" y="782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3" name="path-466">
            <a:extLst xmlns:a="http://schemas.openxmlformats.org/drawingml/2006/main">
              <a:ext uri="{FF2B5EF4-FFF2-40B4-BE49-F238E27FC236}">
                <a16:creationId xmlns:a16="http://schemas.microsoft.com/office/drawing/2014/main" id="{2A60CB62-6CEA-41B4-BEA8-3D14BD29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9573" y="3458165"/>
            <a:ext cx="107194" cy="106117"/>
          </a:xfrm>
          <a:custGeom xmlns:a="http://schemas.openxmlformats.org/drawingml/2006/main">
            <a:pathLst>
              <a:path w="107194" h="106117">
                <a:moveTo>
                  <a:pt x="31925" y="29804"/>
                </a:moveTo>
                <a:cubicBezTo>
                  <a:pt x="26429" y="35724"/>
                  <a:pt x="23681" y="43544"/>
                  <a:pt x="23681" y="53269"/>
                </a:cubicBezTo>
                <a:cubicBezTo>
                  <a:pt x="23681" y="62992"/>
                  <a:pt x="26215" y="70815"/>
                  <a:pt x="31714" y="76732"/>
                </a:cubicBezTo>
                <a:cubicBezTo>
                  <a:pt x="37212" y="82652"/>
                  <a:pt x="44401" y="85611"/>
                  <a:pt x="53703" y="85611"/>
                </a:cubicBezTo>
                <a:cubicBezTo>
                  <a:pt x="62583" y="85611"/>
                  <a:pt x="69771" y="82863"/>
                  <a:pt x="75267" y="76943"/>
                </a:cubicBezTo>
                <a:cubicBezTo>
                  <a:pt x="80765" y="71026"/>
                  <a:pt x="83515" y="63203"/>
                  <a:pt x="83515" y="53269"/>
                </a:cubicBezTo>
                <a:cubicBezTo>
                  <a:pt x="83515" y="43544"/>
                  <a:pt x="80765" y="35724"/>
                  <a:pt x="75267" y="29804"/>
                </a:cubicBezTo>
                <a:cubicBezTo>
                  <a:pt x="69771" y="23885"/>
                  <a:pt x="62372" y="20927"/>
                  <a:pt x="53490" y="20927"/>
                </a:cubicBezTo>
                <a:cubicBezTo>
                  <a:pt x="44610" y="20927"/>
                  <a:pt x="37423" y="23885"/>
                  <a:pt x="31925" y="29804"/>
                </a:cubicBezTo>
                <a:moveTo>
                  <a:pt x="91548" y="91109"/>
                </a:moveTo>
                <a:cubicBezTo>
                  <a:pt x="80975" y="101254"/>
                  <a:pt x="68293" y="106117"/>
                  <a:pt x="53066" y="106117"/>
                </a:cubicBezTo>
                <a:cubicBezTo>
                  <a:pt x="37844" y="106117"/>
                  <a:pt x="25372" y="101043"/>
                  <a:pt x="15223" y="90896"/>
                </a:cubicBezTo>
                <a:cubicBezTo>
                  <a:pt x="5075" y="80751"/>
                  <a:pt x="0" y="68066"/>
                  <a:pt x="0" y="53058"/>
                </a:cubicBezTo>
                <a:cubicBezTo>
                  <a:pt x="0" y="38051"/>
                  <a:pt x="5075" y="25366"/>
                  <a:pt x="15434" y="15221"/>
                </a:cubicBezTo>
                <a:cubicBezTo>
                  <a:pt x="25795" y="5071"/>
                  <a:pt x="38479" y="0"/>
                  <a:pt x="53490" y="0"/>
                </a:cubicBezTo>
                <a:cubicBezTo>
                  <a:pt x="68501" y="0"/>
                  <a:pt x="81189" y="5282"/>
                  <a:pt x="91548" y="15429"/>
                </a:cubicBezTo>
                <a:cubicBezTo>
                  <a:pt x="101909" y="25790"/>
                  <a:pt x="107194" y="38470"/>
                  <a:pt x="107194" y="53478"/>
                </a:cubicBezTo>
                <a:cubicBezTo>
                  <a:pt x="107194" y="68490"/>
                  <a:pt x="101909" y="80960"/>
                  <a:pt x="91548" y="9110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4" name="path-467">
            <a:extLst xmlns:a="http://schemas.openxmlformats.org/drawingml/2006/main">
              <a:ext uri="{FF2B5EF4-FFF2-40B4-BE49-F238E27FC236}">
                <a16:creationId xmlns:a16="http://schemas.microsoft.com/office/drawing/2014/main" id="{E3AA39DD-A1F6-4629-82E1-D164F3F4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1292" y="3458165"/>
            <a:ext cx="65752" cy="103370"/>
          </a:xfrm>
          <a:custGeom xmlns:a="http://schemas.openxmlformats.org/drawingml/2006/main">
            <a:pathLst>
              <a:path w="65752" h="103370">
                <a:moveTo>
                  <a:pt x="0" y="2746"/>
                </a:moveTo>
                <a:lnTo>
                  <a:pt x="23255" y="2746"/>
                </a:lnTo>
                <a:lnTo>
                  <a:pt x="23255" y="11837"/>
                </a:lnTo>
                <a:cubicBezTo>
                  <a:pt x="27486" y="7398"/>
                  <a:pt x="31293" y="4439"/>
                  <a:pt x="34675" y="2746"/>
                </a:cubicBezTo>
                <a:cubicBezTo>
                  <a:pt x="38058" y="1054"/>
                  <a:pt x="42286" y="208"/>
                  <a:pt x="47784" y="0"/>
                </a:cubicBezTo>
                <a:cubicBezTo>
                  <a:pt x="53069" y="0"/>
                  <a:pt x="58988" y="2111"/>
                  <a:pt x="65752" y="6126"/>
                </a:cubicBezTo>
                <a:lnTo>
                  <a:pt x="55183" y="27269"/>
                </a:lnTo>
                <a:cubicBezTo>
                  <a:pt x="50742" y="24309"/>
                  <a:pt x="46515" y="22619"/>
                  <a:pt x="42286" y="22619"/>
                </a:cubicBezTo>
                <a:cubicBezTo>
                  <a:pt x="29602" y="22619"/>
                  <a:pt x="23255" y="32129"/>
                  <a:pt x="23255" y="51155"/>
                </a:cubicBezTo>
                <a:lnTo>
                  <a:pt x="23255" y="103370"/>
                </a:lnTo>
                <a:lnTo>
                  <a:pt x="0" y="103370"/>
                </a:lnTo>
                <a:lnTo>
                  <a:pt x="0" y="274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5" name="path-468">
            <a:extLst xmlns:a="http://schemas.openxmlformats.org/drawingml/2006/main">
              <a:ext uri="{FF2B5EF4-FFF2-40B4-BE49-F238E27FC236}">
                <a16:creationId xmlns:a16="http://schemas.microsoft.com/office/drawing/2014/main" id="{302663F7-64FD-4656-8DD8-6D428826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0365" y="3387137"/>
            <a:ext cx="23257" cy="174398"/>
          </a:xfrm>
          <a:custGeom xmlns:a="http://schemas.openxmlformats.org/drawingml/2006/main">
            <a:pathLst>
              <a:path w="23257" h="174398">
                <a:moveTo>
                  <a:pt x="0" y="0"/>
                </a:moveTo>
                <a:lnTo>
                  <a:pt x="23257" y="0"/>
                </a:lnTo>
                <a:lnTo>
                  <a:pt x="23257" y="174398"/>
                </a:lnTo>
                <a:lnTo>
                  <a:pt x="0" y="1743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6" name="path-469">
            <a:extLst xmlns:a="http://schemas.openxmlformats.org/drawingml/2006/main">
              <a:ext uri="{FF2B5EF4-FFF2-40B4-BE49-F238E27FC236}">
                <a16:creationId xmlns:a16="http://schemas.microsoft.com/office/drawing/2014/main" id="{321610AE-364B-472F-8BC7-D1CF0CB4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8360" y="3387135"/>
            <a:ext cx="102119" cy="177147"/>
          </a:xfrm>
          <a:custGeom xmlns:a="http://schemas.openxmlformats.org/drawingml/2006/main">
            <a:pathLst>
              <a:path w="102119" h="177147">
                <a:moveTo>
                  <a:pt x="31714" y="101046"/>
                </a:moveTo>
                <a:cubicBezTo>
                  <a:pt x="26218" y="107176"/>
                  <a:pt x="23680" y="114999"/>
                  <a:pt x="23680" y="124300"/>
                </a:cubicBezTo>
                <a:cubicBezTo>
                  <a:pt x="23680" y="133599"/>
                  <a:pt x="26218" y="141421"/>
                  <a:pt x="31503" y="147338"/>
                </a:cubicBezTo>
                <a:cubicBezTo>
                  <a:pt x="36578" y="153469"/>
                  <a:pt x="43344" y="156642"/>
                  <a:pt x="51800" y="156642"/>
                </a:cubicBezTo>
                <a:cubicBezTo>
                  <a:pt x="60258" y="156642"/>
                  <a:pt x="67022" y="153682"/>
                  <a:pt x="72309" y="147552"/>
                </a:cubicBezTo>
                <a:cubicBezTo>
                  <a:pt x="77593" y="141632"/>
                  <a:pt x="80343" y="133812"/>
                  <a:pt x="80343" y="124300"/>
                </a:cubicBezTo>
                <a:cubicBezTo>
                  <a:pt x="80343" y="114999"/>
                  <a:pt x="77593" y="107176"/>
                  <a:pt x="72309" y="101046"/>
                </a:cubicBezTo>
                <a:cubicBezTo>
                  <a:pt x="67022" y="95128"/>
                  <a:pt x="60258" y="91958"/>
                  <a:pt x="52012" y="91958"/>
                </a:cubicBezTo>
                <a:cubicBezTo>
                  <a:pt x="43556" y="91958"/>
                  <a:pt x="36790" y="95128"/>
                  <a:pt x="31714" y="101046"/>
                </a:cubicBezTo>
                <a:moveTo>
                  <a:pt x="78863" y="0"/>
                </a:moveTo>
                <a:lnTo>
                  <a:pt x="102119" y="0"/>
                </a:lnTo>
                <a:lnTo>
                  <a:pt x="102119" y="174401"/>
                </a:lnTo>
                <a:lnTo>
                  <a:pt x="78863" y="174401"/>
                </a:lnTo>
                <a:lnTo>
                  <a:pt x="78863" y="163829"/>
                </a:lnTo>
                <a:cubicBezTo>
                  <a:pt x="69559" y="172709"/>
                  <a:pt x="58778" y="177147"/>
                  <a:pt x="46090" y="177147"/>
                </a:cubicBezTo>
                <a:cubicBezTo>
                  <a:pt x="33408" y="177147"/>
                  <a:pt x="22411" y="172285"/>
                  <a:pt x="13531" y="162140"/>
                </a:cubicBezTo>
                <a:cubicBezTo>
                  <a:pt x="4442" y="151990"/>
                  <a:pt x="0" y="139310"/>
                  <a:pt x="0" y="124089"/>
                </a:cubicBezTo>
                <a:cubicBezTo>
                  <a:pt x="0" y="108868"/>
                  <a:pt x="4442" y="96396"/>
                  <a:pt x="13318" y="86251"/>
                </a:cubicBezTo>
                <a:cubicBezTo>
                  <a:pt x="22200" y="76313"/>
                  <a:pt x="33194" y="71239"/>
                  <a:pt x="45879" y="71031"/>
                </a:cubicBezTo>
                <a:cubicBezTo>
                  <a:pt x="58567" y="71031"/>
                  <a:pt x="69559" y="75891"/>
                  <a:pt x="78863" y="85614"/>
                </a:cubicBezTo>
                <a:lnTo>
                  <a:pt x="7886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7" name="path-470">
            <a:extLst xmlns:a="http://schemas.openxmlformats.org/drawingml/2006/main">
              <a:ext uri="{FF2B5EF4-FFF2-40B4-BE49-F238E27FC236}">
                <a16:creationId xmlns:a16="http://schemas.microsoft.com/office/drawing/2014/main" id="{650B7832-A72D-476A-8630-75F0C798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5279" y="3500231"/>
            <a:ext cx="46092" cy="20294"/>
          </a:xfrm>
          <a:custGeom xmlns:a="http://schemas.openxmlformats.org/drawingml/2006/main">
            <a:pathLst>
              <a:path w="46092" h="20294">
                <a:moveTo>
                  <a:pt x="0" y="0"/>
                </a:moveTo>
                <a:lnTo>
                  <a:pt x="46092" y="0"/>
                </a:lnTo>
                <a:lnTo>
                  <a:pt x="46092" y="20294"/>
                </a:lnTo>
                <a:lnTo>
                  <a:pt x="0" y="202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8" name="path-471">
            <a:extLst xmlns:a="http://schemas.openxmlformats.org/drawingml/2006/main">
              <a:ext uri="{FF2B5EF4-FFF2-40B4-BE49-F238E27FC236}">
                <a16:creationId xmlns:a16="http://schemas.microsoft.com/office/drawing/2014/main" id="{9C4AB783-B357-40A6-9636-14EBA93D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0252" y="3399396"/>
            <a:ext cx="101695" cy="164462"/>
          </a:xfrm>
          <a:custGeom xmlns:a="http://schemas.openxmlformats.org/drawingml/2006/main">
            <a:pathLst>
              <a:path w="101695" h="164462">
                <a:moveTo>
                  <a:pt x="45878" y="88149"/>
                </a:moveTo>
                <a:lnTo>
                  <a:pt x="45878" y="67647"/>
                </a:lnTo>
                <a:cubicBezTo>
                  <a:pt x="56027" y="67647"/>
                  <a:pt x="62794" y="66587"/>
                  <a:pt x="66387" y="64265"/>
                </a:cubicBezTo>
                <a:cubicBezTo>
                  <a:pt x="72518" y="60459"/>
                  <a:pt x="75690" y="54540"/>
                  <a:pt x="75690" y="46509"/>
                </a:cubicBezTo>
                <a:cubicBezTo>
                  <a:pt x="75690" y="38686"/>
                  <a:pt x="73365" y="32555"/>
                  <a:pt x="68923" y="28325"/>
                </a:cubicBezTo>
                <a:cubicBezTo>
                  <a:pt x="64273" y="24098"/>
                  <a:pt x="58564" y="21986"/>
                  <a:pt x="51797" y="21776"/>
                </a:cubicBezTo>
                <a:cubicBezTo>
                  <a:pt x="44819" y="21776"/>
                  <a:pt x="39537" y="23468"/>
                  <a:pt x="35943" y="26638"/>
                </a:cubicBezTo>
                <a:cubicBezTo>
                  <a:pt x="32559" y="30017"/>
                  <a:pt x="29809" y="35729"/>
                  <a:pt x="28117" y="43335"/>
                </a:cubicBezTo>
                <a:lnTo>
                  <a:pt x="4226" y="43335"/>
                </a:lnTo>
                <a:cubicBezTo>
                  <a:pt x="6764" y="28539"/>
                  <a:pt x="11839" y="17548"/>
                  <a:pt x="19448" y="10358"/>
                </a:cubicBezTo>
                <a:cubicBezTo>
                  <a:pt x="27061" y="3384"/>
                  <a:pt x="38055" y="0"/>
                  <a:pt x="52010" y="0"/>
                </a:cubicBezTo>
                <a:cubicBezTo>
                  <a:pt x="65752" y="0"/>
                  <a:pt x="76956" y="4017"/>
                  <a:pt x="85838" y="12261"/>
                </a:cubicBezTo>
                <a:cubicBezTo>
                  <a:pt x="94718" y="20716"/>
                  <a:pt x="99157" y="31709"/>
                  <a:pt x="99157" y="45449"/>
                </a:cubicBezTo>
                <a:cubicBezTo>
                  <a:pt x="99157" y="59189"/>
                  <a:pt x="93238" y="70182"/>
                  <a:pt x="81821" y="78216"/>
                </a:cubicBezTo>
                <a:cubicBezTo>
                  <a:pt x="94931" y="86038"/>
                  <a:pt x="101695" y="98721"/>
                  <a:pt x="101695" y="116056"/>
                </a:cubicBezTo>
                <a:cubicBezTo>
                  <a:pt x="101695" y="130430"/>
                  <a:pt x="96833" y="142056"/>
                  <a:pt x="87105" y="150933"/>
                </a:cubicBezTo>
                <a:cubicBezTo>
                  <a:pt x="77380" y="160024"/>
                  <a:pt x="65117" y="164462"/>
                  <a:pt x="50106" y="164462"/>
                </a:cubicBezTo>
                <a:cubicBezTo>
                  <a:pt x="30867" y="164462"/>
                  <a:pt x="16702" y="157488"/>
                  <a:pt x="7398" y="143535"/>
                </a:cubicBezTo>
                <a:cubicBezTo>
                  <a:pt x="3592" y="137618"/>
                  <a:pt x="1056" y="129584"/>
                  <a:pt x="0" y="119013"/>
                </a:cubicBezTo>
                <a:lnTo>
                  <a:pt x="23255" y="119013"/>
                </a:lnTo>
                <a:cubicBezTo>
                  <a:pt x="24523" y="126835"/>
                  <a:pt x="27486" y="132755"/>
                  <a:pt x="32348" y="136769"/>
                </a:cubicBezTo>
                <a:cubicBezTo>
                  <a:pt x="36999" y="140999"/>
                  <a:pt x="43341" y="142900"/>
                  <a:pt x="51165" y="142900"/>
                </a:cubicBezTo>
                <a:cubicBezTo>
                  <a:pt x="58774" y="142900"/>
                  <a:pt x="65329" y="140364"/>
                  <a:pt x="70403" y="135077"/>
                </a:cubicBezTo>
                <a:cubicBezTo>
                  <a:pt x="75478" y="129795"/>
                  <a:pt x="78016" y="123030"/>
                  <a:pt x="78016" y="114999"/>
                </a:cubicBezTo>
                <a:cubicBezTo>
                  <a:pt x="78016" y="104430"/>
                  <a:pt x="74210" y="96607"/>
                  <a:pt x="66599" y="91958"/>
                </a:cubicBezTo>
                <a:cubicBezTo>
                  <a:pt x="61945" y="89417"/>
                  <a:pt x="55181" y="88149"/>
                  <a:pt x="45878" y="8814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9" name="path-472">
            <a:extLst xmlns:a="http://schemas.openxmlformats.org/drawingml/2006/main">
              <a:ext uri="{FF2B5EF4-FFF2-40B4-BE49-F238E27FC236}">
                <a16:creationId xmlns:a16="http://schemas.microsoft.com/office/drawing/2014/main" id="{25219CDB-B64A-4A75-8A13-7AA7C967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3450" y="3399396"/>
            <a:ext cx="107194" cy="167422"/>
          </a:xfrm>
          <a:custGeom xmlns:a="http://schemas.openxmlformats.org/drawingml/2006/main">
            <a:pathLst>
              <a:path w="107194" h="167422">
                <a:moveTo>
                  <a:pt x="74845" y="73353"/>
                </a:moveTo>
                <a:cubicBezTo>
                  <a:pt x="80766" y="67436"/>
                  <a:pt x="83726" y="60459"/>
                  <a:pt x="83726" y="52004"/>
                </a:cubicBezTo>
                <a:cubicBezTo>
                  <a:pt x="83726" y="43757"/>
                  <a:pt x="80766" y="36572"/>
                  <a:pt x="74845" y="30653"/>
                </a:cubicBezTo>
                <a:cubicBezTo>
                  <a:pt x="68926" y="24733"/>
                  <a:pt x="61738" y="21776"/>
                  <a:pt x="53704" y="21776"/>
                </a:cubicBezTo>
                <a:cubicBezTo>
                  <a:pt x="45247" y="21776"/>
                  <a:pt x="38269" y="24733"/>
                  <a:pt x="32348" y="30653"/>
                </a:cubicBezTo>
                <a:cubicBezTo>
                  <a:pt x="26430" y="36572"/>
                  <a:pt x="23468" y="43757"/>
                  <a:pt x="23468" y="52004"/>
                </a:cubicBezTo>
                <a:cubicBezTo>
                  <a:pt x="23468" y="60459"/>
                  <a:pt x="26430" y="67436"/>
                  <a:pt x="32348" y="73353"/>
                </a:cubicBezTo>
                <a:cubicBezTo>
                  <a:pt x="38269" y="79272"/>
                  <a:pt x="45247" y="82232"/>
                  <a:pt x="53704" y="82232"/>
                </a:cubicBezTo>
                <a:cubicBezTo>
                  <a:pt x="61738" y="82232"/>
                  <a:pt x="68926" y="79272"/>
                  <a:pt x="74845" y="73353"/>
                </a:cubicBezTo>
                <a:moveTo>
                  <a:pt x="47571" y="103370"/>
                </a:moveTo>
                <a:cubicBezTo>
                  <a:pt x="34463" y="103370"/>
                  <a:pt x="23468" y="98508"/>
                  <a:pt x="14165" y="88785"/>
                </a:cubicBezTo>
                <a:cubicBezTo>
                  <a:pt x="4862" y="79062"/>
                  <a:pt x="0" y="67011"/>
                  <a:pt x="0" y="52848"/>
                </a:cubicBezTo>
                <a:cubicBezTo>
                  <a:pt x="0" y="38686"/>
                  <a:pt x="5074" y="26425"/>
                  <a:pt x="15646" y="15856"/>
                </a:cubicBezTo>
                <a:cubicBezTo>
                  <a:pt x="26006" y="5287"/>
                  <a:pt x="38480" y="0"/>
                  <a:pt x="53069" y="0"/>
                </a:cubicBezTo>
                <a:cubicBezTo>
                  <a:pt x="67656" y="0"/>
                  <a:pt x="80344" y="5287"/>
                  <a:pt x="91127" y="15645"/>
                </a:cubicBezTo>
                <a:cubicBezTo>
                  <a:pt x="101696" y="26003"/>
                  <a:pt x="107194" y="37627"/>
                  <a:pt x="107194" y="50736"/>
                </a:cubicBezTo>
                <a:cubicBezTo>
                  <a:pt x="107194" y="63841"/>
                  <a:pt x="101909" y="77580"/>
                  <a:pt x="91548" y="91958"/>
                </a:cubicBezTo>
                <a:lnTo>
                  <a:pt x="35943" y="167422"/>
                </a:lnTo>
                <a:lnTo>
                  <a:pt x="18184" y="154528"/>
                </a:lnTo>
                <a:lnTo>
                  <a:pt x="56240" y="102527"/>
                </a:lnTo>
                <a:cubicBezTo>
                  <a:pt x="52014" y="103159"/>
                  <a:pt x="49262" y="103370"/>
                  <a:pt x="47571" y="10337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0" name="path-473">
            <a:extLst xmlns:a="http://schemas.openxmlformats.org/drawingml/2006/main">
              <a:ext uri="{FF2B5EF4-FFF2-40B4-BE49-F238E27FC236}">
                <a16:creationId xmlns:a16="http://schemas.microsoft.com/office/drawing/2014/main" id="{A23A1D58-8D1B-41BB-9015-4724C187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2420" y="3402145"/>
            <a:ext cx="119670" cy="164673"/>
          </a:xfrm>
          <a:custGeom xmlns:a="http://schemas.openxmlformats.org/drawingml/2006/main">
            <a:pathLst>
              <a:path w="119670" h="164673">
                <a:moveTo>
                  <a:pt x="848" y="22617"/>
                </a:moveTo>
                <a:lnTo>
                  <a:pt x="848" y="0"/>
                </a:lnTo>
                <a:lnTo>
                  <a:pt x="119670" y="0"/>
                </a:lnTo>
                <a:lnTo>
                  <a:pt x="19030" y="164673"/>
                </a:lnTo>
                <a:lnTo>
                  <a:pt x="0" y="152836"/>
                </a:lnTo>
                <a:lnTo>
                  <a:pt x="79497" y="22617"/>
                </a:lnTo>
                <a:lnTo>
                  <a:pt x="848" y="2261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1" name="path-474">
            <a:extLst xmlns:a="http://schemas.openxmlformats.org/drawingml/2006/main">
              <a:ext uri="{FF2B5EF4-FFF2-40B4-BE49-F238E27FC236}">
                <a16:creationId xmlns:a16="http://schemas.microsoft.com/office/drawing/2014/main" id="{FCD1BB87-7710-462C-9876-316E7DA2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1751" y="3402145"/>
            <a:ext cx="94719" cy="159391"/>
          </a:xfrm>
          <a:custGeom xmlns:a="http://schemas.openxmlformats.org/drawingml/2006/main">
            <a:pathLst>
              <a:path w="94719" h="159391">
                <a:moveTo>
                  <a:pt x="24104" y="136772"/>
                </a:moveTo>
                <a:lnTo>
                  <a:pt x="38902" y="136772"/>
                </a:lnTo>
                <a:cubicBezTo>
                  <a:pt x="49899" y="136772"/>
                  <a:pt x="57932" y="134656"/>
                  <a:pt x="63217" y="130217"/>
                </a:cubicBezTo>
                <a:cubicBezTo>
                  <a:pt x="68293" y="125779"/>
                  <a:pt x="71039" y="120072"/>
                  <a:pt x="71039" y="112882"/>
                </a:cubicBezTo>
                <a:cubicBezTo>
                  <a:pt x="71039" y="105908"/>
                  <a:pt x="68503" y="100200"/>
                  <a:pt x="63430" y="95550"/>
                </a:cubicBezTo>
                <a:cubicBezTo>
                  <a:pt x="58355" y="90898"/>
                  <a:pt x="49263" y="88574"/>
                  <a:pt x="36366" y="88574"/>
                </a:cubicBezTo>
                <a:lnTo>
                  <a:pt x="24104" y="88574"/>
                </a:lnTo>
                <a:lnTo>
                  <a:pt x="24104" y="136772"/>
                </a:lnTo>
                <a:moveTo>
                  <a:pt x="31713" y="68490"/>
                </a:moveTo>
                <a:cubicBezTo>
                  <a:pt x="48839" y="68490"/>
                  <a:pt x="57508" y="60668"/>
                  <a:pt x="57508" y="45027"/>
                </a:cubicBezTo>
                <a:cubicBezTo>
                  <a:pt x="57508" y="37418"/>
                  <a:pt x="55393" y="31707"/>
                  <a:pt x="51166" y="27904"/>
                </a:cubicBezTo>
                <a:cubicBezTo>
                  <a:pt x="46935" y="24098"/>
                  <a:pt x="40594" y="22197"/>
                  <a:pt x="32560" y="22197"/>
                </a:cubicBezTo>
                <a:lnTo>
                  <a:pt x="24104" y="22197"/>
                </a:lnTo>
                <a:lnTo>
                  <a:pt x="24104" y="68490"/>
                </a:lnTo>
                <a:lnTo>
                  <a:pt x="31713" y="68490"/>
                </a:lnTo>
                <a:moveTo>
                  <a:pt x="0" y="159391"/>
                </a:moveTo>
                <a:lnTo>
                  <a:pt x="0" y="0"/>
                </a:lnTo>
                <a:lnTo>
                  <a:pt x="24104" y="0"/>
                </a:lnTo>
                <a:cubicBezTo>
                  <a:pt x="34675" y="0"/>
                  <a:pt x="43133" y="846"/>
                  <a:pt x="49474" y="2538"/>
                </a:cubicBezTo>
                <a:cubicBezTo>
                  <a:pt x="61950" y="5917"/>
                  <a:pt x="70828" y="13740"/>
                  <a:pt x="76326" y="26001"/>
                </a:cubicBezTo>
                <a:cubicBezTo>
                  <a:pt x="78864" y="32342"/>
                  <a:pt x="80343" y="38473"/>
                  <a:pt x="80343" y="44603"/>
                </a:cubicBezTo>
                <a:cubicBezTo>
                  <a:pt x="80343" y="56021"/>
                  <a:pt x="75902" y="65744"/>
                  <a:pt x="67233" y="73564"/>
                </a:cubicBezTo>
                <a:cubicBezTo>
                  <a:pt x="75690" y="76524"/>
                  <a:pt x="82247" y="81597"/>
                  <a:pt x="87320" y="88785"/>
                </a:cubicBezTo>
                <a:cubicBezTo>
                  <a:pt x="92183" y="95972"/>
                  <a:pt x="94719" y="104427"/>
                  <a:pt x="94719" y="113731"/>
                </a:cubicBezTo>
                <a:cubicBezTo>
                  <a:pt x="94719" y="126411"/>
                  <a:pt x="90280" y="136980"/>
                  <a:pt x="81612" y="145438"/>
                </a:cubicBezTo>
                <a:cubicBezTo>
                  <a:pt x="76114" y="150722"/>
                  <a:pt x="69983" y="154315"/>
                  <a:pt x="63217" y="156431"/>
                </a:cubicBezTo>
                <a:cubicBezTo>
                  <a:pt x="56241" y="158543"/>
                  <a:pt x="47359" y="159391"/>
                  <a:pt x="36579" y="159391"/>
                </a:cubicBezTo>
                <a:lnTo>
                  <a:pt x="0" y="15939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2" name="path-475">
            <a:extLst xmlns:a="http://schemas.openxmlformats.org/drawingml/2006/main">
              <a:ext uri="{FF2B5EF4-FFF2-40B4-BE49-F238E27FC236}">
                <a16:creationId xmlns:a16="http://schemas.microsoft.com/office/drawing/2014/main" id="{9A7C4460-FEC2-469A-BD45-BC4C33F6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7678" y="3500231"/>
            <a:ext cx="46092" cy="20294"/>
          </a:xfrm>
          <a:custGeom xmlns:a="http://schemas.openxmlformats.org/drawingml/2006/main">
            <a:pathLst>
              <a:path w="46092" h="20294">
                <a:moveTo>
                  <a:pt x="0" y="0"/>
                </a:moveTo>
                <a:lnTo>
                  <a:pt x="46092" y="0"/>
                </a:lnTo>
                <a:lnTo>
                  <a:pt x="46092" y="20294"/>
                </a:lnTo>
                <a:lnTo>
                  <a:pt x="0" y="202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3" name="path-476">
            <a:extLst xmlns:a="http://schemas.openxmlformats.org/drawingml/2006/main">
              <a:ext uri="{FF2B5EF4-FFF2-40B4-BE49-F238E27FC236}">
                <a16:creationId xmlns:a16="http://schemas.microsoft.com/office/drawing/2014/main" id="{713F1435-9112-42A4-BE15-754086BF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4614" y="3392211"/>
            <a:ext cx="154977" cy="169325"/>
          </a:xfrm>
          <a:custGeom xmlns:a="http://schemas.openxmlformats.org/drawingml/2006/main">
            <a:pathLst>
              <a:path w="154977" h="169325">
                <a:moveTo>
                  <a:pt x="102121" y="108020"/>
                </a:moveTo>
                <a:lnTo>
                  <a:pt x="78441" y="53902"/>
                </a:lnTo>
                <a:lnTo>
                  <a:pt x="53702" y="108020"/>
                </a:lnTo>
                <a:lnTo>
                  <a:pt x="102121" y="108020"/>
                </a:lnTo>
                <a:moveTo>
                  <a:pt x="111845" y="130639"/>
                </a:moveTo>
                <a:lnTo>
                  <a:pt x="43554" y="130639"/>
                </a:lnTo>
                <a:lnTo>
                  <a:pt x="25795" y="169325"/>
                </a:lnTo>
                <a:lnTo>
                  <a:pt x="0" y="169325"/>
                </a:lnTo>
                <a:lnTo>
                  <a:pt x="78862" y="0"/>
                </a:lnTo>
                <a:lnTo>
                  <a:pt x="154977" y="169325"/>
                </a:lnTo>
                <a:lnTo>
                  <a:pt x="128547" y="169325"/>
                </a:lnTo>
                <a:lnTo>
                  <a:pt x="111845" y="13063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4" name="path-477">
            <a:extLst xmlns:a="http://schemas.openxmlformats.org/drawingml/2006/main">
              <a:ext uri="{FF2B5EF4-FFF2-40B4-BE49-F238E27FC236}">
                <a16:creationId xmlns:a16="http://schemas.microsoft.com/office/drawing/2014/main" id="{78F55195-AA4A-402A-A56E-6A04C8D8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0248" y="3402145"/>
            <a:ext cx="51587" cy="159391"/>
          </a:xfrm>
          <a:custGeom xmlns:a="http://schemas.openxmlformats.org/drawingml/2006/main">
            <a:pathLst>
              <a:path w="51587" h="159391">
                <a:moveTo>
                  <a:pt x="27484" y="22617"/>
                </a:moveTo>
                <a:lnTo>
                  <a:pt x="0" y="22617"/>
                </a:lnTo>
                <a:lnTo>
                  <a:pt x="13109" y="0"/>
                </a:lnTo>
                <a:lnTo>
                  <a:pt x="51587" y="0"/>
                </a:lnTo>
                <a:lnTo>
                  <a:pt x="51587" y="159391"/>
                </a:lnTo>
                <a:lnTo>
                  <a:pt x="27484" y="159391"/>
                </a:lnTo>
                <a:lnTo>
                  <a:pt x="27484" y="2261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5" name="path-478">
            <a:extLst xmlns:a="http://schemas.openxmlformats.org/drawingml/2006/main">
              <a:ext uri="{FF2B5EF4-FFF2-40B4-BE49-F238E27FC236}">
                <a16:creationId xmlns:a16="http://schemas.microsoft.com/office/drawing/2014/main" id="{9163DD30-7E68-42F9-BE76-76EE1F67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1034" y="3402145"/>
            <a:ext cx="119670" cy="164673"/>
          </a:xfrm>
          <a:custGeom xmlns:a="http://schemas.openxmlformats.org/drawingml/2006/main">
            <a:pathLst>
              <a:path w="119670" h="164673">
                <a:moveTo>
                  <a:pt x="848" y="22617"/>
                </a:moveTo>
                <a:lnTo>
                  <a:pt x="848" y="0"/>
                </a:lnTo>
                <a:lnTo>
                  <a:pt x="119670" y="0"/>
                </a:lnTo>
                <a:lnTo>
                  <a:pt x="19029" y="164673"/>
                </a:lnTo>
                <a:lnTo>
                  <a:pt x="0" y="152836"/>
                </a:lnTo>
                <a:lnTo>
                  <a:pt x="79498" y="22617"/>
                </a:lnTo>
                <a:lnTo>
                  <a:pt x="848" y="2261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6" name="path-479">
            <a:extLst xmlns:a="http://schemas.openxmlformats.org/drawingml/2006/main">
              <a:ext uri="{FF2B5EF4-FFF2-40B4-BE49-F238E27FC236}">
                <a16:creationId xmlns:a16="http://schemas.microsoft.com/office/drawing/2014/main" id="{B0063648-4F44-4962-B23D-E3876163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0366" y="3402145"/>
            <a:ext cx="94719" cy="159391"/>
          </a:xfrm>
          <a:custGeom xmlns:a="http://schemas.openxmlformats.org/drawingml/2006/main">
            <a:pathLst>
              <a:path w="94719" h="159391">
                <a:moveTo>
                  <a:pt x="24103" y="136772"/>
                </a:moveTo>
                <a:lnTo>
                  <a:pt x="38902" y="136772"/>
                </a:lnTo>
                <a:cubicBezTo>
                  <a:pt x="49897" y="136772"/>
                  <a:pt x="57931" y="134656"/>
                  <a:pt x="63218" y="130217"/>
                </a:cubicBezTo>
                <a:cubicBezTo>
                  <a:pt x="68291" y="125779"/>
                  <a:pt x="71040" y="120072"/>
                  <a:pt x="71040" y="112882"/>
                </a:cubicBezTo>
                <a:cubicBezTo>
                  <a:pt x="71040" y="105908"/>
                  <a:pt x="68505" y="100200"/>
                  <a:pt x="63429" y="95550"/>
                </a:cubicBezTo>
                <a:cubicBezTo>
                  <a:pt x="58355" y="90898"/>
                  <a:pt x="49262" y="88574"/>
                  <a:pt x="36366" y="88574"/>
                </a:cubicBezTo>
                <a:lnTo>
                  <a:pt x="24103" y="88574"/>
                </a:lnTo>
                <a:lnTo>
                  <a:pt x="24103" y="136772"/>
                </a:lnTo>
                <a:moveTo>
                  <a:pt x="31714" y="68490"/>
                </a:moveTo>
                <a:cubicBezTo>
                  <a:pt x="48838" y="68490"/>
                  <a:pt x="57509" y="60668"/>
                  <a:pt x="57509" y="45027"/>
                </a:cubicBezTo>
                <a:cubicBezTo>
                  <a:pt x="57509" y="37418"/>
                  <a:pt x="55393" y="31707"/>
                  <a:pt x="51168" y="27904"/>
                </a:cubicBezTo>
                <a:cubicBezTo>
                  <a:pt x="46935" y="24098"/>
                  <a:pt x="40594" y="22197"/>
                  <a:pt x="32560" y="22197"/>
                </a:cubicBezTo>
                <a:lnTo>
                  <a:pt x="24103" y="22197"/>
                </a:lnTo>
                <a:lnTo>
                  <a:pt x="24103" y="68490"/>
                </a:lnTo>
                <a:lnTo>
                  <a:pt x="31714" y="68490"/>
                </a:lnTo>
                <a:moveTo>
                  <a:pt x="0" y="159391"/>
                </a:moveTo>
                <a:lnTo>
                  <a:pt x="0" y="0"/>
                </a:lnTo>
                <a:lnTo>
                  <a:pt x="24103" y="0"/>
                </a:lnTo>
                <a:cubicBezTo>
                  <a:pt x="34677" y="0"/>
                  <a:pt x="43134" y="846"/>
                  <a:pt x="49473" y="2538"/>
                </a:cubicBezTo>
                <a:cubicBezTo>
                  <a:pt x="61950" y="5917"/>
                  <a:pt x="70827" y="13740"/>
                  <a:pt x="76327" y="26001"/>
                </a:cubicBezTo>
                <a:cubicBezTo>
                  <a:pt x="78863" y="32342"/>
                  <a:pt x="80344" y="38473"/>
                  <a:pt x="80344" y="44603"/>
                </a:cubicBezTo>
                <a:cubicBezTo>
                  <a:pt x="80344" y="56021"/>
                  <a:pt x="75903" y="65744"/>
                  <a:pt x="67234" y="73564"/>
                </a:cubicBezTo>
                <a:cubicBezTo>
                  <a:pt x="75690" y="76524"/>
                  <a:pt x="82247" y="81597"/>
                  <a:pt x="87320" y="88785"/>
                </a:cubicBezTo>
                <a:cubicBezTo>
                  <a:pt x="92183" y="95972"/>
                  <a:pt x="94719" y="104427"/>
                  <a:pt x="94719" y="113731"/>
                </a:cubicBezTo>
                <a:cubicBezTo>
                  <a:pt x="94719" y="126411"/>
                  <a:pt x="90280" y="136980"/>
                  <a:pt x="81612" y="145438"/>
                </a:cubicBezTo>
                <a:cubicBezTo>
                  <a:pt x="76114" y="150722"/>
                  <a:pt x="69983" y="154315"/>
                  <a:pt x="63218" y="156431"/>
                </a:cubicBezTo>
                <a:cubicBezTo>
                  <a:pt x="56241" y="158543"/>
                  <a:pt x="47359" y="159391"/>
                  <a:pt x="36577" y="159391"/>
                </a:cubicBezTo>
                <a:lnTo>
                  <a:pt x="0" y="15939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6019062E-DC51-413C-8F47-C612FD9ED2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7c62428cd24fed"/>
          <a:stretch xmlns:a="http://schemas.openxmlformats.org/drawingml/2006/main"/>
        </p:blipFill>
        <p:spPr>
          <a:xfrm xmlns:a="http://schemas.openxmlformats.org/drawingml/2006/main">
            <a:off x="6534150" y="2943225"/>
            <a:ext cx="400050" cy="419100"/>
          </a:xfrm>
          <a:prstGeom xmlns:a="http://schemas.openxmlformats.org/drawingml/2006/main" prst="rect">
            <a:avLst/>
          </a:prstGeom>
        </p:spPr>
      </p:pic>
      <p:pic>
        <p:nvPic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BFFBBC68-46A9-48C4-8DF5-B6902C06AA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de4843e7034c08"/>
          <a:stretch xmlns:a="http://schemas.openxmlformats.org/drawingml/2006/main"/>
        </p:blipFill>
        <p:spPr>
          <a:xfrm xmlns:a="http://schemas.openxmlformats.org/drawingml/2006/main">
            <a:off x="7553325" y="2943225"/>
            <a:ext cx="400050" cy="419100"/>
          </a:xfrm>
          <a:prstGeom xmlns:a="http://schemas.openxmlformats.org/drawingml/2006/main" prst="rect">
            <a:avLst/>
          </a:prstGeom>
        </p:spPr>
      </p:pic>
      <p:pic>
        <p:nvPic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9E81AD9E-DFDA-40FF-9AC6-567A0C63F5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3a7bb857c84652"/>
          <a:stretch xmlns:a="http://schemas.openxmlformats.org/drawingml/2006/main"/>
        </p:blipFill>
        <p:spPr>
          <a:xfrm xmlns:a="http://schemas.openxmlformats.org/drawingml/2006/main">
            <a:off x="8572500" y="2943225"/>
            <a:ext cx="400050" cy="419100"/>
          </a:xfrm>
          <a:prstGeom xmlns:a="http://schemas.openxmlformats.org/drawingml/2006/main" prst="rect">
            <a:avLst/>
          </a:prstGeom>
        </p:spPr>
      </p:pic>
      <p:pic>
        <p:nvPic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85A6EEA0-B979-41A2-98B4-E4E97D64F2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6a4e22e18a4e67"/>
          <a:stretch xmlns:a="http://schemas.openxmlformats.org/drawingml/2006/main"/>
        </p:blipFill>
        <p:spPr>
          <a:xfrm xmlns:a="http://schemas.openxmlformats.org/drawingml/2006/main">
            <a:off x="9591675" y="2943225"/>
            <a:ext cx="400050" cy="419100"/>
          </a:xfrm>
          <a:prstGeom xmlns:a="http://schemas.openxmlformats.org/drawingml/2006/main" prst="rect">
            <a:avLst/>
          </a:prstGeom>
        </p:spPr>
      </p:pic>
      <p:pic>
        <p:nvPic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AF3D9E7F-980A-40EE-B1AB-FA2DF0AC23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92c58bd58c4622"/>
          <a:stretch xmlns:a="http://schemas.openxmlformats.org/drawingml/2006/main"/>
        </p:blipFill>
        <p:spPr>
          <a:xfrm xmlns:a="http://schemas.openxmlformats.org/drawingml/2006/main">
            <a:off x="10610850" y="2943225"/>
            <a:ext cx="400050" cy="419100"/>
          </a:xfrm>
          <a:prstGeom xmlns:a="http://schemas.openxmlformats.org/drawingml/2006/main" prst="rect">
            <a:avLst/>
          </a:prstGeom>
        </p:spPr>
      </p:pic>
      <p:pic>
        <p:nvPic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63F5F976-37C1-483D-A8F9-595E32C1A6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02fb5dd1594eb4"/>
          <a:stretch xmlns:a="http://schemas.openxmlformats.org/drawingml/2006/main"/>
        </p:blipFill>
        <p:spPr>
          <a:xfrm xmlns:a="http://schemas.openxmlformats.org/drawingml/2006/main">
            <a:off x="11630025" y="2943225"/>
            <a:ext cx="400050" cy="41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5948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2026-10-14T12:23:33.5240000Z</dcterms:created>
  <dcterms:modified xsi:type="dcterms:W3CDTF">2026-10-14T12:23:33.5240000Z</dcterms:modified>
</coreProperties>
</file>