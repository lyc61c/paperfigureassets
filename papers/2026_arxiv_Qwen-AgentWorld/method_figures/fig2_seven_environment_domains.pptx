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ee96aef95d47ae" /><Relationship Type="http://schemas.openxmlformats.org/officeDocument/2006/relationships/extended-properties" Target="/docProps/app.xml" Id="Rff4ba3a42a94475c" /><Relationship Type="http://schemas.openxmlformats.org/officeDocument/2006/relationships/officeDocument" Target="/ppt/presentation.xml" Id="R0372b557898245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2c43a18cee4088"/>
  </p:sldMasterIdLst>
  <p:notesMasterIdLst>
    <p:notesMasterId xmlns:r="http://schemas.openxmlformats.org/officeDocument/2006/relationships" r:id="R885718df264a4a2a"/>
  </p:notesMasterIdLst>
  <p:sldIdLst>
    <p:sldId xmlns:r="http://schemas.openxmlformats.org/officeDocument/2006/relationships" id="256" r:id="R80454dd672644c1d"/>
  </p:sldIdLst>
  <p:sldSz cx="18259425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719eb11b1e466b" /><Relationship Type="http://schemas.openxmlformats.org/officeDocument/2006/relationships/slideMaster" Target="/ppt/slideMasters/slideMaster1.xml" Id="Rfd2c43a18cee4088" /><Relationship Type="http://schemas.openxmlformats.org/officeDocument/2006/relationships/notesMaster" Target="/ppt/notesMasters/notesMaster1.xml" Id="R885718df264a4a2a" /><Relationship Type="http://schemas.openxmlformats.org/officeDocument/2006/relationships/presProps" Target="/ppt/presProps.xml" Id="Rd6ce3be3c4234a2c" /><Relationship Type="http://schemas.openxmlformats.org/officeDocument/2006/relationships/tableStyles" Target="/ppt/tableStyles.xml" Id="R8736ede3834d4bac" /><Relationship Type="http://schemas.openxmlformats.org/officeDocument/2006/relationships/slide" Target="/ppt/slides/slide1.xml" Id="R80454dd672644c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0e9782c9ed48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88878142fa4c87" /><Relationship Type="http://schemas.openxmlformats.org/officeDocument/2006/relationships/notesMaster" Target="/ppt/notesMasters/notesMaster1.xml" Id="R36d34b008b4e41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Seven Environment Domains and Their Interfaces</a:t>
            </a:r>
          </a:p>
          <a:p xmlns:a="http://schemas.openxmlformats.org/drawingml/2006/main">
            <a:r>
              <a:t>Source: https://arxiv.org/abs/2606.24597v1</a:t>
            </a:r>
          </a:p>
          <a:p xmlns:a="http://schemas.openxmlformats.org/drawingml/2006/main">
            <a:r>
              <a:t>Approved image: fig2_seven_environment_domains.png; SHA-256: 64e7e33f283fde4474931c040511f5679d3e66401a022fc2e0e8036407b30a99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(8).</a:t>
            </a:r>
          </a:p>
          <a:p xmlns:a="http://schemas.openxmlformats.org/drawingml/2006/main">
            <a:r>
              <a:t>Font substitution: source PDF families mapped to Times New Roman, Arial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0a5ff39e84d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11471857c4a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b0bdeefdd41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1e4418dc143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891972b924b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02dc90e88747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530ADA-63E8-4783-8119-B58C683D11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5943" y="4605867"/>
            <a:ext cx="14607540" cy="1761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18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8D0E37-1B2B-4F20-A91C-EF5BC1D41C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38914" y="6705600"/>
            <a:ext cx="12781597" cy="1354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4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6991DB-BD1D-4FB3-ACB5-B40F0E47B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5943" y="5080000"/>
            <a:ext cx="1460754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7CDDC9-A221-446A-BFEE-BA2317F08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7093" y="948267"/>
            <a:ext cx="1620524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9B7CE8-7FFE-442A-927E-7A929D50C2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7093" y="3386667"/>
            <a:ext cx="16205240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364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1pPr>
            <a:lvl2pPr marL="798850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2pPr>
            <a:lvl3pPr marL="1255335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3pPr>
            <a:lvl4pPr marL="1711821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4pPr>
            <a:lvl5pPr marL="2168307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5pPr>
            <a:lvl6pPr marL="2624792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6pPr>
            <a:lvl7pPr marL="3081278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7pPr>
            <a:lvl8pPr marL="3537764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8pPr>
            <a:lvl9pPr marL="3994249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F85EC1-34AD-4277-AE1B-F826430DEF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7093" y="948267"/>
            <a:ext cx="1620524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45CD18-3603-4915-925B-3CAC2C23D7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7093" y="3386667"/>
            <a:ext cx="7532013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4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364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1pPr>
            <a:lvl2pPr marL="798850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2pPr>
            <a:lvl3pPr marL="1255335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3pPr>
            <a:lvl4pPr marL="1711821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4pPr>
            <a:lvl5pPr marL="2168307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5pPr>
            <a:lvl6pPr marL="2624792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6pPr>
            <a:lvl7pPr marL="3081278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7pPr>
            <a:lvl8pPr marL="3537764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8pPr>
            <a:lvl9pPr marL="3994249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2F3866-9760-46F3-B433-8300DAC4D8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00320" y="3386667"/>
            <a:ext cx="7532013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4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364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1pPr>
            <a:lvl2pPr marL="798850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2pPr>
            <a:lvl3pPr marL="1255335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3pPr>
            <a:lvl4pPr marL="1711821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4pPr>
            <a:lvl5pPr marL="2168307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5pPr>
            <a:lvl6pPr marL="2624792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6pPr>
            <a:lvl7pPr marL="3081278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7pPr>
            <a:lvl8pPr marL="3537764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8pPr>
            <a:lvl9pPr marL="3994249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E998E4-8E5E-439B-93B3-2E53321D83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7093" y="948267"/>
            <a:ext cx="1620524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A82689-B0B9-4888-BDE1-7EE2251BE4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7093" y="3386667"/>
            <a:ext cx="7532013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364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1pPr>
            <a:lvl2pPr marL="798850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2pPr>
            <a:lvl3pPr marL="1255335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3pPr>
            <a:lvl4pPr marL="1711821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4pPr>
            <a:lvl5pPr marL="2168307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5pPr>
            <a:lvl6pPr marL="2624792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6pPr>
            <a:lvl7pPr marL="3081278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7pPr>
            <a:lvl8pPr marL="3537764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8pPr>
            <a:lvl9pPr marL="3994249" indent="-342364">
              <a:lnSpc>
                <a:spcPct val="110000"/>
              </a:lnSpc>
              <a:spcBef>
                <a:spcPts val="0"/>
              </a:spcBef>
              <a:spcAft>
                <a:spcPts val="179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1ca6166dd64bae" /><Relationship Type="http://schemas.openxmlformats.org/officeDocument/2006/relationships/slideLayout" Target="/ppt/slideLayouts/slideLayout1.xml" Id="R3d7f1455e84c4387" /><Relationship Type="http://schemas.openxmlformats.org/officeDocument/2006/relationships/slideLayout" Target="/ppt/slideLayouts/slideLayout2.xml" Id="R839f692463774109" /><Relationship Type="http://schemas.openxmlformats.org/officeDocument/2006/relationships/slideLayout" Target="/ppt/slideLayouts/slideLayout3.xml" Id="R2982aed905ab4085" /><Relationship Type="http://schemas.openxmlformats.org/officeDocument/2006/relationships/slideLayout" Target="/ppt/slideLayouts/slideLayout4.xml" Id="Ra24dc95865d44117" /><Relationship Type="http://schemas.openxmlformats.org/officeDocument/2006/relationships/slideLayout" Target="/ppt/slideLayouts/slideLayout5.xml" Id="R988b39bee2a342bd" /><Relationship Type="http://schemas.openxmlformats.org/officeDocument/2006/relationships/slideLayout" Target="/ppt/slideLayouts/slideLayout6.xml" Id="R8382dbaa82034d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7f1455e84c4387"/>
    <p:sldLayoutId xmlns:r="http://schemas.openxmlformats.org/officeDocument/2006/relationships" id="2147483650" r:id="R839f692463774109"/>
    <p:sldLayoutId xmlns:r="http://schemas.openxmlformats.org/officeDocument/2006/relationships" id="2147483651" r:id="R2982aed905ab4085"/>
    <p:sldLayoutId xmlns:r="http://schemas.openxmlformats.org/officeDocument/2006/relationships" id="2147483652" r:id="Ra24dc95865d44117"/>
    <p:sldLayoutId xmlns:r="http://schemas.openxmlformats.org/officeDocument/2006/relationships" id="2147483653" r:id="R988b39bee2a342bd"/>
    <p:sldLayoutId xmlns:r="http://schemas.openxmlformats.org/officeDocument/2006/relationships" id="2147483654" r:id="R8382dbaa82034d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8ce66e944a4dc7" /><Relationship Type="http://schemas.openxmlformats.org/officeDocument/2006/relationships/image" Target="/ppt/media/image.png" Id="R3028aebd0b844ce6" /><Relationship Type="http://schemas.openxmlformats.org/officeDocument/2006/relationships/image" Target="/ppt/media/image2.png" Id="R5e821a8414cf4cbf" /><Relationship Type="http://schemas.openxmlformats.org/officeDocument/2006/relationships/image" Target="/ppt/media/image3.png" Id="R01ab7bbb2e8a4e5a" /><Relationship Type="http://schemas.openxmlformats.org/officeDocument/2006/relationships/image" Target="/ppt/media/image4.png" Id="R3ab7eb63ddfc4def" /><Relationship Type="http://schemas.openxmlformats.org/officeDocument/2006/relationships/image" Target="/ppt/media/image5.png" Id="R81043d160502492b" /><Relationship Type="http://schemas.openxmlformats.org/officeDocument/2006/relationships/image" Target="/ppt/media/image6.png" Id="Rd06935af1ab74a16" /><Relationship Type="http://schemas.openxmlformats.org/officeDocument/2006/relationships/image" Target="/ppt/media/image7.png" Id="R0d31b70fef774867" /><Relationship Type="http://schemas.openxmlformats.org/officeDocument/2006/relationships/image" Target="/ppt/media/image8.png" Id="Rfbb911aa65734691" /><Relationship Type="http://schemas.openxmlformats.org/officeDocument/2006/relationships/notesSlide" Target="/ppt/notesSlides/notesSlide1.xml" Id="R468682706dc042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lavender-canvas">
            <a:extLst xmlns:a="http://schemas.openxmlformats.org/drawingml/2006/main">
              <a:ext uri="{FF2B5EF4-FFF2-40B4-BE49-F238E27FC236}">
                <a16:creationId xmlns:a16="http://schemas.microsoft.com/office/drawing/2014/main" id="{74384C50-7518-4CFD-AE23-0B8C0FE3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18011775" cy="11963400"/>
          </a:xfrm>
          <a:custGeom xmlns:a="http://schemas.openxmlformats.org/drawingml/2006/main">
            <a:pathLst>
              <a:path w="18011775" h="11963400">
                <a:moveTo>
                  <a:pt x="0" y="0"/>
                </a:moveTo>
                <a:lnTo>
                  <a:pt x="18011775" y="0"/>
                </a:lnTo>
                <a:lnTo>
                  <a:pt x="18011775" y="11963400"/>
                </a:lnTo>
                <a:lnTo>
                  <a:pt x="0" y="11963400"/>
                </a:lnTo>
                <a:close/>
              </a:path>
            </a:pathLst>
          </a:custGeom>
          <a:solidFill xmlns:a="http://schemas.openxmlformats.org/drawingml/2006/main">
            <a:srgbClr val="F6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cp-card-shadow-12">
            <a:extLst xmlns:a="http://schemas.openxmlformats.org/drawingml/2006/main">
              <a:ext uri="{FF2B5EF4-FFF2-40B4-BE49-F238E27FC236}">
                <a16:creationId xmlns:a16="http://schemas.microsoft.com/office/drawing/2014/main" id="{2EAE044F-B58B-47CA-9E80-93C5727B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857250"/>
            <a:ext cx="4105275" cy="1066800"/>
          </a:xfrm>
          <a:custGeom xmlns:a="http://schemas.openxmlformats.org/drawingml/2006/main">
            <a:pathLst>
              <a:path w="4105275" h="1066800">
                <a:moveTo>
                  <a:pt x="171450" y="0"/>
                </a:moveTo>
                <a:lnTo>
                  <a:pt x="3933825" y="0"/>
                </a:lnTo>
                <a:cubicBezTo>
                  <a:pt x="4028514" y="0"/>
                  <a:pt x="4105275" y="76761"/>
                  <a:pt x="4105275" y="171450"/>
                </a:cubicBezTo>
                <a:lnTo>
                  <a:pt x="4105275" y="895350"/>
                </a:lnTo>
                <a:cubicBezTo>
                  <a:pt x="4105275" y="990039"/>
                  <a:pt x="4028514" y="1066800"/>
                  <a:pt x="3933825" y="1066800"/>
                </a:cubicBezTo>
                <a:lnTo>
                  <a:pt x="171450" y="1066800"/>
                </a:lnTo>
                <a:cubicBezTo>
                  <a:pt x="76761" y="1066800"/>
                  <a:pt x="0" y="990039"/>
                  <a:pt x="0" y="8953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cp-card-shadow-7">
            <a:extLst xmlns:a="http://schemas.openxmlformats.org/drawingml/2006/main">
              <a:ext uri="{FF2B5EF4-FFF2-40B4-BE49-F238E27FC236}">
                <a16:creationId xmlns:a16="http://schemas.microsoft.com/office/drawing/2014/main" id="{9895EDD9-ABA4-407E-A40E-79E3007D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881063"/>
            <a:ext cx="4010025" cy="995363"/>
          </a:xfrm>
          <a:custGeom xmlns:a="http://schemas.openxmlformats.org/drawingml/2006/main">
            <a:pathLst>
              <a:path w="4010025" h="995363">
                <a:moveTo>
                  <a:pt x="147638" y="0"/>
                </a:moveTo>
                <a:lnTo>
                  <a:pt x="3862388" y="0"/>
                </a:lnTo>
                <a:cubicBezTo>
                  <a:pt x="3943925" y="0"/>
                  <a:pt x="4010025" y="66100"/>
                  <a:pt x="4010025" y="147638"/>
                </a:cubicBezTo>
                <a:lnTo>
                  <a:pt x="4010025" y="847725"/>
                </a:lnTo>
                <a:cubicBezTo>
                  <a:pt x="4010025" y="929263"/>
                  <a:pt x="3943925" y="995363"/>
                  <a:pt x="3862388" y="995363"/>
                </a:cubicBezTo>
                <a:lnTo>
                  <a:pt x="147638" y="995363"/>
                </a:lnTo>
                <a:cubicBezTo>
                  <a:pt x="66100" y="995363"/>
                  <a:pt x="0" y="929263"/>
                  <a:pt x="0" y="847725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cp-card-shadow-3">
            <a:extLst xmlns:a="http://schemas.openxmlformats.org/drawingml/2006/main">
              <a:ext uri="{FF2B5EF4-FFF2-40B4-BE49-F238E27FC236}">
                <a16:creationId xmlns:a16="http://schemas.microsoft.com/office/drawing/2014/main" id="{08B1E97F-EF1C-4A4A-BDD4-AE30B17D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900113"/>
            <a:ext cx="3933825" cy="938213"/>
          </a:xfrm>
          <a:custGeom xmlns:a="http://schemas.openxmlformats.org/drawingml/2006/main">
            <a:pathLst>
              <a:path w="3933825" h="938213">
                <a:moveTo>
                  <a:pt x="128588" y="0"/>
                </a:moveTo>
                <a:lnTo>
                  <a:pt x="3805238" y="0"/>
                </a:lnTo>
                <a:cubicBezTo>
                  <a:pt x="3876254" y="0"/>
                  <a:pt x="3933825" y="57571"/>
                  <a:pt x="3933825" y="128588"/>
                </a:cubicBezTo>
                <a:lnTo>
                  <a:pt x="3933825" y="809625"/>
                </a:lnTo>
                <a:cubicBezTo>
                  <a:pt x="3933825" y="880642"/>
                  <a:pt x="3876254" y="938213"/>
                  <a:pt x="3805238" y="938213"/>
                </a:cubicBezTo>
                <a:lnTo>
                  <a:pt x="128588" y="938213"/>
                </a:lnTo>
                <a:cubicBezTo>
                  <a:pt x="57571" y="938213"/>
                  <a:pt x="0" y="880642"/>
                  <a:pt x="0" y="809625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cp-card">
            <a:extLst xmlns:a="http://schemas.openxmlformats.org/drawingml/2006/main">
              <a:ext uri="{FF2B5EF4-FFF2-40B4-BE49-F238E27FC236}">
                <a16:creationId xmlns:a16="http://schemas.microsoft.com/office/drawing/2014/main" id="{5E7EAEF4-52E3-4CC0-85E3-2D7BA4A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885825"/>
            <a:ext cx="3876675" cy="895350"/>
          </a:xfrm>
          <a:custGeom xmlns:a="http://schemas.openxmlformats.org/drawingml/2006/main">
            <a:pathLst>
              <a:path w="3876675" h="895350">
                <a:moveTo>
                  <a:pt x="104775" y="0"/>
                </a:moveTo>
                <a:lnTo>
                  <a:pt x="3771900" y="0"/>
                </a:lnTo>
                <a:cubicBezTo>
                  <a:pt x="3829766" y="0"/>
                  <a:pt x="3876675" y="46909"/>
                  <a:pt x="3876675" y="104775"/>
                </a:cubicBezTo>
                <a:lnTo>
                  <a:pt x="3876675" y="790575"/>
                </a:lnTo>
                <a:cubicBezTo>
                  <a:pt x="3876675" y="848441"/>
                  <a:pt x="3829766" y="895350"/>
                  <a:pt x="3771900" y="895350"/>
                </a:cubicBezTo>
                <a:lnTo>
                  <a:pt x="104775" y="895350"/>
                </a:lnTo>
                <a:cubicBezTo>
                  <a:pt x="46909" y="895350"/>
                  <a:pt x="0" y="848441"/>
                  <a:pt x="0" y="7905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BFAFD">
              <a:alpha val="9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cp-card-accent">
            <a:extLst xmlns:a="http://schemas.openxmlformats.org/drawingml/2006/main">
              <a:ext uri="{FF2B5EF4-FFF2-40B4-BE49-F238E27FC236}">
                <a16:creationId xmlns:a16="http://schemas.microsoft.com/office/drawing/2014/main" id="{82D15B24-6CF6-4B40-8E0B-3763DCD6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009650"/>
            <a:ext cx="47625" cy="647700"/>
          </a:xfrm>
          <a:custGeom xmlns:a="http://schemas.openxmlformats.org/drawingml/2006/main">
            <a:pathLst>
              <a:path w="47625" h="6477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628650"/>
                </a:lnTo>
                <a:cubicBezTo>
                  <a:pt x="47625" y="639171"/>
                  <a:pt x="39096" y="647700"/>
                  <a:pt x="28575" y="647700"/>
                </a:cubicBezTo>
                <a:lnTo>
                  <a:pt x="19050" y="647700"/>
                </a:lnTo>
                <a:cubicBezTo>
                  <a:pt x="8529" y="647700"/>
                  <a:pt x="0" y="639171"/>
                  <a:pt x="0" y="6286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76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arch-card-shadow-12">
            <a:extLst xmlns:a="http://schemas.openxmlformats.org/drawingml/2006/main">
              <a:ext uri="{FF2B5EF4-FFF2-40B4-BE49-F238E27FC236}">
                <a16:creationId xmlns:a16="http://schemas.microsoft.com/office/drawing/2014/main" id="{8DB3EB7D-A87E-4113-A8F7-E4A67B25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809625"/>
            <a:ext cx="4076700" cy="1076325"/>
          </a:xfrm>
          <a:custGeom xmlns:a="http://schemas.openxmlformats.org/drawingml/2006/main">
            <a:pathLst>
              <a:path w="4076700" h="1076325">
                <a:moveTo>
                  <a:pt x="171450" y="0"/>
                </a:moveTo>
                <a:lnTo>
                  <a:pt x="3905250" y="0"/>
                </a:lnTo>
                <a:cubicBezTo>
                  <a:pt x="3999939" y="0"/>
                  <a:pt x="4076700" y="76761"/>
                  <a:pt x="4076700" y="171450"/>
                </a:cubicBezTo>
                <a:lnTo>
                  <a:pt x="4076700" y="904875"/>
                </a:lnTo>
                <a:cubicBezTo>
                  <a:pt x="4076700" y="999564"/>
                  <a:pt x="3999939" y="1076325"/>
                  <a:pt x="3905250" y="1076325"/>
                </a:cubicBezTo>
                <a:lnTo>
                  <a:pt x="171450" y="1076325"/>
                </a:lnTo>
                <a:cubicBezTo>
                  <a:pt x="76761" y="1076325"/>
                  <a:pt x="0" y="999564"/>
                  <a:pt x="0" y="90487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arch-card-shadow-7">
            <a:extLst xmlns:a="http://schemas.openxmlformats.org/drawingml/2006/main">
              <a:ext uri="{FF2B5EF4-FFF2-40B4-BE49-F238E27FC236}">
                <a16:creationId xmlns:a16="http://schemas.microsoft.com/office/drawing/2014/main" id="{E1005196-350E-4319-B3BF-882E6D50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833438"/>
            <a:ext cx="3981450" cy="1004888"/>
          </a:xfrm>
          <a:custGeom xmlns:a="http://schemas.openxmlformats.org/drawingml/2006/main">
            <a:pathLst>
              <a:path w="3981450" h="1004888">
                <a:moveTo>
                  <a:pt x="147638" y="0"/>
                </a:moveTo>
                <a:lnTo>
                  <a:pt x="3833813" y="0"/>
                </a:lnTo>
                <a:cubicBezTo>
                  <a:pt x="3915350" y="0"/>
                  <a:pt x="3981450" y="66100"/>
                  <a:pt x="3981450" y="147638"/>
                </a:cubicBezTo>
                <a:lnTo>
                  <a:pt x="3981450" y="857250"/>
                </a:lnTo>
                <a:cubicBezTo>
                  <a:pt x="3981450" y="938788"/>
                  <a:pt x="3915350" y="1004888"/>
                  <a:pt x="3833813" y="1004888"/>
                </a:cubicBezTo>
                <a:lnTo>
                  <a:pt x="147638" y="1004888"/>
                </a:lnTo>
                <a:cubicBezTo>
                  <a:pt x="66100" y="1004888"/>
                  <a:pt x="0" y="938788"/>
                  <a:pt x="0" y="857250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arch-card-shadow-3">
            <a:extLst xmlns:a="http://schemas.openxmlformats.org/drawingml/2006/main">
              <a:ext uri="{FF2B5EF4-FFF2-40B4-BE49-F238E27FC236}">
                <a16:creationId xmlns:a16="http://schemas.microsoft.com/office/drawing/2014/main" id="{B6F60F11-E149-4D2B-B57B-76503DAA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852488"/>
            <a:ext cx="3905250" cy="947738"/>
          </a:xfrm>
          <a:custGeom xmlns:a="http://schemas.openxmlformats.org/drawingml/2006/main">
            <a:pathLst>
              <a:path w="3905250" h="947738">
                <a:moveTo>
                  <a:pt x="128588" y="0"/>
                </a:moveTo>
                <a:lnTo>
                  <a:pt x="3776663" y="0"/>
                </a:lnTo>
                <a:cubicBezTo>
                  <a:pt x="3847679" y="0"/>
                  <a:pt x="3905250" y="57571"/>
                  <a:pt x="3905250" y="128588"/>
                </a:cubicBezTo>
                <a:lnTo>
                  <a:pt x="3905250" y="819150"/>
                </a:lnTo>
                <a:cubicBezTo>
                  <a:pt x="3905250" y="890167"/>
                  <a:pt x="3847679" y="947738"/>
                  <a:pt x="3776663" y="947738"/>
                </a:cubicBezTo>
                <a:lnTo>
                  <a:pt x="128588" y="947738"/>
                </a:lnTo>
                <a:cubicBezTo>
                  <a:pt x="57571" y="947738"/>
                  <a:pt x="0" y="890167"/>
                  <a:pt x="0" y="819150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arch-card">
            <a:extLst xmlns:a="http://schemas.openxmlformats.org/drawingml/2006/main">
              <a:ext uri="{FF2B5EF4-FFF2-40B4-BE49-F238E27FC236}">
                <a16:creationId xmlns:a16="http://schemas.microsoft.com/office/drawing/2014/main" id="{5BD589AE-188A-49ED-AF11-A307E3DE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838200"/>
            <a:ext cx="3848100" cy="904875"/>
          </a:xfrm>
          <a:custGeom xmlns:a="http://schemas.openxmlformats.org/drawingml/2006/main">
            <a:pathLst>
              <a:path w="3848100" h="904875">
                <a:moveTo>
                  <a:pt x="104775" y="0"/>
                </a:moveTo>
                <a:lnTo>
                  <a:pt x="3743325" y="0"/>
                </a:lnTo>
                <a:cubicBezTo>
                  <a:pt x="3801191" y="0"/>
                  <a:pt x="3848100" y="46909"/>
                  <a:pt x="3848100" y="104775"/>
                </a:cubicBezTo>
                <a:lnTo>
                  <a:pt x="3848100" y="800100"/>
                </a:lnTo>
                <a:cubicBezTo>
                  <a:pt x="3848100" y="857966"/>
                  <a:pt x="3801191" y="904875"/>
                  <a:pt x="3743325" y="904875"/>
                </a:cubicBezTo>
                <a:lnTo>
                  <a:pt x="104775" y="904875"/>
                </a:lnTo>
                <a:cubicBezTo>
                  <a:pt x="46909" y="904875"/>
                  <a:pt x="0" y="857966"/>
                  <a:pt x="0" y="800100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BFAFD">
              <a:alpha val="9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arch-card-accent">
            <a:extLst xmlns:a="http://schemas.openxmlformats.org/drawingml/2006/main">
              <a:ext uri="{FF2B5EF4-FFF2-40B4-BE49-F238E27FC236}">
                <a16:creationId xmlns:a16="http://schemas.microsoft.com/office/drawing/2014/main" id="{7D2AF324-1DFA-4320-9EA3-6522C5B2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962025"/>
            <a:ext cx="47625" cy="657225"/>
          </a:xfrm>
          <a:custGeom xmlns:a="http://schemas.openxmlformats.org/drawingml/2006/main">
            <a:pathLst>
              <a:path w="47625" h="657225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638175"/>
                </a:lnTo>
                <a:cubicBezTo>
                  <a:pt x="47625" y="648696"/>
                  <a:pt x="39096" y="657225"/>
                  <a:pt x="28575" y="657225"/>
                </a:cubicBezTo>
                <a:lnTo>
                  <a:pt x="19050" y="657225"/>
                </a:lnTo>
                <a:cubicBezTo>
                  <a:pt x="8529" y="657225"/>
                  <a:pt x="0" y="648696"/>
                  <a:pt x="0" y="6381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486D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s-card-shadow-12">
            <a:extLst xmlns:a="http://schemas.openxmlformats.org/drawingml/2006/main">
              <a:ext uri="{FF2B5EF4-FFF2-40B4-BE49-F238E27FC236}">
                <a16:creationId xmlns:a16="http://schemas.microsoft.com/office/drawing/2014/main" id="{982752B4-A3D5-42D0-B43B-853655F8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467225"/>
            <a:ext cx="4105275" cy="1095375"/>
          </a:xfrm>
          <a:custGeom xmlns:a="http://schemas.openxmlformats.org/drawingml/2006/main">
            <a:pathLst>
              <a:path w="4105275" h="1095375">
                <a:moveTo>
                  <a:pt x="171450" y="0"/>
                </a:moveTo>
                <a:lnTo>
                  <a:pt x="3933825" y="0"/>
                </a:lnTo>
                <a:cubicBezTo>
                  <a:pt x="4028514" y="0"/>
                  <a:pt x="4105275" y="76761"/>
                  <a:pt x="4105275" y="171450"/>
                </a:cubicBezTo>
                <a:lnTo>
                  <a:pt x="4105275" y="923925"/>
                </a:lnTo>
                <a:cubicBezTo>
                  <a:pt x="4105275" y="1018614"/>
                  <a:pt x="4028514" y="1095375"/>
                  <a:pt x="3933825" y="1095375"/>
                </a:cubicBezTo>
                <a:lnTo>
                  <a:pt x="171450" y="1095375"/>
                </a:lnTo>
                <a:cubicBezTo>
                  <a:pt x="76761" y="1095375"/>
                  <a:pt x="0" y="1018614"/>
                  <a:pt x="0" y="92392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s-card-shadow-7">
            <a:extLst xmlns:a="http://schemas.openxmlformats.org/drawingml/2006/main">
              <a:ext uri="{FF2B5EF4-FFF2-40B4-BE49-F238E27FC236}">
                <a16:creationId xmlns:a16="http://schemas.microsoft.com/office/drawing/2014/main" id="{46D36353-25D5-49E0-A600-E67AB8C0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91038"/>
            <a:ext cx="4010025" cy="1023938"/>
          </a:xfrm>
          <a:custGeom xmlns:a="http://schemas.openxmlformats.org/drawingml/2006/main">
            <a:pathLst>
              <a:path w="4010025" h="1023938">
                <a:moveTo>
                  <a:pt x="147638" y="0"/>
                </a:moveTo>
                <a:lnTo>
                  <a:pt x="3862388" y="0"/>
                </a:lnTo>
                <a:cubicBezTo>
                  <a:pt x="3943925" y="0"/>
                  <a:pt x="4010025" y="66100"/>
                  <a:pt x="4010025" y="147638"/>
                </a:cubicBezTo>
                <a:lnTo>
                  <a:pt x="4010025" y="876300"/>
                </a:lnTo>
                <a:cubicBezTo>
                  <a:pt x="4010025" y="957838"/>
                  <a:pt x="3943925" y="1023938"/>
                  <a:pt x="3862388" y="1023938"/>
                </a:cubicBezTo>
                <a:lnTo>
                  <a:pt x="147638" y="1023938"/>
                </a:lnTo>
                <a:cubicBezTo>
                  <a:pt x="66100" y="1023938"/>
                  <a:pt x="0" y="957838"/>
                  <a:pt x="0" y="876300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s-card-shadow-3">
            <a:extLst xmlns:a="http://schemas.openxmlformats.org/drawingml/2006/main">
              <a:ext uri="{FF2B5EF4-FFF2-40B4-BE49-F238E27FC236}">
                <a16:creationId xmlns:a16="http://schemas.microsoft.com/office/drawing/2014/main" id="{727EB254-CBDA-4C18-A072-12E0E5A4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4510088"/>
            <a:ext cx="3933825" cy="966788"/>
          </a:xfrm>
          <a:custGeom xmlns:a="http://schemas.openxmlformats.org/drawingml/2006/main">
            <a:pathLst>
              <a:path w="3933825" h="966788">
                <a:moveTo>
                  <a:pt x="128588" y="0"/>
                </a:moveTo>
                <a:lnTo>
                  <a:pt x="3805238" y="0"/>
                </a:lnTo>
                <a:cubicBezTo>
                  <a:pt x="3876254" y="0"/>
                  <a:pt x="3933825" y="57571"/>
                  <a:pt x="3933825" y="128588"/>
                </a:cubicBezTo>
                <a:lnTo>
                  <a:pt x="3933825" y="838200"/>
                </a:lnTo>
                <a:cubicBezTo>
                  <a:pt x="3933825" y="909217"/>
                  <a:pt x="3876254" y="966788"/>
                  <a:pt x="3805238" y="966788"/>
                </a:cubicBezTo>
                <a:lnTo>
                  <a:pt x="128588" y="966788"/>
                </a:lnTo>
                <a:cubicBezTo>
                  <a:pt x="57571" y="966788"/>
                  <a:pt x="0" y="909217"/>
                  <a:pt x="0" y="838200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s-card">
            <a:extLst xmlns:a="http://schemas.openxmlformats.org/drawingml/2006/main">
              <a:ext uri="{FF2B5EF4-FFF2-40B4-BE49-F238E27FC236}">
                <a16:creationId xmlns:a16="http://schemas.microsoft.com/office/drawing/2014/main" id="{6E2A3411-7DDD-434C-A600-221ECA58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95800"/>
            <a:ext cx="3876675" cy="923925"/>
          </a:xfrm>
          <a:custGeom xmlns:a="http://schemas.openxmlformats.org/drawingml/2006/main">
            <a:pathLst>
              <a:path w="3876675" h="923925">
                <a:moveTo>
                  <a:pt x="104775" y="0"/>
                </a:moveTo>
                <a:lnTo>
                  <a:pt x="3771900" y="0"/>
                </a:lnTo>
                <a:cubicBezTo>
                  <a:pt x="3829766" y="0"/>
                  <a:pt x="3876675" y="46909"/>
                  <a:pt x="3876675" y="104775"/>
                </a:cubicBezTo>
                <a:lnTo>
                  <a:pt x="3876675" y="819150"/>
                </a:lnTo>
                <a:cubicBezTo>
                  <a:pt x="3876675" y="877016"/>
                  <a:pt x="3829766" y="923925"/>
                  <a:pt x="3771900" y="923925"/>
                </a:cubicBezTo>
                <a:lnTo>
                  <a:pt x="104775" y="923925"/>
                </a:lnTo>
                <a:cubicBezTo>
                  <a:pt x="46909" y="923925"/>
                  <a:pt x="0" y="877016"/>
                  <a:pt x="0" y="819150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BFAFD">
              <a:alpha val="9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s-card-accent">
            <a:extLst xmlns:a="http://schemas.openxmlformats.org/drawingml/2006/main">
              <a:ext uri="{FF2B5EF4-FFF2-40B4-BE49-F238E27FC236}">
                <a16:creationId xmlns:a16="http://schemas.microsoft.com/office/drawing/2014/main" id="{9DEDBCD8-8D42-4600-99E8-F22F8161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19625"/>
            <a:ext cx="47625" cy="676275"/>
          </a:xfrm>
          <a:custGeom xmlns:a="http://schemas.openxmlformats.org/drawingml/2006/main">
            <a:pathLst>
              <a:path w="47625" h="676275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657225"/>
                </a:lnTo>
                <a:cubicBezTo>
                  <a:pt x="47625" y="667746"/>
                  <a:pt x="39096" y="676275"/>
                  <a:pt x="28575" y="676275"/>
                </a:cubicBezTo>
                <a:lnTo>
                  <a:pt x="19050" y="676275"/>
                </a:lnTo>
                <a:cubicBezTo>
                  <a:pt x="8529" y="676275"/>
                  <a:pt x="0" y="667746"/>
                  <a:pt x="0" y="6572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C69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de-card-shadow-12">
            <a:extLst xmlns:a="http://schemas.openxmlformats.org/drawingml/2006/main">
              <a:ext uri="{FF2B5EF4-FFF2-40B4-BE49-F238E27FC236}">
                <a16:creationId xmlns:a16="http://schemas.microsoft.com/office/drawing/2014/main" id="{DC6767C5-8B1F-4858-B5FE-F6BDE2A8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210050"/>
            <a:ext cx="4076700" cy="1076325"/>
          </a:xfrm>
          <a:custGeom xmlns:a="http://schemas.openxmlformats.org/drawingml/2006/main">
            <a:pathLst>
              <a:path w="4076700" h="1076325">
                <a:moveTo>
                  <a:pt x="171450" y="0"/>
                </a:moveTo>
                <a:lnTo>
                  <a:pt x="3905250" y="0"/>
                </a:lnTo>
                <a:cubicBezTo>
                  <a:pt x="3999939" y="0"/>
                  <a:pt x="4076700" y="76761"/>
                  <a:pt x="4076700" y="171450"/>
                </a:cubicBezTo>
                <a:lnTo>
                  <a:pt x="4076700" y="904875"/>
                </a:lnTo>
                <a:cubicBezTo>
                  <a:pt x="4076700" y="999564"/>
                  <a:pt x="3999939" y="1076325"/>
                  <a:pt x="3905250" y="1076325"/>
                </a:cubicBezTo>
                <a:lnTo>
                  <a:pt x="171450" y="1076325"/>
                </a:lnTo>
                <a:cubicBezTo>
                  <a:pt x="76761" y="1076325"/>
                  <a:pt x="0" y="999564"/>
                  <a:pt x="0" y="90487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de-card-shadow-7">
            <a:extLst xmlns:a="http://schemas.openxmlformats.org/drawingml/2006/main">
              <a:ext uri="{FF2B5EF4-FFF2-40B4-BE49-F238E27FC236}">
                <a16:creationId xmlns:a16="http://schemas.microsoft.com/office/drawing/2014/main" id="{DD3D2AB2-E6FD-4165-9A46-D8F0AA6D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4233863"/>
            <a:ext cx="3981450" cy="1004888"/>
          </a:xfrm>
          <a:custGeom xmlns:a="http://schemas.openxmlformats.org/drawingml/2006/main">
            <a:pathLst>
              <a:path w="3981450" h="1004888">
                <a:moveTo>
                  <a:pt x="147638" y="0"/>
                </a:moveTo>
                <a:lnTo>
                  <a:pt x="3833813" y="0"/>
                </a:lnTo>
                <a:cubicBezTo>
                  <a:pt x="3915350" y="0"/>
                  <a:pt x="3981450" y="66100"/>
                  <a:pt x="3981450" y="147638"/>
                </a:cubicBezTo>
                <a:lnTo>
                  <a:pt x="3981450" y="857250"/>
                </a:lnTo>
                <a:cubicBezTo>
                  <a:pt x="3981450" y="938788"/>
                  <a:pt x="3915350" y="1004888"/>
                  <a:pt x="3833813" y="1004888"/>
                </a:cubicBezTo>
                <a:lnTo>
                  <a:pt x="147638" y="1004888"/>
                </a:lnTo>
                <a:cubicBezTo>
                  <a:pt x="66100" y="1004888"/>
                  <a:pt x="0" y="938788"/>
                  <a:pt x="0" y="857250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de-card-shadow-3">
            <a:extLst xmlns:a="http://schemas.openxmlformats.org/drawingml/2006/main">
              <a:ext uri="{FF2B5EF4-FFF2-40B4-BE49-F238E27FC236}">
                <a16:creationId xmlns:a16="http://schemas.microsoft.com/office/drawing/2014/main" id="{B882EE7E-A1CE-4F13-9A6C-B50E3D16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4252913"/>
            <a:ext cx="3905250" cy="947738"/>
          </a:xfrm>
          <a:custGeom xmlns:a="http://schemas.openxmlformats.org/drawingml/2006/main">
            <a:pathLst>
              <a:path w="3905250" h="947738">
                <a:moveTo>
                  <a:pt x="128588" y="0"/>
                </a:moveTo>
                <a:lnTo>
                  <a:pt x="3776663" y="0"/>
                </a:lnTo>
                <a:cubicBezTo>
                  <a:pt x="3847679" y="0"/>
                  <a:pt x="3905250" y="57571"/>
                  <a:pt x="3905250" y="128588"/>
                </a:cubicBezTo>
                <a:lnTo>
                  <a:pt x="3905250" y="819150"/>
                </a:lnTo>
                <a:cubicBezTo>
                  <a:pt x="3905250" y="890167"/>
                  <a:pt x="3847679" y="947738"/>
                  <a:pt x="3776663" y="947738"/>
                </a:cubicBezTo>
                <a:lnTo>
                  <a:pt x="128588" y="947738"/>
                </a:lnTo>
                <a:cubicBezTo>
                  <a:pt x="57571" y="947738"/>
                  <a:pt x="0" y="890167"/>
                  <a:pt x="0" y="819150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de-card">
            <a:extLst xmlns:a="http://schemas.openxmlformats.org/drawingml/2006/main">
              <a:ext uri="{FF2B5EF4-FFF2-40B4-BE49-F238E27FC236}">
                <a16:creationId xmlns:a16="http://schemas.microsoft.com/office/drawing/2014/main" id="{BD1C2161-5A3A-4561-A485-0DA4071E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4238625"/>
            <a:ext cx="3848100" cy="904875"/>
          </a:xfrm>
          <a:custGeom xmlns:a="http://schemas.openxmlformats.org/drawingml/2006/main">
            <a:pathLst>
              <a:path w="3848100" h="904875">
                <a:moveTo>
                  <a:pt x="104775" y="0"/>
                </a:moveTo>
                <a:lnTo>
                  <a:pt x="3743325" y="0"/>
                </a:lnTo>
                <a:cubicBezTo>
                  <a:pt x="3801191" y="0"/>
                  <a:pt x="3848100" y="46909"/>
                  <a:pt x="3848100" y="104775"/>
                </a:cubicBezTo>
                <a:lnTo>
                  <a:pt x="3848100" y="800100"/>
                </a:lnTo>
                <a:cubicBezTo>
                  <a:pt x="3848100" y="857966"/>
                  <a:pt x="3801191" y="904875"/>
                  <a:pt x="3743325" y="904875"/>
                </a:cubicBezTo>
                <a:lnTo>
                  <a:pt x="104775" y="904875"/>
                </a:lnTo>
                <a:cubicBezTo>
                  <a:pt x="46909" y="904875"/>
                  <a:pt x="0" y="857966"/>
                  <a:pt x="0" y="800100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BFAFD">
              <a:alpha val="9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ide-card-accent">
            <a:extLst xmlns:a="http://schemas.openxmlformats.org/drawingml/2006/main">
              <a:ext uri="{FF2B5EF4-FFF2-40B4-BE49-F238E27FC236}">
                <a16:creationId xmlns:a16="http://schemas.microsoft.com/office/drawing/2014/main" id="{38CAC330-B011-413B-8D36-11189D91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4362450"/>
            <a:ext cx="47625" cy="657225"/>
          </a:xfrm>
          <a:custGeom xmlns:a="http://schemas.openxmlformats.org/drawingml/2006/main">
            <a:pathLst>
              <a:path w="47625" h="657225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638175"/>
                </a:lnTo>
                <a:cubicBezTo>
                  <a:pt x="47625" y="648696"/>
                  <a:pt x="39096" y="657225"/>
                  <a:pt x="28575" y="657225"/>
                </a:cubicBezTo>
                <a:lnTo>
                  <a:pt x="19050" y="657225"/>
                </a:lnTo>
                <a:cubicBezTo>
                  <a:pt x="8529" y="657225"/>
                  <a:pt x="0" y="648696"/>
                  <a:pt x="0" y="6381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689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eb-card-shadow-12">
            <a:extLst xmlns:a="http://schemas.openxmlformats.org/drawingml/2006/main">
              <a:ext uri="{FF2B5EF4-FFF2-40B4-BE49-F238E27FC236}">
                <a16:creationId xmlns:a16="http://schemas.microsoft.com/office/drawing/2014/main" id="{465A522A-36F8-4B5F-A396-8049E51E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858250"/>
            <a:ext cx="3514725" cy="1076325"/>
          </a:xfrm>
          <a:custGeom xmlns:a="http://schemas.openxmlformats.org/drawingml/2006/main">
            <a:pathLst>
              <a:path w="3514725" h="1076325">
                <a:moveTo>
                  <a:pt x="171450" y="0"/>
                </a:moveTo>
                <a:lnTo>
                  <a:pt x="3343275" y="0"/>
                </a:lnTo>
                <a:cubicBezTo>
                  <a:pt x="3437964" y="0"/>
                  <a:pt x="3514725" y="76761"/>
                  <a:pt x="3514725" y="171450"/>
                </a:cubicBezTo>
                <a:lnTo>
                  <a:pt x="3514725" y="904875"/>
                </a:lnTo>
                <a:cubicBezTo>
                  <a:pt x="3514725" y="999564"/>
                  <a:pt x="3437964" y="1076325"/>
                  <a:pt x="3343275" y="1076325"/>
                </a:cubicBezTo>
                <a:lnTo>
                  <a:pt x="171450" y="1076325"/>
                </a:lnTo>
                <a:cubicBezTo>
                  <a:pt x="76761" y="1076325"/>
                  <a:pt x="0" y="999564"/>
                  <a:pt x="0" y="90487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eb-card-shadow-7">
            <a:extLst xmlns:a="http://schemas.openxmlformats.org/drawingml/2006/main">
              <a:ext uri="{FF2B5EF4-FFF2-40B4-BE49-F238E27FC236}">
                <a16:creationId xmlns:a16="http://schemas.microsoft.com/office/drawing/2014/main" id="{A4E12820-CF26-4778-9A2A-E4B7459E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8882063"/>
            <a:ext cx="3419475" cy="1004888"/>
          </a:xfrm>
          <a:custGeom xmlns:a="http://schemas.openxmlformats.org/drawingml/2006/main">
            <a:pathLst>
              <a:path w="3419475" h="1004888">
                <a:moveTo>
                  <a:pt x="147638" y="0"/>
                </a:moveTo>
                <a:lnTo>
                  <a:pt x="3271838" y="0"/>
                </a:lnTo>
                <a:cubicBezTo>
                  <a:pt x="3353375" y="0"/>
                  <a:pt x="3419475" y="66100"/>
                  <a:pt x="3419475" y="147638"/>
                </a:cubicBezTo>
                <a:lnTo>
                  <a:pt x="3419475" y="857250"/>
                </a:lnTo>
                <a:cubicBezTo>
                  <a:pt x="3419475" y="938788"/>
                  <a:pt x="3353375" y="1004888"/>
                  <a:pt x="3271838" y="1004888"/>
                </a:cubicBezTo>
                <a:lnTo>
                  <a:pt x="147638" y="1004888"/>
                </a:lnTo>
                <a:cubicBezTo>
                  <a:pt x="66100" y="1004888"/>
                  <a:pt x="0" y="938788"/>
                  <a:pt x="0" y="857250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eb-card-shadow-3">
            <a:extLst xmlns:a="http://schemas.openxmlformats.org/drawingml/2006/main">
              <a:ext uri="{FF2B5EF4-FFF2-40B4-BE49-F238E27FC236}">
                <a16:creationId xmlns:a16="http://schemas.microsoft.com/office/drawing/2014/main" id="{797FB378-744E-4B37-A81F-E5A23AA4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901113"/>
            <a:ext cx="3343275" cy="947738"/>
          </a:xfrm>
          <a:custGeom xmlns:a="http://schemas.openxmlformats.org/drawingml/2006/main">
            <a:pathLst>
              <a:path w="3343275" h="947738">
                <a:moveTo>
                  <a:pt x="128588" y="0"/>
                </a:moveTo>
                <a:lnTo>
                  <a:pt x="3214688" y="0"/>
                </a:lnTo>
                <a:cubicBezTo>
                  <a:pt x="3285704" y="0"/>
                  <a:pt x="3343275" y="57571"/>
                  <a:pt x="3343275" y="128588"/>
                </a:cubicBezTo>
                <a:lnTo>
                  <a:pt x="3343275" y="819150"/>
                </a:lnTo>
                <a:cubicBezTo>
                  <a:pt x="3343275" y="890167"/>
                  <a:pt x="3285704" y="947738"/>
                  <a:pt x="3214688" y="947738"/>
                </a:cubicBezTo>
                <a:lnTo>
                  <a:pt x="128588" y="947738"/>
                </a:lnTo>
                <a:cubicBezTo>
                  <a:pt x="57571" y="947738"/>
                  <a:pt x="0" y="890167"/>
                  <a:pt x="0" y="819150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eb-card">
            <a:extLst xmlns:a="http://schemas.openxmlformats.org/drawingml/2006/main">
              <a:ext uri="{FF2B5EF4-FFF2-40B4-BE49-F238E27FC236}">
                <a16:creationId xmlns:a16="http://schemas.microsoft.com/office/drawing/2014/main" id="{61802298-1FFD-43C5-9C03-3BA55CC7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886825"/>
            <a:ext cx="3286125" cy="904875"/>
          </a:xfrm>
          <a:custGeom xmlns:a="http://schemas.openxmlformats.org/drawingml/2006/main">
            <a:pathLst>
              <a:path w="3286125" h="904875">
                <a:moveTo>
                  <a:pt x="104775" y="0"/>
                </a:moveTo>
                <a:lnTo>
                  <a:pt x="3181350" y="0"/>
                </a:lnTo>
                <a:cubicBezTo>
                  <a:pt x="3239216" y="0"/>
                  <a:pt x="3286125" y="46909"/>
                  <a:pt x="3286125" y="104775"/>
                </a:cubicBezTo>
                <a:lnTo>
                  <a:pt x="3286125" y="800100"/>
                </a:lnTo>
                <a:cubicBezTo>
                  <a:pt x="3286125" y="857966"/>
                  <a:pt x="3239216" y="904875"/>
                  <a:pt x="3181350" y="904875"/>
                </a:cubicBezTo>
                <a:lnTo>
                  <a:pt x="104775" y="904875"/>
                </a:lnTo>
                <a:cubicBezTo>
                  <a:pt x="46909" y="904875"/>
                  <a:pt x="0" y="857966"/>
                  <a:pt x="0" y="800100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BFAFD">
              <a:alpha val="9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eb-card-accent">
            <a:extLst xmlns:a="http://schemas.openxmlformats.org/drawingml/2006/main">
              <a:ext uri="{FF2B5EF4-FFF2-40B4-BE49-F238E27FC236}">
                <a16:creationId xmlns:a16="http://schemas.microsoft.com/office/drawing/2014/main" id="{8F549CEC-9E26-4E9A-92AF-87EB4852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9010650"/>
            <a:ext cx="47625" cy="657225"/>
          </a:xfrm>
          <a:custGeom xmlns:a="http://schemas.openxmlformats.org/drawingml/2006/main">
            <a:pathLst>
              <a:path w="47625" h="657225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638175"/>
                </a:lnTo>
                <a:cubicBezTo>
                  <a:pt x="47625" y="648696"/>
                  <a:pt x="39096" y="657225"/>
                  <a:pt x="28575" y="657225"/>
                </a:cubicBezTo>
                <a:lnTo>
                  <a:pt x="19050" y="657225"/>
                </a:lnTo>
                <a:cubicBezTo>
                  <a:pt x="8529" y="657225"/>
                  <a:pt x="0" y="648696"/>
                  <a:pt x="0" y="6381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EF9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rminal-card-shadow-12">
            <a:extLst xmlns:a="http://schemas.openxmlformats.org/drawingml/2006/main">
              <a:ext uri="{FF2B5EF4-FFF2-40B4-BE49-F238E27FC236}">
                <a16:creationId xmlns:a16="http://schemas.microsoft.com/office/drawing/2014/main" id="{BCBD0BE4-B2F7-46DD-9728-71BCA2B6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8629650"/>
            <a:ext cx="4105275" cy="1095375"/>
          </a:xfrm>
          <a:custGeom xmlns:a="http://schemas.openxmlformats.org/drawingml/2006/main">
            <a:pathLst>
              <a:path w="4105275" h="1095375">
                <a:moveTo>
                  <a:pt x="171450" y="0"/>
                </a:moveTo>
                <a:lnTo>
                  <a:pt x="3933825" y="0"/>
                </a:lnTo>
                <a:cubicBezTo>
                  <a:pt x="4028514" y="0"/>
                  <a:pt x="4105275" y="76761"/>
                  <a:pt x="4105275" y="171450"/>
                </a:cubicBezTo>
                <a:lnTo>
                  <a:pt x="4105275" y="923925"/>
                </a:lnTo>
                <a:cubicBezTo>
                  <a:pt x="4105275" y="1018614"/>
                  <a:pt x="4028514" y="1095375"/>
                  <a:pt x="3933825" y="1095375"/>
                </a:cubicBezTo>
                <a:lnTo>
                  <a:pt x="171450" y="1095375"/>
                </a:lnTo>
                <a:cubicBezTo>
                  <a:pt x="76761" y="1095375"/>
                  <a:pt x="0" y="1018614"/>
                  <a:pt x="0" y="92392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rminal-card-shadow-7">
            <a:extLst xmlns:a="http://schemas.openxmlformats.org/drawingml/2006/main">
              <a:ext uri="{FF2B5EF4-FFF2-40B4-BE49-F238E27FC236}">
                <a16:creationId xmlns:a16="http://schemas.microsoft.com/office/drawing/2014/main" id="{0AF7BA31-24F9-4C42-8FD7-4B3FE6B3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8653463"/>
            <a:ext cx="4010025" cy="1023938"/>
          </a:xfrm>
          <a:custGeom xmlns:a="http://schemas.openxmlformats.org/drawingml/2006/main">
            <a:pathLst>
              <a:path w="4010025" h="1023938">
                <a:moveTo>
                  <a:pt x="147638" y="0"/>
                </a:moveTo>
                <a:lnTo>
                  <a:pt x="3862388" y="0"/>
                </a:lnTo>
                <a:cubicBezTo>
                  <a:pt x="3943925" y="0"/>
                  <a:pt x="4010025" y="66100"/>
                  <a:pt x="4010025" y="147638"/>
                </a:cubicBezTo>
                <a:lnTo>
                  <a:pt x="4010025" y="876300"/>
                </a:lnTo>
                <a:cubicBezTo>
                  <a:pt x="4010025" y="957838"/>
                  <a:pt x="3943925" y="1023938"/>
                  <a:pt x="3862388" y="1023938"/>
                </a:cubicBezTo>
                <a:lnTo>
                  <a:pt x="147638" y="1023938"/>
                </a:lnTo>
                <a:cubicBezTo>
                  <a:pt x="66100" y="1023938"/>
                  <a:pt x="0" y="957838"/>
                  <a:pt x="0" y="876300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rminal-card-shadow-3">
            <a:extLst xmlns:a="http://schemas.openxmlformats.org/drawingml/2006/main">
              <a:ext uri="{FF2B5EF4-FFF2-40B4-BE49-F238E27FC236}">
                <a16:creationId xmlns:a16="http://schemas.microsoft.com/office/drawing/2014/main" id="{2A95ABA4-27F7-4075-96E5-4C112D5E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8672513"/>
            <a:ext cx="3933825" cy="966788"/>
          </a:xfrm>
          <a:custGeom xmlns:a="http://schemas.openxmlformats.org/drawingml/2006/main">
            <a:pathLst>
              <a:path w="3933825" h="966788">
                <a:moveTo>
                  <a:pt x="128588" y="0"/>
                </a:moveTo>
                <a:lnTo>
                  <a:pt x="3805238" y="0"/>
                </a:lnTo>
                <a:cubicBezTo>
                  <a:pt x="3876254" y="0"/>
                  <a:pt x="3933825" y="57571"/>
                  <a:pt x="3933825" y="128588"/>
                </a:cubicBezTo>
                <a:lnTo>
                  <a:pt x="3933825" y="838200"/>
                </a:lnTo>
                <a:cubicBezTo>
                  <a:pt x="3933825" y="909217"/>
                  <a:pt x="3876254" y="966788"/>
                  <a:pt x="3805238" y="966788"/>
                </a:cubicBezTo>
                <a:lnTo>
                  <a:pt x="128588" y="966788"/>
                </a:lnTo>
                <a:cubicBezTo>
                  <a:pt x="57571" y="966788"/>
                  <a:pt x="0" y="909217"/>
                  <a:pt x="0" y="838200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rminal-card">
            <a:extLst xmlns:a="http://schemas.openxmlformats.org/drawingml/2006/main">
              <a:ext uri="{FF2B5EF4-FFF2-40B4-BE49-F238E27FC236}">
                <a16:creationId xmlns:a16="http://schemas.microsoft.com/office/drawing/2014/main" id="{47BDBAEA-A8AA-4A1D-B3C5-0461B47F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8658225"/>
            <a:ext cx="3876675" cy="923925"/>
          </a:xfrm>
          <a:custGeom xmlns:a="http://schemas.openxmlformats.org/drawingml/2006/main">
            <a:pathLst>
              <a:path w="3876675" h="923925">
                <a:moveTo>
                  <a:pt x="104775" y="0"/>
                </a:moveTo>
                <a:lnTo>
                  <a:pt x="3771900" y="0"/>
                </a:lnTo>
                <a:cubicBezTo>
                  <a:pt x="3829766" y="0"/>
                  <a:pt x="3876675" y="46909"/>
                  <a:pt x="3876675" y="104775"/>
                </a:cubicBezTo>
                <a:lnTo>
                  <a:pt x="3876675" y="819150"/>
                </a:lnTo>
                <a:cubicBezTo>
                  <a:pt x="3876675" y="877016"/>
                  <a:pt x="3829766" y="923925"/>
                  <a:pt x="3771900" y="923925"/>
                </a:cubicBezTo>
                <a:lnTo>
                  <a:pt x="104775" y="923925"/>
                </a:lnTo>
                <a:cubicBezTo>
                  <a:pt x="46909" y="923925"/>
                  <a:pt x="0" y="877016"/>
                  <a:pt x="0" y="819150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BFAFD">
              <a:alpha val="9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rminal-card-accent">
            <a:extLst xmlns:a="http://schemas.openxmlformats.org/drawingml/2006/main">
              <a:ext uri="{FF2B5EF4-FFF2-40B4-BE49-F238E27FC236}">
                <a16:creationId xmlns:a16="http://schemas.microsoft.com/office/drawing/2014/main" id="{0E1F68DA-2EC9-4C9E-BDD5-2A83AC01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8782050"/>
            <a:ext cx="47625" cy="676275"/>
          </a:xfrm>
          <a:custGeom xmlns:a="http://schemas.openxmlformats.org/drawingml/2006/main">
            <a:pathLst>
              <a:path w="47625" h="676275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657225"/>
                </a:lnTo>
                <a:cubicBezTo>
                  <a:pt x="47625" y="667746"/>
                  <a:pt x="39096" y="676275"/>
                  <a:pt x="28575" y="676275"/>
                </a:cubicBezTo>
                <a:lnTo>
                  <a:pt x="19050" y="676275"/>
                </a:lnTo>
                <a:cubicBezTo>
                  <a:pt x="8529" y="676275"/>
                  <a:pt x="0" y="667746"/>
                  <a:pt x="0" y="6572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29A1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ndroid-card-shadow-12">
            <a:extLst xmlns:a="http://schemas.openxmlformats.org/drawingml/2006/main">
              <a:ext uri="{FF2B5EF4-FFF2-40B4-BE49-F238E27FC236}">
                <a16:creationId xmlns:a16="http://schemas.microsoft.com/office/drawing/2014/main" id="{F37E6D2E-B54E-4037-9D2D-B4BE3539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0744200"/>
            <a:ext cx="4086225" cy="1047750"/>
          </a:xfrm>
          <a:custGeom xmlns:a="http://schemas.openxmlformats.org/drawingml/2006/main">
            <a:pathLst>
              <a:path w="4086225" h="1047750">
                <a:moveTo>
                  <a:pt x="171450" y="0"/>
                </a:moveTo>
                <a:lnTo>
                  <a:pt x="3914775" y="0"/>
                </a:lnTo>
                <a:cubicBezTo>
                  <a:pt x="4009464" y="0"/>
                  <a:pt x="4086225" y="76761"/>
                  <a:pt x="4086225" y="171450"/>
                </a:cubicBezTo>
                <a:lnTo>
                  <a:pt x="4086225" y="876300"/>
                </a:lnTo>
                <a:cubicBezTo>
                  <a:pt x="4086225" y="970989"/>
                  <a:pt x="4009464" y="1047750"/>
                  <a:pt x="3914775" y="1047750"/>
                </a:cubicBezTo>
                <a:lnTo>
                  <a:pt x="171450" y="1047750"/>
                </a:lnTo>
                <a:cubicBezTo>
                  <a:pt x="76761" y="1047750"/>
                  <a:pt x="0" y="970989"/>
                  <a:pt x="0" y="876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ndroid-card-shadow-7">
            <a:extLst xmlns:a="http://schemas.openxmlformats.org/drawingml/2006/main">
              <a:ext uri="{FF2B5EF4-FFF2-40B4-BE49-F238E27FC236}">
                <a16:creationId xmlns:a16="http://schemas.microsoft.com/office/drawing/2014/main" id="{0DA86070-A6EE-4881-9F1E-F4EDD302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0768013"/>
            <a:ext cx="3990975" cy="976313"/>
          </a:xfrm>
          <a:custGeom xmlns:a="http://schemas.openxmlformats.org/drawingml/2006/main">
            <a:pathLst>
              <a:path w="3990975" h="976313">
                <a:moveTo>
                  <a:pt x="147638" y="0"/>
                </a:moveTo>
                <a:lnTo>
                  <a:pt x="3843338" y="0"/>
                </a:lnTo>
                <a:cubicBezTo>
                  <a:pt x="3924875" y="0"/>
                  <a:pt x="3990975" y="66100"/>
                  <a:pt x="3990975" y="147638"/>
                </a:cubicBezTo>
                <a:lnTo>
                  <a:pt x="3990975" y="828675"/>
                </a:lnTo>
                <a:cubicBezTo>
                  <a:pt x="3990975" y="910213"/>
                  <a:pt x="3924875" y="976313"/>
                  <a:pt x="3843338" y="976313"/>
                </a:cubicBezTo>
                <a:lnTo>
                  <a:pt x="147638" y="976313"/>
                </a:lnTo>
                <a:cubicBezTo>
                  <a:pt x="66100" y="976313"/>
                  <a:pt x="0" y="910213"/>
                  <a:pt x="0" y="828675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ndroid-card-shadow-3">
            <a:extLst xmlns:a="http://schemas.openxmlformats.org/drawingml/2006/main">
              <a:ext uri="{FF2B5EF4-FFF2-40B4-BE49-F238E27FC236}">
                <a16:creationId xmlns:a16="http://schemas.microsoft.com/office/drawing/2014/main" id="{DF70E677-7E69-4A19-8A31-55653970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787063"/>
            <a:ext cx="3914775" cy="919163"/>
          </a:xfrm>
          <a:custGeom xmlns:a="http://schemas.openxmlformats.org/drawingml/2006/main">
            <a:pathLst>
              <a:path w="3914775" h="919163">
                <a:moveTo>
                  <a:pt x="128588" y="0"/>
                </a:moveTo>
                <a:lnTo>
                  <a:pt x="3786188" y="0"/>
                </a:lnTo>
                <a:cubicBezTo>
                  <a:pt x="3857204" y="0"/>
                  <a:pt x="3914775" y="57571"/>
                  <a:pt x="3914775" y="128588"/>
                </a:cubicBezTo>
                <a:lnTo>
                  <a:pt x="3914775" y="790575"/>
                </a:lnTo>
                <a:cubicBezTo>
                  <a:pt x="3914775" y="861592"/>
                  <a:pt x="3857204" y="919163"/>
                  <a:pt x="3786188" y="919163"/>
                </a:cubicBezTo>
                <a:lnTo>
                  <a:pt x="128588" y="919163"/>
                </a:lnTo>
                <a:cubicBezTo>
                  <a:pt x="57571" y="919163"/>
                  <a:pt x="0" y="861592"/>
                  <a:pt x="0" y="790575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686074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android-card">
            <a:extLst xmlns:a="http://schemas.openxmlformats.org/drawingml/2006/main">
              <a:ext uri="{FF2B5EF4-FFF2-40B4-BE49-F238E27FC236}">
                <a16:creationId xmlns:a16="http://schemas.microsoft.com/office/drawing/2014/main" id="{AA4EB5A4-4C77-4EFB-A4EF-7EC00F60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0772775"/>
            <a:ext cx="3857625" cy="876300"/>
          </a:xfrm>
          <a:custGeom xmlns:a="http://schemas.openxmlformats.org/drawingml/2006/main">
            <a:pathLst>
              <a:path w="3857625" h="876300">
                <a:moveTo>
                  <a:pt x="104775" y="0"/>
                </a:moveTo>
                <a:lnTo>
                  <a:pt x="3752850" y="0"/>
                </a:lnTo>
                <a:cubicBezTo>
                  <a:pt x="3810716" y="0"/>
                  <a:pt x="3857625" y="46909"/>
                  <a:pt x="3857625" y="104775"/>
                </a:cubicBezTo>
                <a:lnTo>
                  <a:pt x="3857625" y="771525"/>
                </a:lnTo>
                <a:cubicBezTo>
                  <a:pt x="3857625" y="829391"/>
                  <a:pt x="3810716" y="876300"/>
                  <a:pt x="3752850" y="876300"/>
                </a:cubicBezTo>
                <a:lnTo>
                  <a:pt x="104775" y="876300"/>
                </a:lnTo>
                <a:cubicBezTo>
                  <a:pt x="46909" y="876300"/>
                  <a:pt x="0" y="829391"/>
                  <a:pt x="0" y="77152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BFAFD">
              <a:alpha val="9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ndroid-card-accent">
            <a:extLst xmlns:a="http://schemas.openxmlformats.org/drawingml/2006/main">
              <a:ext uri="{FF2B5EF4-FFF2-40B4-BE49-F238E27FC236}">
                <a16:creationId xmlns:a16="http://schemas.microsoft.com/office/drawing/2014/main" id="{E0890251-5363-432F-B643-1DE96E4A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772775"/>
            <a:ext cx="542925" cy="38100"/>
          </a:xfrm>
          <a:custGeom xmlns:a="http://schemas.openxmlformats.org/drawingml/2006/main">
            <a:pathLst>
              <a:path w="542925" h="38100">
                <a:moveTo>
                  <a:pt x="19050" y="0"/>
                </a:moveTo>
                <a:lnTo>
                  <a:pt x="523875" y="0"/>
                </a:lnTo>
                <a:cubicBezTo>
                  <a:pt x="534396" y="0"/>
                  <a:pt x="542925" y="8529"/>
                  <a:pt x="542925" y="19050"/>
                </a:cubicBezTo>
                <a:lnTo>
                  <a:pt x="542925" y="19050"/>
                </a:lnTo>
                <a:cubicBezTo>
                  <a:pt x="542925" y="29571"/>
                  <a:pt x="534396" y="38100"/>
                  <a:pt x="5238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BA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omain-ring-search">
            <a:extLst xmlns:a="http://schemas.openxmlformats.org/drawingml/2006/main">
              <a:ext uri="{FF2B5EF4-FFF2-40B4-BE49-F238E27FC236}">
                <a16:creationId xmlns:a16="http://schemas.microsoft.com/office/drawing/2014/main" id="{7A10D921-7415-41A0-A214-F2835A1F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913" y="2309813"/>
            <a:ext cx="7467600" cy="7467600"/>
          </a:xfrm>
          <a:custGeom xmlns:a="http://schemas.openxmlformats.org/drawingml/2006/main">
            <a:pathLst>
              <a:path w="7467600" h="7467600">
                <a:moveTo>
                  <a:pt x="3733800" y="0"/>
                </a:moveTo>
                <a:cubicBezTo>
                  <a:pt x="4235099" y="0"/>
                  <a:pt x="4731264" y="100946"/>
                  <a:pt x="5192712" y="296819"/>
                </a:cubicBezTo>
                <a:cubicBezTo>
                  <a:pt x="5654160" y="492692"/>
                  <a:pt x="6071440" y="779481"/>
                  <a:pt x="6419671" y="1140085"/>
                </a:cubicBezTo>
                <a:lnTo>
                  <a:pt x="5446728" y="2079645"/>
                </a:lnTo>
                <a:cubicBezTo>
                  <a:pt x="5224642" y="1849668"/>
                  <a:pt x="4958519" y="1666767"/>
                  <a:pt x="4664228" y="1541848"/>
                </a:cubicBezTo>
                <a:cubicBezTo>
                  <a:pt x="4369938" y="1416929"/>
                  <a:pt x="4053506" y="1352550"/>
                  <a:pt x="3733800" y="1352550"/>
                </a:cubicBezTo>
                <a:close/>
              </a:path>
            </a:pathLst>
          </a:custGeom>
          <a:solidFill xmlns:a="http://schemas.openxmlformats.org/drawingml/2006/main">
            <a:srgbClr val="486D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omain-ring-ide">
            <a:extLst xmlns:a="http://schemas.openxmlformats.org/drawingml/2006/main">
              <a:ext uri="{FF2B5EF4-FFF2-40B4-BE49-F238E27FC236}">
                <a16:creationId xmlns:a16="http://schemas.microsoft.com/office/drawing/2014/main" id="{B0EC1D47-B289-4F13-BF96-DDA102DB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913" y="2309813"/>
            <a:ext cx="7467600" cy="7467600"/>
          </a:xfrm>
          <a:custGeom xmlns:a="http://schemas.openxmlformats.org/drawingml/2006/main">
            <a:pathLst>
              <a:path w="7467600" h="7467600">
                <a:moveTo>
                  <a:pt x="6594057" y="1333760"/>
                </a:moveTo>
                <a:cubicBezTo>
                  <a:pt x="6930396" y="1734593"/>
                  <a:pt x="7178731" y="2201644"/>
                  <a:pt x="7322959" y="2704625"/>
                </a:cubicBezTo>
                <a:cubicBezTo>
                  <a:pt x="7467186" y="3207606"/>
                  <a:pt x="7504085" y="3735286"/>
                  <a:pt x="7431263" y="4253445"/>
                </a:cubicBezTo>
                <a:lnTo>
                  <a:pt x="6091876" y="4065206"/>
                </a:lnTo>
                <a:cubicBezTo>
                  <a:pt x="6138319" y="3734748"/>
                  <a:pt x="6114786" y="3398217"/>
                  <a:pt x="6022804" y="3077439"/>
                </a:cubicBezTo>
                <a:cubicBezTo>
                  <a:pt x="5930823" y="2756660"/>
                  <a:pt x="5772445" y="2458796"/>
                  <a:pt x="5557943" y="2203162"/>
                </a:cubicBezTo>
                <a:close/>
              </a:path>
            </a:pathLst>
          </a:custGeom>
          <a:solidFill xmlns:a="http://schemas.openxmlformats.org/drawingml/2006/main">
            <a:srgbClr val="689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omain-ring-terminal">
            <a:extLst xmlns:a="http://schemas.openxmlformats.org/drawingml/2006/main">
              <a:ext uri="{FF2B5EF4-FFF2-40B4-BE49-F238E27FC236}">
                <a16:creationId xmlns:a16="http://schemas.microsoft.com/office/drawing/2014/main" id="{55E45A3B-7C92-4AAE-B9B0-B995EAA9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913" y="2309813"/>
            <a:ext cx="7467600" cy="7467600"/>
          </a:xfrm>
          <a:custGeom xmlns:a="http://schemas.openxmlformats.org/drawingml/2006/main">
            <a:pathLst>
              <a:path w="7467600" h="7467600">
                <a:moveTo>
                  <a:pt x="7386008" y="4510101"/>
                </a:moveTo>
                <a:cubicBezTo>
                  <a:pt x="7268076" y="5064923"/>
                  <a:pt x="7025288" y="5585584"/>
                  <a:pt x="6676075" y="6032557"/>
                </a:cubicBezTo>
                <a:cubicBezTo>
                  <a:pt x="6326861" y="6479530"/>
                  <a:pt x="5880401" y="6841066"/>
                  <a:pt x="5370590" y="7089717"/>
                </a:cubicBezTo>
                <a:lnTo>
                  <a:pt x="4777671" y="5874053"/>
                </a:lnTo>
                <a:cubicBezTo>
                  <a:pt x="5102806" y="5715475"/>
                  <a:pt x="5387538" y="5484903"/>
                  <a:pt x="5610251" y="5199844"/>
                </a:cubicBezTo>
                <a:cubicBezTo>
                  <a:pt x="5832963" y="4914784"/>
                  <a:pt x="5987803" y="4582730"/>
                  <a:pt x="6063014" y="4228890"/>
                </a:cubicBezTo>
                <a:close/>
              </a:path>
            </a:pathLst>
          </a:custGeom>
          <a:solidFill xmlns:a="http://schemas.openxmlformats.org/drawingml/2006/main">
            <a:srgbClr val="29A1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omain-ring-android">
            <a:extLst xmlns:a="http://schemas.openxmlformats.org/drawingml/2006/main">
              <a:ext uri="{FF2B5EF4-FFF2-40B4-BE49-F238E27FC236}">
                <a16:creationId xmlns:a16="http://schemas.microsoft.com/office/drawing/2014/main" id="{2BDF25B3-6503-421D-BCC9-F540338A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913" y="2309813"/>
            <a:ext cx="7467600" cy="7467600"/>
          </a:xfrm>
          <a:custGeom xmlns:a="http://schemas.openxmlformats.org/drawingml/2006/main">
            <a:pathLst>
              <a:path w="7467600" h="7467600">
                <a:moveTo>
                  <a:pt x="5132506" y="7195719"/>
                </a:moveTo>
                <a:cubicBezTo>
                  <a:pt x="4235268" y="7558227"/>
                  <a:pt x="3232332" y="7558227"/>
                  <a:pt x="2335094" y="7195719"/>
                </a:cubicBezTo>
                <a:lnTo>
                  <a:pt x="2841768" y="5941657"/>
                </a:lnTo>
                <a:cubicBezTo>
                  <a:pt x="3413987" y="6172848"/>
                  <a:pt x="4053613" y="6172848"/>
                  <a:pt x="4625832" y="5941657"/>
                </a:cubicBezTo>
                <a:close/>
              </a:path>
            </a:pathLst>
          </a:custGeom>
          <a:solidFill xmlns:a="http://schemas.openxmlformats.org/drawingml/2006/main">
            <a:srgbClr val="DBA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omain-ring-web">
            <a:extLst xmlns:a="http://schemas.openxmlformats.org/drawingml/2006/main">
              <a:ext uri="{FF2B5EF4-FFF2-40B4-BE49-F238E27FC236}">
                <a16:creationId xmlns:a16="http://schemas.microsoft.com/office/drawing/2014/main" id="{BC524CA5-FEEB-4E3F-8B3B-F6258D40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913" y="2309813"/>
            <a:ext cx="7467600" cy="7467600"/>
          </a:xfrm>
          <a:custGeom xmlns:a="http://schemas.openxmlformats.org/drawingml/2006/main">
            <a:pathLst>
              <a:path w="7467600" h="7467600">
                <a:moveTo>
                  <a:pt x="2097010" y="7089717"/>
                </a:moveTo>
                <a:cubicBezTo>
                  <a:pt x="1626715" y="6860339"/>
                  <a:pt x="1209882" y="6534674"/>
                  <a:pt x="873543" y="6133840"/>
                </a:cubicBezTo>
                <a:cubicBezTo>
                  <a:pt x="537204" y="5733007"/>
                  <a:pt x="288869" y="5265956"/>
                  <a:pt x="144641" y="4762975"/>
                </a:cubicBezTo>
                <a:lnTo>
                  <a:pt x="1444796" y="4390161"/>
                </a:lnTo>
                <a:cubicBezTo>
                  <a:pt x="1536777" y="4710940"/>
                  <a:pt x="1695155" y="5008804"/>
                  <a:pt x="1909657" y="5264438"/>
                </a:cubicBezTo>
                <a:cubicBezTo>
                  <a:pt x="2124159" y="5520072"/>
                  <a:pt x="2389996" y="5727766"/>
                  <a:pt x="2689929" y="5874053"/>
                </a:cubicBezTo>
                <a:close/>
              </a:path>
            </a:pathLst>
          </a:custGeom>
          <a:solidFill xmlns:a="http://schemas.openxmlformats.org/drawingml/2006/main">
            <a:srgbClr val="EF9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omain-ring-os">
            <a:extLst xmlns:a="http://schemas.openxmlformats.org/drawingml/2006/main">
              <a:ext uri="{FF2B5EF4-FFF2-40B4-BE49-F238E27FC236}">
                <a16:creationId xmlns:a16="http://schemas.microsoft.com/office/drawing/2014/main" id="{3C82283C-FB32-471A-A16C-29FBF7F7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913" y="2309813"/>
            <a:ext cx="7467600" cy="7467600"/>
          </a:xfrm>
          <a:custGeom xmlns:a="http://schemas.openxmlformats.org/drawingml/2006/main">
            <a:pathLst>
              <a:path w="7467600" h="7467600">
                <a:moveTo>
                  <a:pt x="81592" y="4510101"/>
                </a:moveTo>
                <a:cubicBezTo>
                  <a:pt x="-27197" y="3998284"/>
                  <a:pt x="-27197" y="3469316"/>
                  <a:pt x="81592" y="2957499"/>
                </a:cubicBezTo>
                <a:cubicBezTo>
                  <a:pt x="190382" y="2445683"/>
                  <a:pt x="405533" y="1962446"/>
                  <a:pt x="713092" y="1539127"/>
                </a:cubicBezTo>
                <a:lnTo>
                  <a:pt x="1807328" y="2334136"/>
                </a:lnTo>
                <a:cubicBezTo>
                  <a:pt x="1611181" y="2604110"/>
                  <a:pt x="1473967" y="2912297"/>
                  <a:pt x="1404586" y="3238710"/>
                </a:cubicBezTo>
                <a:cubicBezTo>
                  <a:pt x="1335205" y="3565124"/>
                  <a:pt x="1335205" y="3902476"/>
                  <a:pt x="1404586" y="4228890"/>
                </a:cubicBezTo>
                <a:close/>
              </a:path>
            </a:pathLst>
          </a:custGeom>
          <a:solidFill xmlns:a="http://schemas.openxmlformats.org/drawingml/2006/main">
            <a:srgbClr val="CC69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omain-ring-mcp">
            <a:extLst xmlns:a="http://schemas.openxmlformats.org/drawingml/2006/main">
              <a:ext uri="{FF2B5EF4-FFF2-40B4-BE49-F238E27FC236}">
                <a16:creationId xmlns:a16="http://schemas.microsoft.com/office/drawing/2014/main" id="{05792811-ABFC-4129-945C-71E89BB7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913" y="2309813"/>
            <a:ext cx="7467600" cy="7467600"/>
          </a:xfrm>
          <a:custGeom xmlns:a="http://schemas.openxmlformats.org/drawingml/2006/main">
            <a:pathLst>
              <a:path w="7467600" h="7467600">
                <a:moveTo>
                  <a:pt x="873543" y="1333760"/>
                </a:moveTo>
                <a:cubicBezTo>
                  <a:pt x="1202826" y="941336"/>
                  <a:pt x="1609337" y="620869"/>
                  <a:pt x="2067787" y="392294"/>
                </a:cubicBezTo>
                <a:cubicBezTo>
                  <a:pt x="2526237" y="163719"/>
                  <a:pt x="3026818" y="31927"/>
                  <a:pt x="3538388" y="5117"/>
                </a:cubicBezTo>
                <a:lnTo>
                  <a:pt x="3609175" y="1355813"/>
                </a:lnTo>
                <a:cubicBezTo>
                  <a:pt x="3282918" y="1372912"/>
                  <a:pt x="2963670" y="1456963"/>
                  <a:pt x="2671291" y="1602738"/>
                </a:cubicBezTo>
                <a:cubicBezTo>
                  <a:pt x="2378913" y="1748512"/>
                  <a:pt x="2119658" y="1952892"/>
                  <a:pt x="1909657" y="2203162"/>
                </a:cubicBezTo>
                <a:close/>
              </a:path>
            </a:pathLst>
          </a:custGeom>
          <a:solidFill xmlns:a="http://schemas.openxmlformats.org/drawingml/2006/main">
            <a:srgbClr val="7968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enter-disc-shadow">
            <a:extLst xmlns:a="http://schemas.openxmlformats.org/drawingml/2006/main">
              <a:ext uri="{FF2B5EF4-FFF2-40B4-BE49-F238E27FC236}">
                <a16:creationId xmlns:a16="http://schemas.microsoft.com/office/drawing/2014/main" id="{CB87EDDF-5853-4DC6-A8D6-FD183043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3652838"/>
            <a:ext cx="4781550" cy="4781550"/>
          </a:xfrm>
          <a:custGeom xmlns:a="http://schemas.openxmlformats.org/drawingml/2006/main">
            <a:pathLst>
              <a:path w="4781550" h="4781550">
                <a:moveTo>
                  <a:pt x="4781550" y="2390775"/>
                </a:moveTo>
                <a:cubicBezTo>
                  <a:pt x="4781550" y="3711164"/>
                  <a:pt x="3711164" y="4781550"/>
                  <a:pt x="2390775" y="4781550"/>
                </a:cubicBezTo>
                <a:cubicBezTo>
                  <a:pt x="1070386" y="4781550"/>
                  <a:pt x="0" y="3711164"/>
                  <a:pt x="0" y="2390775"/>
                </a:cubicBezTo>
                <a:cubicBezTo>
                  <a:pt x="0" y="1070386"/>
                  <a:pt x="1070386" y="0"/>
                  <a:pt x="2390775" y="0"/>
                </a:cubicBezTo>
                <a:cubicBezTo>
                  <a:pt x="3711164" y="0"/>
                  <a:pt x="4781550" y="1070386"/>
                  <a:pt x="4781550" y="2390775"/>
                </a:cubicBezTo>
                <a:close/>
              </a:path>
            </a:pathLst>
          </a:custGeom>
          <a:solidFill xmlns:a="http://schemas.openxmlformats.org/drawingml/2006/main">
            <a:srgbClr val="CBC7CC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enter-disc">
            <a:extLst xmlns:a="http://schemas.openxmlformats.org/drawingml/2006/main">
              <a:ext uri="{FF2B5EF4-FFF2-40B4-BE49-F238E27FC236}">
                <a16:creationId xmlns:a16="http://schemas.microsoft.com/office/drawing/2014/main" id="{D4E82B0A-8F39-46AB-B846-161B4263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8" y="3690938"/>
            <a:ext cx="4705350" cy="4705350"/>
          </a:xfrm>
          <a:custGeom xmlns:a="http://schemas.openxmlformats.org/drawingml/2006/main">
            <a:pathLst>
              <a:path w="4705350" h="4705350">
                <a:moveTo>
                  <a:pt x="4705350" y="2352675"/>
                </a:moveTo>
                <a:cubicBezTo>
                  <a:pt x="4705350" y="3652022"/>
                  <a:pt x="3652022" y="4705350"/>
                  <a:pt x="2352675" y="4705350"/>
                </a:cubicBezTo>
                <a:cubicBezTo>
                  <a:pt x="1053328" y="4705350"/>
                  <a:pt x="0" y="3652022"/>
                  <a:pt x="0" y="2352675"/>
                </a:cubicBezTo>
                <a:cubicBezTo>
                  <a:pt x="0" y="1053328"/>
                  <a:pt x="1053328" y="0"/>
                  <a:pt x="2352675" y="0"/>
                </a:cubicBezTo>
                <a:cubicBezTo>
                  <a:pt x="3652022" y="0"/>
                  <a:pt x="4705350" y="1053328"/>
                  <a:pt x="4705350" y="2352675"/>
                </a:cubicBezTo>
                <a:close/>
              </a:path>
            </a:pathLst>
          </a:custGeom>
          <a:solidFill xmlns:a="http://schemas.openxmlformats.org/drawingml/2006/main">
            <a:srgbClr val="F8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er-disc-outline-outer">
            <a:extLst xmlns:a="http://schemas.openxmlformats.org/drawingml/2006/main">
              <a:ext uri="{FF2B5EF4-FFF2-40B4-BE49-F238E27FC236}">
                <a16:creationId xmlns:a16="http://schemas.microsoft.com/office/drawing/2014/main" id="{5392912D-B258-4EDC-B24E-FF3AB747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8" y="3690938"/>
            <a:ext cx="4705350" cy="4705350"/>
          </a:xfrm>
          <a:custGeom xmlns:a="http://schemas.openxmlformats.org/drawingml/2006/main">
            <a:pathLst>
              <a:path w="4705350" h="4705350">
                <a:moveTo>
                  <a:pt x="4705350" y="2352675"/>
                </a:moveTo>
                <a:cubicBezTo>
                  <a:pt x="4705350" y="3652022"/>
                  <a:pt x="3652022" y="4705350"/>
                  <a:pt x="2352675" y="4705350"/>
                </a:cubicBezTo>
                <a:cubicBezTo>
                  <a:pt x="1053328" y="4705350"/>
                  <a:pt x="0" y="3652022"/>
                  <a:pt x="0" y="2352675"/>
                </a:cubicBezTo>
                <a:cubicBezTo>
                  <a:pt x="0" y="1053328"/>
                  <a:pt x="1053328" y="0"/>
                  <a:pt x="2352675" y="0"/>
                </a:cubicBezTo>
                <a:cubicBezTo>
                  <a:pt x="3652022" y="0"/>
                  <a:pt x="4705350" y="1053328"/>
                  <a:pt x="4705350" y="23526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DD9DC"/>
            </a:solidFill>
            <a:prstDash val="solid"/>
          </a:ln>
        </p:spPr>
      </p:sp>
      <p:sp>
        <p:nvSpPr>
          <p:cNvPr id="47" name="center-disc-outline-inner">
            <a:extLst xmlns:a="http://schemas.openxmlformats.org/drawingml/2006/main">
              <a:ext uri="{FF2B5EF4-FFF2-40B4-BE49-F238E27FC236}">
                <a16:creationId xmlns:a16="http://schemas.microsoft.com/office/drawing/2014/main" id="{BE18B19A-8076-4049-A118-1207042F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713" y="3757613"/>
            <a:ext cx="4572000" cy="4572000"/>
          </a:xfrm>
          <a:custGeom xmlns:a="http://schemas.openxmlformats.org/drawingml/2006/main">
            <a:pathLst>
              <a:path w="4572000" h="4572000">
                <a:moveTo>
                  <a:pt x="4572000" y="2286000"/>
                </a:move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ubicBezTo>
                  <a:pt x="3548523" y="0"/>
                  <a:pt x="4572000" y="1023477"/>
                  <a:pt x="4572000" y="22860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9E5E9"/>
            </a:solidFill>
            <a:prstDash val="solid"/>
          </a:ln>
        </p:spPr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71C142-963C-4422-AF57-1DBB0E07A7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8aebd0b844ce6"/>
          <a:stretch xmlns:a="http://schemas.openxmlformats.org/drawingml/2006/main"/>
        </p:blipFill>
        <p:spPr>
          <a:xfrm xmlns:a="http://schemas.openxmlformats.org/drawingml/2006/main">
            <a:off x="4991100" y="990600"/>
            <a:ext cx="3714750" cy="2838450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418899-EA82-4527-A1BD-6D38F11986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21a8414cf4cbf"/>
          <a:stretch xmlns:a="http://schemas.openxmlformats.org/drawingml/2006/main"/>
        </p:blipFill>
        <p:spPr>
          <a:xfrm xmlns:a="http://schemas.openxmlformats.org/drawingml/2006/main">
            <a:off x="9877425" y="1247775"/>
            <a:ext cx="2733675" cy="2743200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EF4915-C4B4-4BF8-97F0-24E6E5C8B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b7bbb2e8a4e5a"/>
          <a:stretch xmlns:a="http://schemas.openxmlformats.org/drawingml/2006/main"/>
        </p:blipFill>
        <p:spPr>
          <a:xfrm xmlns:a="http://schemas.openxmlformats.org/drawingml/2006/main">
            <a:off x="2809875" y="5038725"/>
            <a:ext cx="2705100" cy="2981325"/>
          </a:xfrm>
          <a:prstGeom xmlns:a="http://schemas.openxmlformats.org/drawingml/2006/main" prst="rect">
            <a:avLst/>
          </a:prstGeom>
        </p:spPr>
      </p:pic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DF4587-DA8C-41D0-AE28-D865A537BC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7eb63ddfc4def"/>
          <a:stretch xmlns:a="http://schemas.openxmlformats.org/drawingml/2006/main"/>
        </p:blipFill>
        <p:spPr>
          <a:xfrm xmlns:a="http://schemas.openxmlformats.org/drawingml/2006/main">
            <a:off x="12687300" y="5000625"/>
            <a:ext cx="3076575" cy="3048000"/>
          </a:xfrm>
          <a:prstGeom xmlns:a="http://schemas.openxmlformats.org/drawingml/2006/main" prst="rect">
            <a:avLst/>
          </a:prstGeom>
        </p:spPr>
      </p:pic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07CAF2-5A5E-48D3-9FE0-5ED827EBD5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43d160502492b"/>
          <a:stretch xmlns:a="http://schemas.openxmlformats.org/drawingml/2006/main"/>
        </p:blipFill>
        <p:spPr>
          <a:xfrm xmlns:a="http://schemas.openxmlformats.org/drawingml/2006/main">
            <a:off x="3476625" y="7953375"/>
            <a:ext cx="3838575" cy="4086225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CC4462-6F24-4FF1-97F8-F99E93B878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935af1ab74a16"/>
          <a:stretch xmlns:a="http://schemas.openxmlformats.org/drawingml/2006/main"/>
        </p:blipFill>
        <p:spPr>
          <a:xfrm xmlns:a="http://schemas.openxmlformats.org/drawingml/2006/main">
            <a:off x="7772400" y="8362950"/>
            <a:ext cx="2895600" cy="2409825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1FA96D-8017-477E-A516-4B5FD225C6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1b70fef774867"/>
          <a:stretch xmlns:a="http://schemas.openxmlformats.org/drawingml/2006/main"/>
        </p:blipFill>
        <p:spPr>
          <a:xfrm xmlns:a="http://schemas.openxmlformats.org/drawingml/2006/main">
            <a:off x="11249025" y="8172450"/>
            <a:ext cx="2752725" cy="3857625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61B4BE-2D95-438A-8808-A3C29D4538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911aa65734691"/>
          <a:stretch xmlns:a="http://schemas.openxmlformats.org/drawingml/2006/main"/>
        </p:blipFill>
        <p:spPr>
          <a:xfrm xmlns:a="http://schemas.openxmlformats.org/drawingml/2006/main">
            <a:off x="8648700" y="4524375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56" name="central-title">
            <a:extLst xmlns:a="http://schemas.openxmlformats.org/drawingml/2006/main">
              <a:ext uri="{FF2B5EF4-FFF2-40B4-BE49-F238E27FC236}">
                <a16:creationId xmlns:a16="http://schemas.microsoft.com/office/drawing/2014/main" id="{A9F5A3C8-A3E9-46E4-91C2-0F9CD802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5523224"/>
            <a:ext cx="4362450" cy="75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23" b="1" i="0">
                <a:solidFill>
                  <a:srgbClr val="1B1A1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223" b="1" i="0">
                <a:solidFill>
                  <a:srgbClr val="1B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23" b="1" i="0">
                <a:solidFill>
                  <a:srgbClr val="1B1A1A"/>
                </a:solidFill>
                <a:latin typeface="Times New Roman"/>
                <a:ea typeface="Times New Roman"/>
                <a:cs typeface="Times New Roman"/>
              </a:rPr>
              <a:t>Qwen-AgentWorld</a:t>
            </a:r>
          </a:p>
        </p:txBody>
      </p:sp>
      <p:sp>
        <p:nvSpPr>
          <p:cNvPr id="57" name="central-divider-left">
            <a:extLst xmlns:a="http://schemas.openxmlformats.org/drawingml/2006/main">
              <a:ext uri="{FF2B5EF4-FFF2-40B4-BE49-F238E27FC236}">
                <a16:creationId xmlns:a16="http://schemas.microsoft.com/office/drawing/2014/main" id="{1D761EC2-B046-4126-B9C0-D4BAAF3A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6257925"/>
            <a:ext cx="723900" cy="191"/>
          </a:xfrm>
          <a:custGeom xmlns:a="http://schemas.openxmlformats.org/drawingml/2006/main">
            <a:pathLst>
              <a:path w="723900" h="191">
                <a:moveTo>
                  <a:pt x="0" y="0"/>
                </a:moveTo>
                <a:lnTo>
                  <a:pt x="723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CBD0"/>
            </a:solidFill>
            <a:prstDash val="solid"/>
          </a:ln>
        </p:spPr>
      </p:sp>
      <p:sp>
        <p:nvSpPr>
          <p:cNvPr id="58" name="central-divider-right">
            <a:extLst xmlns:a="http://schemas.openxmlformats.org/drawingml/2006/main">
              <a:ext uri="{FF2B5EF4-FFF2-40B4-BE49-F238E27FC236}">
                <a16:creationId xmlns:a16="http://schemas.microsoft.com/office/drawing/2014/main" id="{B9AE2F35-7BB5-476A-997A-DC1F10C6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257925"/>
            <a:ext cx="704850" cy="191"/>
          </a:xfrm>
          <a:custGeom xmlns:a="http://schemas.openxmlformats.org/drawingml/2006/main">
            <a:pathLst>
              <a:path w="704850" h="191">
                <a:moveTo>
                  <a:pt x="0" y="0"/>
                </a:moveTo>
                <a:lnTo>
                  <a:pt x="704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CBD0"/>
            </a:solidFill>
            <a:prstDash val="solid"/>
          </a:ln>
        </p:spPr>
      </p:sp>
      <p:sp>
        <p:nvSpPr>
          <p:cNvPr id="59" name="central-divider-diamond">
            <a:extLst xmlns:a="http://schemas.openxmlformats.org/drawingml/2006/main">
              <a:ext uri="{FF2B5EF4-FFF2-40B4-BE49-F238E27FC236}">
                <a16:creationId xmlns:a16="http://schemas.microsoft.com/office/drawing/2014/main" id="{E2F80D68-B0BE-4B47-9A56-71B86F8B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191250"/>
            <a:ext cx="133350" cy="133350"/>
          </a:xfrm>
          <a:custGeom xmlns:a="http://schemas.openxmlformats.org/drawingml/2006/main">
            <a:pathLst>
              <a:path w="133350" h="133350">
                <a:moveTo>
                  <a:pt x="66675" y="0"/>
                </a:moveTo>
                <a:lnTo>
                  <a:pt x="133350" y="66675"/>
                </a:lnTo>
                <a:lnTo>
                  <a:pt x="66675" y="13335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CB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all-in-one-0">
            <a:extLst xmlns:a="http://schemas.openxmlformats.org/drawingml/2006/main">
              <a:ext uri="{FF2B5EF4-FFF2-40B4-BE49-F238E27FC236}">
                <a16:creationId xmlns:a16="http://schemas.microsoft.com/office/drawing/2014/main" id="{60D852B8-6718-4677-9D63-A0A444B5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6380417"/>
            <a:ext cx="1524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1" name="all-in-one-1">
            <a:extLst xmlns:a="http://schemas.openxmlformats.org/drawingml/2006/main">
              <a:ext uri="{FF2B5EF4-FFF2-40B4-BE49-F238E27FC236}">
                <a16:creationId xmlns:a16="http://schemas.microsoft.com/office/drawing/2014/main" id="{A1F88423-8B27-4BFA-B8B4-80C3E8D6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3600" y="6380417"/>
            <a:ext cx="1333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62" name="all-in-one-2">
            <a:extLst xmlns:a="http://schemas.openxmlformats.org/drawingml/2006/main">
              <a:ext uri="{FF2B5EF4-FFF2-40B4-BE49-F238E27FC236}">
                <a16:creationId xmlns:a16="http://schemas.microsoft.com/office/drawing/2014/main" id="{5B943476-7127-48A9-8041-935B640F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1400" y="6380417"/>
            <a:ext cx="1333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63" name="all-in-one-3">
            <a:extLst xmlns:a="http://schemas.openxmlformats.org/drawingml/2006/main">
              <a:ext uri="{FF2B5EF4-FFF2-40B4-BE49-F238E27FC236}">
                <a16:creationId xmlns:a16="http://schemas.microsoft.com/office/drawing/2014/main" id="{ED49EF05-68FF-4032-B0D3-6D5D387E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200" y="6380417"/>
            <a:ext cx="8572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64" name="all-in-one-4">
            <a:extLst xmlns:a="http://schemas.openxmlformats.org/drawingml/2006/main">
              <a:ext uri="{FF2B5EF4-FFF2-40B4-BE49-F238E27FC236}">
                <a16:creationId xmlns:a16="http://schemas.microsoft.com/office/drawing/2014/main" id="{B7242C25-BCF7-42D9-B0E8-EACCF9B7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9375" y="6380417"/>
            <a:ext cx="6667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5" name="all-in-one-5">
            <a:extLst xmlns:a="http://schemas.openxmlformats.org/drawingml/2006/main">
              <a:ext uri="{FF2B5EF4-FFF2-40B4-BE49-F238E27FC236}">
                <a16:creationId xmlns:a16="http://schemas.microsoft.com/office/drawing/2014/main" id="{053F8E91-43C0-4605-9A20-29FDBB85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0500" y="6380417"/>
            <a:ext cx="1714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66" name="all-in-one-6">
            <a:extLst xmlns:a="http://schemas.openxmlformats.org/drawingml/2006/main">
              <a:ext uri="{FF2B5EF4-FFF2-40B4-BE49-F238E27FC236}">
                <a16:creationId xmlns:a16="http://schemas.microsoft.com/office/drawing/2014/main" id="{CE58A4F1-B1C8-4CA0-A2BE-F0500A6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6380417"/>
            <a:ext cx="8572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67" name="all-in-one-7">
            <a:extLst xmlns:a="http://schemas.openxmlformats.org/drawingml/2006/main">
              <a:ext uri="{FF2B5EF4-FFF2-40B4-BE49-F238E27FC236}">
                <a16:creationId xmlns:a16="http://schemas.microsoft.com/office/drawing/2014/main" id="{5C969050-B06D-4FA0-BA63-686C952C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6575" y="6380417"/>
            <a:ext cx="18097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68" name="all-in-one-8">
            <a:extLst xmlns:a="http://schemas.openxmlformats.org/drawingml/2006/main">
              <a:ext uri="{FF2B5EF4-FFF2-40B4-BE49-F238E27FC236}">
                <a16:creationId xmlns:a16="http://schemas.microsoft.com/office/drawing/2014/main" id="{882E0279-FD0B-4859-AFF7-56688838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2000" y="6380417"/>
            <a:ext cx="1714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69" name="all-in-one-9">
            <a:extLst xmlns:a="http://schemas.openxmlformats.org/drawingml/2006/main">
              <a:ext uri="{FF2B5EF4-FFF2-40B4-BE49-F238E27FC236}">
                <a16:creationId xmlns:a16="http://schemas.microsoft.com/office/drawing/2014/main" id="{E01ED46B-0C11-4DA9-98C5-F7F23506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6380417"/>
            <a:ext cx="1524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9857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9857F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70" name="language-world-model-0">
            <a:extLst xmlns:a="http://schemas.openxmlformats.org/drawingml/2006/main">
              <a:ext uri="{FF2B5EF4-FFF2-40B4-BE49-F238E27FC236}">
                <a16:creationId xmlns:a16="http://schemas.microsoft.com/office/drawing/2014/main" id="{745B4893-E1A3-4E7D-9A4D-60B1E5A3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6648831"/>
            <a:ext cx="1238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71" name="language-world-model-1">
            <a:extLst xmlns:a="http://schemas.openxmlformats.org/drawingml/2006/main">
              <a:ext uri="{FF2B5EF4-FFF2-40B4-BE49-F238E27FC236}">
                <a16:creationId xmlns:a16="http://schemas.microsoft.com/office/drawing/2014/main" id="{0FA2193E-BCBE-4CDB-86BB-FE138E1D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5066" y="6648831"/>
            <a:ext cx="152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2" name="language-world-model-2">
            <a:extLst xmlns:a="http://schemas.openxmlformats.org/drawingml/2006/main">
              <a:ext uri="{FF2B5EF4-FFF2-40B4-BE49-F238E27FC236}">
                <a16:creationId xmlns:a16="http://schemas.microsoft.com/office/drawing/2014/main" id="{0897977C-8BF3-4C16-B855-93497D0A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3007" y="6648831"/>
            <a:ext cx="1619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73" name="language-world-model-3">
            <a:extLst xmlns:a="http://schemas.openxmlformats.org/drawingml/2006/main">
              <a:ext uri="{FF2B5EF4-FFF2-40B4-BE49-F238E27FC236}">
                <a16:creationId xmlns:a16="http://schemas.microsoft.com/office/drawing/2014/main" id="{CF6AAAC1-0563-45AC-86C1-61D9CA7E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0472" y="6648831"/>
            <a:ext cx="1714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74" name="language-world-model-4">
            <a:extLst xmlns:a="http://schemas.openxmlformats.org/drawingml/2006/main">
              <a:ext uri="{FF2B5EF4-FFF2-40B4-BE49-F238E27FC236}">
                <a16:creationId xmlns:a16="http://schemas.microsoft.com/office/drawing/2014/main" id="{88D311D6-188C-4552-898A-AE9ADE78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7463" y="6648831"/>
            <a:ext cx="1619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75" name="language-world-model-5">
            <a:extLst xmlns:a="http://schemas.openxmlformats.org/drawingml/2006/main">
              <a:ext uri="{FF2B5EF4-FFF2-40B4-BE49-F238E27FC236}">
                <a16:creationId xmlns:a16="http://schemas.microsoft.com/office/drawing/2014/main" id="{B359AD3F-FD40-47AE-B9E4-799342F6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4929" y="6648831"/>
            <a:ext cx="152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6" name="language-world-model-6">
            <a:extLst xmlns:a="http://schemas.openxmlformats.org/drawingml/2006/main">
              <a:ext uri="{FF2B5EF4-FFF2-40B4-BE49-F238E27FC236}">
                <a16:creationId xmlns:a16="http://schemas.microsoft.com/office/drawing/2014/main" id="{C352FBB1-5D85-4EB8-9494-49008A71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2870" y="6648831"/>
            <a:ext cx="1714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77" name="language-world-model-7">
            <a:extLst xmlns:a="http://schemas.openxmlformats.org/drawingml/2006/main">
              <a:ext uri="{FF2B5EF4-FFF2-40B4-BE49-F238E27FC236}">
                <a16:creationId xmlns:a16="http://schemas.microsoft.com/office/drawing/2014/main" id="{6903B987-7F7A-43F4-A782-15D1FE51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9861" y="6648831"/>
            <a:ext cx="152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78" name="language-world-model-9">
            <a:extLst xmlns:a="http://schemas.openxmlformats.org/drawingml/2006/main">
              <a:ext uri="{FF2B5EF4-FFF2-40B4-BE49-F238E27FC236}">
                <a16:creationId xmlns:a16="http://schemas.microsoft.com/office/drawing/2014/main" id="{D5FD3428-2B21-48C4-8BF6-B5A30672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0017" y="6648831"/>
            <a:ext cx="2095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79" name="language-world-model-10">
            <a:extLst xmlns:a="http://schemas.openxmlformats.org/drawingml/2006/main">
              <a:ext uri="{FF2B5EF4-FFF2-40B4-BE49-F238E27FC236}">
                <a16:creationId xmlns:a16="http://schemas.microsoft.com/office/drawing/2014/main" id="{56C99ABF-A1A9-46F1-B7CB-007E5578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5108" y="6648831"/>
            <a:ext cx="1714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80" name="language-world-model-11">
            <a:extLst xmlns:a="http://schemas.openxmlformats.org/drawingml/2006/main">
              <a:ext uri="{FF2B5EF4-FFF2-40B4-BE49-F238E27FC236}">
                <a16:creationId xmlns:a16="http://schemas.microsoft.com/office/drawing/2014/main" id="{1B0CB0DD-36FB-4F76-8D47-F6224D06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099" y="6648831"/>
            <a:ext cx="1619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81" name="language-world-model-12">
            <a:extLst xmlns:a="http://schemas.openxmlformats.org/drawingml/2006/main">
              <a:ext uri="{FF2B5EF4-FFF2-40B4-BE49-F238E27FC236}">
                <a16:creationId xmlns:a16="http://schemas.microsoft.com/office/drawing/2014/main" id="{8E4FC033-F59D-4FB4-9354-6E2CEA50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564" y="6648831"/>
            <a:ext cx="1238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82" name="language-world-model-13">
            <a:extLst xmlns:a="http://schemas.openxmlformats.org/drawingml/2006/main">
              <a:ext uri="{FF2B5EF4-FFF2-40B4-BE49-F238E27FC236}">
                <a16:creationId xmlns:a16="http://schemas.microsoft.com/office/drawing/2014/main" id="{EF045C19-8B3D-4415-A0B8-175EE83C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8930" y="6648831"/>
            <a:ext cx="1619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83" name="language-world-model-15">
            <a:extLst xmlns:a="http://schemas.openxmlformats.org/drawingml/2006/main">
              <a:ext uri="{FF2B5EF4-FFF2-40B4-BE49-F238E27FC236}">
                <a16:creationId xmlns:a16="http://schemas.microsoft.com/office/drawing/2014/main" id="{DB7D5BAC-6AE1-4865-B314-8BF8AA43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8612" y="6648831"/>
            <a:ext cx="1809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4" name="language-world-model-16">
            <a:extLst xmlns:a="http://schemas.openxmlformats.org/drawingml/2006/main">
              <a:ext uri="{FF2B5EF4-FFF2-40B4-BE49-F238E27FC236}">
                <a16:creationId xmlns:a16="http://schemas.microsoft.com/office/drawing/2014/main" id="{3CD82562-0242-4A4B-B598-0CB941DC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5128" y="6648831"/>
            <a:ext cx="1714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85" name="language-world-model-17">
            <a:extLst xmlns:a="http://schemas.openxmlformats.org/drawingml/2006/main">
              <a:ext uri="{FF2B5EF4-FFF2-40B4-BE49-F238E27FC236}">
                <a16:creationId xmlns:a16="http://schemas.microsoft.com/office/drawing/2014/main" id="{9C7E0B92-0A9F-46BC-95CE-EC486D26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2118" y="6648831"/>
            <a:ext cx="1619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86" name="language-world-model-18">
            <a:extLst xmlns:a="http://schemas.openxmlformats.org/drawingml/2006/main">
              <a:ext uri="{FF2B5EF4-FFF2-40B4-BE49-F238E27FC236}">
                <a16:creationId xmlns:a16="http://schemas.microsoft.com/office/drawing/2014/main" id="{4A1F7D93-7845-4D01-A533-52A104F0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9584" y="6648831"/>
            <a:ext cx="152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87" name="language-world-model-19">
            <a:extLst xmlns:a="http://schemas.openxmlformats.org/drawingml/2006/main">
              <a:ext uri="{FF2B5EF4-FFF2-40B4-BE49-F238E27FC236}">
                <a16:creationId xmlns:a16="http://schemas.microsoft.com/office/drawing/2014/main" id="{D14E0514-945F-4A64-9548-77D76979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7525" y="6648831"/>
            <a:ext cx="1238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99968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9968E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88" name="mcp-domain-title">
            <a:extLst xmlns:a="http://schemas.openxmlformats.org/drawingml/2006/main">
              <a:ext uri="{FF2B5EF4-FFF2-40B4-BE49-F238E27FC236}">
                <a16:creationId xmlns:a16="http://schemas.microsoft.com/office/drawing/2014/main" id="{F299587F-AA58-477E-858C-A0E851BB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3425" y="989457"/>
            <a:ext cx="216217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MCP Servers</a:t>
            </a:r>
          </a:p>
        </p:txBody>
      </p:sp>
      <p:sp>
        <p:nvSpPr>
          <p:cNvPr id="89" name="mcp-domain-interface">
            <a:extLst xmlns:a="http://schemas.openxmlformats.org/drawingml/2006/main">
              <a:ext uri="{FF2B5EF4-FFF2-40B4-BE49-F238E27FC236}">
                <a16:creationId xmlns:a16="http://schemas.microsoft.com/office/drawing/2014/main" id="{34C34F34-0C7B-4EBC-8527-794C88F0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1405966"/>
            <a:ext cx="3143250" cy="32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3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Tool Calls · Function Routing</a:t>
            </a:r>
          </a:p>
        </p:txBody>
      </p:sp>
      <p:sp>
        <p:nvSpPr>
          <p:cNvPr id="90" name="search-domain-title">
            <a:extLst xmlns:a="http://schemas.openxmlformats.org/drawingml/2006/main">
              <a:ext uri="{FF2B5EF4-FFF2-40B4-BE49-F238E27FC236}">
                <a16:creationId xmlns:a16="http://schemas.microsoft.com/office/drawing/2014/main" id="{7915F7DF-058A-4392-BCB8-15245143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7150" y="983704"/>
            <a:ext cx="3419475" cy="424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8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8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8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Search Engine</a:t>
            </a:r>
          </a:p>
        </p:txBody>
      </p:sp>
      <p:sp>
        <p:nvSpPr>
          <p:cNvPr id="91" name="search-domain-interface">
            <a:extLst xmlns:a="http://schemas.openxmlformats.org/drawingml/2006/main">
              <a:ext uri="{FF2B5EF4-FFF2-40B4-BE49-F238E27FC236}">
                <a16:creationId xmlns:a16="http://schemas.microsoft.com/office/drawing/2014/main" id="{305FA50C-37A3-489B-B369-BFCD949D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7150" y="1377048"/>
            <a:ext cx="3419475" cy="328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Queries · Results · Knowledge</a:t>
            </a:r>
          </a:p>
        </p:txBody>
      </p:sp>
      <p:sp>
        <p:nvSpPr>
          <p:cNvPr id="92" name="os-domain-title">
            <a:extLst xmlns:a="http://schemas.openxmlformats.org/drawingml/2006/main">
              <a:ext uri="{FF2B5EF4-FFF2-40B4-BE49-F238E27FC236}">
                <a16:creationId xmlns:a16="http://schemas.microsoft.com/office/drawing/2014/main" id="{0C54D826-4276-4BAE-A4FE-C5879FBF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599432"/>
            <a:ext cx="29337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Operating System</a:t>
            </a:r>
          </a:p>
        </p:txBody>
      </p:sp>
      <p:sp>
        <p:nvSpPr>
          <p:cNvPr id="93" name="os-domain-interface">
            <a:extLst xmlns:a="http://schemas.openxmlformats.org/drawingml/2006/main">
              <a:ext uri="{FF2B5EF4-FFF2-40B4-BE49-F238E27FC236}">
                <a16:creationId xmlns:a16="http://schemas.microsoft.com/office/drawing/2014/main" id="{C619EF8C-5FDB-4E54-A837-15D70536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5015941"/>
            <a:ext cx="2971800" cy="325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3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Desktop · Files · Processes</a:t>
            </a:r>
          </a:p>
        </p:txBody>
      </p:sp>
      <p:sp>
        <p:nvSpPr>
          <p:cNvPr id="94" name="ide-domain-title">
            <a:extLst xmlns:a="http://schemas.openxmlformats.org/drawingml/2006/main">
              <a:ext uri="{FF2B5EF4-FFF2-40B4-BE49-F238E27FC236}">
                <a16:creationId xmlns:a16="http://schemas.microsoft.com/office/drawing/2014/main" id="{AA4D91A7-24CD-4D10-8805-7C9843FA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3700" y="4376833"/>
            <a:ext cx="3429000" cy="406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</a:t>
            </a:r>
          </a:p>
        </p:txBody>
      </p:sp>
      <p:sp>
        <p:nvSpPr>
          <p:cNvPr id="95" name="ide-domain-interface">
            <a:extLst xmlns:a="http://schemas.openxmlformats.org/drawingml/2006/main">
              <a:ext uri="{FF2B5EF4-FFF2-40B4-BE49-F238E27FC236}">
                <a16:creationId xmlns:a16="http://schemas.microsoft.com/office/drawing/2014/main" id="{64D4836C-9898-48E8-8E14-EFA5061C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3700" y="4765548"/>
            <a:ext cx="34290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Code Editing · Git · CI/CD</a:t>
            </a:r>
          </a:p>
        </p:txBody>
      </p:sp>
      <p:sp>
        <p:nvSpPr>
          <p:cNvPr id="96" name="web-domain-title">
            <a:extLst xmlns:a="http://schemas.openxmlformats.org/drawingml/2006/main">
              <a:ext uri="{FF2B5EF4-FFF2-40B4-BE49-F238E27FC236}">
                <a16:creationId xmlns:a16="http://schemas.microsoft.com/office/drawing/2014/main" id="{69005387-0799-494A-ADD3-E38CE6AA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" y="8999982"/>
            <a:ext cx="265747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Web Browser</a:t>
            </a:r>
          </a:p>
        </p:txBody>
      </p:sp>
      <p:sp>
        <p:nvSpPr>
          <p:cNvPr id="97" name="web-domain-interface">
            <a:extLst xmlns:a="http://schemas.openxmlformats.org/drawingml/2006/main">
              <a:ext uri="{FF2B5EF4-FFF2-40B4-BE49-F238E27FC236}">
                <a16:creationId xmlns:a16="http://schemas.microsoft.com/office/drawing/2014/main" id="{21DE7902-3B8F-4842-95A8-D8AE0F97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9388431"/>
            <a:ext cx="2838450" cy="321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8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8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8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DOM · Forms · Navigation</a:t>
            </a:r>
          </a:p>
        </p:txBody>
      </p:sp>
      <p:sp>
        <p:nvSpPr>
          <p:cNvPr id="98" name="terminal-domain-title">
            <a:extLst xmlns:a="http://schemas.openxmlformats.org/drawingml/2006/main">
              <a:ext uri="{FF2B5EF4-FFF2-40B4-BE49-F238E27FC236}">
                <a16:creationId xmlns:a16="http://schemas.microsoft.com/office/drawing/2014/main" id="{9312B1BF-5CCF-4AC5-B06D-0B97DC4E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8350" y="8801672"/>
            <a:ext cx="345757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Terminal / CLI</a:t>
            </a:r>
          </a:p>
        </p:txBody>
      </p:sp>
      <p:sp>
        <p:nvSpPr>
          <p:cNvPr id="99" name="terminal-domain-interface">
            <a:extLst xmlns:a="http://schemas.openxmlformats.org/drawingml/2006/main">
              <a:ext uri="{FF2B5EF4-FFF2-40B4-BE49-F238E27FC236}">
                <a16:creationId xmlns:a16="http://schemas.microsoft.com/office/drawing/2014/main" id="{56612E40-C44B-4AF0-AD02-615541DB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8350" y="9188920"/>
            <a:ext cx="3457575" cy="317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8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Bash · Shell · File I/O</a:t>
            </a:r>
          </a:p>
        </p:txBody>
      </p:sp>
      <p:sp>
        <p:nvSpPr>
          <p:cNvPr id="100" name="android-domain-title">
            <a:extLst xmlns:a="http://schemas.openxmlformats.org/drawingml/2006/main">
              <a:ext uri="{FF2B5EF4-FFF2-40B4-BE49-F238E27FC236}">
                <a16:creationId xmlns:a16="http://schemas.microsoft.com/office/drawing/2014/main" id="{1522A601-3ADB-459E-AA5D-6E47B688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10876407"/>
            <a:ext cx="307657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Android System</a:t>
            </a:r>
          </a:p>
        </p:txBody>
      </p:sp>
      <p:sp>
        <p:nvSpPr>
          <p:cNvPr id="101" name="android-domain-interface">
            <a:extLst xmlns:a="http://schemas.openxmlformats.org/drawingml/2006/main">
              <a:ext uri="{FF2B5EF4-FFF2-40B4-BE49-F238E27FC236}">
                <a16:creationId xmlns:a16="http://schemas.microsoft.com/office/drawing/2014/main" id="{84BE6358-F4E7-4473-85D4-78653E71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11264513"/>
            <a:ext cx="3381375" cy="32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3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3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23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Apps · UI Navigation · Settings</a:t>
            </a:r>
          </a:p>
        </p:txBody>
      </p:sp>
      <p:sp>
        <p:nvSpPr>
          <p:cNvPr id="102" name="os-dotted-link">
            <a:extLst xmlns:a="http://schemas.openxmlformats.org/drawingml/2006/main">
              <a:ext uri="{FF2B5EF4-FFF2-40B4-BE49-F238E27FC236}">
                <a16:creationId xmlns:a16="http://schemas.microsoft.com/office/drawing/2014/main" id="{5AC7F75D-AB5C-43D0-AE9A-B2F32243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62525"/>
            <a:ext cx="1057275" cy="266700"/>
          </a:xfrm>
          <a:custGeom xmlns:a="http://schemas.openxmlformats.org/drawingml/2006/main">
            <a:pathLst>
              <a:path w="1057275" h="266700">
                <a:moveTo>
                  <a:pt x="0" y="0"/>
                </a:moveTo>
                <a:lnTo>
                  <a:pt x="1057275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C696E"/>
            </a:solidFill>
            <a:prstDash val="dash"/>
          </a:ln>
        </p:spPr>
      </p:sp>
      <p:sp>
        <p:nvSpPr>
          <p:cNvPr id="103" name="os-link-dot">
            <a:extLst xmlns:a="http://schemas.openxmlformats.org/drawingml/2006/main">
              <a:ext uri="{FF2B5EF4-FFF2-40B4-BE49-F238E27FC236}">
                <a16:creationId xmlns:a16="http://schemas.microsoft.com/office/drawing/2014/main" id="{BF71F44D-8625-4FB5-B615-B1282391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18160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CC69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ide-dotted-link">
            <a:extLst xmlns:a="http://schemas.openxmlformats.org/drawingml/2006/main">
              <a:ext uri="{FF2B5EF4-FFF2-40B4-BE49-F238E27FC236}">
                <a16:creationId xmlns:a16="http://schemas.microsoft.com/office/drawing/2014/main" id="{7CEC541B-985F-41C7-A25D-781CD193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4686300"/>
            <a:ext cx="1057275" cy="333375"/>
          </a:xfrm>
          <a:custGeom xmlns:a="http://schemas.openxmlformats.org/drawingml/2006/main">
            <a:pathLst>
              <a:path w="1057275" h="333375">
                <a:moveTo>
                  <a:pt x="0" y="333375"/>
                </a:moveTo>
                <a:lnTo>
                  <a:pt x="1057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89380"/>
            </a:solidFill>
            <a:prstDash val="dash"/>
          </a:ln>
        </p:spPr>
      </p:sp>
      <p:sp>
        <p:nvSpPr>
          <p:cNvPr id="105" name="ide-link-dot">
            <a:extLst xmlns:a="http://schemas.openxmlformats.org/drawingml/2006/main">
              <a:ext uri="{FF2B5EF4-FFF2-40B4-BE49-F238E27FC236}">
                <a16:creationId xmlns:a16="http://schemas.microsoft.com/office/drawing/2014/main" id="{0E7BA761-48AE-49B7-954C-B2DF5A44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49720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68938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8693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2026-10-14T11:54:49.4200000Z</dcterms:created>
  <dcterms:modified xsi:type="dcterms:W3CDTF">2026-10-14T11:54:49.4200000Z</dcterms:modified>
</coreProperties>
</file>