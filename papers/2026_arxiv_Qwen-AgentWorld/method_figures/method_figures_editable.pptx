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7d55ad68648d6" /><Relationship Type="http://schemas.openxmlformats.org/officeDocument/2006/relationships/extended-properties" Target="/docProps/app.xml" Id="Raf916502f1ed496c" /><Relationship Type="http://schemas.openxmlformats.org/officeDocument/2006/relationships/officeDocument" Target="/ppt/presentation.xml" Id="Rcba9c796c30048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9d50710064013"/>
  </p:sldMasterIdLst>
  <p:notesMasterIdLst>
    <p:notesMasterId xmlns:r="http://schemas.openxmlformats.org/officeDocument/2006/relationships" r:id="R856bd9b8bc074979"/>
  </p:notesMasterIdLst>
  <p:sldIdLst>
    <p:sldId xmlns:r="http://schemas.openxmlformats.org/officeDocument/2006/relationships" id="256" r:id="R47f6f4ae66514acf"/>
    <p:sldId xmlns:r="http://schemas.openxmlformats.org/officeDocument/2006/relationships" id="257" r:id="Rd238a09a5db44c42"/>
    <p:sldId xmlns:r="http://schemas.openxmlformats.org/officeDocument/2006/relationships" id="258" r:id="Ref760492dad34fd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6bd57a74be487e" /><Relationship Type="http://schemas.openxmlformats.org/officeDocument/2006/relationships/slideMaster" Target="/ppt/slideMasters/slideMaster1.xml" Id="R9b69d50710064013" /><Relationship Type="http://schemas.openxmlformats.org/officeDocument/2006/relationships/notesMaster" Target="/ppt/notesMasters/notesMaster1.xml" Id="R856bd9b8bc074979" /><Relationship Type="http://schemas.openxmlformats.org/officeDocument/2006/relationships/presProps" Target="/ppt/presProps.xml" Id="R0fdc3d1f645242ad" /><Relationship Type="http://schemas.openxmlformats.org/officeDocument/2006/relationships/tableStyles" Target="/ppt/tableStyles.xml" Id="Rbce33c68db104981" /><Relationship Type="http://schemas.openxmlformats.org/officeDocument/2006/relationships/slide" Target="/ppt/slides/slide1.xml" Id="R47f6f4ae66514acf" /><Relationship Type="http://schemas.openxmlformats.org/officeDocument/2006/relationships/slide" Target="/ppt/slides/slide2.xml" Id="Rd238a09a5db44c42" /><Relationship Type="http://schemas.openxmlformats.org/officeDocument/2006/relationships/slide" Target="/ppt/slides/slide3.xml" Id="Ref760492dad34f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44e7ef7d0d4d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ddf7a3b5f437c" /><Relationship Type="http://schemas.openxmlformats.org/officeDocument/2006/relationships/notesMaster" Target="/ppt/notesMasters/notesMaster1.xml" Id="Ra08008a6b1fe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c651d31bf46f5" /><Relationship Type="http://schemas.openxmlformats.org/officeDocument/2006/relationships/notesMaster" Target="/ppt/notesMasters/notesMaster1.xml" Id="R6897dd3f88ef4d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4a387632248a6" /><Relationship Type="http://schemas.openxmlformats.org/officeDocument/2006/relationships/notesMaster" Target="/ppt/notesMasters/notesMaster1.xml" Id="R638df0cf9779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Language World Model Overview and Agent Improvements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fig1_agentworld_overview.png; SHA-256: 94d39332ee214992afe61e0d7d85136256e36f55cd86e0a4abde7c026d897516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(6),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Seven Environment Domains and Their Interfaces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fig2_seven_environment_domains.png; SHA-256: 64e7e33f283fde4474931c040511f5679d3e66401a022fc2e0e8036407b30a99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Three-Stage World Model Training Pipeline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fig5_three_stage_training_pipeline.png; SHA-256: be3e210e0f3b7251941cf7d017c91e07d51187aa2ae8eb3443c99a8e81273d36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(0),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021cd2b6c43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881f55f4c47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a47d44a094a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c87affa9f49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9b55413a149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d978808bb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409A93-D45F-4CC5-83BC-F6A0073CD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D78FE2-6202-492C-82F8-2D66D33157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ADDB4B-0448-4BB0-BBA7-9494AE857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40E3BA-805F-4E26-BD8F-1EC04BDA6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DFD50D-92DF-4DE1-8E64-BECDF295C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9F877E-66D8-4531-9E7D-80BD6412A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050D8A-EED0-4E54-B2DD-82F8B164DF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7F8723-3FB3-4C05-8BE2-0CF6AE8F04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5D8DA3-1B66-4CB4-A67A-84BBD4517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DE98BC-F78F-443B-83E0-10225A9803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2dccf86224721" /><Relationship Type="http://schemas.openxmlformats.org/officeDocument/2006/relationships/slideLayout" Target="/ppt/slideLayouts/slideLayout1.xml" Id="Rfb95b8f3ccaf4603" /><Relationship Type="http://schemas.openxmlformats.org/officeDocument/2006/relationships/slideLayout" Target="/ppt/slideLayouts/slideLayout2.xml" Id="Rf031badc07644f87" /><Relationship Type="http://schemas.openxmlformats.org/officeDocument/2006/relationships/slideLayout" Target="/ppt/slideLayouts/slideLayout3.xml" Id="R8786f1d1ba20497a" /><Relationship Type="http://schemas.openxmlformats.org/officeDocument/2006/relationships/slideLayout" Target="/ppt/slideLayouts/slideLayout4.xml" Id="Raf4a6209c6fd444f" /><Relationship Type="http://schemas.openxmlformats.org/officeDocument/2006/relationships/slideLayout" Target="/ppt/slideLayouts/slideLayout5.xml" Id="R0198c23026084632" /><Relationship Type="http://schemas.openxmlformats.org/officeDocument/2006/relationships/slideLayout" Target="/ppt/slideLayouts/slideLayout6.xml" Id="Rd87cbe4ae9b140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95b8f3ccaf4603"/>
    <p:sldLayoutId xmlns:r="http://schemas.openxmlformats.org/officeDocument/2006/relationships" id="2147483650" r:id="Rf031badc07644f87"/>
    <p:sldLayoutId xmlns:r="http://schemas.openxmlformats.org/officeDocument/2006/relationships" id="2147483651" r:id="R8786f1d1ba20497a"/>
    <p:sldLayoutId xmlns:r="http://schemas.openxmlformats.org/officeDocument/2006/relationships" id="2147483652" r:id="Raf4a6209c6fd444f"/>
    <p:sldLayoutId xmlns:r="http://schemas.openxmlformats.org/officeDocument/2006/relationships" id="2147483653" r:id="R0198c23026084632"/>
    <p:sldLayoutId xmlns:r="http://schemas.openxmlformats.org/officeDocument/2006/relationships" id="2147483654" r:id="Rd87cbe4ae9b140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e0c2140024dcd" /><Relationship Type="http://schemas.openxmlformats.org/officeDocument/2006/relationships/image" Target="/ppt/media/image.png" Id="R70887c3b096f47ba" /><Relationship Type="http://schemas.openxmlformats.org/officeDocument/2006/relationships/image" Target="/ppt/media/image2.png" Id="Rd2b086e57aed4f2e" /><Relationship Type="http://schemas.openxmlformats.org/officeDocument/2006/relationships/image" Target="/ppt/media/image3.png" Id="R902a1e864d6848e5" /><Relationship Type="http://schemas.openxmlformats.org/officeDocument/2006/relationships/image" Target="/ppt/media/image4.png" Id="R50c42cff2f9f44d4" /><Relationship Type="http://schemas.openxmlformats.org/officeDocument/2006/relationships/image" Target="/ppt/media/image5.png" Id="R9ba48fb7d7ae442b" /><Relationship Type="http://schemas.openxmlformats.org/officeDocument/2006/relationships/image" Target="/ppt/media/image6.png" Id="R3982262eccfc457e" /><Relationship Type="http://schemas.openxmlformats.org/officeDocument/2006/relationships/notesSlide" Target="/ppt/notesSlides/notesSlide1.xml" Id="R85e892382bc44c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a16a414f4412a" /><Relationship Type="http://schemas.openxmlformats.org/officeDocument/2006/relationships/image" Target="/ppt/media/image7.png" Id="R0796695b4c694c4f" /><Relationship Type="http://schemas.openxmlformats.org/officeDocument/2006/relationships/image" Target="/ppt/media/image8.png" Id="R74422c854b3f4567" /><Relationship Type="http://schemas.openxmlformats.org/officeDocument/2006/relationships/image" Target="/ppt/media/image9.png" Id="R51439adc18fa4001" /><Relationship Type="http://schemas.openxmlformats.org/officeDocument/2006/relationships/image" Target="/ppt/media/image10.png" Id="Rb12e826422174998" /><Relationship Type="http://schemas.openxmlformats.org/officeDocument/2006/relationships/image" Target="/ppt/media/image11.png" Id="R7f7fe2bfa86e4e23" /><Relationship Type="http://schemas.openxmlformats.org/officeDocument/2006/relationships/image" Target="/ppt/media/image12.png" Id="Rf3c81429d2a04783" /><Relationship Type="http://schemas.openxmlformats.org/officeDocument/2006/relationships/image" Target="/ppt/media/image13.png" Id="R114cc1b56b4941d3" /><Relationship Type="http://schemas.openxmlformats.org/officeDocument/2006/relationships/image" Target="/ppt/media/image14.png" Id="Ree1f0e670a464cc6" /><Relationship Type="http://schemas.openxmlformats.org/officeDocument/2006/relationships/notesSlide" Target="/ppt/notesSlides/notesSlide2.xml" Id="Rabd8ec2d74b945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f14358ce047f7" /><Relationship Type="http://schemas.openxmlformats.org/officeDocument/2006/relationships/notesSlide" Target="/ppt/notesSlides/notesSlide3.xml" Id="R100120ecb314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path-1">
            <a:extLst xmlns:a="http://schemas.openxmlformats.org/drawingml/2006/main">
              <a:ext uri="{FF2B5EF4-FFF2-40B4-BE49-F238E27FC236}">
                <a16:creationId xmlns:a16="http://schemas.microsoft.com/office/drawing/2014/main" id="{2822AF6F-7333-4EA0-AC96-20762DF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0" y="189625"/>
            <a:ext cx="17086819" cy="10017025"/>
          </a:xfrm>
          <a:custGeom xmlns:a="http://schemas.openxmlformats.org/drawingml/2006/main">
            <a:pathLst>
              <a:path w="17292494" h="10137600">
                <a:moveTo>
                  <a:pt x="17292494" y="0"/>
                </a:moveTo>
                <a:lnTo>
                  <a:pt x="0" y="0"/>
                </a:lnTo>
                <a:lnTo>
                  <a:pt x="0" y="10137600"/>
                </a:lnTo>
                <a:lnTo>
                  <a:pt x="17292494" y="10137600"/>
                </a:lnTo>
                <a:lnTo>
                  <a:pt x="172924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EFB839A6-1AA2-40B0-B89D-69B56A94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0" y="189625"/>
            <a:ext cx="17086819" cy="10017025"/>
          </a:xfrm>
          <a:custGeom xmlns:a="http://schemas.openxmlformats.org/drawingml/2006/main">
            <a:pathLst>
              <a:path w="17292494" h="10137600">
                <a:moveTo>
                  <a:pt x="17292494" y="0"/>
                </a:moveTo>
                <a:lnTo>
                  <a:pt x="0" y="0"/>
                </a:lnTo>
                <a:lnTo>
                  <a:pt x="0" y="10137600"/>
                </a:lnTo>
                <a:lnTo>
                  <a:pt x="17292494" y="10137600"/>
                </a:lnTo>
                <a:lnTo>
                  <a:pt x="172924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7F8C8572-1E71-460E-8DD0-E911D8A1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416" y="467720"/>
            <a:ext cx="6631523" cy="3665462"/>
          </a:xfrm>
          <a:custGeom xmlns:a="http://schemas.openxmlformats.org/drawingml/2006/main">
            <a:pathLst>
              <a:path w="6711346" h="3709583">
                <a:moveTo>
                  <a:pt x="0" y="0"/>
                </a:moveTo>
                <a:lnTo>
                  <a:pt x="0" y="3709583"/>
                </a:lnTo>
                <a:lnTo>
                  <a:pt x="6711346" y="3709583"/>
                </a:lnTo>
                <a:lnTo>
                  <a:pt x="67113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678B4F5B-7CEA-40E5-B66F-45A97393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2" y="927720"/>
            <a:ext cx="6044774" cy="2507702"/>
          </a:xfrm>
          <a:custGeom xmlns:a="http://schemas.openxmlformats.org/drawingml/2006/main">
            <a:pathLst>
              <a:path w="6117535" h="2537888">
                <a:moveTo>
                  <a:pt x="0" y="0"/>
                </a:moveTo>
                <a:lnTo>
                  <a:pt x="6117535" y="0"/>
                </a:lnTo>
                <a:lnTo>
                  <a:pt x="6117535" y="2537888"/>
                </a:lnTo>
                <a:lnTo>
                  <a:pt x="0" y="25378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F2DD1D8-E904-4F6E-84DB-A05D357B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255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2740C587-35F2-4C27-BE02-B9CDCCC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914" y="3557071"/>
            <a:ext cx="115498" cy="152024"/>
          </a:xfrm>
          <a:custGeom xmlns:a="http://schemas.openxmlformats.org/drawingml/2006/main">
            <a:pathLst>
              <a:path w="116888" h="153854">
                <a:moveTo>
                  <a:pt x="116888" y="37382"/>
                </a:moveTo>
                <a:cubicBezTo>
                  <a:pt x="103900" y="26755"/>
                  <a:pt x="90321" y="21247"/>
                  <a:pt x="75760" y="21247"/>
                </a:cubicBezTo>
                <a:cubicBezTo>
                  <a:pt x="61197" y="21247"/>
                  <a:pt x="48604" y="26755"/>
                  <a:pt x="38175" y="37578"/>
                </a:cubicBezTo>
                <a:cubicBezTo>
                  <a:pt x="27547" y="48593"/>
                  <a:pt x="22432" y="61778"/>
                  <a:pt x="22432" y="77515"/>
                </a:cubicBezTo>
                <a:cubicBezTo>
                  <a:pt x="22432" y="93255"/>
                  <a:pt x="27547" y="106437"/>
                  <a:pt x="38175" y="117062"/>
                </a:cubicBezTo>
                <a:cubicBezTo>
                  <a:pt x="48800" y="127689"/>
                  <a:pt x="61591" y="132998"/>
                  <a:pt x="76941" y="132998"/>
                </a:cubicBezTo>
                <a:cubicBezTo>
                  <a:pt x="84812" y="132998"/>
                  <a:pt x="91502" y="131819"/>
                  <a:pt x="97012" y="129260"/>
                </a:cubicBezTo>
                <a:cubicBezTo>
                  <a:pt x="102916" y="126899"/>
                  <a:pt x="109410" y="122375"/>
                  <a:pt x="116888" y="116077"/>
                </a:cubicBezTo>
                <a:lnTo>
                  <a:pt x="116888" y="143031"/>
                </a:lnTo>
                <a:cubicBezTo>
                  <a:pt x="104095" y="150310"/>
                  <a:pt x="90717" y="153854"/>
                  <a:pt x="76548" y="153854"/>
                </a:cubicBezTo>
                <a:cubicBezTo>
                  <a:pt x="55295" y="153854"/>
                  <a:pt x="37387" y="146575"/>
                  <a:pt x="22432" y="131819"/>
                </a:cubicBezTo>
                <a:cubicBezTo>
                  <a:pt x="7476" y="116865"/>
                  <a:pt x="0" y="99552"/>
                  <a:pt x="0" y="79483"/>
                </a:cubicBezTo>
                <a:cubicBezTo>
                  <a:pt x="0" y="59417"/>
                  <a:pt x="6099" y="42102"/>
                  <a:pt x="18693" y="27346"/>
                </a:cubicBezTo>
                <a:cubicBezTo>
                  <a:pt x="34043" y="9245"/>
                  <a:pt x="53917" y="0"/>
                  <a:pt x="78319" y="0"/>
                </a:cubicBezTo>
                <a:cubicBezTo>
                  <a:pt x="91701" y="0"/>
                  <a:pt x="104490" y="3736"/>
                  <a:pt x="116888" y="11017"/>
                </a:cubicBezTo>
                <a:lnTo>
                  <a:pt x="116888" y="373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E05E3079-2334-4F02-A2FD-FF61E605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327" y="3546182"/>
            <a:ext cx="21388" cy="160384"/>
          </a:xfrm>
          <a:custGeom xmlns:a="http://schemas.openxmlformats.org/drawingml/2006/main">
            <a:pathLst>
              <a:path w="21646" h="162314">
                <a:moveTo>
                  <a:pt x="0" y="0"/>
                </a:moveTo>
                <a:lnTo>
                  <a:pt x="21646" y="0"/>
                </a:lnTo>
                <a:lnTo>
                  <a:pt x="21646" y="162314"/>
                </a:lnTo>
                <a:lnTo>
                  <a:pt x="0" y="162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1E52A96F-57C7-4944-9779-76E2636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465" y="3611503"/>
            <a:ext cx="93914" cy="97592"/>
          </a:xfrm>
          <a:custGeom xmlns:a="http://schemas.openxmlformats.org/drawingml/2006/main">
            <a:pathLst>
              <a:path w="95045" h="98767">
                <a:moveTo>
                  <a:pt x="29517" y="27940"/>
                </a:moveTo>
                <a:cubicBezTo>
                  <a:pt x="24401" y="33644"/>
                  <a:pt x="22041" y="40923"/>
                  <a:pt x="22041" y="49577"/>
                </a:cubicBezTo>
                <a:cubicBezTo>
                  <a:pt x="22041" y="58236"/>
                  <a:pt x="24401" y="65518"/>
                  <a:pt x="29321" y="71026"/>
                </a:cubicBezTo>
                <a:cubicBezTo>
                  <a:pt x="34044" y="76732"/>
                  <a:pt x="40342" y="79680"/>
                  <a:pt x="48213" y="79680"/>
                </a:cubicBezTo>
                <a:cubicBezTo>
                  <a:pt x="56084" y="79680"/>
                  <a:pt x="62379" y="76928"/>
                  <a:pt x="67299" y="71220"/>
                </a:cubicBezTo>
                <a:cubicBezTo>
                  <a:pt x="72217" y="65712"/>
                  <a:pt x="74777" y="58433"/>
                  <a:pt x="74777" y="49577"/>
                </a:cubicBezTo>
                <a:cubicBezTo>
                  <a:pt x="74777" y="40923"/>
                  <a:pt x="72217" y="33644"/>
                  <a:pt x="67299" y="27940"/>
                </a:cubicBezTo>
                <a:cubicBezTo>
                  <a:pt x="62379" y="22428"/>
                  <a:pt x="56084" y="19478"/>
                  <a:pt x="48409" y="19478"/>
                </a:cubicBezTo>
                <a:cubicBezTo>
                  <a:pt x="40538" y="19478"/>
                  <a:pt x="34240" y="22428"/>
                  <a:pt x="29517" y="27940"/>
                </a:cubicBezTo>
                <a:moveTo>
                  <a:pt x="73400" y="2557"/>
                </a:moveTo>
                <a:lnTo>
                  <a:pt x="95045" y="2557"/>
                </a:lnTo>
                <a:lnTo>
                  <a:pt x="95045" y="96207"/>
                </a:lnTo>
                <a:lnTo>
                  <a:pt x="73400" y="96207"/>
                </a:lnTo>
                <a:lnTo>
                  <a:pt x="73400" y="86370"/>
                </a:lnTo>
                <a:cubicBezTo>
                  <a:pt x="64347" y="94636"/>
                  <a:pt x="54903" y="98767"/>
                  <a:pt x="44670" y="98767"/>
                </a:cubicBezTo>
                <a:cubicBezTo>
                  <a:pt x="31684" y="98767"/>
                  <a:pt x="20858" y="94239"/>
                  <a:pt x="12594" y="84795"/>
                </a:cubicBezTo>
                <a:cubicBezTo>
                  <a:pt x="4132" y="75353"/>
                  <a:pt x="0" y="63550"/>
                  <a:pt x="0" y="49383"/>
                </a:cubicBezTo>
                <a:cubicBezTo>
                  <a:pt x="0" y="35217"/>
                  <a:pt x="4132" y="23608"/>
                  <a:pt x="12594" y="14164"/>
                </a:cubicBezTo>
                <a:cubicBezTo>
                  <a:pt x="20858" y="4722"/>
                  <a:pt x="30895" y="0"/>
                  <a:pt x="42703" y="0"/>
                </a:cubicBezTo>
                <a:cubicBezTo>
                  <a:pt x="54508" y="0"/>
                  <a:pt x="64741" y="4526"/>
                  <a:pt x="73400" y="13575"/>
                </a:cubicBezTo>
                <a:lnTo>
                  <a:pt x="7340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C968075E-239B-4F9D-A0EB-3EC8C43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06" y="3614030"/>
            <a:ext cx="79138" cy="95065"/>
          </a:xfrm>
          <a:custGeom xmlns:a="http://schemas.openxmlformats.org/drawingml/2006/main">
            <a:pathLst>
              <a:path w="80091" h="96210">
                <a:moveTo>
                  <a:pt x="21648" y="0"/>
                </a:moveTo>
                <a:lnTo>
                  <a:pt x="21648" y="53710"/>
                </a:lnTo>
                <a:cubicBezTo>
                  <a:pt x="21648" y="69453"/>
                  <a:pt x="27747" y="77122"/>
                  <a:pt x="39948" y="77122"/>
                </a:cubicBezTo>
                <a:cubicBezTo>
                  <a:pt x="52147" y="77122"/>
                  <a:pt x="58446" y="69453"/>
                  <a:pt x="58446" y="53710"/>
                </a:cubicBezTo>
                <a:lnTo>
                  <a:pt x="58446" y="0"/>
                </a:lnTo>
                <a:lnTo>
                  <a:pt x="80091" y="0"/>
                </a:lnTo>
                <a:lnTo>
                  <a:pt x="80091" y="54302"/>
                </a:lnTo>
                <a:cubicBezTo>
                  <a:pt x="80091" y="61778"/>
                  <a:pt x="79106" y="68270"/>
                  <a:pt x="77336" y="73387"/>
                </a:cubicBezTo>
                <a:cubicBezTo>
                  <a:pt x="75367" y="78502"/>
                  <a:pt x="72220" y="83027"/>
                  <a:pt x="67893" y="86765"/>
                </a:cubicBezTo>
                <a:cubicBezTo>
                  <a:pt x="60413" y="93061"/>
                  <a:pt x="51163" y="96210"/>
                  <a:pt x="39948" y="96210"/>
                </a:cubicBezTo>
                <a:cubicBezTo>
                  <a:pt x="28731" y="96210"/>
                  <a:pt x="19484" y="93061"/>
                  <a:pt x="12202" y="86765"/>
                </a:cubicBezTo>
                <a:cubicBezTo>
                  <a:pt x="7675" y="83027"/>
                  <a:pt x="4527" y="78894"/>
                  <a:pt x="2756" y="74175"/>
                </a:cubicBezTo>
                <a:cubicBezTo>
                  <a:pt x="788" y="69453"/>
                  <a:pt x="0" y="62961"/>
                  <a:pt x="0" y="54302"/>
                </a:cubicBezTo>
                <a:lnTo>
                  <a:pt x="0" y="0"/>
                </a:lnTo>
                <a:lnTo>
                  <a:pt x="216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34B94677-917F-4B9D-9B6B-C7A4CDB6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100" y="3546184"/>
            <a:ext cx="93914" cy="162911"/>
          </a:xfrm>
          <a:custGeom xmlns:a="http://schemas.openxmlformats.org/drawingml/2006/main">
            <a:pathLst>
              <a:path w="95045" h="164872">
                <a:moveTo>
                  <a:pt x="29516" y="94045"/>
                </a:moveTo>
                <a:cubicBezTo>
                  <a:pt x="24401" y="99749"/>
                  <a:pt x="22040" y="107028"/>
                  <a:pt x="22040" y="115682"/>
                </a:cubicBezTo>
                <a:cubicBezTo>
                  <a:pt x="22040" y="124341"/>
                  <a:pt x="24401" y="131623"/>
                  <a:pt x="29319" y="137131"/>
                </a:cubicBezTo>
                <a:cubicBezTo>
                  <a:pt x="34043" y="142837"/>
                  <a:pt x="40340" y="145785"/>
                  <a:pt x="48211" y="145785"/>
                </a:cubicBezTo>
                <a:cubicBezTo>
                  <a:pt x="56082" y="145785"/>
                  <a:pt x="62378" y="143033"/>
                  <a:pt x="67297" y="137324"/>
                </a:cubicBezTo>
                <a:cubicBezTo>
                  <a:pt x="72217" y="131817"/>
                  <a:pt x="74776" y="124537"/>
                  <a:pt x="74776" y="115682"/>
                </a:cubicBezTo>
                <a:cubicBezTo>
                  <a:pt x="74776" y="107028"/>
                  <a:pt x="72217" y="99749"/>
                  <a:pt x="67297" y="94045"/>
                </a:cubicBezTo>
                <a:cubicBezTo>
                  <a:pt x="62378" y="88532"/>
                  <a:pt x="56082" y="85582"/>
                  <a:pt x="48408" y="85582"/>
                </a:cubicBezTo>
                <a:cubicBezTo>
                  <a:pt x="40537" y="85582"/>
                  <a:pt x="34239" y="88532"/>
                  <a:pt x="29516" y="94045"/>
                </a:cubicBezTo>
                <a:moveTo>
                  <a:pt x="73400" y="0"/>
                </a:moveTo>
                <a:lnTo>
                  <a:pt x="95045" y="0"/>
                </a:lnTo>
                <a:lnTo>
                  <a:pt x="95045" y="162312"/>
                </a:lnTo>
                <a:lnTo>
                  <a:pt x="73400" y="162312"/>
                </a:lnTo>
                <a:lnTo>
                  <a:pt x="73400" y="152475"/>
                </a:lnTo>
                <a:cubicBezTo>
                  <a:pt x="64741" y="160741"/>
                  <a:pt x="54703" y="164872"/>
                  <a:pt x="42897" y="164872"/>
                </a:cubicBezTo>
                <a:cubicBezTo>
                  <a:pt x="31091" y="164872"/>
                  <a:pt x="20857" y="160344"/>
                  <a:pt x="12594" y="150899"/>
                </a:cubicBezTo>
                <a:cubicBezTo>
                  <a:pt x="4132" y="141458"/>
                  <a:pt x="0" y="129655"/>
                  <a:pt x="0" y="115488"/>
                </a:cubicBezTo>
                <a:cubicBezTo>
                  <a:pt x="0" y="101322"/>
                  <a:pt x="4132" y="89713"/>
                  <a:pt x="12398" y="80269"/>
                </a:cubicBezTo>
                <a:cubicBezTo>
                  <a:pt x="20662" y="71023"/>
                  <a:pt x="30895" y="66301"/>
                  <a:pt x="42700" y="66105"/>
                </a:cubicBezTo>
                <a:cubicBezTo>
                  <a:pt x="54508" y="66105"/>
                  <a:pt x="64741" y="70631"/>
                  <a:pt x="73400" y="79680"/>
                </a:cubicBezTo>
                <a:lnTo>
                  <a:pt x="73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7C3DDFB4-A0E7-4532-9622-7D972CD6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765" y="3611503"/>
            <a:ext cx="89441" cy="97592"/>
          </a:xfrm>
          <a:custGeom xmlns:a="http://schemas.openxmlformats.org/drawingml/2006/main">
            <a:pathLst>
              <a:path w="90518" h="98767">
                <a:moveTo>
                  <a:pt x="45652" y="19478"/>
                </a:moveTo>
                <a:cubicBezTo>
                  <a:pt x="37389" y="19478"/>
                  <a:pt x="31286" y="23019"/>
                  <a:pt x="27156" y="29707"/>
                </a:cubicBezTo>
                <a:cubicBezTo>
                  <a:pt x="25580" y="31872"/>
                  <a:pt x="24596" y="34233"/>
                  <a:pt x="24007" y="36793"/>
                </a:cubicBezTo>
                <a:lnTo>
                  <a:pt x="67496" y="36793"/>
                </a:lnTo>
                <a:cubicBezTo>
                  <a:pt x="64345" y="25380"/>
                  <a:pt x="57065" y="19478"/>
                  <a:pt x="45652" y="19478"/>
                </a:cubicBezTo>
                <a:moveTo>
                  <a:pt x="45849" y="79680"/>
                </a:moveTo>
                <a:cubicBezTo>
                  <a:pt x="51951" y="79680"/>
                  <a:pt x="56870" y="78502"/>
                  <a:pt x="60409" y="75748"/>
                </a:cubicBezTo>
                <a:cubicBezTo>
                  <a:pt x="63757" y="73188"/>
                  <a:pt x="67693" y="68468"/>
                  <a:pt x="72218" y="61581"/>
                </a:cubicBezTo>
                <a:lnTo>
                  <a:pt x="90518" y="71617"/>
                </a:lnTo>
                <a:cubicBezTo>
                  <a:pt x="82254" y="85781"/>
                  <a:pt x="72020" y="94438"/>
                  <a:pt x="59822" y="97191"/>
                </a:cubicBezTo>
                <a:cubicBezTo>
                  <a:pt x="55491" y="98176"/>
                  <a:pt x="50966" y="98767"/>
                  <a:pt x="46243" y="98767"/>
                </a:cubicBezTo>
                <a:cubicBezTo>
                  <a:pt x="32271" y="98767"/>
                  <a:pt x="21056" y="94438"/>
                  <a:pt x="12593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4" y="4526"/>
                  <a:pt x="31483" y="0"/>
                  <a:pt x="45259" y="0"/>
                </a:cubicBezTo>
                <a:cubicBezTo>
                  <a:pt x="59034" y="196"/>
                  <a:pt x="69856" y="4722"/>
                  <a:pt x="77727" y="13381"/>
                </a:cubicBezTo>
                <a:cubicBezTo>
                  <a:pt x="85598" y="22035"/>
                  <a:pt x="89732" y="34034"/>
                  <a:pt x="89732" y="49383"/>
                </a:cubicBezTo>
                <a:lnTo>
                  <a:pt x="89534" y="54498"/>
                </a:lnTo>
                <a:lnTo>
                  <a:pt x="22629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8" y="77321"/>
                  <a:pt x="39553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F7A3E89D-4FB4-46EF-9C1B-DEB5BC7D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896" y="3812932"/>
            <a:ext cx="153218" cy="151830"/>
          </a:xfrm>
          <a:custGeom xmlns:a="http://schemas.openxmlformats.org/drawingml/2006/main">
            <a:pathLst>
              <a:path w="155063" h="153658">
                <a:moveTo>
                  <a:pt x="22432" y="77122"/>
                </a:moveTo>
                <a:cubicBezTo>
                  <a:pt x="22432" y="93257"/>
                  <a:pt x="27942" y="106439"/>
                  <a:pt x="38961" y="117064"/>
                </a:cubicBezTo>
                <a:cubicBezTo>
                  <a:pt x="49982" y="127689"/>
                  <a:pt x="62969" y="132804"/>
                  <a:pt x="77926" y="132804"/>
                </a:cubicBezTo>
                <a:cubicBezTo>
                  <a:pt x="92880" y="132804"/>
                  <a:pt x="105670" y="127490"/>
                  <a:pt x="116297" y="116671"/>
                </a:cubicBezTo>
                <a:cubicBezTo>
                  <a:pt x="126923" y="105848"/>
                  <a:pt x="132433" y="92469"/>
                  <a:pt x="132433" y="76730"/>
                </a:cubicBezTo>
                <a:cubicBezTo>
                  <a:pt x="132433" y="60992"/>
                  <a:pt x="127119" y="47810"/>
                  <a:pt x="116692" y="37185"/>
                </a:cubicBezTo>
                <a:cubicBezTo>
                  <a:pt x="106066" y="26561"/>
                  <a:pt x="92880" y="21051"/>
                  <a:pt x="77531" y="21051"/>
                </a:cubicBezTo>
                <a:cubicBezTo>
                  <a:pt x="61985" y="21051"/>
                  <a:pt x="48999" y="26364"/>
                  <a:pt x="38570" y="36989"/>
                </a:cubicBezTo>
                <a:cubicBezTo>
                  <a:pt x="27746" y="47810"/>
                  <a:pt x="22432" y="61189"/>
                  <a:pt x="22432" y="77122"/>
                </a:cubicBezTo>
                <a:moveTo>
                  <a:pt x="0" y="76337"/>
                </a:moveTo>
                <a:cubicBezTo>
                  <a:pt x="0" y="55482"/>
                  <a:pt x="7478" y="37382"/>
                  <a:pt x="22826" y="22430"/>
                </a:cubicBezTo>
                <a:cubicBezTo>
                  <a:pt x="37977" y="7476"/>
                  <a:pt x="56279" y="0"/>
                  <a:pt x="77531" y="0"/>
                </a:cubicBezTo>
                <a:cubicBezTo>
                  <a:pt x="98783" y="0"/>
                  <a:pt x="117085" y="7675"/>
                  <a:pt x="132236" y="22626"/>
                </a:cubicBezTo>
                <a:cubicBezTo>
                  <a:pt x="147387" y="37777"/>
                  <a:pt x="155063" y="56072"/>
                  <a:pt x="155063" y="77321"/>
                </a:cubicBezTo>
                <a:cubicBezTo>
                  <a:pt x="155063" y="98571"/>
                  <a:pt x="147387" y="116671"/>
                  <a:pt x="132039" y="131427"/>
                </a:cubicBezTo>
                <a:cubicBezTo>
                  <a:pt x="116692" y="146378"/>
                  <a:pt x="98390" y="153658"/>
                  <a:pt x="76743" y="153658"/>
                </a:cubicBezTo>
                <a:cubicBezTo>
                  <a:pt x="57459" y="153658"/>
                  <a:pt x="40340" y="147166"/>
                  <a:pt x="25187" y="133984"/>
                </a:cubicBezTo>
                <a:cubicBezTo>
                  <a:pt x="8262" y="119423"/>
                  <a:pt x="0" y="100146"/>
                  <a:pt x="0" y="763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8E5AECFA-4511-4AFF-95F6-ABDE544C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836" y="3867172"/>
            <a:ext cx="94111" cy="145220"/>
          </a:xfrm>
          <a:custGeom xmlns:a="http://schemas.openxmlformats.org/drawingml/2006/main">
            <a:pathLst>
              <a:path w="95244" h="146968">
                <a:moveTo>
                  <a:pt x="27746" y="27741"/>
                </a:moveTo>
                <a:cubicBezTo>
                  <a:pt x="22828" y="33249"/>
                  <a:pt x="20465" y="40528"/>
                  <a:pt x="20465" y="49383"/>
                </a:cubicBezTo>
                <a:cubicBezTo>
                  <a:pt x="20465" y="58234"/>
                  <a:pt x="22828" y="65513"/>
                  <a:pt x="27746" y="71220"/>
                </a:cubicBezTo>
                <a:cubicBezTo>
                  <a:pt x="32471" y="76926"/>
                  <a:pt x="38962" y="79680"/>
                  <a:pt x="46836" y="79680"/>
                </a:cubicBezTo>
                <a:cubicBezTo>
                  <a:pt x="54312" y="79680"/>
                  <a:pt x="60609" y="76926"/>
                  <a:pt x="65529" y="71220"/>
                </a:cubicBezTo>
                <a:cubicBezTo>
                  <a:pt x="70449" y="65712"/>
                  <a:pt x="73007" y="58430"/>
                  <a:pt x="73007" y="49580"/>
                </a:cubicBezTo>
                <a:cubicBezTo>
                  <a:pt x="73007" y="40921"/>
                  <a:pt x="70449" y="33641"/>
                  <a:pt x="65724" y="27938"/>
                </a:cubicBezTo>
                <a:cubicBezTo>
                  <a:pt x="60806" y="22428"/>
                  <a:pt x="54508" y="19478"/>
                  <a:pt x="46836" y="19478"/>
                </a:cubicBezTo>
                <a:cubicBezTo>
                  <a:pt x="38962" y="19478"/>
                  <a:pt x="32667" y="22229"/>
                  <a:pt x="27746" y="27741"/>
                </a:cubicBezTo>
                <a:moveTo>
                  <a:pt x="21645" y="146968"/>
                </a:moveTo>
                <a:lnTo>
                  <a:pt x="0" y="146968"/>
                </a:lnTo>
                <a:lnTo>
                  <a:pt x="0" y="2555"/>
                </a:lnTo>
                <a:lnTo>
                  <a:pt x="21645" y="2555"/>
                </a:lnTo>
                <a:lnTo>
                  <a:pt x="21645" y="12787"/>
                </a:lnTo>
                <a:cubicBezTo>
                  <a:pt x="30107" y="4327"/>
                  <a:pt x="40340" y="0"/>
                  <a:pt x="52147" y="0"/>
                </a:cubicBezTo>
                <a:cubicBezTo>
                  <a:pt x="63953" y="0"/>
                  <a:pt x="74187" y="4722"/>
                  <a:pt x="82650" y="14166"/>
                </a:cubicBezTo>
                <a:cubicBezTo>
                  <a:pt x="90913" y="23608"/>
                  <a:pt x="95244" y="35610"/>
                  <a:pt x="95244" y="49776"/>
                </a:cubicBezTo>
                <a:cubicBezTo>
                  <a:pt x="95244" y="63943"/>
                  <a:pt x="90913" y="75745"/>
                  <a:pt x="82650" y="84797"/>
                </a:cubicBezTo>
                <a:cubicBezTo>
                  <a:pt x="74383" y="94239"/>
                  <a:pt x="64150" y="98765"/>
                  <a:pt x="52343" y="98765"/>
                </a:cubicBezTo>
                <a:cubicBezTo>
                  <a:pt x="40537" y="98765"/>
                  <a:pt x="30304" y="94438"/>
                  <a:pt x="21645" y="85781"/>
                </a:cubicBezTo>
                <a:lnTo>
                  <a:pt x="21645" y="1469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FD6E7DCF-5047-4F21-971B-F969BC3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501" y="3869697"/>
            <a:ext cx="79138" cy="95065"/>
          </a:xfrm>
          <a:custGeom xmlns:a="http://schemas.openxmlformats.org/drawingml/2006/main">
            <a:pathLst>
              <a:path w="80091" h="96210">
                <a:moveTo>
                  <a:pt x="21647" y="0"/>
                </a:moveTo>
                <a:lnTo>
                  <a:pt x="21647" y="53713"/>
                </a:lnTo>
                <a:cubicBezTo>
                  <a:pt x="21647" y="69453"/>
                  <a:pt x="27746" y="77125"/>
                  <a:pt x="39948" y="77125"/>
                </a:cubicBezTo>
                <a:cubicBezTo>
                  <a:pt x="52147" y="77125"/>
                  <a:pt x="58445" y="69453"/>
                  <a:pt x="58445" y="53713"/>
                </a:cubicBezTo>
                <a:lnTo>
                  <a:pt x="58445" y="0"/>
                </a:lnTo>
                <a:lnTo>
                  <a:pt x="80091" y="0"/>
                </a:lnTo>
                <a:lnTo>
                  <a:pt x="80091" y="54304"/>
                </a:lnTo>
                <a:cubicBezTo>
                  <a:pt x="80091" y="61780"/>
                  <a:pt x="79106" y="68272"/>
                  <a:pt x="77334" y="73387"/>
                </a:cubicBezTo>
                <a:cubicBezTo>
                  <a:pt x="75367" y="78502"/>
                  <a:pt x="72218" y="83027"/>
                  <a:pt x="67889" y="86765"/>
                </a:cubicBezTo>
                <a:cubicBezTo>
                  <a:pt x="60413" y="93061"/>
                  <a:pt x="51163" y="96210"/>
                  <a:pt x="39948" y="96210"/>
                </a:cubicBezTo>
                <a:cubicBezTo>
                  <a:pt x="28730" y="96210"/>
                  <a:pt x="19480" y="93061"/>
                  <a:pt x="12202" y="86765"/>
                </a:cubicBezTo>
                <a:cubicBezTo>
                  <a:pt x="7675" y="83027"/>
                  <a:pt x="4526" y="78897"/>
                  <a:pt x="2755" y="74175"/>
                </a:cubicBezTo>
                <a:cubicBezTo>
                  <a:pt x="788" y="69453"/>
                  <a:pt x="0" y="62958"/>
                  <a:pt x="0" y="54304"/>
                </a:cubicBezTo>
                <a:lnTo>
                  <a:pt x="0" y="0"/>
                </a:lnTo>
                <a:lnTo>
                  <a:pt x="2164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E5078E9E-0985-49D3-A5BA-2E7CBC02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250" y="3867172"/>
            <a:ext cx="65916" cy="97590"/>
          </a:xfrm>
          <a:custGeom xmlns:a="http://schemas.openxmlformats.org/drawingml/2006/main">
            <a:pathLst>
              <a:path w="66710" h="98765">
                <a:moveTo>
                  <a:pt x="32467" y="19478"/>
                </a:moveTo>
                <a:cubicBezTo>
                  <a:pt x="30500" y="19478"/>
                  <a:pt x="28728" y="20265"/>
                  <a:pt x="27352" y="21443"/>
                </a:cubicBezTo>
                <a:cubicBezTo>
                  <a:pt x="25777" y="22820"/>
                  <a:pt x="25187" y="24592"/>
                  <a:pt x="25187" y="26561"/>
                </a:cubicBezTo>
                <a:cubicBezTo>
                  <a:pt x="25187" y="30102"/>
                  <a:pt x="29319" y="33641"/>
                  <a:pt x="37782" y="37185"/>
                </a:cubicBezTo>
                <a:cubicBezTo>
                  <a:pt x="49193" y="42104"/>
                  <a:pt x="56868" y="46627"/>
                  <a:pt x="60803" y="50760"/>
                </a:cubicBezTo>
                <a:cubicBezTo>
                  <a:pt x="64741" y="55087"/>
                  <a:pt x="66710" y="61186"/>
                  <a:pt x="66710" y="69057"/>
                </a:cubicBezTo>
                <a:cubicBezTo>
                  <a:pt x="66710" y="77321"/>
                  <a:pt x="63362" y="84205"/>
                  <a:pt x="56868" y="90108"/>
                </a:cubicBezTo>
                <a:cubicBezTo>
                  <a:pt x="50177" y="96013"/>
                  <a:pt x="42505" y="98765"/>
                  <a:pt x="33451" y="98765"/>
                </a:cubicBezTo>
                <a:cubicBezTo>
                  <a:pt x="17709" y="98765"/>
                  <a:pt x="6492" y="91289"/>
                  <a:pt x="0" y="75942"/>
                </a:cubicBezTo>
                <a:lnTo>
                  <a:pt x="18497" y="67482"/>
                </a:lnTo>
                <a:cubicBezTo>
                  <a:pt x="20858" y="72007"/>
                  <a:pt x="23220" y="75154"/>
                  <a:pt x="25187" y="76926"/>
                </a:cubicBezTo>
                <a:cubicBezTo>
                  <a:pt x="27156" y="78698"/>
                  <a:pt x="30107" y="79680"/>
                  <a:pt x="33648" y="79680"/>
                </a:cubicBezTo>
                <a:cubicBezTo>
                  <a:pt x="40929" y="79680"/>
                  <a:pt x="44669" y="76337"/>
                  <a:pt x="44669" y="69646"/>
                </a:cubicBezTo>
                <a:cubicBezTo>
                  <a:pt x="44669" y="65712"/>
                  <a:pt x="41717" y="62171"/>
                  <a:pt x="36206" y="58828"/>
                </a:cubicBezTo>
                <a:cubicBezTo>
                  <a:pt x="34043" y="57844"/>
                  <a:pt x="31879" y="56859"/>
                  <a:pt x="29712" y="55679"/>
                </a:cubicBezTo>
                <a:cubicBezTo>
                  <a:pt x="27352" y="54695"/>
                  <a:pt x="24203" y="53119"/>
                  <a:pt x="19874" y="51153"/>
                </a:cubicBezTo>
                <a:cubicBezTo>
                  <a:pt x="15546" y="49185"/>
                  <a:pt x="12003" y="46235"/>
                  <a:pt x="9247" y="42693"/>
                </a:cubicBezTo>
                <a:cubicBezTo>
                  <a:pt x="6295" y="39151"/>
                  <a:pt x="4920" y="33840"/>
                  <a:pt x="4920" y="26561"/>
                </a:cubicBezTo>
                <a:cubicBezTo>
                  <a:pt x="4920" y="19478"/>
                  <a:pt x="7675" y="13376"/>
                  <a:pt x="13182" y="8067"/>
                </a:cubicBezTo>
                <a:cubicBezTo>
                  <a:pt x="18890" y="2754"/>
                  <a:pt x="25777" y="0"/>
                  <a:pt x="34043" y="0"/>
                </a:cubicBezTo>
                <a:cubicBezTo>
                  <a:pt x="45849" y="0"/>
                  <a:pt x="54901" y="6295"/>
                  <a:pt x="60803" y="18493"/>
                </a:cubicBezTo>
                <a:lnTo>
                  <a:pt x="42897" y="28134"/>
                </a:lnTo>
                <a:cubicBezTo>
                  <a:pt x="39947" y="22428"/>
                  <a:pt x="36403" y="19478"/>
                  <a:pt x="32467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7D45D634-9F7C-4398-B58B-13B317C1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829" y="3804766"/>
            <a:ext cx="109664" cy="157469"/>
          </a:xfrm>
          <a:custGeom xmlns:a="http://schemas.openxmlformats.org/drawingml/2006/main">
            <a:pathLst>
              <a:path w="110984" h="159364">
                <a:moveTo>
                  <a:pt x="72811" y="118048"/>
                </a:moveTo>
                <a:lnTo>
                  <a:pt x="72811" y="68272"/>
                </a:lnTo>
                <a:lnTo>
                  <a:pt x="38766" y="118048"/>
                </a:lnTo>
                <a:lnTo>
                  <a:pt x="72811" y="118048"/>
                </a:lnTo>
                <a:moveTo>
                  <a:pt x="95244" y="118048"/>
                </a:moveTo>
                <a:lnTo>
                  <a:pt x="110984" y="118048"/>
                </a:lnTo>
                <a:lnTo>
                  <a:pt x="110984" y="138311"/>
                </a:lnTo>
                <a:lnTo>
                  <a:pt x="95244" y="138311"/>
                </a:lnTo>
                <a:lnTo>
                  <a:pt x="95244" y="159364"/>
                </a:lnTo>
                <a:lnTo>
                  <a:pt x="72811" y="159364"/>
                </a:lnTo>
                <a:lnTo>
                  <a:pt x="72811" y="138311"/>
                </a:lnTo>
                <a:lnTo>
                  <a:pt x="0" y="138311"/>
                </a:lnTo>
                <a:lnTo>
                  <a:pt x="95244" y="0"/>
                </a:lnTo>
                <a:lnTo>
                  <a:pt x="95244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0BB8D35D-5B6E-4721-9AC5-49A3D08D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772" y="3938517"/>
            <a:ext cx="26442" cy="26245"/>
          </a:xfrm>
          <a:custGeom xmlns:a="http://schemas.openxmlformats.org/drawingml/2006/main">
            <a:pathLst>
              <a:path w="26761" h="26561">
                <a:moveTo>
                  <a:pt x="3936" y="22823"/>
                </a:moveTo>
                <a:cubicBezTo>
                  <a:pt x="1181" y="20462"/>
                  <a:pt x="0" y="17313"/>
                  <a:pt x="0" y="13577"/>
                </a:cubicBezTo>
                <a:cubicBezTo>
                  <a:pt x="0" y="9837"/>
                  <a:pt x="1181" y="6690"/>
                  <a:pt x="3936" y="3934"/>
                </a:cubicBezTo>
                <a:cubicBezTo>
                  <a:pt x="6492" y="1377"/>
                  <a:pt x="9642" y="0"/>
                  <a:pt x="13379" y="0"/>
                </a:cubicBezTo>
                <a:cubicBezTo>
                  <a:pt x="16923" y="0"/>
                  <a:pt x="20070" y="1377"/>
                  <a:pt x="22825" y="3934"/>
                </a:cubicBezTo>
                <a:cubicBezTo>
                  <a:pt x="25384" y="6690"/>
                  <a:pt x="26761" y="9837"/>
                  <a:pt x="26761" y="13379"/>
                </a:cubicBezTo>
                <a:cubicBezTo>
                  <a:pt x="26761" y="17313"/>
                  <a:pt x="25384" y="20462"/>
                  <a:pt x="22825" y="22823"/>
                </a:cubicBezTo>
                <a:cubicBezTo>
                  <a:pt x="20268" y="25184"/>
                  <a:pt x="17119" y="26561"/>
                  <a:pt x="13379" y="26561"/>
                </a:cubicBezTo>
                <a:cubicBezTo>
                  <a:pt x="9642" y="26561"/>
                  <a:pt x="6492" y="25184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48129717-A608-4AF3-B3C2-5A7301BE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936" y="3813126"/>
            <a:ext cx="92166" cy="151248"/>
          </a:xfrm>
          <a:custGeom xmlns:a="http://schemas.openxmlformats.org/drawingml/2006/main">
            <a:pathLst>
              <a:path w="93275" h="153069">
                <a:moveTo>
                  <a:pt x="64151" y="90700"/>
                </a:moveTo>
                <a:cubicBezTo>
                  <a:pt x="59233" y="85977"/>
                  <a:pt x="53329" y="83616"/>
                  <a:pt x="46638" y="83616"/>
                </a:cubicBezTo>
                <a:cubicBezTo>
                  <a:pt x="39948" y="83616"/>
                  <a:pt x="34240" y="85977"/>
                  <a:pt x="29518" y="90700"/>
                </a:cubicBezTo>
                <a:cubicBezTo>
                  <a:pt x="24598" y="95422"/>
                  <a:pt x="22235" y="101324"/>
                  <a:pt x="22235" y="108012"/>
                </a:cubicBezTo>
                <a:cubicBezTo>
                  <a:pt x="22235" y="114899"/>
                  <a:pt x="24598" y="120802"/>
                  <a:pt x="29322" y="125720"/>
                </a:cubicBezTo>
                <a:cubicBezTo>
                  <a:pt x="34045" y="130639"/>
                  <a:pt x="39948" y="133000"/>
                  <a:pt x="46835" y="133000"/>
                </a:cubicBezTo>
                <a:cubicBezTo>
                  <a:pt x="53525" y="133000"/>
                  <a:pt x="59233" y="130639"/>
                  <a:pt x="64151" y="125720"/>
                </a:cubicBezTo>
                <a:cubicBezTo>
                  <a:pt x="68876" y="120998"/>
                  <a:pt x="71432" y="115096"/>
                  <a:pt x="71432" y="108211"/>
                </a:cubicBezTo>
                <a:cubicBezTo>
                  <a:pt x="71432" y="101521"/>
                  <a:pt x="68876" y="95618"/>
                  <a:pt x="64151" y="90700"/>
                </a:cubicBezTo>
                <a:moveTo>
                  <a:pt x="24991" y="42497"/>
                </a:moveTo>
                <a:cubicBezTo>
                  <a:pt x="24795" y="48792"/>
                  <a:pt x="26959" y="53909"/>
                  <a:pt x="31289" y="58236"/>
                </a:cubicBezTo>
                <a:cubicBezTo>
                  <a:pt x="35617" y="62566"/>
                  <a:pt x="40932" y="64730"/>
                  <a:pt x="47227" y="64730"/>
                </a:cubicBezTo>
                <a:cubicBezTo>
                  <a:pt x="53130" y="64730"/>
                  <a:pt x="58445" y="62566"/>
                  <a:pt x="62773" y="58236"/>
                </a:cubicBezTo>
                <a:cubicBezTo>
                  <a:pt x="67104" y="53909"/>
                  <a:pt x="69267" y="48792"/>
                  <a:pt x="69267" y="42693"/>
                </a:cubicBezTo>
                <a:cubicBezTo>
                  <a:pt x="69267" y="36596"/>
                  <a:pt x="67104" y="31280"/>
                  <a:pt x="62773" y="26953"/>
                </a:cubicBezTo>
                <a:cubicBezTo>
                  <a:pt x="58445" y="22626"/>
                  <a:pt x="53130" y="20265"/>
                  <a:pt x="47031" y="20265"/>
                </a:cubicBezTo>
                <a:cubicBezTo>
                  <a:pt x="40932" y="20265"/>
                  <a:pt x="35813" y="22430"/>
                  <a:pt x="31485" y="26757"/>
                </a:cubicBezTo>
                <a:cubicBezTo>
                  <a:pt x="27157" y="31086"/>
                  <a:pt x="24991" y="36398"/>
                  <a:pt x="24991" y="42497"/>
                </a:cubicBezTo>
                <a:moveTo>
                  <a:pt x="20268" y="73779"/>
                </a:moveTo>
                <a:cubicBezTo>
                  <a:pt x="9249" y="66304"/>
                  <a:pt x="3938" y="56074"/>
                  <a:pt x="3938" y="43284"/>
                </a:cubicBezTo>
                <a:cubicBezTo>
                  <a:pt x="3938" y="30694"/>
                  <a:pt x="8070" y="20265"/>
                  <a:pt x="16332" y="12198"/>
                </a:cubicBezTo>
                <a:cubicBezTo>
                  <a:pt x="24598" y="4131"/>
                  <a:pt x="35029" y="0"/>
                  <a:pt x="47227" y="0"/>
                </a:cubicBezTo>
                <a:cubicBezTo>
                  <a:pt x="59429" y="0"/>
                  <a:pt x="69660" y="4131"/>
                  <a:pt x="77926" y="12198"/>
                </a:cubicBezTo>
                <a:cubicBezTo>
                  <a:pt x="86192" y="20265"/>
                  <a:pt x="90324" y="30497"/>
                  <a:pt x="90324" y="42892"/>
                </a:cubicBezTo>
                <a:cubicBezTo>
                  <a:pt x="90324" y="55482"/>
                  <a:pt x="84813" y="65715"/>
                  <a:pt x="74187" y="73583"/>
                </a:cubicBezTo>
                <a:cubicBezTo>
                  <a:pt x="80089" y="76926"/>
                  <a:pt x="84616" y="81651"/>
                  <a:pt x="88159" y="87750"/>
                </a:cubicBezTo>
                <a:cubicBezTo>
                  <a:pt x="91700" y="94045"/>
                  <a:pt x="93275" y="100932"/>
                  <a:pt x="93275" y="108408"/>
                </a:cubicBezTo>
                <a:cubicBezTo>
                  <a:pt x="93275" y="121587"/>
                  <a:pt x="88945" y="132411"/>
                  <a:pt x="80485" y="140675"/>
                </a:cubicBezTo>
                <a:cubicBezTo>
                  <a:pt x="71827" y="148936"/>
                  <a:pt x="60806" y="153069"/>
                  <a:pt x="47227" y="153069"/>
                </a:cubicBezTo>
                <a:cubicBezTo>
                  <a:pt x="33650" y="153069"/>
                  <a:pt x="22435" y="148936"/>
                  <a:pt x="13381" y="140478"/>
                </a:cubicBezTo>
                <a:cubicBezTo>
                  <a:pt x="4329" y="132215"/>
                  <a:pt x="0" y="121587"/>
                  <a:pt x="198" y="108800"/>
                </a:cubicBezTo>
                <a:cubicBezTo>
                  <a:pt x="198" y="92273"/>
                  <a:pt x="6889" y="80470"/>
                  <a:pt x="20268" y="737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0E636EDE-D0B1-40FB-B69F-48D64A90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718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5F57F8D8-CDF6-4422-AC6D-FC05982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759" y="3557071"/>
            <a:ext cx="143302" cy="152024"/>
          </a:xfrm>
          <a:custGeom xmlns:a="http://schemas.openxmlformats.org/drawingml/2006/main">
            <a:pathLst>
              <a:path w="145027" h="153854">
                <a:moveTo>
                  <a:pt x="83633" y="73976"/>
                </a:moveTo>
                <a:lnTo>
                  <a:pt x="145027" y="73976"/>
                </a:lnTo>
                <a:lnTo>
                  <a:pt x="145027" y="78894"/>
                </a:lnTo>
                <a:cubicBezTo>
                  <a:pt x="144831" y="90108"/>
                  <a:pt x="143453" y="99749"/>
                  <a:pt x="140895" y="108012"/>
                </a:cubicBezTo>
                <a:cubicBezTo>
                  <a:pt x="138337" y="116276"/>
                  <a:pt x="134008" y="123948"/>
                  <a:pt x="128106" y="130835"/>
                </a:cubicBezTo>
                <a:cubicBezTo>
                  <a:pt x="114328" y="146180"/>
                  <a:pt x="96816" y="153854"/>
                  <a:pt x="75760" y="153854"/>
                </a:cubicBezTo>
                <a:cubicBezTo>
                  <a:pt x="54706" y="153854"/>
                  <a:pt x="36798" y="146378"/>
                  <a:pt x="22039" y="131424"/>
                </a:cubicBezTo>
                <a:cubicBezTo>
                  <a:pt x="7281" y="116473"/>
                  <a:pt x="0" y="98369"/>
                  <a:pt x="0" y="77122"/>
                </a:cubicBezTo>
                <a:cubicBezTo>
                  <a:pt x="0" y="55873"/>
                  <a:pt x="7477" y="37775"/>
                  <a:pt x="22431" y="22624"/>
                </a:cubicBezTo>
                <a:cubicBezTo>
                  <a:pt x="37389" y="7672"/>
                  <a:pt x="55885" y="0"/>
                  <a:pt x="77531" y="0"/>
                </a:cubicBezTo>
                <a:cubicBezTo>
                  <a:pt x="88945" y="0"/>
                  <a:pt x="99767" y="2557"/>
                  <a:pt x="109606" y="7280"/>
                </a:cubicBezTo>
                <a:cubicBezTo>
                  <a:pt x="119447" y="11999"/>
                  <a:pt x="129089" y="19674"/>
                  <a:pt x="138337" y="30299"/>
                </a:cubicBezTo>
                <a:lnTo>
                  <a:pt x="122398" y="45444"/>
                </a:lnTo>
                <a:cubicBezTo>
                  <a:pt x="110197" y="29314"/>
                  <a:pt x="95242" y="21247"/>
                  <a:pt x="77926" y="21247"/>
                </a:cubicBezTo>
                <a:cubicBezTo>
                  <a:pt x="62181" y="21247"/>
                  <a:pt x="48998" y="26755"/>
                  <a:pt x="38372" y="37382"/>
                </a:cubicBezTo>
                <a:cubicBezTo>
                  <a:pt x="27746" y="48201"/>
                  <a:pt x="22431" y="61579"/>
                  <a:pt x="22431" y="77711"/>
                </a:cubicBezTo>
                <a:cubicBezTo>
                  <a:pt x="22431" y="94042"/>
                  <a:pt x="28139" y="107421"/>
                  <a:pt x="39553" y="117653"/>
                </a:cubicBezTo>
                <a:cubicBezTo>
                  <a:pt x="50966" y="128079"/>
                  <a:pt x="62773" y="133196"/>
                  <a:pt x="74776" y="133196"/>
                </a:cubicBezTo>
                <a:cubicBezTo>
                  <a:pt x="86585" y="133196"/>
                  <a:pt x="97012" y="129456"/>
                  <a:pt x="105868" y="121980"/>
                </a:cubicBezTo>
                <a:cubicBezTo>
                  <a:pt x="114525" y="114504"/>
                  <a:pt x="119447" y="105649"/>
                  <a:pt x="120627" y="95027"/>
                </a:cubicBezTo>
                <a:lnTo>
                  <a:pt x="83633" y="95027"/>
                </a:lnTo>
                <a:lnTo>
                  <a:pt x="83633" y="739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7B5B57AE-871B-452D-9E73-D77E9713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672" y="3559986"/>
            <a:ext cx="82247" cy="146580"/>
          </a:xfrm>
          <a:custGeom xmlns:a="http://schemas.openxmlformats.org/drawingml/2006/main">
            <a:pathLst>
              <a:path w="83237" h="148344">
                <a:moveTo>
                  <a:pt x="22431" y="67285"/>
                </a:moveTo>
                <a:lnTo>
                  <a:pt x="30894" y="67285"/>
                </a:lnTo>
                <a:cubicBezTo>
                  <a:pt x="51359" y="67285"/>
                  <a:pt x="61592" y="59417"/>
                  <a:pt x="61592" y="43677"/>
                </a:cubicBezTo>
                <a:cubicBezTo>
                  <a:pt x="61592" y="28333"/>
                  <a:pt x="50966" y="20658"/>
                  <a:pt x="29911" y="20658"/>
                </a:cubicBezTo>
                <a:lnTo>
                  <a:pt x="22431" y="20658"/>
                </a:lnTo>
                <a:lnTo>
                  <a:pt x="22431" y="67285"/>
                </a:lnTo>
                <a:moveTo>
                  <a:pt x="22431" y="88140"/>
                </a:moveTo>
                <a:lnTo>
                  <a:pt x="22431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5" y="0"/>
                  <a:pt x="47031" y="984"/>
                  <a:pt x="53523" y="2557"/>
                </a:cubicBezTo>
                <a:cubicBezTo>
                  <a:pt x="59822" y="4329"/>
                  <a:pt x="65528" y="7675"/>
                  <a:pt x="70448" y="12394"/>
                </a:cubicBezTo>
                <a:cubicBezTo>
                  <a:pt x="78908" y="20857"/>
                  <a:pt x="83237" y="31676"/>
                  <a:pt x="83237" y="44659"/>
                </a:cubicBezTo>
                <a:cubicBezTo>
                  <a:pt x="83237" y="57844"/>
                  <a:pt x="78711" y="68466"/>
                  <a:pt x="69660" y="76337"/>
                </a:cubicBezTo>
                <a:cubicBezTo>
                  <a:pt x="60608" y="84208"/>
                  <a:pt x="48211" y="88140"/>
                  <a:pt x="32862" y="88140"/>
                </a:cubicBezTo>
                <a:lnTo>
                  <a:pt x="22431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19C3365F-AB47-4106-907A-F8B426A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310" y="3559986"/>
            <a:ext cx="89440" cy="146580"/>
          </a:xfrm>
          <a:custGeom xmlns:a="http://schemas.openxmlformats.org/drawingml/2006/main">
            <a:pathLst>
              <a:path w="90517" h="148344">
                <a:moveTo>
                  <a:pt x="56474" y="21053"/>
                </a:moveTo>
                <a:lnTo>
                  <a:pt x="56474" y="148344"/>
                </a:lnTo>
                <a:lnTo>
                  <a:pt x="34239" y="148344"/>
                </a:lnTo>
                <a:lnTo>
                  <a:pt x="34239" y="21053"/>
                </a:lnTo>
                <a:lnTo>
                  <a:pt x="0" y="21053"/>
                </a:lnTo>
                <a:lnTo>
                  <a:pt x="0" y="0"/>
                </a:lnTo>
                <a:lnTo>
                  <a:pt x="90517" y="0"/>
                </a:lnTo>
                <a:lnTo>
                  <a:pt x="90517" y="21053"/>
                </a:lnTo>
                <a:lnTo>
                  <a:pt x="56474" y="21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060ED53B-C1F3-46E0-80A5-2A41A41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891" y="3650191"/>
            <a:ext cx="42388" cy="18661"/>
          </a:xfrm>
          <a:custGeom xmlns:a="http://schemas.openxmlformats.org/drawingml/2006/main">
            <a:pathLst>
              <a:path w="42898" h="18886">
                <a:moveTo>
                  <a:pt x="0" y="0"/>
                </a:moveTo>
                <a:lnTo>
                  <a:pt x="42898" y="0"/>
                </a:lnTo>
                <a:lnTo>
                  <a:pt x="42898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23E3E18A-3432-4962-9E91-5982F62E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973" y="3559986"/>
            <a:ext cx="100719" cy="148719"/>
          </a:xfrm>
          <a:custGeom xmlns:a="http://schemas.openxmlformats.org/drawingml/2006/main">
            <a:pathLst>
              <a:path w="101932" h="150509">
                <a:moveTo>
                  <a:pt x="52538" y="45250"/>
                </a:moveTo>
                <a:cubicBezTo>
                  <a:pt x="66905" y="45250"/>
                  <a:pt x="78711" y="50169"/>
                  <a:pt x="87960" y="59809"/>
                </a:cubicBezTo>
                <a:cubicBezTo>
                  <a:pt x="97207" y="69649"/>
                  <a:pt x="101932" y="82041"/>
                  <a:pt x="101932" y="97388"/>
                </a:cubicBezTo>
                <a:cubicBezTo>
                  <a:pt x="101932" y="112735"/>
                  <a:pt x="96619" y="125522"/>
                  <a:pt x="86188" y="135557"/>
                </a:cubicBezTo>
                <a:cubicBezTo>
                  <a:pt x="75562" y="145591"/>
                  <a:pt x="62378" y="150509"/>
                  <a:pt x="46441" y="150509"/>
                </a:cubicBezTo>
                <a:cubicBezTo>
                  <a:pt x="26759" y="150509"/>
                  <a:pt x="11215" y="141460"/>
                  <a:pt x="0" y="123163"/>
                </a:cubicBezTo>
                <a:lnTo>
                  <a:pt x="16921" y="108800"/>
                </a:lnTo>
                <a:cubicBezTo>
                  <a:pt x="21645" y="116671"/>
                  <a:pt x="26368" y="122375"/>
                  <a:pt x="31090" y="125522"/>
                </a:cubicBezTo>
                <a:cubicBezTo>
                  <a:pt x="35813" y="128671"/>
                  <a:pt x="42109" y="130440"/>
                  <a:pt x="49980" y="130440"/>
                </a:cubicBezTo>
                <a:cubicBezTo>
                  <a:pt x="57853" y="130440"/>
                  <a:pt x="64936" y="127294"/>
                  <a:pt x="71037" y="120998"/>
                </a:cubicBezTo>
                <a:cubicBezTo>
                  <a:pt x="76939" y="114703"/>
                  <a:pt x="80091" y="106832"/>
                  <a:pt x="80091" y="97388"/>
                </a:cubicBezTo>
                <a:cubicBezTo>
                  <a:pt x="80091" y="87946"/>
                  <a:pt x="76939" y="80271"/>
                  <a:pt x="71037" y="73978"/>
                </a:cubicBezTo>
                <a:cubicBezTo>
                  <a:pt x="64936" y="67877"/>
                  <a:pt x="57067" y="64927"/>
                  <a:pt x="47620" y="64927"/>
                </a:cubicBezTo>
                <a:cubicBezTo>
                  <a:pt x="38175" y="64927"/>
                  <a:pt x="29711" y="69450"/>
                  <a:pt x="22432" y="78109"/>
                </a:cubicBezTo>
                <a:lnTo>
                  <a:pt x="15151" y="78109"/>
                </a:lnTo>
                <a:lnTo>
                  <a:pt x="38371" y="0"/>
                </a:lnTo>
                <a:lnTo>
                  <a:pt x="99767" y="0"/>
                </a:lnTo>
                <a:lnTo>
                  <a:pt x="99767" y="21053"/>
                </a:lnTo>
                <a:lnTo>
                  <a:pt x="53918" y="21053"/>
                </a:lnTo>
                <a:lnTo>
                  <a:pt x="46636" y="45643"/>
                </a:lnTo>
                <a:cubicBezTo>
                  <a:pt x="48800" y="45447"/>
                  <a:pt x="50768" y="45250"/>
                  <a:pt x="52538" y="452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B07D31BC-BEC1-43BC-92DF-D956D475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70" y="3682848"/>
            <a:ext cx="26445" cy="26247"/>
          </a:xfrm>
          <a:custGeom xmlns:a="http://schemas.openxmlformats.org/drawingml/2006/main">
            <a:pathLst>
              <a:path w="26763" h="26563">
                <a:moveTo>
                  <a:pt x="3936" y="22823"/>
                </a:moveTo>
                <a:cubicBezTo>
                  <a:pt x="1181" y="20464"/>
                  <a:pt x="0" y="17315"/>
                  <a:pt x="0" y="13577"/>
                </a:cubicBezTo>
                <a:cubicBezTo>
                  <a:pt x="0" y="9839"/>
                  <a:pt x="1181" y="6690"/>
                  <a:pt x="3936" y="3937"/>
                </a:cubicBezTo>
                <a:cubicBezTo>
                  <a:pt x="6494" y="1379"/>
                  <a:pt x="9642" y="0"/>
                  <a:pt x="13382" y="0"/>
                </a:cubicBezTo>
                <a:cubicBezTo>
                  <a:pt x="16921" y="0"/>
                  <a:pt x="20073" y="1379"/>
                  <a:pt x="22828" y="3937"/>
                </a:cubicBezTo>
                <a:cubicBezTo>
                  <a:pt x="25384" y="6690"/>
                  <a:pt x="26763" y="9839"/>
                  <a:pt x="26763" y="13381"/>
                </a:cubicBezTo>
                <a:cubicBezTo>
                  <a:pt x="26763" y="17315"/>
                  <a:pt x="25384" y="20464"/>
                  <a:pt x="22828" y="22823"/>
                </a:cubicBezTo>
                <a:cubicBezTo>
                  <a:pt x="20269" y="25186"/>
                  <a:pt x="17120" y="26563"/>
                  <a:pt x="13382" y="26563"/>
                </a:cubicBezTo>
                <a:cubicBezTo>
                  <a:pt x="9642" y="26563"/>
                  <a:pt x="6494" y="25186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FB09626A-ABB5-4C06-9150-3DF0C93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080" y="3549099"/>
            <a:ext cx="109664" cy="157466"/>
          </a:xfrm>
          <a:custGeom xmlns:a="http://schemas.openxmlformats.org/drawingml/2006/main">
            <a:pathLst>
              <a:path w="110984" h="159362">
                <a:moveTo>
                  <a:pt x="72807" y="118048"/>
                </a:moveTo>
                <a:lnTo>
                  <a:pt x="72807" y="68270"/>
                </a:lnTo>
                <a:lnTo>
                  <a:pt x="38765" y="118048"/>
                </a:lnTo>
                <a:lnTo>
                  <a:pt x="72807" y="118048"/>
                </a:lnTo>
                <a:moveTo>
                  <a:pt x="95244" y="118048"/>
                </a:moveTo>
                <a:lnTo>
                  <a:pt x="110984" y="118048"/>
                </a:lnTo>
                <a:lnTo>
                  <a:pt x="110984" y="138311"/>
                </a:lnTo>
                <a:lnTo>
                  <a:pt x="95244" y="138311"/>
                </a:lnTo>
                <a:lnTo>
                  <a:pt x="95244" y="159362"/>
                </a:lnTo>
                <a:lnTo>
                  <a:pt x="72807" y="159362"/>
                </a:lnTo>
                <a:lnTo>
                  <a:pt x="72807" y="138311"/>
                </a:lnTo>
                <a:lnTo>
                  <a:pt x="0" y="138311"/>
                </a:lnTo>
                <a:lnTo>
                  <a:pt x="95244" y="0"/>
                </a:lnTo>
                <a:lnTo>
                  <a:pt x="95244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8AD75D3A-18E6-4280-90F8-FCCF848A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180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9EC2542B-44BB-4EE7-B87D-FB4BC3F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437" y="3557071"/>
            <a:ext cx="143303" cy="152024"/>
          </a:xfrm>
          <a:custGeom xmlns:a="http://schemas.openxmlformats.org/drawingml/2006/main">
            <a:pathLst>
              <a:path w="145028" h="153854">
                <a:moveTo>
                  <a:pt x="83632" y="73976"/>
                </a:moveTo>
                <a:lnTo>
                  <a:pt x="145028" y="73976"/>
                </a:lnTo>
                <a:lnTo>
                  <a:pt x="145028" y="78894"/>
                </a:lnTo>
                <a:cubicBezTo>
                  <a:pt x="144829" y="90108"/>
                  <a:pt x="143453" y="99749"/>
                  <a:pt x="140894" y="108012"/>
                </a:cubicBezTo>
                <a:cubicBezTo>
                  <a:pt x="138338" y="116276"/>
                  <a:pt x="134007" y="123948"/>
                  <a:pt x="128104" y="130835"/>
                </a:cubicBezTo>
                <a:cubicBezTo>
                  <a:pt x="114330" y="146180"/>
                  <a:pt x="96817" y="153854"/>
                  <a:pt x="75760" y="153854"/>
                </a:cubicBezTo>
                <a:cubicBezTo>
                  <a:pt x="54704" y="153854"/>
                  <a:pt x="36799" y="146378"/>
                  <a:pt x="22039" y="131424"/>
                </a:cubicBezTo>
                <a:cubicBezTo>
                  <a:pt x="7281" y="116473"/>
                  <a:pt x="0" y="98369"/>
                  <a:pt x="0" y="77122"/>
                </a:cubicBezTo>
                <a:cubicBezTo>
                  <a:pt x="0" y="55873"/>
                  <a:pt x="7477" y="37775"/>
                  <a:pt x="22434" y="22624"/>
                </a:cubicBezTo>
                <a:cubicBezTo>
                  <a:pt x="37388" y="7672"/>
                  <a:pt x="55885" y="0"/>
                  <a:pt x="77532" y="0"/>
                </a:cubicBezTo>
                <a:cubicBezTo>
                  <a:pt x="88946" y="0"/>
                  <a:pt x="99768" y="2557"/>
                  <a:pt x="109606" y="7280"/>
                </a:cubicBezTo>
                <a:cubicBezTo>
                  <a:pt x="119446" y="11999"/>
                  <a:pt x="129087" y="19674"/>
                  <a:pt x="138338" y="30299"/>
                </a:cubicBezTo>
                <a:lnTo>
                  <a:pt x="122397" y="45444"/>
                </a:lnTo>
                <a:cubicBezTo>
                  <a:pt x="110198" y="29314"/>
                  <a:pt x="95241" y="21247"/>
                  <a:pt x="77925" y="21247"/>
                </a:cubicBezTo>
                <a:cubicBezTo>
                  <a:pt x="62183" y="21247"/>
                  <a:pt x="48997" y="26755"/>
                  <a:pt x="38371" y="37382"/>
                </a:cubicBezTo>
                <a:cubicBezTo>
                  <a:pt x="27745" y="48201"/>
                  <a:pt x="22434" y="61579"/>
                  <a:pt x="22434" y="77711"/>
                </a:cubicBezTo>
                <a:cubicBezTo>
                  <a:pt x="22434" y="94042"/>
                  <a:pt x="28140" y="107421"/>
                  <a:pt x="39554" y="117653"/>
                </a:cubicBezTo>
                <a:cubicBezTo>
                  <a:pt x="50965" y="128079"/>
                  <a:pt x="62774" y="133196"/>
                  <a:pt x="74777" y="133196"/>
                </a:cubicBezTo>
                <a:cubicBezTo>
                  <a:pt x="86582" y="133196"/>
                  <a:pt x="97013" y="129456"/>
                  <a:pt x="105867" y="121980"/>
                </a:cubicBezTo>
                <a:cubicBezTo>
                  <a:pt x="114526" y="114504"/>
                  <a:pt x="119446" y="105649"/>
                  <a:pt x="120625" y="95027"/>
                </a:cubicBezTo>
                <a:lnTo>
                  <a:pt x="83632" y="95027"/>
                </a:lnTo>
                <a:lnTo>
                  <a:pt x="83632" y="739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BF7827DC-8D1C-49C8-9C38-E79AB5A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90" y="3611503"/>
            <a:ext cx="89441" cy="97592"/>
          </a:xfrm>
          <a:custGeom xmlns:a="http://schemas.openxmlformats.org/drawingml/2006/main">
            <a:pathLst>
              <a:path w="90518" h="98767">
                <a:moveTo>
                  <a:pt x="45653" y="19478"/>
                </a:moveTo>
                <a:cubicBezTo>
                  <a:pt x="37387" y="19478"/>
                  <a:pt x="31288" y="23019"/>
                  <a:pt x="27156" y="29707"/>
                </a:cubicBezTo>
                <a:cubicBezTo>
                  <a:pt x="25580" y="31872"/>
                  <a:pt x="24597" y="34233"/>
                  <a:pt x="24008" y="36793"/>
                </a:cubicBezTo>
                <a:lnTo>
                  <a:pt x="67496" y="36793"/>
                </a:lnTo>
                <a:cubicBezTo>
                  <a:pt x="64346" y="25380"/>
                  <a:pt x="57067" y="19478"/>
                  <a:pt x="45653" y="19478"/>
                </a:cubicBezTo>
                <a:moveTo>
                  <a:pt x="45849" y="79680"/>
                </a:moveTo>
                <a:cubicBezTo>
                  <a:pt x="51951" y="79680"/>
                  <a:pt x="56870" y="78502"/>
                  <a:pt x="60411" y="75748"/>
                </a:cubicBezTo>
                <a:cubicBezTo>
                  <a:pt x="63757" y="73188"/>
                  <a:pt x="67693" y="68468"/>
                  <a:pt x="72217" y="61581"/>
                </a:cubicBezTo>
                <a:lnTo>
                  <a:pt x="90518" y="71617"/>
                </a:lnTo>
                <a:cubicBezTo>
                  <a:pt x="82254" y="85781"/>
                  <a:pt x="72021" y="94438"/>
                  <a:pt x="59822" y="97191"/>
                </a:cubicBezTo>
                <a:cubicBezTo>
                  <a:pt x="55491" y="98176"/>
                  <a:pt x="50964" y="98767"/>
                  <a:pt x="46244" y="98767"/>
                </a:cubicBezTo>
                <a:cubicBezTo>
                  <a:pt x="32271" y="98767"/>
                  <a:pt x="21056" y="94438"/>
                  <a:pt x="12594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5" y="4526"/>
                  <a:pt x="31484" y="0"/>
                  <a:pt x="45260" y="0"/>
                </a:cubicBezTo>
                <a:cubicBezTo>
                  <a:pt x="59034" y="196"/>
                  <a:pt x="69856" y="4722"/>
                  <a:pt x="77727" y="13381"/>
                </a:cubicBezTo>
                <a:cubicBezTo>
                  <a:pt x="85599" y="22035"/>
                  <a:pt x="89732" y="34034"/>
                  <a:pt x="89732" y="49383"/>
                </a:cubicBezTo>
                <a:lnTo>
                  <a:pt x="89534" y="54498"/>
                </a:lnTo>
                <a:lnTo>
                  <a:pt x="22629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9" y="77321"/>
                  <a:pt x="39554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7FA4229B-0235-465B-87CE-60EC0F92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793" y="3611503"/>
            <a:ext cx="126970" cy="95063"/>
          </a:xfrm>
          <a:custGeom xmlns:a="http://schemas.openxmlformats.org/drawingml/2006/main">
            <a:pathLst>
              <a:path w="128498" h="96207">
                <a:moveTo>
                  <a:pt x="0" y="2557"/>
                </a:moveTo>
                <a:lnTo>
                  <a:pt x="21645" y="2557"/>
                </a:lnTo>
                <a:lnTo>
                  <a:pt x="21645" y="11214"/>
                </a:lnTo>
                <a:cubicBezTo>
                  <a:pt x="25777" y="6884"/>
                  <a:pt x="29319" y="4133"/>
                  <a:pt x="32467" y="2557"/>
                </a:cubicBezTo>
                <a:cubicBezTo>
                  <a:pt x="35618" y="984"/>
                  <a:pt x="39354" y="196"/>
                  <a:pt x="44077" y="0"/>
                </a:cubicBezTo>
                <a:cubicBezTo>
                  <a:pt x="54703" y="0"/>
                  <a:pt x="62969" y="4722"/>
                  <a:pt x="69265" y="13968"/>
                </a:cubicBezTo>
                <a:cubicBezTo>
                  <a:pt x="75955" y="4722"/>
                  <a:pt x="85205" y="0"/>
                  <a:pt x="96816" y="0"/>
                </a:cubicBezTo>
                <a:cubicBezTo>
                  <a:pt x="117872" y="0"/>
                  <a:pt x="128498" y="12789"/>
                  <a:pt x="128498" y="38366"/>
                </a:cubicBezTo>
                <a:lnTo>
                  <a:pt x="128498" y="96207"/>
                </a:lnTo>
                <a:lnTo>
                  <a:pt x="106655" y="96207"/>
                </a:lnTo>
                <a:lnTo>
                  <a:pt x="106655" y="44266"/>
                </a:lnTo>
                <a:cubicBezTo>
                  <a:pt x="106655" y="35217"/>
                  <a:pt x="105474" y="28922"/>
                  <a:pt x="103311" y="25184"/>
                </a:cubicBezTo>
                <a:cubicBezTo>
                  <a:pt x="101144" y="21443"/>
                  <a:pt x="97208" y="19478"/>
                  <a:pt x="91701" y="19478"/>
                </a:cubicBezTo>
                <a:cubicBezTo>
                  <a:pt x="86190" y="19478"/>
                  <a:pt x="82058" y="21841"/>
                  <a:pt x="79303" y="26364"/>
                </a:cubicBezTo>
                <a:cubicBezTo>
                  <a:pt x="76548" y="30888"/>
                  <a:pt x="75367" y="37971"/>
                  <a:pt x="75367" y="47810"/>
                </a:cubicBezTo>
                <a:lnTo>
                  <a:pt x="75367" y="96207"/>
                </a:lnTo>
                <a:lnTo>
                  <a:pt x="53524" y="96207"/>
                </a:lnTo>
                <a:lnTo>
                  <a:pt x="53524" y="44465"/>
                </a:lnTo>
                <a:cubicBezTo>
                  <a:pt x="53524" y="27940"/>
                  <a:pt x="48604" y="19478"/>
                  <a:pt x="39157" y="19478"/>
                </a:cubicBezTo>
                <a:cubicBezTo>
                  <a:pt x="33058" y="19478"/>
                  <a:pt x="28531" y="21841"/>
                  <a:pt x="25777" y="26364"/>
                </a:cubicBezTo>
                <a:cubicBezTo>
                  <a:pt x="23024" y="31086"/>
                  <a:pt x="21645" y="38167"/>
                  <a:pt x="21645" y="47810"/>
                </a:cubicBezTo>
                <a:lnTo>
                  <a:pt x="21645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4B83BF85-BC01-483B-8AE4-4D835E4F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483" y="3561928"/>
            <a:ext cx="27807" cy="144637"/>
          </a:xfrm>
          <a:custGeom xmlns:a="http://schemas.openxmlformats.org/drawingml/2006/main">
            <a:pathLst>
              <a:path w="28141" h="146378">
                <a:moveTo>
                  <a:pt x="4134" y="24003"/>
                </a:moveTo>
                <a:cubicBezTo>
                  <a:pt x="1378" y="21252"/>
                  <a:pt x="0" y="17907"/>
                  <a:pt x="0" y="13970"/>
                </a:cubicBezTo>
                <a:cubicBezTo>
                  <a:pt x="0" y="10232"/>
                  <a:pt x="1378" y="6887"/>
                  <a:pt x="4134" y="4133"/>
                </a:cubicBezTo>
                <a:cubicBezTo>
                  <a:pt x="6889" y="1379"/>
                  <a:pt x="10037" y="0"/>
                  <a:pt x="13972" y="0"/>
                </a:cubicBezTo>
                <a:cubicBezTo>
                  <a:pt x="17712" y="0"/>
                  <a:pt x="21056" y="1379"/>
                  <a:pt x="24007" y="3937"/>
                </a:cubicBezTo>
                <a:cubicBezTo>
                  <a:pt x="26762" y="6690"/>
                  <a:pt x="28141" y="10036"/>
                  <a:pt x="28141" y="13970"/>
                </a:cubicBezTo>
                <a:cubicBezTo>
                  <a:pt x="27942" y="17907"/>
                  <a:pt x="26566" y="21252"/>
                  <a:pt x="23811" y="24003"/>
                </a:cubicBezTo>
                <a:cubicBezTo>
                  <a:pt x="21056" y="26759"/>
                  <a:pt x="17908" y="28136"/>
                  <a:pt x="13972" y="28136"/>
                </a:cubicBezTo>
                <a:cubicBezTo>
                  <a:pt x="10037" y="28136"/>
                  <a:pt x="6889" y="26759"/>
                  <a:pt x="4134" y="24003"/>
                </a:cubicBezTo>
                <a:moveTo>
                  <a:pt x="24795" y="52729"/>
                </a:moveTo>
                <a:lnTo>
                  <a:pt x="24795" y="146378"/>
                </a:lnTo>
                <a:lnTo>
                  <a:pt x="3149" y="146378"/>
                </a:lnTo>
                <a:lnTo>
                  <a:pt x="3149" y="52729"/>
                </a:lnTo>
                <a:lnTo>
                  <a:pt x="24795" y="527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C431AC3D-928B-41E7-81A7-F2F04EE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009" y="3611503"/>
            <a:ext cx="79722" cy="95063"/>
          </a:xfrm>
          <a:custGeom xmlns:a="http://schemas.openxmlformats.org/drawingml/2006/main">
            <a:pathLst>
              <a:path w="80682" h="96207">
                <a:moveTo>
                  <a:pt x="0" y="2557"/>
                </a:moveTo>
                <a:lnTo>
                  <a:pt x="21845" y="2557"/>
                </a:lnTo>
                <a:lnTo>
                  <a:pt x="21845" y="11214"/>
                </a:lnTo>
                <a:cubicBezTo>
                  <a:pt x="29323" y="3738"/>
                  <a:pt x="38178" y="0"/>
                  <a:pt x="48409" y="0"/>
                </a:cubicBezTo>
                <a:cubicBezTo>
                  <a:pt x="58642" y="0"/>
                  <a:pt x="66513" y="3345"/>
                  <a:pt x="72221" y="9641"/>
                </a:cubicBezTo>
                <a:cubicBezTo>
                  <a:pt x="77731" y="15936"/>
                  <a:pt x="80682" y="25773"/>
                  <a:pt x="80682" y="38759"/>
                </a:cubicBezTo>
                <a:lnTo>
                  <a:pt x="80682" y="96207"/>
                </a:lnTo>
                <a:lnTo>
                  <a:pt x="59035" y="96207"/>
                </a:lnTo>
                <a:lnTo>
                  <a:pt x="59035" y="43876"/>
                </a:lnTo>
                <a:cubicBezTo>
                  <a:pt x="59035" y="34824"/>
                  <a:pt x="57659" y="28333"/>
                  <a:pt x="55099" y="24791"/>
                </a:cubicBezTo>
                <a:cubicBezTo>
                  <a:pt x="52542" y="21247"/>
                  <a:pt x="47820" y="19478"/>
                  <a:pt x="40933" y="19478"/>
                </a:cubicBezTo>
                <a:cubicBezTo>
                  <a:pt x="34046" y="19478"/>
                  <a:pt x="29127" y="21841"/>
                  <a:pt x="26173" y="26561"/>
                </a:cubicBezTo>
                <a:cubicBezTo>
                  <a:pt x="23220" y="31283"/>
                  <a:pt x="21845" y="39547"/>
                  <a:pt x="21845" y="51153"/>
                </a:cubicBezTo>
                <a:lnTo>
                  <a:pt x="21845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340BEDD3-30A5-476D-8DCD-48CB56A4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454" y="3561928"/>
            <a:ext cx="27804" cy="144637"/>
          </a:xfrm>
          <a:custGeom xmlns:a="http://schemas.openxmlformats.org/drawingml/2006/main">
            <a:pathLst>
              <a:path w="28139" h="146378">
                <a:moveTo>
                  <a:pt x="4132" y="24003"/>
                </a:moveTo>
                <a:cubicBezTo>
                  <a:pt x="1377" y="21252"/>
                  <a:pt x="0" y="17907"/>
                  <a:pt x="0" y="13970"/>
                </a:cubicBezTo>
                <a:cubicBezTo>
                  <a:pt x="0" y="10232"/>
                  <a:pt x="1377" y="6887"/>
                  <a:pt x="4132" y="4133"/>
                </a:cubicBezTo>
                <a:cubicBezTo>
                  <a:pt x="6887" y="1379"/>
                  <a:pt x="10035" y="0"/>
                  <a:pt x="13970" y="0"/>
                </a:cubicBezTo>
                <a:cubicBezTo>
                  <a:pt x="17709" y="0"/>
                  <a:pt x="21053" y="1379"/>
                  <a:pt x="24005" y="3937"/>
                </a:cubicBezTo>
                <a:cubicBezTo>
                  <a:pt x="26761" y="6690"/>
                  <a:pt x="28139" y="10036"/>
                  <a:pt x="28139" y="13970"/>
                </a:cubicBezTo>
                <a:cubicBezTo>
                  <a:pt x="27942" y="17907"/>
                  <a:pt x="26564" y="21252"/>
                  <a:pt x="23808" y="24003"/>
                </a:cubicBezTo>
                <a:cubicBezTo>
                  <a:pt x="21053" y="26759"/>
                  <a:pt x="17906" y="28136"/>
                  <a:pt x="13970" y="28136"/>
                </a:cubicBezTo>
                <a:cubicBezTo>
                  <a:pt x="10035" y="28136"/>
                  <a:pt x="6887" y="26759"/>
                  <a:pt x="4132" y="24003"/>
                </a:cubicBezTo>
                <a:moveTo>
                  <a:pt x="24792" y="52729"/>
                </a:moveTo>
                <a:lnTo>
                  <a:pt x="24792" y="146378"/>
                </a:lnTo>
                <a:lnTo>
                  <a:pt x="3148" y="146378"/>
                </a:lnTo>
                <a:lnTo>
                  <a:pt x="3148" y="52729"/>
                </a:lnTo>
                <a:lnTo>
                  <a:pt x="24792" y="527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840CA2B3-9CE3-421A-AF34-1567BAA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026" y="3813126"/>
            <a:ext cx="93526" cy="151248"/>
          </a:xfrm>
          <a:custGeom xmlns:a="http://schemas.openxmlformats.org/drawingml/2006/main">
            <a:pathLst>
              <a:path w="94652" h="153069">
                <a:moveTo>
                  <a:pt x="42701" y="82041"/>
                </a:moveTo>
                <a:lnTo>
                  <a:pt x="42701" y="62958"/>
                </a:lnTo>
                <a:cubicBezTo>
                  <a:pt x="52147" y="62958"/>
                  <a:pt x="58444" y="61974"/>
                  <a:pt x="61790" y="59812"/>
                </a:cubicBezTo>
                <a:cubicBezTo>
                  <a:pt x="67496" y="56270"/>
                  <a:pt x="70449" y="50760"/>
                  <a:pt x="70449" y="43284"/>
                </a:cubicBezTo>
                <a:cubicBezTo>
                  <a:pt x="70449" y="36005"/>
                  <a:pt x="68284" y="30301"/>
                  <a:pt x="64150" y="26364"/>
                </a:cubicBezTo>
                <a:cubicBezTo>
                  <a:pt x="59822" y="22430"/>
                  <a:pt x="54508" y="20462"/>
                  <a:pt x="48211" y="20265"/>
                </a:cubicBezTo>
                <a:cubicBezTo>
                  <a:pt x="41717" y="20265"/>
                  <a:pt x="36798" y="21839"/>
                  <a:pt x="33454" y="24789"/>
                </a:cubicBezTo>
                <a:cubicBezTo>
                  <a:pt x="30304" y="27938"/>
                  <a:pt x="27747" y="33249"/>
                  <a:pt x="26172" y="40332"/>
                </a:cubicBezTo>
                <a:lnTo>
                  <a:pt x="3936" y="40332"/>
                </a:lnTo>
                <a:cubicBezTo>
                  <a:pt x="6299" y="26561"/>
                  <a:pt x="11019" y="16331"/>
                  <a:pt x="18104" y="9643"/>
                </a:cubicBezTo>
                <a:cubicBezTo>
                  <a:pt x="25187" y="3149"/>
                  <a:pt x="35422" y="0"/>
                  <a:pt x="48408" y="0"/>
                </a:cubicBezTo>
                <a:cubicBezTo>
                  <a:pt x="61198" y="0"/>
                  <a:pt x="71628" y="3738"/>
                  <a:pt x="79894" y="11410"/>
                </a:cubicBezTo>
                <a:cubicBezTo>
                  <a:pt x="88158" y="19281"/>
                  <a:pt x="92290" y="29513"/>
                  <a:pt x="92290" y="42300"/>
                </a:cubicBezTo>
                <a:cubicBezTo>
                  <a:pt x="92290" y="55087"/>
                  <a:pt x="86781" y="65319"/>
                  <a:pt x="76155" y="72795"/>
                </a:cubicBezTo>
                <a:cubicBezTo>
                  <a:pt x="88354" y="80075"/>
                  <a:pt x="94652" y="91883"/>
                  <a:pt x="94652" y="108012"/>
                </a:cubicBezTo>
                <a:cubicBezTo>
                  <a:pt x="94652" y="121391"/>
                  <a:pt x="90125" y="132215"/>
                  <a:pt x="81075" y="140478"/>
                </a:cubicBezTo>
                <a:cubicBezTo>
                  <a:pt x="72023" y="148936"/>
                  <a:pt x="60609" y="153069"/>
                  <a:pt x="46636" y="153069"/>
                </a:cubicBezTo>
                <a:cubicBezTo>
                  <a:pt x="28730" y="153069"/>
                  <a:pt x="15546" y="146577"/>
                  <a:pt x="6888" y="133591"/>
                </a:cubicBezTo>
                <a:cubicBezTo>
                  <a:pt x="3346" y="128081"/>
                  <a:pt x="984" y="120608"/>
                  <a:pt x="0" y="110769"/>
                </a:cubicBezTo>
                <a:lnTo>
                  <a:pt x="21646" y="110769"/>
                </a:lnTo>
                <a:cubicBezTo>
                  <a:pt x="22828" y="118048"/>
                  <a:pt x="25584" y="123556"/>
                  <a:pt x="30107" y="127294"/>
                </a:cubicBezTo>
                <a:cubicBezTo>
                  <a:pt x="34438" y="131230"/>
                  <a:pt x="40342" y="133000"/>
                  <a:pt x="47621" y="133000"/>
                </a:cubicBezTo>
                <a:cubicBezTo>
                  <a:pt x="54706" y="133000"/>
                  <a:pt x="60806" y="130639"/>
                  <a:pt x="65529" y="125720"/>
                </a:cubicBezTo>
                <a:cubicBezTo>
                  <a:pt x="70252" y="120802"/>
                  <a:pt x="72612" y="114507"/>
                  <a:pt x="72612" y="107028"/>
                </a:cubicBezTo>
                <a:cubicBezTo>
                  <a:pt x="72612" y="97191"/>
                  <a:pt x="69069" y="89914"/>
                  <a:pt x="61986" y="85585"/>
                </a:cubicBezTo>
                <a:cubicBezTo>
                  <a:pt x="57658" y="83224"/>
                  <a:pt x="51360" y="82041"/>
                  <a:pt x="42701" y="820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07E43716-8096-4E09-8623-70AA687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553" y="3938517"/>
            <a:ext cx="26442" cy="26245"/>
          </a:xfrm>
          <a:custGeom xmlns:a="http://schemas.openxmlformats.org/drawingml/2006/main">
            <a:pathLst>
              <a:path w="26761" h="26561">
                <a:moveTo>
                  <a:pt x="3936" y="22823"/>
                </a:moveTo>
                <a:cubicBezTo>
                  <a:pt x="1181" y="20462"/>
                  <a:pt x="0" y="17313"/>
                  <a:pt x="0" y="13577"/>
                </a:cubicBezTo>
                <a:cubicBezTo>
                  <a:pt x="0" y="9837"/>
                  <a:pt x="1181" y="6690"/>
                  <a:pt x="3936" y="3934"/>
                </a:cubicBezTo>
                <a:cubicBezTo>
                  <a:pt x="6492" y="1377"/>
                  <a:pt x="9642" y="0"/>
                  <a:pt x="13379" y="0"/>
                </a:cubicBezTo>
                <a:cubicBezTo>
                  <a:pt x="16921" y="0"/>
                  <a:pt x="20069" y="1377"/>
                  <a:pt x="22825" y="3934"/>
                </a:cubicBezTo>
                <a:cubicBezTo>
                  <a:pt x="25384" y="6690"/>
                  <a:pt x="26761" y="9837"/>
                  <a:pt x="26761" y="13379"/>
                </a:cubicBezTo>
                <a:cubicBezTo>
                  <a:pt x="26761" y="17313"/>
                  <a:pt x="25384" y="20462"/>
                  <a:pt x="22825" y="22823"/>
                </a:cubicBezTo>
                <a:cubicBezTo>
                  <a:pt x="20269" y="25184"/>
                  <a:pt x="17118" y="26561"/>
                  <a:pt x="13379" y="26561"/>
                </a:cubicBezTo>
                <a:cubicBezTo>
                  <a:pt x="9642" y="26561"/>
                  <a:pt x="6492" y="25184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9470E1F1-EBF9-4605-97CC-F5A1085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329" y="3815655"/>
            <a:ext cx="47442" cy="146580"/>
          </a:xfrm>
          <a:custGeom xmlns:a="http://schemas.openxmlformats.org/drawingml/2006/main">
            <a:pathLst>
              <a:path w="48013" h="148344">
                <a:moveTo>
                  <a:pt x="25580" y="21051"/>
                </a:moveTo>
                <a:lnTo>
                  <a:pt x="0" y="21051"/>
                </a:lnTo>
                <a:lnTo>
                  <a:pt x="12199" y="0"/>
                </a:lnTo>
                <a:lnTo>
                  <a:pt x="48013" y="0"/>
                </a:lnTo>
                <a:lnTo>
                  <a:pt x="48013" y="148344"/>
                </a:lnTo>
                <a:lnTo>
                  <a:pt x="25580" y="148344"/>
                </a:lnTo>
                <a:lnTo>
                  <a:pt x="25580" y="210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7CC08236-577C-47E0-BECE-3C27C2B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64" y="3815655"/>
            <a:ext cx="82248" cy="146580"/>
          </a:xfrm>
          <a:custGeom xmlns:a="http://schemas.openxmlformats.org/drawingml/2006/main">
            <a:pathLst>
              <a:path w="83238" h="148344">
                <a:moveTo>
                  <a:pt x="22432" y="67288"/>
                </a:moveTo>
                <a:lnTo>
                  <a:pt x="30895" y="67288"/>
                </a:lnTo>
                <a:cubicBezTo>
                  <a:pt x="51360" y="67288"/>
                  <a:pt x="61590" y="59414"/>
                  <a:pt x="61590" y="43677"/>
                </a:cubicBezTo>
                <a:cubicBezTo>
                  <a:pt x="61590" y="28330"/>
                  <a:pt x="50964" y="20658"/>
                  <a:pt x="29911" y="20658"/>
                </a:cubicBezTo>
                <a:lnTo>
                  <a:pt x="22432" y="20658"/>
                </a:lnTo>
                <a:lnTo>
                  <a:pt x="22432" y="67288"/>
                </a:lnTo>
                <a:moveTo>
                  <a:pt x="22432" y="88140"/>
                </a:moveTo>
                <a:lnTo>
                  <a:pt x="22432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5" y="0"/>
                  <a:pt x="47030" y="984"/>
                  <a:pt x="53524" y="2555"/>
                </a:cubicBezTo>
                <a:cubicBezTo>
                  <a:pt x="59822" y="4327"/>
                  <a:pt x="65525" y="7672"/>
                  <a:pt x="70448" y="12394"/>
                </a:cubicBezTo>
                <a:cubicBezTo>
                  <a:pt x="78908" y="20854"/>
                  <a:pt x="83238" y="31673"/>
                  <a:pt x="83238" y="44661"/>
                </a:cubicBezTo>
                <a:cubicBezTo>
                  <a:pt x="83238" y="57844"/>
                  <a:pt x="78711" y="68466"/>
                  <a:pt x="69660" y="76334"/>
                </a:cubicBezTo>
                <a:cubicBezTo>
                  <a:pt x="60607" y="84205"/>
                  <a:pt x="48211" y="88140"/>
                  <a:pt x="32862" y="88140"/>
                </a:cubicBezTo>
                <a:lnTo>
                  <a:pt x="22432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A9CE38F4-17B7-4E0E-8D5F-12755C8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377" y="3867172"/>
            <a:ext cx="60473" cy="95063"/>
          </a:xfrm>
          <a:custGeom xmlns:a="http://schemas.openxmlformats.org/drawingml/2006/main">
            <a:pathLst>
              <a:path w="61201" h="96207">
                <a:moveTo>
                  <a:pt x="0" y="2555"/>
                </a:moveTo>
                <a:lnTo>
                  <a:pt x="21647" y="2555"/>
                </a:lnTo>
                <a:lnTo>
                  <a:pt x="21647" y="11017"/>
                </a:lnTo>
                <a:cubicBezTo>
                  <a:pt x="25583" y="6884"/>
                  <a:pt x="29123" y="4131"/>
                  <a:pt x="32273" y="2555"/>
                </a:cubicBezTo>
                <a:cubicBezTo>
                  <a:pt x="35422" y="984"/>
                  <a:pt x="39356" y="194"/>
                  <a:pt x="44472" y="0"/>
                </a:cubicBezTo>
                <a:cubicBezTo>
                  <a:pt x="49392" y="0"/>
                  <a:pt x="54903" y="1966"/>
                  <a:pt x="61201" y="5706"/>
                </a:cubicBezTo>
                <a:lnTo>
                  <a:pt x="51359" y="25378"/>
                </a:lnTo>
                <a:cubicBezTo>
                  <a:pt x="47227" y="22624"/>
                  <a:pt x="43292" y="21051"/>
                  <a:pt x="39356" y="21051"/>
                </a:cubicBezTo>
                <a:cubicBezTo>
                  <a:pt x="27551" y="21051"/>
                  <a:pt x="21647" y="29904"/>
                  <a:pt x="21647" y="47611"/>
                </a:cubicBezTo>
                <a:lnTo>
                  <a:pt x="21647" y="96207"/>
                </a:lnTo>
                <a:lnTo>
                  <a:pt x="0" y="96207"/>
                </a:lnTo>
                <a:lnTo>
                  <a:pt x="0" y="25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6AC0FA90-8E37-4519-9FB7-5F068F9F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822" y="3867172"/>
            <a:ext cx="98580" cy="97590"/>
          </a:xfrm>
          <a:custGeom xmlns:a="http://schemas.openxmlformats.org/drawingml/2006/main">
            <a:pathLst>
              <a:path w="99767" h="98765">
                <a:moveTo>
                  <a:pt x="29714" y="27741"/>
                </a:moveTo>
                <a:cubicBezTo>
                  <a:pt x="24596" y="33249"/>
                  <a:pt x="22040" y="40528"/>
                  <a:pt x="22040" y="49580"/>
                </a:cubicBezTo>
                <a:cubicBezTo>
                  <a:pt x="22040" y="58629"/>
                  <a:pt x="24400" y="65911"/>
                  <a:pt x="29514" y="71418"/>
                </a:cubicBezTo>
                <a:cubicBezTo>
                  <a:pt x="34633" y="76926"/>
                  <a:pt x="41323" y="79680"/>
                  <a:pt x="49982" y="79680"/>
                </a:cubicBezTo>
                <a:cubicBezTo>
                  <a:pt x="58246" y="79680"/>
                  <a:pt x="64936" y="77122"/>
                  <a:pt x="70052" y="71615"/>
                </a:cubicBezTo>
                <a:cubicBezTo>
                  <a:pt x="75170" y="66105"/>
                  <a:pt x="77727" y="58828"/>
                  <a:pt x="77727" y="49580"/>
                </a:cubicBezTo>
                <a:cubicBezTo>
                  <a:pt x="77727" y="40528"/>
                  <a:pt x="75170" y="33249"/>
                  <a:pt x="70052" y="27741"/>
                </a:cubicBezTo>
                <a:cubicBezTo>
                  <a:pt x="64936" y="22229"/>
                  <a:pt x="58050" y="19478"/>
                  <a:pt x="49783" y="19478"/>
                </a:cubicBezTo>
                <a:cubicBezTo>
                  <a:pt x="41520" y="19478"/>
                  <a:pt x="34829" y="22229"/>
                  <a:pt x="29714" y="27741"/>
                </a:cubicBezTo>
                <a:moveTo>
                  <a:pt x="85205" y="84797"/>
                </a:moveTo>
                <a:cubicBezTo>
                  <a:pt x="75366" y="94239"/>
                  <a:pt x="63561" y="98765"/>
                  <a:pt x="49391" y="98765"/>
                </a:cubicBezTo>
                <a:cubicBezTo>
                  <a:pt x="35222" y="98765"/>
                  <a:pt x="23612" y="94045"/>
                  <a:pt x="14169" y="84601"/>
                </a:cubicBezTo>
                <a:cubicBezTo>
                  <a:pt x="4722" y="75154"/>
                  <a:pt x="0" y="63351"/>
                  <a:pt x="0" y="49383"/>
                </a:cubicBezTo>
                <a:cubicBezTo>
                  <a:pt x="0" y="35411"/>
                  <a:pt x="4722" y="23608"/>
                  <a:pt x="14364" y="14166"/>
                </a:cubicBezTo>
                <a:cubicBezTo>
                  <a:pt x="24007" y="4722"/>
                  <a:pt x="35813" y="0"/>
                  <a:pt x="49783" y="0"/>
                </a:cubicBezTo>
                <a:cubicBezTo>
                  <a:pt x="63757" y="0"/>
                  <a:pt x="75562" y="4918"/>
                  <a:pt x="85205" y="14363"/>
                </a:cubicBezTo>
                <a:cubicBezTo>
                  <a:pt x="94847" y="24001"/>
                  <a:pt x="99767" y="35809"/>
                  <a:pt x="99767" y="49776"/>
                </a:cubicBezTo>
                <a:cubicBezTo>
                  <a:pt x="99767" y="63744"/>
                  <a:pt x="94847" y="75353"/>
                  <a:pt x="85205" y="847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A4F693AC-D91E-4D76-A95C-C77FDA8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43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E4E631AE-C0C2-482E-97E7-C9049A3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976" y="3559986"/>
            <a:ext cx="113359" cy="146580"/>
          </a:xfrm>
          <a:custGeom xmlns:a="http://schemas.openxmlformats.org/drawingml/2006/main">
            <a:pathLst>
              <a:path w="114724" h="148344">
                <a:moveTo>
                  <a:pt x="22435" y="127294"/>
                </a:moveTo>
                <a:lnTo>
                  <a:pt x="32469" y="127294"/>
                </a:lnTo>
                <a:cubicBezTo>
                  <a:pt x="42505" y="127294"/>
                  <a:pt x="50966" y="126309"/>
                  <a:pt x="57658" y="124147"/>
                </a:cubicBezTo>
                <a:cubicBezTo>
                  <a:pt x="64349" y="121982"/>
                  <a:pt x="70251" y="118441"/>
                  <a:pt x="75762" y="113522"/>
                </a:cubicBezTo>
                <a:cubicBezTo>
                  <a:pt x="86781" y="103487"/>
                  <a:pt x="92291" y="90304"/>
                  <a:pt x="92291" y="74172"/>
                </a:cubicBezTo>
                <a:cubicBezTo>
                  <a:pt x="92291" y="58037"/>
                  <a:pt x="86976" y="45054"/>
                  <a:pt x="76550" y="35416"/>
                </a:cubicBezTo>
                <a:cubicBezTo>
                  <a:pt x="66119" y="25969"/>
                  <a:pt x="51363" y="21053"/>
                  <a:pt x="32469" y="21053"/>
                </a:cubicBezTo>
                <a:lnTo>
                  <a:pt x="22435" y="21053"/>
                </a:lnTo>
                <a:lnTo>
                  <a:pt x="22435" y="127294"/>
                </a:lnTo>
                <a:moveTo>
                  <a:pt x="0" y="148344"/>
                </a:moveTo>
                <a:lnTo>
                  <a:pt x="0" y="0"/>
                </a:lnTo>
                <a:lnTo>
                  <a:pt x="31289" y="0"/>
                </a:lnTo>
                <a:cubicBezTo>
                  <a:pt x="46048" y="0"/>
                  <a:pt x="57853" y="1573"/>
                  <a:pt x="66512" y="4526"/>
                </a:cubicBezTo>
                <a:cubicBezTo>
                  <a:pt x="75762" y="7476"/>
                  <a:pt x="84225" y="12394"/>
                  <a:pt x="91897" y="19085"/>
                </a:cubicBezTo>
                <a:cubicBezTo>
                  <a:pt x="107050" y="33052"/>
                  <a:pt x="114724" y="51352"/>
                  <a:pt x="114724" y="74172"/>
                </a:cubicBezTo>
                <a:cubicBezTo>
                  <a:pt x="114724" y="96995"/>
                  <a:pt x="106657" y="115491"/>
                  <a:pt x="90912" y="129458"/>
                </a:cubicBezTo>
                <a:cubicBezTo>
                  <a:pt x="82648" y="136542"/>
                  <a:pt x="74383" y="141460"/>
                  <a:pt x="65923" y="144214"/>
                </a:cubicBezTo>
                <a:cubicBezTo>
                  <a:pt x="57461" y="146968"/>
                  <a:pt x="45850" y="148344"/>
                  <a:pt x="30895" y="148344"/>
                </a:cubicBezTo>
                <a:lnTo>
                  <a:pt x="0" y="148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747F5BA9-7C60-4580-91AC-6FE958AE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779" y="3611503"/>
            <a:ext cx="89442" cy="97592"/>
          </a:xfrm>
          <a:custGeom xmlns:a="http://schemas.openxmlformats.org/drawingml/2006/main">
            <a:pathLst>
              <a:path w="90519" h="98767">
                <a:moveTo>
                  <a:pt x="45655" y="19478"/>
                </a:moveTo>
                <a:cubicBezTo>
                  <a:pt x="37388" y="19478"/>
                  <a:pt x="31289" y="23019"/>
                  <a:pt x="27158" y="29707"/>
                </a:cubicBezTo>
                <a:cubicBezTo>
                  <a:pt x="25581" y="31872"/>
                  <a:pt x="24598" y="34233"/>
                  <a:pt x="24007" y="36793"/>
                </a:cubicBezTo>
                <a:lnTo>
                  <a:pt x="67495" y="36793"/>
                </a:lnTo>
                <a:cubicBezTo>
                  <a:pt x="64347" y="25380"/>
                  <a:pt x="57067" y="19478"/>
                  <a:pt x="45655" y="19478"/>
                </a:cubicBezTo>
                <a:moveTo>
                  <a:pt x="45850" y="79680"/>
                </a:moveTo>
                <a:cubicBezTo>
                  <a:pt x="51951" y="79680"/>
                  <a:pt x="56869" y="78502"/>
                  <a:pt x="60412" y="75748"/>
                </a:cubicBezTo>
                <a:cubicBezTo>
                  <a:pt x="63757" y="73188"/>
                  <a:pt x="67693" y="68468"/>
                  <a:pt x="72218" y="61581"/>
                </a:cubicBezTo>
                <a:lnTo>
                  <a:pt x="90519" y="71617"/>
                </a:lnTo>
                <a:cubicBezTo>
                  <a:pt x="82254" y="85781"/>
                  <a:pt x="72022" y="94438"/>
                  <a:pt x="59822" y="97191"/>
                </a:cubicBezTo>
                <a:cubicBezTo>
                  <a:pt x="55493" y="98176"/>
                  <a:pt x="50966" y="98767"/>
                  <a:pt x="46243" y="98767"/>
                </a:cubicBezTo>
                <a:cubicBezTo>
                  <a:pt x="32272" y="98767"/>
                  <a:pt x="21054" y="94438"/>
                  <a:pt x="12593" y="85388"/>
                </a:cubicBezTo>
                <a:cubicBezTo>
                  <a:pt x="4134" y="76533"/>
                  <a:pt x="0" y="64534"/>
                  <a:pt x="0" y="49577"/>
                </a:cubicBezTo>
                <a:cubicBezTo>
                  <a:pt x="0" y="34824"/>
                  <a:pt x="3936" y="22823"/>
                  <a:pt x="12200" y="13575"/>
                </a:cubicBezTo>
                <a:cubicBezTo>
                  <a:pt x="20467" y="4526"/>
                  <a:pt x="31485" y="0"/>
                  <a:pt x="45259" y="0"/>
                </a:cubicBezTo>
                <a:cubicBezTo>
                  <a:pt x="59033" y="196"/>
                  <a:pt x="69857" y="4722"/>
                  <a:pt x="77730" y="13381"/>
                </a:cubicBezTo>
                <a:cubicBezTo>
                  <a:pt x="85601" y="22035"/>
                  <a:pt x="89731" y="34034"/>
                  <a:pt x="89731" y="49383"/>
                </a:cubicBezTo>
                <a:lnTo>
                  <a:pt x="89536" y="54498"/>
                </a:lnTo>
                <a:lnTo>
                  <a:pt x="22631" y="54498"/>
                </a:lnTo>
                <a:cubicBezTo>
                  <a:pt x="23024" y="62369"/>
                  <a:pt x="25581" y="68468"/>
                  <a:pt x="29910" y="72795"/>
                </a:cubicBezTo>
                <a:cubicBezTo>
                  <a:pt x="34240" y="77321"/>
                  <a:pt x="39553" y="79680"/>
                  <a:pt x="45850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378FB6DE-0358-4687-BA1B-C09E034E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305" y="3611503"/>
            <a:ext cx="89445" cy="97592"/>
          </a:xfrm>
          <a:custGeom xmlns:a="http://schemas.openxmlformats.org/drawingml/2006/main">
            <a:pathLst>
              <a:path w="90521" h="98767">
                <a:moveTo>
                  <a:pt x="45654" y="19478"/>
                </a:moveTo>
                <a:cubicBezTo>
                  <a:pt x="37390" y="19478"/>
                  <a:pt x="31288" y="23019"/>
                  <a:pt x="27156" y="29707"/>
                </a:cubicBezTo>
                <a:cubicBezTo>
                  <a:pt x="25580" y="31872"/>
                  <a:pt x="24597" y="34233"/>
                  <a:pt x="24009" y="36793"/>
                </a:cubicBezTo>
                <a:lnTo>
                  <a:pt x="67497" y="36793"/>
                </a:lnTo>
                <a:cubicBezTo>
                  <a:pt x="64346" y="25380"/>
                  <a:pt x="57067" y="19478"/>
                  <a:pt x="45654" y="19478"/>
                </a:cubicBezTo>
                <a:moveTo>
                  <a:pt x="45849" y="79680"/>
                </a:moveTo>
                <a:cubicBezTo>
                  <a:pt x="51952" y="79680"/>
                  <a:pt x="56870" y="78502"/>
                  <a:pt x="60411" y="75748"/>
                </a:cubicBezTo>
                <a:cubicBezTo>
                  <a:pt x="63758" y="73188"/>
                  <a:pt x="67693" y="68468"/>
                  <a:pt x="72221" y="61581"/>
                </a:cubicBezTo>
                <a:lnTo>
                  <a:pt x="90521" y="71617"/>
                </a:lnTo>
                <a:cubicBezTo>
                  <a:pt x="82254" y="85781"/>
                  <a:pt x="72021" y="94438"/>
                  <a:pt x="59823" y="97191"/>
                </a:cubicBezTo>
                <a:cubicBezTo>
                  <a:pt x="55492" y="98176"/>
                  <a:pt x="50969" y="98767"/>
                  <a:pt x="46244" y="98767"/>
                </a:cubicBezTo>
                <a:cubicBezTo>
                  <a:pt x="32271" y="98767"/>
                  <a:pt x="21057" y="94438"/>
                  <a:pt x="12594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202" y="13575"/>
                </a:cubicBezTo>
                <a:cubicBezTo>
                  <a:pt x="20465" y="4526"/>
                  <a:pt x="31486" y="0"/>
                  <a:pt x="45261" y="0"/>
                </a:cubicBezTo>
                <a:cubicBezTo>
                  <a:pt x="59035" y="196"/>
                  <a:pt x="69856" y="4722"/>
                  <a:pt x="77727" y="13381"/>
                </a:cubicBezTo>
                <a:cubicBezTo>
                  <a:pt x="85598" y="22035"/>
                  <a:pt x="89732" y="34034"/>
                  <a:pt x="89732" y="49383"/>
                </a:cubicBezTo>
                <a:lnTo>
                  <a:pt x="89537" y="54498"/>
                </a:lnTo>
                <a:lnTo>
                  <a:pt x="22630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9" y="77321"/>
                  <a:pt x="39554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43EE464D-9116-4A93-9182-1C53D7A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108" y="3611503"/>
            <a:ext cx="94108" cy="145220"/>
          </a:xfrm>
          <a:custGeom xmlns:a="http://schemas.openxmlformats.org/drawingml/2006/main">
            <a:pathLst>
              <a:path w="95241" h="146968">
                <a:moveTo>
                  <a:pt x="27747" y="27741"/>
                </a:moveTo>
                <a:cubicBezTo>
                  <a:pt x="22829" y="33251"/>
                  <a:pt x="20464" y="40531"/>
                  <a:pt x="20464" y="49383"/>
                </a:cubicBezTo>
                <a:cubicBezTo>
                  <a:pt x="20464" y="58236"/>
                  <a:pt x="22829" y="65518"/>
                  <a:pt x="27747" y="71220"/>
                </a:cubicBezTo>
                <a:cubicBezTo>
                  <a:pt x="32469" y="76928"/>
                  <a:pt x="38961" y="79680"/>
                  <a:pt x="46833" y="79680"/>
                </a:cubicBezTo>
                <a:cubicBezTo>
                  <a:pt x="54312" y="79680"/>
                  <a:pt x="60609" y="76928"/>
                  <a:pt x="65529" y="71220"/>
                </a:cubicBezTo>
                <a:cubicBezTo>
                  <a:pt x="70448" y="65712"/>
                  <a:pt x="73004" y="58433"/>
                  <a:pt x="73004" y="49577"/>
                </a:cubicBezTo>
                <a:cubicBezTo>
                  <a:pt x="73004" y="40923"/>
                  <a:pt x="70448" y="33644"/>
                  <a:pt x="65725" y="27940"/>
                </a:cubicBezTo>
                <a:cubicBezTo>
                  <a:pt x="60807" y="22428"/>
                  <a:pt x="54508" y="19478"/>
                  <a:pt x="46833" y="19478"/>
                </a:cubicBezTo>
                <a:cubicBezTo>
                  <a:pt x="38961" y="19478"/>
                  <a:pt x="32667" y="22231"/>
                  <a:pt x="27747" y="27741"/>
                </a:cubicBezTo>
                <a:moveTo>
                  <a:pt x="21645" y="146968"/>
                </a:moveTo>
                <a:lnTo>
                  <a:pt x="0" y="146968"/>
                </a:lnTo>
                <a:lnTo>
                  <a:pt x="0" y="2557"/>
                </a:lnTo>
                <a:lnTo>
                  <a:pt x="21645" y="2557"/>
                </a:lnTo>
                <a:lnTo>
                  <a:pt x="21645" y="12789"/>
                </a:lnTo>
                <a:cubicBezTo>
                  <a:pt x="30107" y="4329"/>
                  <a:pt x="40340" y="0"/>
                  <a:pt x="52147" y="0"/>
                </a:cubicBezTo>
                <a:cubicBezTo>
                  <a:pt x="63955" y="0"/>
                  <a:pt x="74188" y="4722"/>
                  <a:pt x="82647" y="14164"/>
                </a:cubicBezTo>
                <a:cubicBezTo>
                  <a:pt x="90914" y="23608"/>
                  <a:pt x="95241" y="35610"/>
                  <a:pt x="95241" y="49779"/>
                </a:cubicBezTo>
                <a:cubicBezTo>
                  <a:pt x="95241" y="63943"/>
                  <a:pt x="90914" y="75748"/>
                  <a:pt x="82647" y="84795"/>
                </a:cubicBezTo>
                <a:cubicBezTo>
                  <a:pt x="74383" y="94239"/>
                  <a:pt x="64150" y="98767"/>
                  <a:pt x="52345" y="98767"/>
                </a:cubicBezTo>
                <a:cubicBezTo>
                  <a:pt x="40538" y="98767"/>
                  <a:pt x="30305" y="94438"/>
                  <a:pt x="21645" y="85781"/>
                </a:cubicBezTo>
                <a:lnTo>
                  <a:pt x="21645" y="1469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A41535A9-C266-49D3-8A50-3A45873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662" y="3557071"/>
            <a:ext cx="93914" cy="152024"/>
          </a:xfrm>
          <a:custGeom xmlns:a="http://schemas.openxmlformats.org/drawingml/2006/main">
            <a:pathLst>
              <a:path w="95045" h="153854">
                <a:moveTo>
                  <a:pt x="63362" y="24200"/>
                </a:moveTo>
                <a:cubicBezTo>
                  <a:pt x="60214" y="22231"/>
                  <a:pt x="55687" y="21247"/>
                  <a:pt x="50179" y="21247"/>
                </a:cubicBezTo>
                <a:cubicBezTo>
                  <a:pt x="44472" y="21247"/>
                  <a:pt x="39553" y="23019"/>
                  <a:pt x="35418" y="26558"/>
                </a:cubicBezTo>
                <a:cubicBezTo>
                  <a:pt x="31288" y="30102"/>
                  <a:pt x="29319" y="34429"/>
                  <a:pt x="29319" y="39544"/>
                </a:cubicBezTo>
                <a:cubicBezTo>
                  <a:pt x="29319" y="46826"/>
                  <a:pt x="34634" y="52726"/>
                  <a:pt x="45456" y="57056"/>
                </a:cubicBezTo>
                <a:lnTo>
                  <a:pt x="60214" y="63152"/>
                </a:lnTo>
                <a:cubicBezTo>
                  <a:pt x="72216" y="68073"/>
                  <a:pt x="81074" y="73976"/>
                  <a:pt x="86582" y="81059"/>
                </a:cubicBezTo>
                <a:cubicBezTo>
                  <a:pt x="92092" y="88142"/>
                  <a:pt x="95045" y="96602"/>
                  <a:pt x="95045" y="106633"/>
                </a:cubicBezTo>
                <a:cubicBezTo>
                  <a:pt x="95045" y="120407"/>
                  <a:pt x="90321" y="131621"/>
                  <a:pt x="81271" y="140476"/>
                </a:cubicBezTo>
                <a:cubicBezTo>
                  <a:pt x="72216" y="149525"/>
                  <a:pt x="61002" y="153854"/>
                  <a:pt x="47816" y="153854"/>
                </a:cubicBezTo>
                <a:cubicBezTo>
                  <a:pt x="34435" y="153854"/>
                  <a:pt x="23612" y="150114"/>
                  <a:pt x="15349" y="142641"/>
                </a:cubicBezTo>
                <a:cubicBezTo>
                  <a:pt x="7083" y="134966"/>
                  <a:pt x="1967" y="124145"/>
                  <a:pt x="0" y="110374"/>
                </a:cubicBezTo>
                <a:lnTo>
                  <a:pt x="22629" y="105455"/>
                </a:lnTo>
                <a:cubicBezTo>
                  <a:pt x="23612" y="114111"/>
                  <a:pt x="25384" y="120208"/>
                  <a:pt x="27942" y="123357"/>
                </a:cubicBezTo>
                <a:cubicBezTo>
                  <a:pt x="32467" y="129851"/>
                  <a:pt x="38766" y="132998"/>
                  <a:pt x="46832" y="132998"/>
                </a:cubicBezTo>
                <a:cubicBezTo>
                  <a:pt x="54704" y="132998"/>
                  <a:pt x="61002" y="130835"/>
                  <a:pt x="65529" y="126113"/>
                </a:cubicBezTo>
                <a:cubicBezTo>
                  <a:pt x="70052" y="121391"/>
                  <a:pt x="72416" y="115292"/>
                  <a:pt x="72416" y="107421"/>
                </a:cubicBezTo>
                <a:cubicBezTo>
                  <a:pt x="72416" y="99552"/>
                  <a:pt x="68480" y="93255"/>
                  <a:pt x="61002" y="88142"/>
                </a:cubicBezTo>
                <a:cubicBezTo>
                  <a:pt x="58247" y="86370"/>
                  <a:pt x="54902" y="84598"/>
                  <a:pt x="51359" y="83027"/>
                </a:cubicBezTo>
                <a:lnTo>
                  <a:pt x="36995" y="77122"/>
                </a:lnTo>
                <a:cubicBezTo>
                  <a:pt x="16529" y="68468"/>
                  <a:pt x="6494" y="55873"/>
                  <a:pt x="6494" y="39345"/>
                </a:cubicBezTo>
                <a:cubicBezTo>
                  <a:pt x="6494" y="28330"/>
                  <a:pt x="10626" y="19085"/>
                  <a:pt x="19284" y="11410"/>
                </a:cubicBezTo>
                <a:cubicBezTo>
                  <a:pt x="27745" y="3934"/>
                  <a:pt x="38371" y="0"/>
                  <a:pt x="51164" y="0"/>
                </a:cubicBezTo>
                <a:cubicBezTo>
                  <a:pt x="68085" y="0"/>
                  <a:pt x="81466" y="8460"/>
                  <a:pt x="91304" y="24985"/>
                </a:cubicBezTo>
                <a:lnTo>
                  <a:pt x="73004" y="35806"/>
                </a:lnTo>
                <a:cubicBezTo>
                  <a:pt x="69465" y="29904"/>
                  <a:pt x="66313" y="26168"/>
                  <a:pt x="63362" y="242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78D5FB58-6EB6-4ABD-A5CE-7769D644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4" y="3611503"/>
            <a:ext cx="89442" cy="97592"/>
          </a:xfrm>
          <a:custGeom xmlns:a="http://schemas.openxmlformats.org/drawingml/2006/main">
            <a:pathLst>
              <a:path w="90519" h="98767">
                <a:moveTo>
                  <a:pt x="45653" y="19478"/>
                </a:moveTo>
                <a:cubicBezTo>
                  <a:pt x="37389" y="19478"/>
                  <a:pt x="31289" y="23019"/>
                  <a:pt x="27155" y="29707"/>
                </a:cubicBezTo>
                <a:cubicBezTo>
                  <a:pt x="25583" y="31872"/>
                  <a:pt x="24598" y="34233"/>
                  <a:pt x="24007" y="36793"/>
                </a:cubicBezTo>
                <a:lnTo>
                  <a:pt x="67496" y="36793"/>
                </a:lnTo>
                <a:cubicBezTo>
                  <a:pt x="64349" y="25380"/>
                  <a:pt x="57067" y="19478"/>
                  <a:pt x="45653" y="19478"/>
                </a:cubicBezTo>
                <a:moveTo>
                  <a:pt x="45850" y="79680"/>
                </a:moveTo>
                <a:cubicBezTo>
                  <a:pt x="51951" y="79680"/>
                  <a:pt x="56869" y="78502"/>
                  <a:pt x="60413" y="75748"/>
                </a:cubicBezTo>
                <a:cubicBezTo>
                  <a:pt x="63757" y="73188"/>
                  <a:pt x="67693" y="68468"/>
                  <a:pt x="72220" y="61581"/>
                </a:cubicBezTo>
                <a:lnTo>
                  <a:pt x="90519" y="71617"/>
                </a:lnTo>
                <a:cubicBezTo>
                  <a:pt x="82254" y="85781"/>
                  <a:pt x="72022" y="94438"/>
                  <a:pt x="59822" y="97191"/>
                </a:cubicBezTo>
                <a:cubicBezTo>
                  <a:pt x="55493" y="98176"/>
                  <a:pt x="50966" y="98767"/>
                  <a:pt x="46243" y="98767"/>
                </a:cubicBezTo>
                <a:cubicBezTo>
                  <a:pt x="32273" y="98767"/>
                  <a:pt x="21056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6" y="22823"/>
                  <a:pt x="12200" y="13575"/>
                </a:cubicBezTo>
                <a:cubicBezTo>
                  <a:pt x="20464" y="4526"/>
                  <a:pt x="31486" y="0"/>
                  <a:pt x="45260" y="0"/>
                </a:cubicBezTo>
                <a:cubicBezTo>
                  <a:pt x="59034" y="196"/>
                  <a:pt x="69857" y="4722"/>
                  <a:pt x="77730" y="13381"/>
                </a:cubicBezTo>
                <a:cubicBezTo>
                  <a:pt x="85601" y="22035"/>
                  <a:pt x="89731" y="34034"/>
                  <a:pt x="89731" y="49383"/>
                </a:cubicBezTo>
                <a:lnTo>
                  <a:pt x="89536" y="54498"/>
                </a:lnTo>
                <a:lnTo>
                  <a:pt x="22631" y="54498"/>
                </a:lnTo>
                <a:cubicBezTo>
                  <a:pt x="23024" y="62369"/>
                  <a:pt x="25583" y="68468"/>
                  <a:pt x="29910" y="72795"/>
                </a:cubicBezTo>
                <a:cubicBezTo>
                  <a:pt x="34241" y="77321"/>
                  <a:pt x="39553" y="79680"/>
                  <a:pt x="45850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8F6B5746-07D8-4A27-AD7A-65B0EA1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381" y="3611503"/>
            <a:ext cx="89439" cy="97592"/>
          </a:xfrm>
          <a:custGeom xmlns:a="http://schemas.openxmlformats.org/drawingml/2006/main">
            <a:pathLst>
              <a:path w="90515" h="98767">
                <a:moveTo>
                  <a:pt x="45652" y="19478"/>
                </a:moveTo>
                <a:cubicBezTo>
                  <a:pt x="37385" y="19478"/>
                  <a:pt x="31285" y="23019"/>
                  <a:pt x="27155" y="29707"/>
                </a:cubicBezTo>
                <a:cubicBezTo>
                  <a:pt x="25580" y="31872"/>
                  <a:pt x="24595" y="34233"/>
                  <a:pt x="24007" y="36793"/>
                </a:cubicBezTo>
                <a:lnTo>
                  <a:pt x="67495" y="36793"/>
                </a:lnTo>
                <a:cubicBezTo>
                  <a:pt x="64345" y="25380"/>
                  <a:pt x="57065" y="19478"/>
                  <a:pt x="45652" y="19478"/>
                </a:cubicBezTo>
                <a:moveTo>
                  <a:pt x="45847" y="79680"/>
                </a:moveTo>
                <a:cubicBezTo>
                  <a:pt x="51947" y="79680"/>
                  <a:pt x="56869" y="78502"/>
                  <a:pt x="60408" y="75748"/>
                </a:cubicBezTo>
                <a:cubicBezTo>
                  <a:pt x="63756" y="73188"/>
                  <a:pt x="67693" y="68468"/>
                  <a:pt x="72216" y="61581"/>
                </a:cubicBezTo>
                <a:lnTo>
                  <a:pt x="90515" y="71617"/>
                </a:lnTo>
                <a:cubicBezTo>
                  <a:pt x="82252" y="85781"/>
                  <a:pt x="72018" y="94438"/>
                  <a:pt x="59820" y="97191"/>
                </a:cubicBezTo>
                <a:cubicBezTo>
                  <a:pt x="55490" y="98176"/>
                  <a:pt x="50963" y="98767"/>
                  <a:pt x="46243" y="98767"/>
                </a:cubicBezTo>
                <a:cubicBezTo>
                  <a:pt x="32271" y="98767"/>
                  <a:pt x="21054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3" y="22823"/>
                  <a:pt x="12197" y="13575"/>
                </a:cubicBezTo>
                <a:cubicBezTo>
                  <a:pt x="20464" y="4526"/>
                  <a:pt x="31483" y="0"/>
                  <a:pt x="45259" y="0"/>
                </a:cubicBezTo>
                <a:cubicBezTo>
                  <a:pt x="59033" y="196"/>
                  <a:pt x="69856" y="4722"/>
                  <a:pt x="77726" y="13381"/>
                </a:cubicBezTo>
                <a:cubicBezTo>
                  <a:pt x="85597" y="22035"/>
                  <a:pt x="89731" y="34034"/>
                  <a:pt x="89731" y="49383"/>
                </a:cubicBezTo>
                <a:lnTo>
                  <a:pt x="89532" y="54498"/>
                </a:lnTo>
                <a:lnTo>
                  <a:pt x="22628" y="54498"/>
                </a:lnTo>
                <a:cubicBezTo>
                  <a:pt x="23022" y="62369"/>
                  <a:pt x="25580" y="68468"/>
                  <a:pt x="29910" y="72795"/>
                </a:cubicBezTo>
                <a:cubicBezTo>
                  <a:pt x="34238" y="77321"/>
                  <a:pt x="39553" y="79680"/>
                  <a:pt x="45847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5A77DCA8-C28B-419B-916A-B71E5866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182" y="3546184"/>
            <a:ext cx="83222" cy="160381"/>
          </a:xfrm>
          <a:custGeom xmlns:a="http://schemas.openxmlformats.org/drawingml/2006/main">
            <a:pathLst>
              <a:path w="84224" h="162312">
                <a:moveTo>
                  <a:pt x="21646" y="0"/>
                </a:moveTo>
                <a:lnTo>
                  <a:pt x="21646" y="98961"/>
                </a:lnTo>
                <a:lnTo>
                  <a:pt x="52148" y="68662"/>
                </a:lnTo>
                <a:lnTo>
                  <a:pt x="81075" y="68662"/>
                </a:lnTo>
                <a:lnTo>
                  <a:pt x="40538" y="108012"/>
                </a:lnTo>
                <a:lnTo>
                  <a:pt x="84224" y="162312"/>
                </a:lnTo>
                <a:lnTo>
                  <a:pt x="56084" y="162312"/>
                </a:lnTo>
                <a:lnTo>
                  <a:pt x="25189" y="122768"/>
                </a:lnTo>
                <a:lnTo>
                  <a:pt x="21646" y="126309"/>
                </a:lnTo>
                <a:lnTo>
                  <a:pt x="21646" y="162312"/>
                </a:lnTo>
                <a:lnTo>
                  <a:pt x="0" y="162312"/>
                </a:lnTo>
                <a:lnTo>
                  <a:pt x="0" y="0"/>
                </a:lnTo>
                <a:lnTo>
                  <a:pt x="2164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BBB4F19C-C29F-4E2D-B854-9D68E8AF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359" y="3815655"/>
            <a:ext cx="130079" cy="157466"/>
          </a:xfrm>
          <a:custGeom xmlns:a="http://schemas.openxmlformats.org/drawingml/2006/main">
            <a:pathLst>
              <a:path w="131645" h="159362">
                <a:moveTo>
                  <a:pt x="24403" y="0"/>
                </a:moveTo>
                <a:lnTo>
                  <a:pt x="65529" y="102898"/>
                </a:lnTo>
                <a:lnTo>
                  <a:pt x="107050" y="0"/>
                </a:lnTo>
                <a:lnTo>
                  <a:pt x="131645" y="0"/>
                </a:lnTo>
                <a:lnTo>
                  <a:pt x="64938" y="159362"/>
                </a:lnTo>
                <a:lnTo>
                  <a:pt x="0" y="0"/>
                </a:lnTo>
                <a:lnTo>
                  <a:pt x="2440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803B7DA8-F2C7-4319-B752-EB23B37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5" y="3804766"/>
            <a:ext cx="109663" cy="157469"/>
          </a:xfrm>
          <a:custGeom xmlns:a="http://schemas.openxmlformats.org/drawingml/2006/main">
            <a:pathLst>
              <a:path w="110983" h="159364">
                <a:moveTo>
                  <a:pt x="72807" y="118048"/>
                </a:moveTo>
                <a:lnTo>
                  <a:pt x="72807" y="68272"/>
                </a:lnTo>
                <a:lnTo>
                  <a:pt x="38765" y="118048"/>
                </a:lnTo>
                <a:lnTo>
                  <a:pt x="72807" y="118048"/>
                </a:lnTo>
                <a:moveTo>
                  <a:pt x="95240" y="118048"/>
                </a:moveTo>
                <a:lnTo>
                  <a:pt x="110983" y="118048"/>
                </a:lnTo>
                <a:lnTo>
                  <a:pt x="110983" y="138311"/>
                </a:lnTo>
                <a:lnTo>
                  <a:pt x="95240" y="138311"/>
                </a:lnTo>
                <a:lnTo>
                  <a:pt x="95240" y="159364"/>
                </a:lnTo>
                <a:lnTo>
                  <a:pt x="72807" y="159364"/>
                </a:lnTo>
                <a:lnTo>
                  <a:pt x="72807" y="138311"/>
                </a:lnTo>
                <a:lnTo>
                  <a:pt x="0" y="138311"/>
                </a:lnTo>
                <a:lnTo>
                  <a:pt x="95240" y="0"/>
                </a:lnTo>
                <a:lnTo>
                  <a:pt x="95240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7A8194D1-4803-4941-9C6D-EDB982A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995" y="3905858"/>
            <a:ext cx="42388" cy="18661"/>
          </a:xfrm>
          <a:custGeom xmlns:a="http://schemas.openxmlformats.org/drawingml/2006/main">
            <a:pathLst>
              <a:path w="42898" h="18886">
                <a:moveTo>
                  <a:pt x="0" y="0"/>
                </a:moveTo>
                <a:lnTo>
                  <a:pt x="42898" y="0"/>
                </a:lnTo>
                <a:lnTo>
                  <a:pt x="42898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F0B209BB-4F5B-47F4-94F2-5AA3100F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0" y="3815655"/>
            <a:ext cx="82248" cy="146580"/>
          </a:xfrm>
          <a:custGeom xmlns:a="http://schemas.openxmlformats.org/drawingml/2006/main">
            <a:pathLst>
              <a:path w="83238" h="148344">
                <a:moveTo>
                  <a:pt x="22432" y="67288"/>
                </a:moveTo>
                <a:lnTo>
                  <a:pt x="30895" y="67288"/>
                </a:lnTo>
                <a:cubicBezTo>
                  <a:pt x="51359" y="67288"/>
                  <a:pt x="61594" y="59414"/>
                  <a:pt x="61594" y="43677"/>
                </a:cubicBezTo>
                <a:cubicBezTo>
                  <a:pt x="61594" y="28330"/>
                  <a:pt x="50966" y="20658"/>
                  <a:pt x="29912" y="20658"/>
                </a:cubicBezTo>
                <a:lnTo>
                  <a:pt x="22432" y="20658"/>
                </a:lnTo>
                <a:lnTo>
                  <a:pt x="22432" y="67288"/>
                </a:lnTo>
                <a:moveTo>
                  <a:pt x="22432" y="88140"/>
                </a:moveTo>
                <a:lnTo>
                  <a:pt x="22432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5" y="0"/>
                </a:lnTo>
                <a:cubicBezTo>
                  <a:pt x="37585" y="0"/>
                  <a:pt x="47031" y="984"/>
                  <a:pt x="53526" y="2555"/>
                </a:cubicBezTo>
                <a:cubicBezTo>
                  <a:pt x="59822" y="4327"/>
                  <a:pt x="65529" y="7672"/>
                  <a:pt x="70448" y="12394"/>
                </a:cubicBezTo>
                <a:cubicBezTo>
                  <a:pt x="78910" y="20854"/>
                  <a:pt x="83238" y="31673"/>
                  <a:pt x="83238" y="44661"/>
                </a:cubicBezTo>
                <a:cubicBezTo>
                  <a:pt x="83238" y="57844"/>
                  <a:pt x="78715" y="68466"/>
                  <a:pt x="69661" y="76334"/>
                </a:cubicBezTo>
                <a:cubicBezTo>
                  <a:pt x="60609" y="84205"/>
                  <a:pt x="48211" y="88140"/>
                  <a:pt x="32862" y="88140"/>
                </a:cubicBezTo>
                <a:lnTo>
                  <a:pt x="22432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E065841F-D19B-4FF2-AEFB-648AD3D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796" y="3867172"/>
            <a:ext cx="60471" cy="95063"/>
          </a:xfrm>
          <a:custGeom xmlns:a="http://schemas.openxmlformats.org/drawingml/2006/main">
            <a:pathLst>
              <a:path w="61198" h="96207">
                <a:moveTo>
                  <a:pt x="0" y="2555"/>
                </a:moveTo>
                <a:lnTo>
                  <a:pt x="21646" y="2555"/>
                </a:lnTo>
                <a:lnTo>
                  <a:pt x="21646" y="11017"/>
                </a:lnTo>
                <a:cubicBezTo>
                  <a:pt x="25581" y="6884"/>
                  <a:pt x="29124" y="4131"/>
                  <a:pt x="32272" y="2555"/>
                </a:cubicBezTo>
                <a:cubicBezTo>
                  <a:pt x="35420" y="984"/>
                  <a:pt x="39357" y="194"/>
                  <a:pt x="44472" y="0"/>
                </a:cubicBezTo>
                <a:cubicBezTo>
                  <a:pt x="49393" y="0"/>
                  <a:pt x="54903" y="1966"/>
                  <a:pt x="61198" y="5706"/>
                </a:cubicBezTo>
                <a:lnTo>
                  <a:pt x="51360" y="25378"/>
                </a:lnTo>
                <a:cubicBezTo>
                  <a:pt x="47228" y="22624"/>
                  <a:pt x="43293" y="21051"/>
                  <a:pt x="39357" y="21051"/>
                </a:cubicBezTo>
                <a:cubicBezTo>
                  <a:pt x="27547" y="21051"/>
                  <a:pt x="21646" y="29904"/>
                  <a:pt x="21646" y="47611"/>
                </a:cubicBezTo>
                <a:lnTo>
                  <a:pt x="21646" y="96207"/>
                </a:lnTo>
                <a:lnTo>
                  <a:pt x="0" y="96207"/>
                </a:lnTo>
                <a:lnTo>
                  <a:pt x="0" y="25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2519355C-84A4-4B15-8CDE-DE2DF5C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238" y="3867172"/>
            <a:ext cx="98584" cy="97590"/>
          </a:xfrm>
          <a:custGeom xmlns:a="http://schemas.openxmlformats.org/drawingml/2006/main">
            <a:pathLst>
              <a:path w="99771" h="98765">
                <a:moveTo>
                  <a:pt x="29714" y="27741"/>
                </a:moveTo>
                <a:cubicBezTo>
                  <a:pt x="24598" y="33249"/>
                  <a:pt x="22039" y="40528"/>
                  <a:pt x="22039" y="49580"/>
                </a:cubicBezTo>
                <a:cubicBezTo>
                  <a:pt x="22039" y="58629"/>
                  <a:pt x="24403" y="65911"/>
                  <a:pt x="29518" y="71418"/>
                </a:cubicBezTo>
                <a:cubicBezTo>
                  <a:pt x="34634" y="76926"/>
                  <a:pt x="41325" y="79680"/>
                  <a:pt x="49983" y="79680"/>
                </a:cubicBezTo>
                <a:cubicBezTo>
                  <a:pt x="58248" y="79680"/>
                  <a:pt x="64939" y="77122"/>
                  <a:pt x="70056" y="71615"/>
                </a:cubicBezTo>
                <a:cubicBezTo>
                  <a:pt x="75170" y="66105"/>
                  <a:pt x="77730" y="58828"/>
                  <a:pt x="77730" y="49580"/>
                </a:cubicBezTo>
                <a:cubicBezTo>
                  <a:pt x="77730" y="40528"/>
                  <a:pt x="75170" y="33249"/>
                  <a:pt x="70056" y="27741"/>
                </a:cubicBezTo>
                <a:cubicBezTo>
                  <a:pt x="64939" y="22229"/>
                  <a:pt x="58053" y="19478"/>
                  <a:pt x="49787" y="19478"/>
                </a:cubicBezTo>
                <a:cubicBezTo>
                  <a:pt x="41520" y="19478"/>
                  <a:pt x="34829" y="22229"/>
                  <a:pt x="29714" y="27741"/>
                </a:cubicBezTo>
                <a:moveTo>
                  <a:pt x="85208" y="84797"/>
                </a:moveTo>
                <a:cubicBezTo>
                  <a:pt x="75367" y="94239"/>
                  <a:pt x="63561" y="98765"/>
                  <a:pt x="49394" y="98765"/>
                </a:cubicBezTo>
                <a:cubicBezTo>
                  <a:pt x="35224" y="98765"/>
                  <a:pt x="23615" y="94045"/>
                  <a:pt x="14170" y="84601"/>
                </a:cubicBezTo>
                <a:cubicBezTo>
                  <a:pt x="4722" y="75154"/>
                  <a:pt x="0" y="63351"/>
                  <a:pt x="0" y="49383"/>
                </a:cubicBezTo>
                <a:cubicBezTo>
                  <a:pt x="0" y="35411"/>
                  <a:pt x="4722" y="23608"/>
                  <a:pt x="14365" y="14166"/>
                </a:cubicBezTo>
                <a:cubicBezTo>
                  <a:pt x="24008" y="4722"/>
                  <a:pt x="35816" y="0"/>
                  <a:pt x="49787" y="0"/>
                </a:cubicBezTo>
                <a:cubicBezTo>
                  <a:pt x="63757" y="0"/>
                  <a:pt x="75566" y="4918"/>
                  <a:pt x="85208" y="14363"/>
                </a:cubicBezTo>
                <a:cubicBezTo>
                  <a:pt x="94851" y="24001"/>
                  <a:pt x="99771" y="35809"/>
                  <a:pt x="99771" y="49776"/>
                </a:cubicBezTo>
                <a:cubicBezTo>
                  <a:pt x="99771" y="63744"/>
                  <a:pt x="94851" y="75353"/>
                  <a:pt x="85208" y="847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B0F34A4D-BF64-4628-AA80-3D1A37CF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105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D32FE83B-EF02-4449-A0F0-F3B6C93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293" y="3557265"/>
            <a:ext cx="156331" cy="151830"/>
          </a:xfrm>
          <a:custGeom xmlns:a="http://schemas.openxmlformats.org/drawingml/2006/main">
            <a:pathLst>
              <a:path w="158213" h="153658">
                <a:moveTo>
                  <a:pt x="118268" y="113915"/>
                </a:moveTo>
                <a:cubicBezTo>
                  <a:pt x="127713" y="104076"/>
                  <a:pt x="132434" y="91485"/>
                  <a:pt x="132434" y="76138"/>
                </a:cubicBezTo>
                <a:cubicBezTo>
                  <a:pt x="132434" y="60990"/>
                  <a:pt x="127123" y="48004"/>
                  <a:pt x="116693" y="37185"/>
                </a:cubicBezTo>
                <a:cubicBezTo>
                  <a:pt x="105870" y="26558"/>
                  <a:pt x="92684" y="21051"/>
                  <a:pt x="76943" y="21051"/>
                </a:cubicBezTo>
                <a:cubicBezTo>
                  <a:pt x="61201" y="21051"/>
                  <a:pt x="48213" y="26558"/>
                  <a:pt x="37981" y="37185"/>
                </a:cubicBezTo>
                <a:cubicBezTo>
                  <a:pt x="27746" y="48004"/>
                  <a:pt x="22435" y="61383"/>
                  <a:pt x="22435" y="77515"/>
                </a:cubicBezTo>
                <a:cubicBezTo>
                  <a:pt x="22435" y="93650"/>
                  <a:pt x="27746" y="107028"/>
                  <a:pt x="38768" y="117260"/>
                </a:cubicBezTo>
                <a:cubicBezTo>
                  <a:pt x="49592" y="127686"/>
                  <a:pt x="62185" y="132801"/>
                  <a:pt x="76350" y="132801"/>
                </a:cubicBezTo>
                <a:cubicBezTo>
                  <a:pt x="85993" y="132801"/>
                  <a:pt x="94851" y="130639"/>
                  <a:pt x="102722" y="126309"/>
                </a:cubicBezTo>
                <a:lnTo>
                  <a:pt x="67693" y="92469"/>
                </a:lnTo>
                <a:lnTo>
                  <a:pt x="96619" y="92469"/>
                </a:lnTo>
                <a:lnTo>
                  <a:pt x="118268" y="113915"/>
                </a:lnTo>
                <a:moveTo>
                  <a:pt x="77139" y="153658"/>
                </a:moveTo>
                <a:cubicBezTo>
                  <a:pt x="57463" y="153658"/>
                  <a:pt x="39949" y="147166"/>
                  <a:pt x="24796" y="133785"/>
                </a:cubicBezTo>
                <a:cubicBezTo>
                  <a:pt x="8266" y="119226"/>
                  <a:pt x="0" y="100537"/>
                  <a:pt x="0" y="77910"/>
                </a:cubicBezTo>
                <a:cubicBezTo>
                  <a:pt x="0" y="55480"/>
                  <a:pt x="7675" y="36790"/>
                  <a:pt x="23223" y="22035"/>
                </a:cubicBezTo>
                <a:cubicBezTo>
                  <a:pt x="38570" y="7280"/>
                  <a:pt x="56282" y="0"/>
                  <a:pt x="75959" y="0"/>
                </a:cubicBezTo>
                <a:cubicBezTo>
                  <a:pt x="95636" y="0"/>
                  <a:pt x="113150" y="6492"/>
                  <a:pt x="128106" y="19082"/>
                </a:cubicBezTo>
                <a:cubicBezTo>
                  <a:pt x="146012" y="34429"/>
                  <a:pt x="155065" y="54300"/>
                  <a:pt x="155065" y="78698"/>
                </a:cubicBezTo>
                <a:cubicBezTo>
                  <a:pt x="155065" y="97977"/>
                  <a:pt x="147982" y="114897"/>
                  <a:pt x="133813" y="129851"/>
                </a:cubicBezTo>
                <a:lnTo>
                  <a:pt x="158213" y="153658"/>
                </a:lnTo>
                <a:lnTo>
                  <a:pt x="130074" y="153658"/>
                </a:lnTo>
                <a:lnTo>
                  <a:pt x="118463" y="141850"/>
                </a:lnTo>
                <a:cubicBezTo>
                  <a:pt x="106065" y="149721"/>
                  <a:pt x="92291" y="153658"/>
                  <a:pt x="77139" y="1536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A4BACE17-B9FA-45A7-AB67-08A34760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792" y="3605670"/>
            <a:ext cx="148551" cy="107700"/>
          </a:xfrm>
          <a:custGeom xmlns:a="http://schemas.openxmlformats.org/drawingml/2006/main">
            <a:pathLst>
              <a:path w="150339" h="108997">
                <a:moveTo>
                  <a:pt x="24400" y="8460"/>
                </a:moveTo>
                <a:lnTo>
                  <a:pt x="48800" y="61977"/>
                </a:lnTo>
                <a:lnTo>
                  <a:pt x="75367" y="0"/>
                </a:lnTo>
                <a:lnTo>
                  <a:pt x="101930" y="61977"/>
                </a:lnTo>
                <a:lnTo>
                  <a:pt x="126135" y="8460"/>
                </a:lnTo>
                <a:lnTo>
                  <a:pt x="150339" y="8460"/>
                </a:lnTo>
                <a:lnTo>
                  <a:pt x="101340" y="108997"/>
                </a:lnTo>
                <a:lnTo>
                  <a:pt x="75367" y="48792"/>
                </a:lnTo>
                <a:lnTo>
                  <a:pt x="48997" y="108997"/>
                </a:lnTo>
                <a:lnTo>
                  <a:pt x="0" y="8460"/>
                </a:lnTo>
                <a:lnTo>
                  <a:pt x="24400" y="84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A0CCED89-DDA2-4238-A308-C077FAD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56" y="3611503"/>
            <a:ext cx="89441" cy="97592"/>
          </a:xfrm>
          <a:custGeom xmlns:a="http://schemas.openxmlformats.org/drawingml/2006/main">
            <a:pathLst>
              <a:path w="90518" h="98767">
                <a:moveTo>
                  <a:pt x="45652" y="19478"/>
                </a:moveTo>
                <a:cubicBezTo>
                  <a:pt x="37387" y="19478"/>
                  <a:pt x="31288" y="23019"/>
                  <a:pt x="27155" y="29707"/>
                </a:cubicBezTo>
                <a:cubicBezTo>
                  <a:pt x="25580" y="31872"/>
                  <a:pt x="24596" y="34233"/>
                  <a:pt x="24007" y="36793"/>
                </a:cubicBezTo>
                <a:lnTo>
                  <a:pt x="67494" y="36793"/>
                </a:lnTo>
                <a:cubicBezTo>
                  <a:pt x="64346" y="25380"/>
                  <a:pt x="57067" y="19478"/>
                  <a:pt x="45652" y="19478"/>
                </a:cubicBezTo>
                <a:moveTo>
                  <a:pt x="45849" y="79680"/>
                </a:moveTo>
                <a:cubicBezTo>
                  <a:pt x="51948" y="79680"/>
                  <a:pt x="56868" y="78502"/>
                  <a:pt x="60411" y="75748"/>
                </a:cubicBezTo>
                <a:cubicBezTo>
                  <a:pt x="63757" y="73188"/>
                  <a:pt x="67693" y="68468"/>
                  <a:pt x="72216" y="61581"/>
                </a:cubicBezTo>
                <a:lnTo>
                  <a:pt x="90518" y="71617"/>
                </a:lnTo>
                <a:cubicBezTo>
                  <a:pt x="82254" y="85781"/>
                  <a:pt x="72021" y="94438"/>
                  <a:pt x="59822" y="97191"/>
                </a:cubicBezTo>
                <a:cubicBezTo>
                  <a:pt x="55490" y="98176"/>
                  <a:pt x="50964" y="98767"/>
                  <a:pt x="46243" y="98767"/>
                </a:cubicBezTo>
                <a:cubicBezTo>
                  <a:pt x="32271" y="98767"/>
                  <a:pt x="21053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4" y="4526"/>
                  <a:pt x="31483" y="0"/>
                  <a:pt x="45256" y="0"/>
                </a:cubicBezTo>
                <a:cubicBezTo>
                  <a:pt x="59033" y="196"/>
                  <a:pt x="69856" y="4722"/>
                  <a:pt x="77727" y="13381"/>
                </a:cubicBezTo>
                <a:cubicBezTo>
                  <a:pt x="85598" y="22035"/>
                  <a:pt x="89730" y="34034"/>
                  <a:pt x="89730" y="49383"/>
                </a:cubicBezTo>
                <a:lnTo>
                  <a:pt x="89532" y="54498"/>
                </a:lnTo>
                <a:lnTo>
                  <a:pt x="22628" y="54498"/>
                </a:lnTo>
                <a:cubicBezTo>
                  <a:pt x="23020" y="62369"/>
                  <a:pt x="25580" y="68468"/>
                  <a:pt x="29910" y="72795"/>
                </a:cubicBezTo>
                <a:cubicBezTo>
                  <a:pt x="34238" y="77321"/>
                  <a:pt x="39553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5A4424AA-177D-40A8-941C-20FEA0C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259" y="3611503"/>
            <a:ext cx="79719" cy="95063"/>
          </a:xfrm>
          <a:custGeom xmlns:a="http://schemas.openxmlformats.org/drawingml/2006/main">
            <a:pathLst>
              <a:path w="80678" h="96207">
                <a:moveTo>
                  <a:pt x="0" y="2557"/>
                </a:moveTo>
                <a:lnTo>
                  <a:pt x="21840" y="2557"/>
                </a:lnTo>
                <a:lnTo>
                  <a:pt x="21840" y="11214"/>
                </a:lnTo>
                <a:cubicBezTo>
                  <a:pt x="29319" y="3738"/>
                  <a:pt x="38173" y="0"/>
                  <a:pt x="48408" y="0"/>
                </a:cubicBezTo>
                <a:cubicBezTo>
                  <a:pt x="58637" y="0"/>
                  <a:pt x="66508" y="3345"/>
                  <a:pt x="72216" y="9641"/>
                </a:cubicBezTo>
                <a:cubicBezTo>
                  <a:pt x="77726" y="15936"/>
                  <a:pt x="80678" y="25773"/>
                  <a:pt x="80678" y="38759"/>
                </a:cubicBezTo>
                <a:lnTo>
                  <a:pt x="80678" y="96207"/>
                </a:lnTo>
                <a:lnTo>
                  <a:pt x="59034" y="96207"/>
                </a:lnTo>
                <a:lnTo>
                  <a:pt x="59034" y="43876"/>
                </a:lnTo>
                <a:cubicBezTo>
                  <a:pt x="59034" y="34824"/>
                  <a:pt x="57654" y="28333"/>
                  <a:pt x="55098" y="24791"/>
                </a:cubicBezTo>
                <a:cubicBezTo>
                  <a:pt x="52540" y="21247"/>
                  <a:pt x="47816" y="19478"/>
                  <a:pt x="40928" y="19478"/>
                </a:cubicBezTo>
                <a:cubicBezTo>
                  <a:pt x="34043" y="19478"/>
                  <a:pt x="29123" y="21841"/>
                  <a:pt x="26172" y="26561"/>
                </a:cubicBezTo>
                <a:cubicBezTo>
                  <a:pt x="23219" y="31283"/>
                  <a:pt x="21840" y="39547"/>
                  <a:pt x="21840" y="51153"/>
                </a:cubicBezTo>
                <a:lnTo>
                  <a:pt x="21840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F751D777-50E2-4ACD-8FF4-769ED56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159" y="3813126"/>
            <a:ext cx="93526" cy="151248"/>
          </a:xfrm>
          <a:custGeom xmlns:a="http://schemas.openxmlformats.org/drawingml/2006/main">
            <a:pathLst>
              <a:path w="94652" h="153069">
                <a:moveTo>
                  <a:pt x="42701" y="82041"/>
                </a:moveTo>
                <a:lnTo>
                  <a:pt x="42701" y="62958"/>
                </a:lnTo>
                <a:cubicBezTo>
                  <a:pt x="52147" y="62958"/>
                  <a:pt x="58442" y="61974"/>
                  <a:pt x="61790" y="59812"/>
                </a:cubicBezTo>
                <a:cubicBezTo>
                  <a:pt x="67496" y="56270"/>
                  <a:pt x="70448" y="50760"/>
                  <a:pt x="70448" y="43284"/>
                </a:cubicBezTo>
                <a:cubicBezTo>
                  <a:pt x="70448" y="36005"/>
                  <a:pt x="68283" y="30301"/>
                  <a:pt x="64149" y="26364"/>
                </a:cubicBezTo>
                <a:cubicBezTo>
                  <a:pt x="59820" y="22430"/>
                  <a:pt x="54507" y="20462"/>
                  <a:pt x="48211" y="20265"/>
                </a:cubicBezTo>
                <a:cubicBezTo>
                  <a:pt x="41716" y="20265"/>
                  <a:pt x="36796" y="21839"/>
                  <a:pt x="33454" y="24789"/>
                </a:cubicBezTo>
                <a:cubicBezTo>
                  <a:pt x="30304" y="27938"/>
                  <a:pt x="27747" y="33249"/>
                  <a:pt x="26170" y="40332"/>
                </a:cubicBezTo>
                <a:lnTo>
                  <a:pt x="3936" y="40332"/>
                </a:lnTo>
                <a:cubicBezTo>
                  <a:pt x="6294" y="26561"/>
                  <a:pt x="11017" y="16331"/>
                  <a:pt x="18104" y="9643"/>
                </a:cubicBezTo>
                <a:cubicBezTo>
                  <a:pt x="25187" y="3149"/>
                  <a:pt x="35421" y="0"/>
                  <a:pt x="48407" y="0"/>
                </a:cubicBezTo>
                <a:cubicBezTo>
                  <a:pt x="61197" y="0"/>
                  <a:pt x="71628" y="3738"/>
                  <a:pt x="79893" y="11410"/>
                </a:cubicBezTo>
                <a:cubicBezTo>
                  <a:pt x="88157" y="19281"/>
                  <a:pt x="92289" y="29513"/>
                  <a:pt x="92289" y="42300"/>
                </a:cubicBezTo>
                <a:cubicBezTo>
                  <a:pt x="92289" y="55087"/>
                  <a:pt x="86780" y="65319"/>
                  <a:pt x="76154" y="72795"/>
                </a:cubicBezTo>
                <a:cubicBezTo>
                  <a:pt x="88353" y="80075"/>
                  <a:pt x="94652" y="91883"/>
                  <a:pt x="94652" y="108012"/>
                </a:cubicBezTo>
                <a:cubicBezTo>
                  <a:pt x="94652" y="121391"/>
                  <a:pt x="90125" y="132215"/>
                  <a:pt x="81074" y="140478"/>
                </a:cubicBezTo>
                <a:cubicBezTo>
                  <a:pt x="72020" y="148936"/>
                  <a:pt x="60609" y="153069"/>
                  <a:pt x="46637" y="153069"/>
                </a:cubicBezTo>
                <a:cubicBezTo>
                  <a:pt x="28730" y="153069"/>
                  <a:pt x="15544" y="146577"/>
                  <a:pt x="6887" y="133591"/>
                </a:cubicBezTo>
                <a:cubicBezTo>
                  <a:pt x="3344" y="128081"/>
                  <a:pt x="983" y="120608"/>
                  <a:pt x="0" y="110769"/>
                </a:cubicBezTo>
                <a:lnTo>
                  <a:pt x="21645" y="110769"/>
                </a:lnTo>
                <a:cubicBezTo>
                  <a:pt x="22826" y="118048"/>
                  <a:pt x="25580" y="123556"/>
                  <a:pt x="30106" y="127294"/>
                </a:cubicBezTo>
                <a:cubicBezTo>
                  <a:pt x="34438" y="131230"/>
                  <a:pt x="40340" y="133000"/>
                  <a:pt x="47620" y="133000"/>
                </a:cubicBezTo>
                <a:cubicBezTo>
                  <a:pt x="54707" y="133000"/>
                  <a:pt x="60805" y="130639"/>
                  <a:pt x="65528" y="125720"/>
                </a:cubicBezTo>
                <a:cubicBezTo>
                  <a:pt x="70251" y="120802"/>
                  <a:pt x="72611" y="114507"/>
                  <a:pt x="72611" y="107028"/>
                </a:cubicBezTo>
                <a:cubicBezTo>
                  <a:pt x="72611" y="97191"/>
                  <a:pt x="69068" y="89914"/>
                  <a:pt x="61985" y="85585"/>
                </a:cubicBezTo>
                <a:cubicBezTo>
                  <a:pt x="57657" y="83224"/>
                  <a:pt x="51359" y="82041"/>
                  <a:pt x="42701" y="820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6944AF88-1FCE-41CB-8DDC-8F516D07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683" y="3938517"/>
            <a:ext cx="26445" cy="26245"/>
          </a:xfrm>
          <a:custGeom xmlns:a="http://schemas.openxmlformats.org/drawingml/2006/main">
            <a:pathLst>
              <a:path w="26763" h="26561">
                <a:moveTo>
                  <a:pt x="3938" y="22823"/>
                </a:moveTo>
                <a:cubicBezTo>
                  <a:pt x="1183" y="20462"/>
                  <a:pt x="0" y="17313"/>
                  <a:pt x="0" y="13577"/>
                </a:cubicBezTo>
                <a:cubicBezTo>
                  <a:pt x="0" y="9837"/>
                  <a:pt x="1183" y="6690"/>
                  <a:pt x="3938" y="3934"/>
                </a:cubicBezTo>
                <a:cubicBezTo>
                  <a:pt x="6495" y="1377"/>
                  <a:pt x="9642" y="0"/>
                  <a:pt x="13381" y="0"/>
                </a:cubicBezTo>
                <a:cubicBezTo>
                  <a:pt x="16924" y="0"/>
                  <a:pt x="20073" y="1377"/>
                  <a:pt x="22828" y="3934"/>
                </a:cubicBezTo>
                <a:cubicBezTo>
                  <a:pt x="25386" y="6690"/>
                  <a:pt x="26763" y="9837"/>
                  <a:pt x="26763" y="13379"/>
                </a:cubicBezTo>
                <a:cubicBezTo>
                  <a:pt x="26763" y="17313"/>
                  <a:pt x="25386" y="20462"/>
                  <a:pt x="22828" y="22823"/>
                </a:cubicBezTo>
                <a:cubicBezTo>
                  <a:pt x="20269" y="25184"/>
                  <a:pt x="17121" y="26561"/>
                  <a:pt x="13381" y="26561"/>
                </a:cubicBezTo>
                <a:cubicBezTo>
                  <a:pt x="9642" y="26561"/>
                  <a:pt x="6495" y="25184"/>
                  <a:pt x="3938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79652836-F2CF-4495-9E94-88D0EB8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739" y="3810599"/>
            <a:ext cx="98580" cy="153775"/>
          </a:xfrm>
          <a:custGeom xmlns:a="http://schemas.openxmlformats.org/drawingml/2006/main">
            <a:pathLst>
              <a:path w="99767" h="155626">
                <a:moveTo>
                  <a:pt x="49983" y="135557"/>
                </a:moveTo>
                <a:cubicBezTo>
                  <a:pt x="57657" y="135557"/>
                  <a:pt x="64150" y="132804"/>
                  <a:pt x="69660" y="127296"/>
                </a:cubicBezTo>
                <a:cubicBezTo>
                  <a:pt x="75171" y="121784"/>
                  <a:pt x="77926" y="115292"/>
                  <a:pt x="77926" y="107622"/>
                </a:cubicBezTo>
                <a:cubicBezTo>
                  <a:pt x="77926" y="99948"/>
                  <a:pt x="75171" y="93257"/>
                  <a:pt x="69660" y="87747"/>
                </a:cubicBezTo>
                <a:cubicBezTo>
                  <a:pt x="64150" y="82240"/>
                  <a:pt x="57459" y="79682"/>
                  <a:pt x="49983" y="79682"/>
                </a:cubicBezTo>
                <a:cubicBezTo>
                  <a:pt x="42112" y="79682"/>
                  <a:pt x="35422" y="82436"/>
                  <a:pt x="29910" y="87946"/>
                </a:cubicBezTo>
                <a:cubicBezTo>
                  <a:pt x="24400" y="93456"/>
                  <a:pt x="21843" y="99948"/>
                  <a:pt x="21843" y="107622"/>
                </a:cubicBezTo>
                <a:cubicBezTo>
                  <a:pt x="21843" y="115488"/>
                  <a:pt x="24400" y="121982"/>
                  <a:pt x="29910" y="127492"/>
                </a:cubicBezTo>
                <a:cubicBezTo>
                  <a:pt x="35422" y="133000"/>
                  <a:pt x="42112" y="135557"/>
                  <a:pt x="49983" y="135557"/>
                </a:cubicBezTo>
                <a:moveTo>
                  <a:pt x="55490" y="59613"/>
                </a:moveTo>
                <a:cubicBezTo>
                  <a:pt x="67495" y="59613"/>
                  <a:pt x="77926" y="64338"/>
                  <a:pt x="86584" y="73387"/>
                </a:cubicBezTo>
                <a:cubicBezTo>
                  <a:pt x="95244" y="82632"/>
                  <a:pt x="99767" y="93849"/>
                  <a:pt x="99767" y="107031"/>
                </a:cubicBezTo>
                <a:cubicBezTo>
                  <a:pt x="99767" y="120213"/>
                  <a:pt x="95045" y="131623"/>
                  <a:pt x="85204" y="141264"/>
                </a:cubicBezTo>
                <a:cubicBezTo>
                  <a:pt x="75366" y="151101"/>
                  <a:pt x="63757" y="155626"/>
                  <a:pt x="50376" y="155626"/>
                </a:cubicBezTo>
                <a:cubicBezTo>
                  <a:pt x="36798" y="155626"/>
                  <a:pt x="24991" y="150902"/>
                  <a:pt x="14954" y="141460"/>
                </a:cubicBezTo>
                <a:cubicBezTo>
                  <a:pt x="4918" y="132016"/>
                  <a:pt x="0" y="121197"/>
                  <a:pt x="0" y="108800"/>
                </a:cubicBezTo>
                <a:cubicBezTo>
                  <a:pt x="0" y="96406"/>
                  <a:pt x="4722" y="83616"/>
                  <a:pt x="14561" y="70437"/>
                </a:cubicBezTo>
                <a:lnTo>
                  <a:pt x="66512" y="0"/>
                </a:lnTo>
                <a:lnTo>
                  <a:pt x="82846" y="12200"/>
                </a:lnTo>
                <a:lnTo>
                  <a:pt x="47424" y="60401"/>
                </a:lnTo>
                <a:cubicBezTo>
                  <a:pt x="51163" y="60008"/>
                  <a:pt x="53919" y="59613"/>
                  <a:pt x="55490" y="596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B570E338-8E73-4213-80F0-1976C417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013" y="3905858"/>
            <a:ext cx="42389" cy="18661"/>
          </a:xfrm>
          <a:custGeom xmlns:a="http://schemas.openxmlformats.org/drawingml/2006/main">
            <a:pathLst>
              <a:path w="42899" h="18886">
                <a:moveTo>
                  <a:pt x="0" y="0"/>
                </a:moveTo>
                <a:lnTo>
                  <a:pt x="42899" y="0"/>
                </a:lnTo>
                <a:lnTo>
                  <a:pt x="42899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B76BBF8A-011D-41A8-A597-00E0A61C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901" y="3815655"/>
            <a:ext cx="82248" cy="146580"/>
          </a:xfrm>
          <a:custGeom xmlns:a="http://schemas.openxmlformats.org/drawingml/2006/main">
            <a:pathLst>
              <a:path w="83238" h="148344">
                <a:moveTo>
                  <a:pt x="22434" y="67288"/>
                </a:moveTo>
                <a:lnTo>
                  <a:pt x="30895" y="67288"/>
                </a:lnTo>
                <a:cubicBezTo>
                  <a:pt x="51360" y="67288"/>
                  <a:pt x="61594" y="59414"/>
                  <a:pt x="61594" y="43677"/>
                </a:cubicBezTo>
                <a:cubicBezTo>
                  <a:pt x="61594" y="28330"/>
                  <a:pt x="50968" y="20658"/>
                  <a:pt x="29911" y="20658"/>
                </a:cubicBezTo>
                <a:lnTo>
                  <a:pt x="22434" y="20658"/>
                </a:lnTo>
                <a:lnTo>
                  <a:pt x="22434" y="67288"/>
                </a:lnTo>
                <a:moveTo>
                  <a:pt x="22434" y="88140"/>
                </a:moveTo>
                <a:lnTo>
                  <a:pt x="22434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7" y="0"/>
                  <a:pt x="47032" y="984"/>
                  <a:pt x="53524" y="2555"/>
                </a:cubicBezTo>
                <a:cubicBezTo>
                  <a:pt x="59822" y="4327"/>
                  <a:pt x="65529" y="7672"/>
                  <a:pt x="70449" y="12394"/>
                </a:cubicBezTo>
                <a:cubicBezTo>
                  <a:pt x="78910" y="20854"/>
                  <a:pt x="83238" y="31673"/>
                  <a:pt x="83238" y="44661"/>
                </a:cubicBezTo>
                <a:cubicBezTo>
                  <a:pt x="83238" y="57844"/>
                  <a:pt x="78711" y="68466"/>
                  <a:pt x="69660" y="76334"/>
                </a:cubicBezTo>
                <a:cubicBezTo>
                  <a:pt x="60611" y="84205"/>
                  <a:pt x="48213" y="88140"/>
                  <a:pt x="32862" y="88140"/>
                </a:cubicBezTo>
                <a:lnTo>
                  <a:pt x="22434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6CCAC2E0-DABF-4813-AD62-6ADA5C8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816" y="3801851"/>
            <a:ext cx="21390" cy="160384"/>
          </a:xfrm>
          <a:custGeom xmlns:a="http://schemas.openxmlformats.org/drawingml/2006/main">
            <a:pathLst>
              <a:path w="21647" h="162314">
                <a:moveTo>
                  <a:pt x="0" y="0"/>
                </a:moveTo>
                <a:lnTo>
                  <a:pt x="21647" y="0"/>
                </a:lnTo>
                <a:lnTo>
                  <a:pt x="21647" y="162314"/>
                </a:lnTo>
                <a:lnTo>
                  <a:pt x="0" y="162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1787E1C0-D9F6-46C8-B574-A0D9467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230" y="3869697"/>
            <a:ext cx="79138" cy="95065"/>
          </a:xfrm>
          <a:custGeom xmlns:a="http://schemas.openxmlformats.org/drawingml/2006/main">
            <a:pathLst>
              <a:path w="80091" h="96210">
                <a:moveTo>
                  <a:pt x="21648" y="0"/>
                </a:moveTo>
                <a:lnTo>
                  <a:pt x="21648" y="53713"/>
                </a:lnTo>
                <a:cubicBezTo>
                  <a:pt x="21648" y="69453"/>
                  <a:pt x="27749" y="77125"/>
                  <a:pt x="39950" y="77125"/>
                </a:cubicBezTo>
                <a:cubicBezTo>
                  <a:pt x="52148" y="77125"/>
                  <a:pt x="58446" y="69453"/>
                  <a:pt x="58446" y="53713"/>
                </a:cubicBezTo>
                <a:lnTo>
                  <a:pt x="58446" y="0"/>
                </a:lnTo>
                <a:lnTo>
                  <a:pt x="80091" y="0"/>
                </a:lnTo>
                <a:lnTo>
                  <a:pt x="80091" y="54304"/>
                </a:lnTo>
                <a:cubicBezTo>
                  <a:pt x="80091" y="61780"/>
                  <a:pt x="79108" y="68272"/>
                  <a:pt x="77336" y="73387"/>
                </a:cubicBezTo>
                <a:cubicBezTo>
                  <a:pt x="75368" y="78502"/>
                  <a:pt x="72221" y="83027"/>
                  <a:pt x="67894" y="86765"/>
                </a:cubicBezTo>
                <a:cubicBezTo>
                  <a:pt x="60414" y="93061"/>
                  <a:pt x="51164" y="96210"/>
                  <a:pt x="39950" y="96210"/>
                </a:cubicBezTo>
                <a:cubicBezTo>
                  <a:pt x="28731" y="96210"/>
                  <a:pt x="19482" y="93061"/>
                  <a:pt x="12203" y="86765"/>
                </a:cubicBezTo>
                <a:cubicBezTo>
                  <a:pt x="7676" y="83027"/>
                  <a:pt x="4528" y="78897"/>
                  <a:pt x="2757" y="74175"/>
                </a:cubicBezTo>
                <a:cubicBezTo>
                  <a:pt x="789" y="69453"/>
                  <a:pt x="0" y="62958"/>
                  <a:pt x="0" y="54304"/>
                </a:cubicBezTo>
                <a:lnTo>
                  <a:pt x="0" y="0"/>
                </a:lnTo>
                <a:lnTo>
                  <a:pt x="216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30882433-1EE2-48AA-A0AB-F327C4D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980" y="3867172"/>
            <a:ext cx="65915" cy="97590"/>
          </a:xfrm>
          <a:custGeom xmlns:a="http://schemas.openxmlformats.org/drawingml/2006/main">
            <a:pathLst>
              <a:path w="66708" h="98765">
                <a:moveTo>
                  <a:pt x="32468" y="19478"/>
                </a:moveTo>
                <a:cubicBezTo>
                  <a:pt x="30501" y="19478"/>
                  <a:pt x="28729" y="20265"/>
                  <a:pt x="27352" y="21443"/>
                </a:cubicBezTo>
                <a:cubicBezTo>
                  <a:pt x="25777" y="22820"/>
                  <a:pt x="25187" y="24592"/>
                  <a:pt x="25187" y="26561"/>
                </a:cubicBezTo>
                <a:cubicBezTo>
                  <a:pt x="25187" y="30102"/>
                  <a:pt x="29321" y="33641"/>
                  <a:pt x="37782" y="37185"/>
                </a:cubicBezTo>
                <a:cubicBezTo>
                  <a:pt x="49197" y="42104"/>
                  <a:pt x="56870" y="46627"/>
                  <a:pt x="60806" y="50760"/>
                </a:cubicBezTo>
                <a:cubicBezTo>
                  <a:pt x="64741" y="55087"/>
                  <a:pt x="66708" y="61186"/>
                  <a:pt x="66708" y="69057"/>
                </a:cubicBezTo>
                <a:cubicBezTo>
                  <a:pt x="66708" y="77321"/>
                  <a:pt x="63363" y="84205"/>
                  <a:pt x="56870" y="90108"/>
                </a:cubicBezTo>
                <a:cubicBezTo>
                  <a:pt x="50180" y="96013"/>
                  <a:pt x="42506" y="98765"/>
                  <a:pt x="33451" y="98765"/>
                </a:cubicBezTo>
                <a:cubicBezTo>
                  <a:pt x="17710" y="98765"/>
                  <a:pt x="6492" y="91289"/>
                  <a:pt x="0" y="75942"/>
                </a:cubicBezTo>
                <a:lnTo>
                  <a:pt x="18497" y="67482"/>
                </a:lnTo>
                <a:cubicBezTo>
                  <a:pt x="20858" y="72007"/>
                  <a:pt x="23220" y="75154"/>
                  <a:pt x="25187" y="76926"/>
                </a:cubicBezTo>
                <a:cubicBezTo>
                  <a:pt x="27156" y="78698"/>
                  <a:pt x="30108" y="79680"/>
                  <a:pt x="33650" y="79680"/>
                </a:cubicBezTo>
                <a:cubicBezTo>
                  <a:pt x="40929" y="79680"/>
                  <a:pt x="44669" y="76337"/>
                  <a:pt x="44669" y="69646"/>
                </a:cubicBezTo>
                <a:cubicBezTo>
                  <a:pt x="44669" y="65712"/>
                  <a:pt x="41717" y="62171"/>
                  <a:pt x="36206" y="58828"/>
                </a:cubicBezTo>
                <a:cubicBezTo>
                  <a:pt x="34043" y="57844"/>
                  <a:pt x="31878" y="56859"/>
                  <a:pt x="29712" y="55679"/>
                </a:cubicBezTo>
                <a:cubicBezTo>
                  <a:pt x="27352" y="54695"/>
                  <a:pt x="24205" y="53119"/>
                  <a:pt x="19875" y="51153"/>
                </a:cubicBezTo>
                <a:cubicBezTo>
                  <a:pt x="15547" y="49185"/>
                  <a:pt x="12003" y="46235"/>
                  <a:pt x="9248" y="42693"/>
                </a:cubicBezTo>
                <a:cubicBezTo>
                  <a:pt x="6297" y="39151"/>
                  <a:pt x="4921" y="33840"/>
                  <a:pt x="4921" y="26561"/>
                </a:cubicBezTo>
                <a:cubicBezTo>
                  <a:pt x="4921" y="19478"/>
                  <a:pt x="7676" y="13376"/>
                  <a:pt x="13182" y="8067"/>
                </a:cubicBezTo>
                <a:cubicBezTo>
                  <a:pt x="18890" y="2754"/>
                  <a:pt x="25777" y="0"/>
                  <a:pt x="34043" y="0"/>
                </a:cubicBezTo>
                <a:cubicBezTo>
                  <a:pt x="45849" y="0"/>
                  <a:pt x="54901" y="6295"/>
                  <a:pt x="60806" y="18493"/>
                </a:cubicBezTo>
                <a:lnTo>
                  <a:pt x="42898" y="28134"/>
                </a:lnTo>
                <a:cubicBezTo>
                  <a:pt x="39947" y="22428"/>
                  <a:pt x="36404" y="19478"/>
                  <a:pt x="32468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6F14072B-C34B-4E3C-9B45-349AC5EC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567" y="3435420"/>
            <a:ext cx="191" cy="40928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0C146D39-876F-497A-90BF-37D94F8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323" y="3557265"/>
            <a:ext cx="153221" cy="151830"/>
          </a:xfrm>
          <a:custGeom xmlns:a="http://schemas.openxmlformats.org/drawingml/2006/main">
            <a:pathLst>
              <a:path w="155065" h="153658">
                <a:moveTo>
                  <a:pt x="22432" y="77122"/>
                </a:moveTo>
                <a:cubicBezTo>
                  <a:pt x="22432" y="93257"/>
                  <a:pt x="27942" y="106437"/>
                  <a:pt x="38961" y="117064"/>
                </a:cubicBezTo>
                <a:cubicBezTo>
                  <a:pt x="49983" y="127686"/>
                  <a:pt x="62969" y="132801"/>
                  <a:pt x="77926" y="132801"/>
                </a:cubicBezTo>
                <a:cubicBezTo>
                  <a:pt x="92880" y="132801"/>
                  <a:pt x="105671" y="127492"/>
                  <a:pt x="116297" y="116669"/>
                </a:cubicBezTo>
                <a:cubicBezTo>
                  <a:pt x="126923" y="105848"/>
                  <a:pt x="132433" y="92469"/>
                  <a:pt x="132433" y="76732"/>
                </a:cubicBezTo>
                <a:cubicBezTo>
                  <a:pt x="132433" y="60990"/>
                  <a:pt x="127122" y="47808"/>
                  <a:pt x="116691" y="37185"/>
                </a:cubicBezTo>
                <a:cubicBezTo>
                  <a:pt x="106065" y="26558"/>
                  <a:pt x="92880" y="21051"/>
                  <a:pt x="77531" y="21051"/>
                </a:cubicBezTo>
                <a:cubicBezTo>
                  <a:pt x="61985" y="21051"/>
                  <a:pt x="48998" y="26362"/>
                  <a:pt x="38570" y="36987"/>
                </a:cubicBezTo>
                <a:cubicBezTo>
                  <a:pt x="27746" y="47808"/>
                  <a:pt x="22432" y="61189"/>
                  <a:pt x="22432" y="77122"/>
                </a:cubicBezTo>
                <a:moveTo>
                  <a:pt x="0" y="76334"/>
                </a:moveTo>
                <a:cubicBezTo>
                  <a:pt x="0" y="55480"/>
                  <a:pt x="7478" y="37382"/>
                  <a:pt x="22826" y="22428"/>
                </a:cubicBezTo>
                <a:cubicBezTo>
                  <a:pt x="37978" y="7476"/>
                  <a:pt x="56279" y="0"/>
                  <a:pt x="77531" y="0"/>
                </a:cubicBezTo>
                <a:cubicBezTo>
                  <a:pt x="98783" y="0"/>
                  <a:pt x="117083" y="7672"/>
                  <a:pt x="132238" y="22626"/>
                </a:cubicBezTo>
                <a:cubicBezTo>
                  <a:pt x="147391" y="37775"/>
                  <a:pt x="155065" y="56072"/>
                  <a:pt x="155065" y="77319"/>
                </a:cubicBezTo>
                <a:cubicBezTo>
                  <a:pt x="155065" y="98568"/>
                  <a:pt x="147391" y="116669"/>
                  <a:pt x="132041" y="131424"/>
                </a:cubicBezTo>
                <a:cubicBezTo>
                  <a:pt x="116691" y="146378"/>
                  <a:pt x="98391" y="153658"/>
                  <a:pt x="76745" y="153658"/>
                </a:cubicBezTo>
                <a:cubicBezTo>
                  <a:pt x="57461" y="153658"/>
                  <a:pt x="40340" y="147166"/>
                  <a:pt x="25187" y="133984"/>
                </a:cubicBezTo>
                <a:cubicBezTo>
                  <a:pt x="8265" y="119425"/>
                  <a:pt x="0" y="100141"/>
                  <a:pt x="0" y="763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33E86DAA-B88C-492B-AD93-39DB1D2E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264" y="3614030"/>
            <a:ext cx="79138" cy="95065"/>
          </a:xfrm>
          <a:custGeom xmlns:a="http://schemas.openxmlformats.org/drawingml/2006/main">
            <a:pathLst>
              <a:path w="80091" h="96210">
                <a:moveTo>
                  <a:pt x="21646" y="0"/>
                </a:moveTo>
                <a:lnTo>
                  <a:pt x="21646" y="53710"/>
                </a:lnTo>
                <a:cubicBezTo>
                  <a:pt x="21646" y="69453"/>
                  <a:pt x="27746" y="77122"/>
                  <a:pt x="39948" y="77122"/>
                </a:cubicBezTo>
                <a:cubicBezTo>
                  <a:pt x="52146" y="77122"/>
                  <a:pt x="58444" y="69453"/>
                  <a:pt x="58444" y="53710"/>
                </a:cubicBezTo>
                <a:lnTo>
                  <a:pt x="58444" y="0"/>
                </a:lnTo>
                <a:lnTo>
                  <a:pt x="80091" y="0"/>
                </a:lnTo>
                <a:lnTo>
                  <a:pt x="80091" y="54302"/>
                </a:lnTo>
                <a:cubicBezTo>
                  <a:pt x="80091" y="61778"/>
                  <a:pt x="79105" y="68270"/>
                  <a:pt x="77333" y="73387"/>
                </a:cubicBezTo>
                <a:cubicBezTo>
                  <a:pt x="75366" y="78502"/>
                  <a:pt x="72218" y="83027"/>
                  <a:pt x="67891" y="86765"/>
                </a:cubicBezTo>
                <a:cubicBezTo>
                  <a:pt x="60412" y="93061"/>
                  <a:pt x="51162" y="96210"/>
                  <a:pt x="39948" y="96210"/>
                </a:cubicBezTo>
                <a:cubicBezTo>
                  <a:pt x="28729" y="96210"/>
                  <a:pt x="19482" y="93061"/>
                  <a:pt x="12200" y="86765"/>
                </a:cubicBezTo>
                <a:cubicBezTo>
                  <a:pt x="7673" y="83027"/>
                  <a:pt x="4526" y="78894"/>
                  <a:pt x="2755" y="74175"/>
                </a:cubicBezTo>
                <a:cubicBezTo>
                  <a:pt x="787" y="69453"/>
                  <a:pt x="0" y="62961"/>
                  <a:pt x="0" y="54302"/>
                </a:cubicBezTo>
                <a:lnTo>
                  <a:pt x="0" y="0"/>
                </a:lnTo>
                <a:lnTo>
                  <a:pt x="2164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6E6C439F-BF4E-4C7D-957E-EE1BA575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234" y="3611503"/>
            <a:ext cx="60473" cy="95063"/>
          </a:xfrm>
          <a:custGeom xmlns:a="http://schemas.openxmlformats.org/drawingml/2006/main">
            <a:pathLst>
              <a:path w="61201" h="96207">
                <a:moveTo>
                  <a:pt x="0" y="2557"/>
                </a:moveTo>
                <a:lnTo>
                  <a:pt x="21648" y="2557"/>
                </a:lnTo>
                <a:lnTo>
                  <a:pt x="21648" y="11017"/>
                </a:lnTo>
                <a:cubicBezTo>
                  <a:pt x="25584" y="6884"/>
                  <a:pt x="29123" y="4133"/>
                  <a:pt x="32274" y="2557"/>
                </a:cubicBezTo>
                <a:cubicBezTo>
                  <a:pt x="35422" y="984"/>
                  <a:pt x="39357" y="196"/>
                  <a:pt x="44471" y="0"/>
                </a:cubicBezTo>
                <a:cubicBezTo>
                  <a:pt x="49392" y="0"/>
                  <a:pt x="54902" y="1968"/>
                  <a:pt x="61201" y="5706"/>
                </a:cubicBezTo>
                <a:lnTo>
                  <a:pt x="51359" y="25380"/>
                </a:lnTo>
                <a:cubicBezTo>
                  <a:pt x="47228" y="22624"/>
                  <a:pt x="43293" y="21051"/>
                  <a:pt x="39357" y="21051"/>
                </a:cubicBezTo>
                <a:cubicBezTo>
                  <a:pt x="27550" y="21051"/>
                  <a:pt x="21648" y="29904"/>
                  <a:pt x="21648" y="47614"/>
                </a:cubicBezTo>
                <a:lnTo>
                  <a:pt x="21648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56C2AC99-4D2C-4494-BF04-8210FFA1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0734" y="3611503"/>
            <a:ext cx="65916" cy="97592"/>
          </a:xfrm>
          <a:custGeom xmlns:a="http://schemas.openxmlformats.org/drawingml/2006/main">
            <a:pathLst>
              <a:path w="66710" h="98767">
                <a:moveTo>
                  <a:pt x="32468" y="19478"/>
                </a:moveTo>
                <a:cubicBezTo>
                  <a:pt x="30500" y="19478"/>
                  <a:pt x="28731" y="20265"/>
                  <a:pt x="27352" y="21443"/>
                </a:cubicBezTo>
                <a:cubicBezTo>
                  <a:pt x="25779" y="22823"/>
                  <a:pt x="25187" y="24592"/>
                  <a:pt x="25187" y="26561"/>
                </a:cubicBezTo>
                <a:cubicBezTo>
                  <a:pt x="25187" y="30102"/>
                  <a:pt x="29319" y="33644"/>
                  <a:pt x="37781" y="37183"/>
                </a:cubicBezTo>
                <a:cubicBezTo>
                  <a:pt x="49196" y="42102"/>
                  <a:pt x="56869" y="46630"/>
                  <a:pt x="60805" y="50760"/>
                </a:cubicBezTo>
                <a:cubicBezTo>
                  <a:pt x="64740" y="55090"/>
                  <a:pt x="66710" y="61189"/>
                  <a:pt x="66710" y="69057"/>
                </a:cubicBezTo>
                <a:cubicBezTo>
                  <a:pt x="66710" y="77321"/>
                  <a:pt x="63362" y="84208"/>
                  <a:pt x="56869" y="90108"/>
                </a:cubicBezTo>
                <a:cubicBezTo>
                  <a:pt x="50179" y="96011"/>
                  <a:pt x="42505" y="98767"/>
                  <a:pt x="33451" y="98767"/>
                </a:cubicBezTo>
                <a:cubicBezTo>
                  <a:pt x="17709" y="98767"/>
                  <a:pt x="6495" y="91291"/>
                  <a:pt x="0" y="75944"/>
                </a:cubicBezTo>
                <a:lnTo>
                  <a:pt x="18497" y="67484"/>
                </a:lnTo>
                <a:cubicBezTo>
                  <a:pt x="20857" y="72010"/>
                  <a:pt x="23219" y="75156"/>
                  <a:pt x="25187" y="76928"/>
                </a:cubicBezTo>
                <a:cubicBezTo>
                  <a:pt x="27155" y="78696"/>
                  <a:pt x="30107" y="79680"/>
                  <a:pt x="33650" y="79680"/>
                </a:cubicBezTo>
                <a:cubicBezTo>
                  <a:pt x="40931" y="79680"/>
                  <a:pt x="44669" y="76337"/>
                  <a:pt x="44669" y="69649"/>
                </a:cubicBezTo>
                <a:cubicBezTo>
                  <a:pt x="44669" y="65712"/>
                  <a:pt x="41716" y="62173"/>
                  <a:pt x="36206" y="58825"/>
                </a:cubicBezTo>
                <a:cubicBezTo>
                  <a:pt x="34043" y="57844"/>
                  <a:pt x="31878" y="56859"/>
                  <a:pt x="29714" y="55679"/>
                </a:cubicBezTo>
                <a:cubicBezTo>
                  <a:pt x="27352" y="54695"/>
                  <a:pt x="24205" y="53121"/>
                  <a:pt x="19874" y="51153"/>
                </a:cubicBezTo>
                <a:cubicBezTo>
                  <a:pt x="15546" y="49185"/>
                  <a:pt x="12002" y="46235"/>
                  <a:pt x="9247" y="42693"/>
                </a:cubicBezTo>
                <a:cubicBezTo>
                  <a:pt x="6295" y="39151"/>
                  <a:pt x="4918" y="33840"/>
                  <a:pt x="4918" y="26561"/>
                </a:cubicBezTo>
                <a:cubicBezTo>
                  <a:pt x="4918" y="19478"/>
                  <a:pt x="7675" y="13381"/>
                  <a:pt x="13182" y="8065"/>
                </a:cubicBezTo>
                <a:cubicBezTo>
                  <a:pt x="18890" y="2754"/>
                  <a:pt x="25779" y="0"/>
                  <a:pt x="34043" y="0"/>
                </a:cubicBezTo>
                <a:cubicBezTo>
                  <a:pt x="45849" y="0"/>
                  <a:pt x="54902" y="6298"/>
                  <a:pt x="60805" y="18493"/>
                </a:cubicBezTo>
                <a:lnTo>
                  <a:pt x="42897" y="28134"/>
                </a:lnTo>
                <a:cubicBezTo>
                  <a:pt x="39945" y="22428"/>
                  <a:pt x="36405" y="19478"/>
                  <a:pt x="32468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8CFA80B6-01A5-44A2-8786-7F2CCC62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3435420"/>
            <a:ext cx="6044772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40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B8EDF5BB-8359-4E2B-8266-1EC2689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3435420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18FD3E38-E8C9-4F1C-BFC1-79B3178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0" y="3354080"/>
            <a:ext cx="115436" cy="165756"/>
          </a:xfrm>
          <a:custGeom xmlns:a="http://schemas.openxmlformats.org/drawingml/2006/main">
            <a:pathLst>
              <a:path w="116826" h="167752">
                <a:moveTo>
                  <a:pt x="76641" y="124259"/>
                </a:moveTo>
                <a:lnTo>
                  <a:pt x="76641" y="71864"/>
                </a:lnTo>
                <a:lnTo>
                  <a:pt x="40806" y="124259"/>
                </a:lnTo>
                <a:lnTo>
                  <a:pt x="76641" y="124259"/>
                </a:lnTo>
                <a:moveTo>
                  <a:pt x="100255" y="124259"/>
                </a:moveTo>
                <a:lnTo>
                  <a:pt x="116826" y="124259"/>
                </a:lnTo>
                <a:lnTo>
                  <a:pt x="116826" y="145591"/>
                </a:lnTo>
                <a:lnTo>
                  <a:pt x="100255" y="145591"/>
                </a:lnTo>
                <a:lnTo>
                  <a:pt x="100255" y="167752"/>
                </a:lnTo>
                <a:lnTo>
                  <a:pt x="76641" y="167752"/>
                </a:lnTo>
                <a:lnTo>
                  <a:pt x="76641" y="145591"/>
                </a:lnTo>
                <a:lnTo>
                  <a:pt x="0" y="145591"/>
                </a:lnTo>
                <a:lnTo>
                  <a:pt x="100255" y="0"/>
                </a:lnTo>
                <a:lnTo>
                  <a:pt x="100255" y="1242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DB33D0D2-928D-4249-BCBA-7BCDC01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187" y="3362880"/>
            <a:ext cx="109091" cy="159205"/>
          </a:xfrm>
          <a:custGeom xmlns:a="http://schemas.openxmlformats.org/drawingml/2006/main">
            <a:pathLst>
              <a:path w="110404" h="161122">
                <a:moveTo>
                  <a:pt x="78092" y="123018"/>
                </a:moveTo>
                <a:cubicBezTo>
                  <a:pt x="84098" y="111833"/>
                  <a:pt x="87204" y="97749"/>
                  <a:pt x="87204" y="80768"/>
                </a:cubicBezTo>
                <a:cubicBezTo>
                  <a:pt x="87204" y="63787"/>
                  <a:pt x="84098" y="49497"/>
                  <a:pt x="78092" y="38313"/>
                </a:cubicBezTo>
                <a:cubicBezTo>
                  <a:pt x="71875" y="27128"/>
                  <a:pt x="64214" y="21538"/>
                  <a:pt x="55099" y="21538"/>
                </a:cubicBezTo>
                <a:cubicBezTo>
                  <a:pt x="45986" y="21538"/>
                  <a:pt x="38322" y="26922"/>
                  <a:pt x="32315" y="38107"/>
                </a:cubicBezTo>
                <a:cubicBezTo>
                  <a:pt x="26099" y="49289"/>
                  <a:pt x="23200" y="63370"/>
                  <a:pt x="23200" y="80354"/>
                </a:cubicBezTo>
                <a:cubicBezTo>
                  <a:pt x="23200" y="97337"/>
                  <a:pt x="26099" y="111627"/>
                  <a:pt x="32105" y="122809"/>
                </a:cubicBezTo>
                <a:cubicBezTo>
                  <a:pt x="38115" y="134202"/>
                  <a:pt x="45776" y="139998"/>
                  <a:pt x="55305" y="139998"/>
                </a:cubicBezTo>
                <a:cubicBezTo>
                  <a:pt x="64421" y="139998"/>
                  <a:pt x="72085" y="134202"/>
                  <a:pt x="78092" y="123018"/>
                </a:cubicBezTo>
                <a:moveTo>
                  <a:pt x="55305" y="161122"/>
                </a:moveTo>
                <a:cubicBezTo>
                  <a:pt x="40599" y="161122"/>
                  <a:pt x="27757" y="154288"/>
                  <a:pt x="16570" y="140204"/>
                </a:cubicBezTo>
                <a:cubicBezTo>
                  <a:pt x="5386" y="126123"/>
                  <a:pt x="0" y="106449"/>
                  <a:pt x="0" y="80768"/>
                </a:cubicBezTo>
                <a:cubicBezTo>
                  <a:pt x="0" y="55293"/>
                  <a:pt x="5799" y="35207"/>
                  <a:pt x="17399" y="20294"/>
                </a:cubicBezTo>
                <a:cubicBezTo>
                  <a:pt x="27757" y="6833"/>
                  <a:pt x="40393" y="0"/>
                  <a:pt x="55305" y="0"/>
                </a:cubicBezTo>
                <a:cubicBezTo>
                  <a:pt x="70014" y="0"/>
                  <a:pt x="82649" y="6833"/>
                  <a:pt x="93004" y="20294"/>
                </a:cubicBezTo>
                <a:cubicBezTo>
                  <a:pt x="104604" y="35207"/>
                  <a:pt x="110404" y="55293"/>
                  <a:pt x="110404" y="80768"/>
                </a:cubicBezTo>
                <a:cubicBezTo>
                  <a:pt x="110404" y="106449"/>
                  <a:pt x="104604" y="126537"/>
                  <a:pt x="93004" y="141242"/>
                </a:cubicBezTo>
                <a:cubicBezTo>
                  <a:pt x="82649" y="154497"/>
                  <a:pt x="70014" y="161122"/>
                  <a:pt x="55305" y="161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6A7B0DBE-7AC6-40C6-A8E8-84018B32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2933880"/>
            <a:ext cx="6044772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40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35357450-018E-4BA1-8379-19FC3F0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2933880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7911F465-A38E-4D01-BD0D-5E6E0A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0" y="2852540"/>
            <a:ext cx="115436" cy="165756"/>
          </a:xfrm>
          <a:custGeom xmlns:a="http://schemas.openxmlformats.org/drawingml/2006/main">
            <a:pathLst>
              <a:path w="116826" h="167752">
                <a:moveTo>
                  <a:pt x="76641" y="124261"/>
                </a:moveTo>
                <a:lnTo>
                  <a:pt x="76641" y="71862"/>
                </a:lnTo>
                <a:lnTo>
                  <a:pt x="40806" y="124261"/>
                </a:lnTo>
                <a:lnTo>
                  <a:pt x="76641" y="124261"/>
                </a:lnTo>
                <a:moveTo>
                  <a:pt x="100255" y="124261"/>
                </a:moveTo>
                <a:lnTo>
                  <a:pt x="116826" y="124261"/>
                </a:lnTo>
                <a:lnTo>
                  <a:pt x="116826" y="145591"/>
                </a:lnTo>
                <a:lnTo>
                  <a:pt x="100255" y="145591"/>
                </a:lnTo>
                <a:lnTo>
                  <a:pt x="100255" y="167752"/>
                </a:lnTo>
                <a:lnTo>
                  <a:pt x="76641" y="167752"/>
                </a:lnTo>
                <a:lnTo>
                  <a:pt x="76641" y="145591"/>
                </a:lnTo>
                <a:lnTo>
                  <a:pt x="0" y="145591"/>
                </a:lnTo>
                <a:lnTo>
                  <a:pt x="100255" y="0"/>
                </a:lnTo>
                <a:lnTo>
                  <a:pt x="100255" y="1242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6338F7FC-696A-42B0-BBDA-FDED79C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479" y="2863999"/>
            <a:ext cx="106021" cy="156547"/>
          </a:xfrm>
          <a:custGeom xmlns:a="http://schemas.openxmlformats.org/drawingml/2006/main">
            <a:pathLst>
              <a:path w="107297" h="158431">
                <a:moveTo>
                  <a:pt x="55305" y="47633"/>
                </a:moveTo>
                <a:cubicBezTo>
                  <a:pt x="70427" y="47633"/>
                  <a:pt x="82856" y="52811"/>
                  <a:pt x="92592" y="62958"/>
                </a:cubicBezTo>
                <a:cubicBezTo>
                  <a:pt x="102327" y="73314"/>
                  <a:pt x="107297" y="86361"/>
                  <a:pt x="107297" y="102515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3"/>
                  <a:pt x="65663" y="158431"/>
                  <a:pt x="48885" y="158431"/>
                </a:cubicBezTo>
                <a:cubicBezTo>
                  <a:pt x="28170" y="158431"/>
                  <a:pt x="11807" y="148904"/>
                  <a:pt x="0" y="129643"/>
                </a:cubicBezTo>
                <a:lnTo>
                  <a:pt x="17815" y="114526"/>
                </a:lnTo>
                <a:cubicBezTo>
                  <a:pt x="22786" y="122811"/>
                  <a:pt x="27757" y="128816"/>
                  <a:pt x="32728" y="132130"/>
                </a:cubicBezTo>
                <a:cubicBezTo>
                  <a:pt x="37699" y="135443"/>
                  <a:pt x="44328" y="137308"/>
                  <a:pt x="52615" y="137308"/>
                </a:cubicBezTo>
                <a:cubicBezTo>
                  <a:pt x="60899" y="137308"/>
                  <a:pt x="68356" y="133994"/>
                  <a:pt x="74779" y="127366"/>
                </a:cubicBezTo>
                <a:cubicBezTo>
                  <a:pt x="80992" y="120741"/>
                  <a:pt x="84305" y="112456"/>
                  <a:pt x="84305" y="102515"/>
                </a:cubicBezTo>
                <a:cubicBezTo>
                  <a:pt x="84305" y="92573"/>
                  <a:pt x="80992" y="84496"/>
                  <a:pt x="74779" y="77869"/>
                </a:cubicBezTo>
                <a:cubicBezTo>
                  <a:pt x="68356" y="71450"/>
                  <a:pt x="60069" y="68342"/>
                  <a:pt x="50128" y="68342"/>
                </a:cubicBezTo>
                <a:cubicBezTo>
                  <a:pt x="40186" y="68342"/>
                  <a:pt x="31279" y="73108"/>
                  <a:pt x="23615" y="82218"/>
                </a:cubicBezTo>
                <a:lnTo>
                  <a:pt x="15951" y="82218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61"/>
                </a:lnTo>
                <a:lnTo>
                  <a:pt x="56756" y="22161"/>
                </a:lnTo>
                <a:lnTo>
                  <a:pt x="49092" y="48048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815DA160-CA1A-4326-925D-ED01985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2432340"/>
            <a:ext cx="6044772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40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619C829B-0455-4917-87EE-2CC2BDAF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2432340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9262BF12-8AF3-4DC6-BAF7-D09D997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196" y="2362459"/>
            <a:ext cx="106021" cy="156544"/>
          </a:xfrm>
          <a:custGeom xmlns:a="http://schemas.openxmlformats.org/drawingml/2006/main">
            <a:pathLst>
              <a:path w="107297" h="158429">
                <a:moveTo>
                  <a:pt x="55305" y="47633"/>
                </a:moveTo>
                <a:cubicBezTo>
                  <a:pt x="70427" y="47633"/>
                  <a:pt x="82855" y="52811"/>
                  <a:pt x="92591" y="62957"/>
                </a:cubicBezTo>
                <a:cubicBezTo>
                  <a:pt x="102326" y="73312"/>
                  <a:pt x="107297" y="86361"/>
                  <a:pt x="107297" y="102512"/>
                </a:cubicBezTo>
                <a:cubicBezTo>
                  <a:pt x="107297" y="118669"/>
                  <a:pt x="101704" y="132130"/>
                  <a:pt x="90727" y="142691"/>
                </a:cubicBezTo>
                <a:cubicBezTo>
                  <a:pt x="79540" y="153251"/>
                  <a:pt x="65662" y="158429"/>
                  <a:pt x="48885" y="158429"/>
                </a:cubicBezTo>
                <a:cubicBezTo>
                  <a:pt x="28170" y="158429"/>
                  <a:pt x="11806" y="148904"/>
                  <a:pt x="0" y="129645"/>
                </a:cubicBezTo>
                <a:lnTo>
                  <a:pt x="17812" y="114526"/>
                </a:lnTo>
                <a:cubicBezTo>
                  <a:pt x="22786" y="122809"/>
                  <a:pt x="27757" y="128816"/>
                  <a:pt x="32728" y="132130"/>
                </a:cubicBezTo>
                <a:cubicBezTo>
                  <a:pt x="37699" y="135443"/>
                  <a:pt x="44327" y="137305"/>
                  <a:pt x="52611" y="137305"/>
                </a:cubicBezTo>
                <a:cubicBezTo>
                  <a:pt x="60898" y="137305"/>
                  <a:pt x="68356" y="133994"/>
                  <a:pt x="74776" y="127366"/>
                </a:cubicBezTo>
                <a:cubicBezTo>
                  <a:pt x="80991" y="120739"/>
                  <a:pt x="84304" y="112453"/>
                  <a:pt x="84304" y="102512"/>
                </a:cubicBezTo>
                <a:cubicBezTo>
                  <a:pt x="84304" y="92573"/>
                  <a:pt x="80991" y="84496"/>
                  <a:pt x="74776" y="77869"/>
                </a:cubicBezTo>
                <a:cubicBezTo>
                  <a:pt x="68356" y="71450"/>
                  <a:pt x="60069" y="68343"/>
                  <a:pt x="50128" y="68343"/>
                </a:cubicBezTo>
                <a:cubicBezTo>
                  <a:pt x="40185" y="68343"/>
                  <a:pt x="31276" y="73106"/>
                  <a:pt x="23612" y="82218"/>
                </a:cubicBezTo>
                <a:lnTo>
                  <a:pt x="15951" y="82218"/>
                </a:lnTo>
                <a:lnTo>
                  <a:pt x="40392" y="0"/>
                </a:lnTo>
                <a:lnTo>
                  <a:pt x="105020" y="0"/>
                </a:lnTo>
                <a:lnTo>
                  <a:pt x="105020" y="22159"/>
                </a:lnTo>
                <a:lnTo>
                  <a:pt x="56756" y="22159"/>
                </a:lnTo>
                <a:lnTo>
                  <a:pt x="49092" y="48047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BF3260A2-F868-4D0A-9BCB-7422E02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187" y="2359798"/>
            <a:ext cx="109091" cy="159205"/>
          </a:xfrm>
          <a:custGeom xmlns:a="http://schemas.openxmlformats.org/drawingml/2006/main">
            <a:pathLst>
              <a:path w="110404" h="161122">
                <a:moveTo>
                  <a:pt x="78092" y="123020"/>
                </a:moveTo>
                <a:cubicBezTo>
                  <a:pt x="84098" y="111835"/>
                  <a:pt x="87204" y="97751"/>
                  <a:pt x="87204" y="80769"/>
                </a:cubicBezTo>
                <a:cubicBezTo>
                  <a:pt x="87204" y="63787"/>
                  <a:pt x="84098" y="49497"/>
                  <a:pt x="78092" y="38313"/>
                </a:cubicBezTo>
                <a:cubicBezTo>
                  <a:pt x="71875" y="27130"/>
                  <a:pt x="64214" y="21538"/>
                  <a:pt x="55099" y="21538"/>
                </a:cubicBezTo>
                <a:cubicBezTo>
                  <a:pt x="45986" y="21538"/>
                  <a:pt x="38322" y="26923"/>
                  <a:pt x="32315" y="38107"/>
                </a:cubicBezTo>
                <a:cubicBezTo>
                  <a:pt x="26099" y="49291"/>
                  <a:pt x="23200" y="63373"/>
                  <a:pt x="23200" y="80356"/>
                </a:cubicBezTo>
                <a:cubicBezTo>
                  <a:pt x="23200" y="97337"/>
                  <a:pt x="26099" y="111628"/>
                  <a:pt x="32105" y="122809"/>
                </a:cubicBezTo>
                <a:cubicBezTo>
                  <a:pt x="38115" y="134200"/>
                  <a:pt x="45776" y="139998"/>
                  <a:pt x="55305" y="139998"/>
                </a:cubicBezTo>
                <a:cubicBezTo>
                  <a:pt x="64421" y="139998"/>
                  <a:pt x="72085" y="134200"/>
                  <a:pt x="78092" y="123020"/>
                </a:cubicBezTo>
                <a:moveTo>
                  <a:pt x="55305" y="161122"/>
                </a:moveTo>
                <a:cubicBezTo>
                  <a:pt x="40599" y="161122"/>
                  <a:pt x="27757" y="154291"/>
                  <a:pt x="16570" y="140207"/>
                </a:cubicBezTo>
                <a:cubicBezTo>
                  <a:pt x="5386" y="126125"/>
                  <a:pt x="0" y="106451"/>
                  <a:pt x="0" y="80769"/>
                </a:cubicBezTo>
                <a:cubicBezTo>
                  <a:pt x="0" y="55296"/>
                  <a:pt x="5799" y="35207"/>
                  <a:pt x="17399" y="20297"/>
                </a:cubicBezTo>
                <a:cubicBezTo>
                  <a:pt x="27757" y="6836"/>
                  <a:pt x="40393" y="0"/>
                  <a:pt x="55305" y="0"/>
                </a:cubicBezTo>
                <a:cubicBezTo>
                  <a:pt x="70014" y="0"/>
                  <a:pt x="82649" y="6836"/>
                  <a:pt x="93004" y="20297"/>
                </a:cubicBezTo>
                <a:cubicBezTo>
                  <a:pt x="104604" y="35207"/>
                  <a:pt x="110404" y="55296"/>
                  <a:pt x="110404" y="80769"/>
                </a:cubicBezTo>
                <a:cubicBezTo>
                  <a:pt x="110404" y="106451"/>
                  <a:pt x="104604" y="126537"/>
                  <a:pt x="93004" y="141242"/>
                </a:cubicBezTo>
                <a:cubicBezTo>
                  <a:pt x="82649" y="154497"/>
                  <a:pt x="70014" y="161122"/>
                  <a:pt x="55305" y="161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5545065F-4FF5-4355-B8FD-75521B1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1930799"/>
            <a:ext cx="6044772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40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4C6F1A16-A2FC-41E2-99F2-9B8FCD3C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1930799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1F6E1A11-C660-4750-AFCD-FD465E54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196" y="1860917"/>
            <a:ext cx="106021" cy="156549"/>
          </a:xfrm>
          <a:custGeom xmlns:a="http://schemas.openxmlformats.org/drawingml/2006/main">
            <a:pathLst>
              <a:path w="107297" h="158433">
                <a:moveTo>
                  <a:pt x="55305" y="47635"/>
                </a:moveTo>
                <a:cubicBezTo>
                  <a:pt x="70427" y="47635"/>
                  <a:pt x="82855" y="52811"/>
                  <a:pt x="92591" y="62960"/>
                </a:cubicBezTo>
                <a:cubicBezTo>
                  <a:pt x="102326" y="73315"/>
                  <a:pt x="107297" y="86361"/>
                  <a:pt x="107297" y="102516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6"/>
                  <a:pt x="65662" y="158433"/>
                  <a:pt x="48885" y="158433"/>
                </a:cubicBezTo>
                <a:cubicBezTo>
                  <a:pt x="28170" y="158433"/>
                  <a:pt x="11806" y="148907"/>
                  <a:pt x="0" y="129645"/>
                </a:cubicBezTo>
                <a:lnTo>
                  <a:pt x="17812" y="114526"/>
                </a:lnTo>
                <a:cubicBezTo>
                  <a:pt x="22786" y="122810"/>
                  <a:pt x="27757" y="128816"/>
                  <a:pt x="32728" y="132130"/>
                </a:cubicBezTo>
                <a:cubicBezTo>
                  <a:pt x="37699" y="135446"/>
                  <a:pt x="44327" y="137308"/>
                  <a:pt x="52611" y="137308"/>
                </a:cubicBezTo>
                <a:cubicBezTo>
                  <a:pt x="60898" y="137308"/>
                  <a:pt x="68356" y="133994"/>
                  <a:pt x="74776" y="127369"/>
                </a:cubicBezTo>
                <a:cubicBezTo>
                  <a:pt x="80991" y="120739"/>
                  <a:pt x="84304" y="112456"/>
                  <a:pt x="84304" y="102516"/>
                </a:cubicBezTo>
                <a:cubicBezTo>
                  <a:pt x="84304" y="92573"/>
                  <a:pt x="80991" y="84499"/>
                  <a:pt x="74776" y="77870"/>
                </a:cubicBezTo>
                <a:cubicBezTo>
                  <a:pt x="68356" y="71451"/>
                  <a:pt x="60069" y="68345"/>
                  <a:pt x="50128" y="68345"/>
                </a:cubicBezTo>
                <a:cubicBezTo>
                  <a:pt x="40185" y="68345"/>
                  <a:pt x="31276" y="73109"/>
                  <a:pt x="23612" y="82219"/>
                </a:cubicBezTo>
                <a:lnTo>
                  <a:pt x="15951" y="82219"/>
                </a:lnTo>
                <a:lnTo>
                  <a:pt x="40392" y="0"/>
                </a:lnTo>
                <a:lnTo>
                  <a:pt x="105020" y="0"/>
                </a:lnTo>
                <a:lnTo>
                  <a:pt x="105020" y="22160"/>
                </a:lnTo>
                <a:lnTo>
                  <a:pt x="56756" y="22160"/>
                </a:lnTo>
                <a:lnTo>
                  <a:pt x="49092" y="48048"/>
                </a:lnTo>
                <a:cubicBezTo>
                  <a:pt x="51369" y="47841"/>
                  <a:pt x="53440" y="47635"/>
                  <a:pt x="55305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843FAEE4-96A5-4669-BB69-5A5E354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479" y="1860917"/>
            <a:ext cx="106021" cy="156549"/>
          </a:xfrm>
          <a:custGeom xmlns:a="http://schemas.openxmlformats.org/drawingml/2006/main">
            <a:pathLst>
              <a:path w="107297" h="158433">
                <a:moveTo>
                  <a:pt x="55305" y="47635"/>
                </a:moveTo>
                <a:cubicBezTo>
                  <a:pt x="70427" y="47635"/>
                  <a:pt x="82856" y="52811"/>
                  <a:pt x="92592" y="62960"/>
                </a:cubicBezTo>
                <a:cubicBezTo>
                  <a:pt x="102327" y="73315"/>
                  <a:pt x="107297" y="86361"/>
                  <a:pt x="107297" y="102516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6"/>
                  <a:pt x="65663" y="158433"/>
                  <a:pt x="48885" y="158433"/>
                </a:cubicBezTo>
                <a:cubicBezTo>
                  <a:pt x="28170" y="158433"/>
                  <a:pt x="11807" y="148907"/>
                  <a:pt x="0" y="129645"/>
                </a:cubicBezTo>
                <a:lnTo>
                  <a:pt x="17815" y="114526"/>
                </a:lnTo>
                <a:cubicBezTo>
                  <a:pt x="22786" y="122810"/>
                  <a:pt x="27757" y="128816"/>
                  <a:pt x="32728" y="132130"/>
                </a:cubicBezTo>
                <a:cubicBezTo>
                  <a:pt x="37699" y="135446"/>
                  <a:pt x="44328" y="137308"/>
                  <a:pt x="52615" y="137308"/>
                </a:cubicBezTo>
                <a:cubicBezTo>
                  <a:pt x="60899" y="137308"/>
                  <a:pt x="68356" y="133994"/>
                  <a:pt x="74779" y="127369"/>
                </a:cubicBezTo>
                <a:cubicBezTo>
                  <a:pt x="80992" y="120739"/>
                  <a:pt x="84305" y="112456"/>
                  <a:pt x="84305" y="102516"/>
                </a:cubicBezTo>
                <a:cubicBezTo>
                  <a:pt x="84305" y="92573"/>
                  <a:pt x="80992" y="84499"/>
                  <a:pt x="74779" y="77870"/>
                </a:cubicBezTo>
                <a:cubicBezTo>
                  <a:pt x="68356" y="71451"/>
                  <a:pt x="60069" y="68345"/>
                  <a:pt x="50128" y="68345"/>
                </a:cubicBezTo>
                <a:cubicBezTo>
                  <a:pt x="40186" y="68345"/>
                  <a:pt x="31279" y="73109"/>
                  <a:pt x="23615" y="82219"/>
                </a:cubicBezTo>
                <a:lnTo>
                  <a:pt x="15951" y="82219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60"/>
                </a:lnTo>
                <a:lnTo>
                  <a:pt x="56756" y="22160"/>
                </a:lnTo>
                <a:lnTo>
                  <a:pt x="49092" y="48048"/>
                </a:lnTo>
                <a:cubicBezTo>
                  <a:pt x="51369" y="47841"/>
                  <a:pt x="53440" y="47635"/>
                  <a:pt x="55305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A65A06C3-3EBC-4BE4-B42C-9295005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1429259"/>
            <a:ext cx="6044772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40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C7FFCA4E-D96E-4992-B934-240DBDB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1429259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DA775FA2-1DA7-4B9F-B3C0-0A01B1A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565" y="1354055"/>
            <a:ext cx="103768" cy="161868"/>
          </a:xfrm>
          <a:custGeom xmlns:a="http://schemas.openxmlformats.org/drawingml/2006/main">
            <a:pathLst>
              <a:path w="105017" h="163816">
                <a:moveTo>
                  <a:pt x="52612" y="142694"/>
                </a:moveTo>
                <a:cubicBezTo>
                  <a:pt x="60692" y="142694"/>
                  <a:pt x="67527" y="139793"/>
                  <a:pt x="73327" y="133994"/>
                </a:cubicBezTo>
                <a:cubicBezTo>
                  <a:pt x="79128" y="128197"/>
                  <a:pt x="82027" y="121361"/>
                  <a:pt x="82027" y="113286"/>
                </a:cubicBezTo>
                <a:cubicBezTo>
                  <a:pt x="82027" y="105209"/>
                  <a:pt x="79128" y="98167"/>
                  <a:pt x="73327" y="92366"/>
                </a:cubicBezTo>
                <a:cubicBezTo>
                  <a:pt x="67527" y="86569"/>
                  <a:pt x="60483" y="83876"/>
                  <a:pt x="52612" y="83876"/>
                </a:cubicBezTo>
                <a:cubicBezTo>
                  <a:pt x="44329" y="83876"/>
                  <a:pt x="37284" y="86776"/>
                  <a:pt x="31484" y="92576"/>
                </a:cubicBezTo>
                <a:cubicBezTo>
                  <a:pt x="25684" y="98373"/>
                  <a:pt x="22993" y="105209"/>
                  <a:pt x="22993" y="113286"/>
                </a:cubicBezTo>
                <a:cubicBezTo>
                  <a:pt x="22993" y="121570"/>
                  <a:pt x="25684" y="128403"/>
                  <a:pt x="31484" y="134203"/>
                </a:cubicBezTo>
                <a:cubicBezTo>
                  <a:pt x="37284" y="139999"/>
                  <a:pt x="44329" y="142694"/>
                  <a:pt x="52612" y="142694"/>
                </a:cubicBezTo>
                <a:moveTo>
                  <a:pt x="58412" y="62752"/>
                </a:moveTo>
                <a:cubicBezTo>
                  <a:pt x="71048" y="62752"/>
                  <a:pt x="82027" y="67724"/>
                  <a:pt x="91141" y="77250"/>
                </a:cubicBezTo>
                <a:cubicBezTo>
                  <a:pt x="100253" y="86982"/>
                  <a:pt x="105017" y="98789"/>
                  <a:pt x="105017" y="112664"/>
                </a:cubicBezTo>
                <a:cubicBezTo>
                  <a:pt x="105017" y="126539"/>
                  <a:pt x="100046" y="138551"/>
                  <a:pt x="89689" y="148700"/>
                </a:cubicBezTo>
                <a:cubicBezTo>
                  <a:pt x="79334" y="159055"/>
                  <a:pt x="67112" y="163816"/>
                  <a:pt x="53027" y="163816"/>
                </a:cubicBezTo>
                <a:cubicBezTo>
                  <a:pt x="38734" y="163816"/>
                  <a:pt x="26306" y="158846"/>
                  <a:pt x="15741" y="148907"/>
                </a:cubicBezTo>
                <a:cubicBezTo>
                  <a:pt x="5178" y="138964"/>
                  <a:pt x="0" y="127574"/>
                  <a:pt x="0" y="114528"/>
                </a:cubicBezTo>
                <a:cubicBezTo>
                  <a:pt x="0" y="101480"/>
                  <a:pt x="4971" y="88019"/>
                  <a:pt x="15329" y="74143"/>
                </a:cubicBezTo>
                <a:lnTo>
                  <a:pt x="70012" y="0"/>
                </a:lnTo>
                <a:lnTo>
                  <a:pt x="87205" y="12842"/>
                </a:lnTo>
                <a:lnTo>
                  <a:pt x="49919" y="63581"/>
                </a:lnTo>
                <a:cubicBezTo>
                  <a:pt x="53855" y="63166"/>
                  <a:pt x="56755" y="62752"/>
                  <a:pt x="58412" y="627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5DA96248-80CD-4816-902D-4ECDB0D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187" y="1356717"/>
            <a:ext cx="109091" cy="159207"/>
          </a:xfrm>
          <a:custGeom xmlns:a="http://schemas.openxmlformats.org/drawingml/2006/main">
            <a:pathLst>
              <a:path w="110404" h="161123">
                <a:moveTo>
                  <a:pt x="78092" y="123019"/>
                </a:moveTo>
                <a:cubicBezTo>
                  <a:pt x="84098" y="111835"/>
                  <a:pt x="87204" y="97751"/>
                  <a:pt x="87204" y="80769"/>
                </a:cubicBezTo>
                <a:cubicBezTo>
                  <a:pt x="87204" y="63786"/>
                  <a:pt x="84098" y="49499"/>
                  <a:pt x="78092" y="38314"/>
                </a:cubicBezTo>
                <a:cubicBezTo>
                  <a:pt x="71875" y="27130"/>
                  <a:pt x="64214" y="21539"/>
                  <a:pt x="55099" y="21539"/>
                </a:cubicBezTo>
                <a:cubicBezTo>
                  <a:pt x="45986" y="21539"/>
                  <a:pt x="38322" y="26923"/>
                  <a:pt x="32315" y="38108"/>
                </a:cubicBezTo>
                <a:cubicBezTo>
                  <a:pt x="26099" y="49289"/>
                  <a:pt x="23200" y="63373"/>
                  <a:pt x="23200" y="80354"/>
                </a:cubicBezTo>
                <a:cubicBezTo>
                  <a:pt x="23200" y="97338"/>
                  <a:pt x="26099" y="111629"/>
                  <a:pt x="32105" y="122809"/>
                </a:cubicBezTo>
                <a:cubicBezTo>
                  <a:pt x="38115" y="134200"/>
                  <a:pt x="45776" y="140001"/>
                  <a:pt x="55305" y="140001"/>
                </a:cubicBezTo>
                <a:cubicBezTo>
                  <a:pt x="64421" y="140001"/>
                  <a:pt x="72085" y="134200"/>
                  <a:pt x="78092" y="123019"/>
                </a:cubicBezTo>
                <a:moveTo>
                  <a:pt x="55305" y="161123"/>
                </a:moveTo>
                <a:cubicBezTo>
                  <a:pt x="40599" y="161123"/>
                  <a:pt x="27757" y="154291"/>
                  <a:pt x="16570" y="140207"/>
                </a:cubicBezTo>
                <a:cubicBezTo>
                  <a:pt x="5386" y="126125"/>
                  <a:pt x="0" y="106451"/>
                  <a:pt x="0" y="80769"/>
                </a:cubicBezTo>
                <a:cubicBezTo>
                  <a:pt x="0" y="55295"/>
                  <a:pt x="5799" y="35207"/>
                  <a:pt x="17399" y="20297"/>
                </a:cubicBezTo>
                <a:cubicBezTo>
                  <a:pt x="27757" y="6836"/>
                  <a:pt x="40393" y="0"/>
                  <a:pt x="55305" y="0"/>
                </a:cubicBezTo>
                <a:cubicBezTo>
                  <a:pt x="70014" y="0"/>
                  <a:pt x="82649" y="6836"/>
                  <a:pt x="93004" y="20297"/>
                </a:cubicBezTo>
                <a:cubicBezTo>
                  <a:pt x="104604" y="35207"/>
                  <a:pt x="110404" y="55295"/>
                  <a:pt x="110404" y="80769"/>
                </a:cubicBezTo>
                <a:cubicBezTo>
                  <a:pt x="110404" y="106451"/>
                  <a:pt x="104604" y="126539"/>
                  <a:pt x="93004" y="141242"/>
                </a:cubicBezTo>
                <a:cubicBezTo>
                  <a:pt x="82649" y="154498"/>
                  <a:pt x="70014" y="161123"/>
                  <a:pt x="55305" y="1611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4837C3F2-FC7C-45BE-A0C0-4145B76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89" y="927718"/>
            <a:ext cx="40935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35EC8995-0E67-4A45-B184-ED6DE977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565" y="852517"/>
            <a:ext cx="103768" cy="161868"/>
          </a:xfrm>
          <a:custGeom xmlns:a="http://schemas.openxmlformats.org/drawingml/2006/main">
            <a:pathLst>
              <a:path w="105017" h="163816">
                <a:moveTo>
                  <a:pt x="52612" y="142690"/>
                </a:moveTo>
                <a:cubicBezTo>
                  <a:pt x="60692" y="142690"/>
                  <a:pt x="67527" y="139793"/>
                  <a:pt x="73327" y="133994"/>
                </a:cubicBezTo>
                <a:cubicBezTo>
                  <a:pt x="79128" y="128193"/>
                  <a:pt x="82027" y="121361"/>
                  <a:pt x="82027" y="113284"/>
                </a:cubicBezTo>
                <a:cubicBezTo>
                  <a:pt x="82027" y="105205"/>
                  <a:pt x="79128" y="98163"/>
                  <a:pt x="73327" y="92366"/>
                </a:cubicBezTo>
                <a:cubicBezTo>
                  <a:pt x="67527" y="86567"/>
                  <a:pt x="60483" y="83876"/>
                  <a:pt x="52612" y="83876"/>
                </a:cubicBezTo>
                <a:cubicBezTo>
                  <a:pt x="44329" y="83876"/>
                  <a:pt x="37284" y="86773"/>
                  <a:pt x="31484" y="92573"/>
                </a:cubicBezTo>
                <a:cubicBezTo>
                  <a:pt x="25684" y="98373"/>
                  <a:pt x="22993" y="105205"/>
                  <a:pt x="22993" y="113284"/>
                </a:cubicBezTo>
                <a:cubicBezTo>
                  <a:pt x="22993" y="121567"/>
                  <a:pt x="25684" y="128403"/>
                  <a:pt x="31484" y="134200"/>
                </a:cubicBezTo>
                <a:cubicBezTo>
                  <a:pt x="37284" y="139999"/>
                  <a:pt x="44329" y="142690"/>
                  <a:pt x="52612" y="142690"/>
                </a:cubicBezTo>
                <a:moveTo>
                  <a:pt x="58412" y="62750"/>
                </a:moveTo>
                <a:cubicBezTo>
                  <a:pt x="71048" y="62750"/>
                  <a:pt x="82027" y="67720"/>
                  <a:pt x="91141" y="77247"/>
                </a:cubicBezTo>
                <a:cubicBezTo>
                  <a:pt x="100253" y="86982"/>
                  <a:pt x="105017" y="98786"/>
                  <a:pt x="105017" y="112661"/>
                </a:cubicBezTo>
                <a:cubicBezTo>
                  <a:pt x="105017" y="126539"/>
                  <a:pt x="100046" y="138549"/>
                  <a:pt x="89689" y="148697"/>
                </a:cubicBezTo>
                <a:cubicBezTo>
                  <a:pt x="79334" y="159052"/>
                  <a:pt x="67112" y="163816"/>
                  <a:pt x="53027" y="163816"/>
                </a:cubicBezTo>
                <a:cubicBezTo>
                  <a:pt x="38734" y="163816"/>
                  <a:pt x="26306" y="158846"/>
                  <a:pt x="15741" y="148903"/>
                </a:cubicBezTo>
                <a:cubicBezTo>
                  <a:pt x="5178" y="138964"/>
                  <a:pt x="0" y="127574"/>
                  <a:pt x="0" y="114525"/>
                </a:cubicBezTo>
                <a:cubicBezTo>
                  <a:pt x="0" y="101480"/>
                  <a:pt x="4971" y="88019"/>
                  <a:pt x="15329" y="74141"/>
                </a:cubicBezTo>
                <a:lnTo>
                  <a:pt x="70012" y="0"/>
                </a:lnTo>
                <a:lnTo>
                  <a:pt x="87205" y="12839"/>
                </a:lnTo>
                <a:lnTo>
                  <a:pt x="49919" y="63579"/>
                </a:lnTo>
                <a:cubicBezTo>
                  <a:pt x="53855" y="63166"/>
                  <a:pt x="56755" y="62750"/>
                  <a:pt x="58412" y="627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1E731552-6580-4FB8-A4FC-938A4959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479" y="857837"/>
            <a:ext cx="106021" cy="156548"/>
          </a:xfrm>
          <a:custGeom xmlns:a="http://schemas.openxmlformats.org/drawingml/2006/main">
            <a:pathLst>
              <a:path w="107297" h="158432">
                <a:moveTo>
                  <a:pt x="55305" y="47633"/>
                </a:moveTo>
                <a:cubicBezTo>
                  <a:pt x="70427" y="47633"/>
                  <a:pt x="82856" y="52811"/>
                  <a:pt x="92592" y="62960"/>
                </a:cubicBezTo>
                <a:cubicBezTo>
                  <a:pt x="102327" y="73314"/>
                  <a:pt x="107297" y="86361"/>
                  <a:pt x="107297" y="102516"/>
                </a:cubicBezTo>
                <a:cubicBezTo>
                  <a:pt x="107297" y="118668"/>
                  <a:pt x="101704" y="132128"/>
                  <a:pt x="90727" y="142693"/>
                </a:cubicBezTo>
                <a:cubicBezTo>
                  <a:pt x="79540" y="153256"/>
                  <a:pt x="65663" y="158432"/>
                  <a:pt x="48885" y="158432"/>
                </a:cubicBezTo>
                <a:cubicBezTo>
                  <a:pt x="28170" y="158432"/>
                  <a:pt x="11807" y="148903"/>
                  <a:pt x="0" y="129645"/>
                </a:cubicBezTo>
                <a:lnTo>
                  <a:pt x="17815" y="114525"/>
                </a:lnTo>
                <a:cubicBezTo>
                  <a:pt x="22786" y="122809"/>
                  <a:pt x="27757" y="128816"/>
                  <a:pt x="32728" y="132128"/>
                </a:cubicBezTo>
                <a:cubicBezTo>
                  <a:pt x="37699" y="135445"/>
                  <a:pt x="44328" y="137306"/>
                  <a:pt x="52615" y="137306"/>
                </a:cubicBezTo>
                <a:cubicBezTo>
                  <a:pt x="60899" y="137306"/>
                  <a:pt x="68356" y="133994"/>
                  <a:pt x="74779" y="127368"/>
                </a:cubicBezTo>
                <a:cubicBezTo>
                  <a:pt x="80992" y="120739"/>
                  <a:pt x="84305" y="112455"/>
                  <a:pt x="84305" y="102516"/>
                </a:cubicBezTo>
                <a:cubicBezTo>
                  <a:pt x="84305" y="92573"/>
                  <a:pt x="80992" y="84495"/>
                  <a:pt x="74779" y="77869"/>
                </a:cubicBezTo>
                <a:cubicBezTo>
                  <a:pt x="68356" y="71450"/>
                  <a:pt x="60069" y="68343"/>
                  <a:pt x="50128" y="68343"/>
                </a:cubicBezTo>
                <a:cubicBezTo>
                  <a:pt x="40186" y="68343"/>
                  <a:pt x="31279" y="73104"/>
                  <a:pt x="23615" y="82218"/>
                </a:cubicBezTo>
                <a:lnTo>
                  <a:pt x="15951" y="82218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59"/>
                </a:lnTo>
                <a:lnTo>
                  <a:pt x="56756" y="22159"/>
                </a:lnTo>
                <a:lnTo>
                  <a:pt x="49092" y="48047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BEE142ED-8EF7-4F89-89F5-6660916A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927718"/>
            <a:ext cx="191" cy="2507702"/>
          </a:xfrm>
          <a:custGeom xmlns:a="http://schemas.openxmlformats.org/drawingml/2006/main">
            <a:pathLst>
              <a:path w="191" h="2537888">
                <a:moveTo>
                  <a:pt x="0" y="25378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ADD73567-8611-4C07-81BA-74D059CD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24" y="3435420"/>
            <a:ext cx="6044774" cy="191"/>
          </a:xfrm>
          <a:custGeom xmlns:a="http://schemas.openxmlformats.org/drawingml/2006/main">
            <a:pathLst>
              <a:path w="6117536" h="191">
                <a:moveTo>
                  <a:pt x="0" y="0"/>
                </a:moveTo>
                <a:lnTo>
                  <a:pt x="611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000000"/>
            </a:solidFill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060BD5A4-D037-46CB-8ED2-ACBCE5BC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69" y="1771310"/>
            <a:ext cx="725373" cy="1664113"/>
          </a:xfrm>
          <a:custGeom xmlns:a="http://schemas.openxmlformats.org/drawingml/2006/main">
            <a:pathLst>
              <a:path w="734104" h="1684144">
                <a:moveTo>
                  <a:pt x="734104" y="0"/>
                </a:moveTo>
                <a:lnTo>
                  <a:pt x="0" y="0"/>
                </a:lnTo>
                <a:lnTo>
                  <a:pt x="0" y="1684144"/>
                </a:lnTo>
                <a:lnTo>
                  <a:pt x="734104" y="1684144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E09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814864FE-9570-4D04-9557-0043AF09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69" y="1771310"/>
            <a:ext cx="725373" cy="1664113"/>
          </a:xfrm>
          <a:custGeom xmlns:a="http://schemas.openxmlformats.org/drawingml/2006/main">
            <a:pathLst>
              <a:path w="734104" h="1684144">
                <a:moveTo>
                  <a:pt x="0" y="0"/>
                </a:moveTo>
                <a:lnTo>
                  <a:pt x="734104" y="0"/>
                </a:lnTo>
                <a:lnTo>
                  <a:pt x="734104" y="1684144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35F3CAE8-89C7-40D8-AB22-8C5F0D78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69" y="1771310"/>
            <a:ext cx="191" cy="1664113"/>
          </a:xfrm>
          <a:custGeom xmlns:a="http://schemas.openxmlformats.org/drawingml/2006/main">
            <a:pathLst>
              <a:path w="191" h="1684144">
                <a:moveTo>
                  <a:pt x="0" y="16841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F9027020-D1AA-4445-99A6-9374A901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31" y="1605228"/>
            <a:ext cx="725373" cy="1830195"/>
          </a:xfrm>
          <a:custGeom xmlns:a="http://schemas.openxmlformats.org/drawingml/2006/main">
            <a:pathLst>
              <a:path w="734104" h="1852225">
                <a:moveTo>
                  <a:pt x="734104" y="0"/>
                </a:moveTo>
                <a:lnTo>
                  <a:pt x="0" y="0"/>
                </a:lnTo>
                <a:lnTo>
                  <a:pt x="0" y="1852225"/>
                </a:lnTo>
                <a:lnTo>
                  <a:pt x="734104" y="1852225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9E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723D5F2F-8DAF-4C08-8114-5F6B7950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31" y="1605228"/>
            <a:ext cx="725373" cy="1830195"/>
          </a:xfrm>
          <a:custGeom xmlns:a="http://schemas.openxmlformats.org/drawingml/2006/main">
            <a:pathLst>
              <a:path w="734104" h="1852225">
                <a:moveTo>
                  <a:pt x="0" y="0"/>
                </a:moveTo>
                <a:lnTo>
                  <a:pt x="734104" y="0"/>
                </a:lnTo>
                <a:lnTo>
                  <a:pt x="734104" y="1852225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7EDBD8B2-17D9-4D1F-86C0-AB674AE1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31" y="1605228"/>
            <a:ext cx="191" cy="1830195"/>
          </a:xfrm>
          <a:custGeom xmlns:a="http://schemas.openxmlformats.org/drawingml/2006/main">
            <a:pathLst>
              <a:path w="191" h="1852225">
                <a:moveTo>
                  <a:pt x="0" y="1852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5F27BD6A-359C-4351-B882-FF4B5EF0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95" y="1974219"/>
            <a:ext cx="725372" cy="1461204"/>
          </a:xfrm>
          <a:custGeom xmlns:a="http://schemas.openxmlformats.org/drawingml/2006/main">
            <a:pathLst>
              <a:path w="734103" h="1478792">
                <a:moveTo>
                  <a:pt x="734103" y="0"/>
                </a:moveTo>
                <a:lnTo>
                  <a:pt x="0" y="0"/>
                </a:lnTo>
                <a:lnTo>
                  <a:pt x="0" y="1478792"/>
                </a:lnTo>
                <a:lnTo>
                  <a:pt x="734103" y="1478792"/>
                </a:lnTo>
                <a:lnTo>
                  <a:pt x="734103" y="0"/>
                </a:lnTo>
                <a:close/>
              </a:path>
            </a:pathLst>
          </a:custGeom>
          <a:solidFill xmlns:a="http://schemas.openxmlformats.org/drawingml/2006/main">
            <a:srgbClr val="6CAB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E9C46907-2FFE-4250-B069-49D5726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95" y="1974219"/>
            <a:ext cx="725372" cy="1461204"/>
          </a:xfrm>
          <a:custGeom xmlns:a="http://schemas.openxmlformats.org/drawingml/2006/main">
            <a:pathLst>
              <a:path w="734103" h="1478792">
                <a:moveTo>
                  <a:pt x="0" y="0"/>
                </a:moveTo>
                <a:lnTo>
                  <a:pt x="734103" y="0"/>
                </a:lnTo>
                <a:lnTo>
                  <a:pt x="734103" y="1478792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6EAA4647-C0A4-4A11-A860-B8D8B17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95" y="1974219"/>
            <a:ext cx="191" cy="1461204"/>
          </a:xfrm>
          <a:custGeom xmlns:a="http://schemas.openxmlformats.org/drawingml/2006/main">
            <a:pathLst>
              <a:path w="191" h="1478792">
                <a:moveTo>
                  <a:pt x="0" y="14787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60E1A574-3073-4BC9-A690-CAAE18B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55" y="2134712"/>
            <a:ext cx="725373" cy="1300711"/>
          </a:xfrm>
          <a:custGeom xmlns:a="http://schemas.openxmlformats.org/drawingml/2006/main">
            <a:pathLst>
              <a:path w="734104" h="1316367">
                <a:moveTo>
                  <a:pt x="734104" y="0"/>
                </a:moveTo>
                <a:lnTo>
                  <a:pt x="0" y="0"/>
                </a:lnTo>
                <a:lnTo>
                  <a:pt x="0" y="1316367"/>
                </a:lnTo>
                <a:lnTo>
                  <a:pt x="734104" y="1316367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7EA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0A212F7B-1EFA-46F8-8851-9D4697BE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55" y="2134712"/>
            <a:ext cx="725373" cy="1300711"/>
          </a:xfrm>
          <a:custGeom xmlns:a="http://schemas.openxmlformats.org/drawingml/2006/main">
            <a:pathLst>
              <a:path w="734104" h="1316367">
                <a:moveTo>
                  <a:pt x="0" y="0"/>
                </a:moveTo>
                <a:lnTo>
                  <a:pt x="734104" y="0"/>
                </a:lnTo>
                <a:lnTo>
                  <a:pt x="734104" y="1316367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C8CF654C-E716-4071-B011-5A4D010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955" y="2134712"/>
            <a:ext cx="191" cy="1300711"/>
          </a:xfrm>
          <a:custGeom xmlns:a="http://schemas.openxmlformats.org/drawingml/2006/main">
            <a:pathLst>
              <a:path w="191" h="1316367">
                <a:moveTo>
                  <a:pt x="0" y="131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F04C8808-313E-49D8-89A9-4ACF139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418" y="2351521"/>
            <a:ext cx="725373" cy="1083902"/>
          </a:xfrm>
          <a:custGeom xmlns:a="http://schemas.openxmlformats.org/drawingml/2006/main">
            <a:pathLst>
              <a:path w="734104" h="1096949">
                <a:moveTo>
                  <a:pt x="734104" y="0"/>
                </a:moveTo>
                <a:lnTo>
                  <a:pt x="0" y="0"/>
                </a:lnTo>
                <a:lnTo>
                  <a:pt x="0" y="1096949"/>
                </a:lnTo>
                <a:lnTo>
                  <a:pt x="734104" y="1096949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C4B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4A44B318-AA6A-4138-A13E-CE25D39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418" y="2351521"/>
            <a:ext cx="725373" cy="1083902"/>
          </a:xfrm>
          <a:custGeom xmlns:a="http://schemas.openxmlformats.org/drawingml/2006/main">
            <a:pathLst>
              <a:path w="734104" h="1096949">
                <a:moveTo>
                  <a:pt x="0" y="0"/>
                </a:moveTo>
                <a:lnTo>
                  <a:pt x="734104" y="0"/>
                </a:lnTo>
                <a:lnTo>
                  <a:pt x="734104" y="1096949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E5139868-4135-4131-BE0B-815500B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418" y="2351521"/>
            <a:ext cx="191" cy="1083902"/>
          </a:xfrm>
          <a:custGeom xmlns:a="http://schemas.openxmlformats.org/drawingml/2006/main">
            <a:pathLst>
              <a:path w="191" h="1096949">
                <a:moveTo>
                  <a:pt x="0" y="10969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EB1CFEE9-A4BD-40FE-9C89-68B25C5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882" y="1553213"/>
            <a:ext cx="725373" cy="1882210"/>
          </a:xfrm>
          <a:custGeom xmlns:a="http://schemas.openxmlformats.org/drawingml/2006/main">
            <a:pathLst>
              <a:path w="734104" h="1904867">
                <a:moveTo>
                  <a:pt x="734104" y="0"/>
                </a:moveTo>
                <a:lnTo>
                  <a:pt x="0" y="0"/>
                </a:lnTo>
                <a:lnTo>
                  <a:pt x="0" y="1904867"/>
                </a:lnTo>
                <a:lnTo>
                  <a:pt x="734104" y="1904867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7B52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DA18C28E-15A2-4850-B86D-CBE3B554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882" y="1553213"/>
            <a:ext cx="725373" cy="1882210"/>
          </a:xfrm>
          <a:custGeom xmlns:a="http://schemas.openxmlformats.org/drawingml/2006/main">
            <a:pathLst>
              <a:path w="734104" h="1904867">
                <a:moveTo>
                  <a:pt x="0" y="0"/>
                </a:moveTo>
                <a:lnTo>
                  <a:pt x="734104" y="0"/>
                </a:lnTo>
                <a:lnTo>
                  <a:pt x="734104" y="1904867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3E6918AF-9A18-4E15-96F5-37AC6F4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882" y="1553213"/>
            <a:ext cx="191" cy="1882210"/>
          </a:xfrm>
          <a:custGeom xmlns:a="http://schemas.openxmlformats.org/drawingml/2006/main">
            <a:pathLst>
              <a:path w="191" h="1904867">
                <a:moveTo>
                  <a:pt x="0" y="19048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6">
            <a:solidFill>
              <a:srgbClr val="FFFFFF"/>
            </a:solidFill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EF0295CD-C5A9-48D8-99E7-9F3958C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513" y="1562908"/>
            <a:ext cx="79515" cy="117412"/>
          </a:xfrm>
          <a:custGeom xmlns:a="http://schemas.openxmlformats.org/drawingml/2006/main">
            <a:pathLst>
              <a:path w="80472" h="118825">
                <a:moveTo>
                  <a:pt x="41479" y="35724"/>
                </a:moveTo>
                <a:cubicBezTo>
                  <a:pt x="52821" y="35724"/>
                  <a:pt x="62140" y="39608"/>
                  <a:pt x="69443" y="47221"/>
                </a:cubicBezTo>
                <a:cubicBezTo>
                  <a:pt x="76743" y="54986"/>
                  <a:pt x="80472" y="64770"/>
                  <a:pt x="80472" y="76886"/>
                </a:cubicBezTo>
                <a:cubicBezTo>
                  <a:pt x="80472" y="89002"/>
                  <a:pt x="76278" y="99099"/>
                  <a:pt x="68043" y="107020"/>
                </a:cubicBezTo>
                <a:cubicBezTo>
                  <a:pt x="59656" y="114942"/>
                  <a:pt x="49247" y="118825"/>
                  <a:pt x="36663" y="118825"/>
                </a:cubicBezTo>
                <a:cubicBezTo>
                  <a:pt x="21128" y="118825"/>
                  <a:pt x="8854" y="111680"/>
                  <a:pt x="0" y="97235"/>
                </a:cubicBezTo>
                <a:lnTo>
                  <a:pt x="13360" y="85895"/>
                </a:lnTo>
                <a:cubicBezTo>
                  <a:pt x="17090" y="92108"/>
                  <a:pt x="20816" y="96612"/>
                  <a:pt x="24544" y="99099"/>
                </a:cubicBezTo>
                <a:cubicBezTo>
                  <a:pt x="28272" y="101584"/>
                  <a:pt x="33244" y="102980"/>
                  <a:pt x="39460" y="102980"/>
                </a:cubicBezTo>
                <a:cubicBezTo>
                  <a:pt x="45673" y="102980"/>
                  <a:pt x="51266" y="100495"/>
                  <a:pt x="56081" y="95525"/>
                </a:cubicBezTo>
                <a:cubicBezTo>
                  <a:pt x="60743" y="90554"/>
                  <a:pt x="63227" y="84341"/>
                  <a:pt x="63227" y="76886"/>
                </a:cubicBezTo>
                <a:cubicBezTo>
                  <a:pt x="63227" y="69431"/>
                  <a:pt x="60743" y="63373"/>
                  <a:pt x="56081" y="58401"/>
                </a:cubicBezTo>
                <a:cubicBezTo>
                  <a:pt x="51266" y="53588"/>
                  <a:pt x="45053" y="51256"/>
                  <a:pt x="37595" y="51256"/>
                </a:cubicBezTo>
                <a:cubicBezTo>
                  <a:pt x="30137" y="51256"/>
                  <a:pt x="23457" y="54830"/>
                  <a:pt x="17709" y="61664"/>
                </a:cubicBezTo>
                <a:lnTo>
                  <a:pt x="11960" y="61664"/>
                </a:lnTo>
                <a:lnTo>
                  <a:pt x="30293" y="0"/>
                </a:lnTo>
                <a:lnTo>
                  <a:pt x="78762" y="0"/>
                </a:lnTo>
                <a:lnTo>
                  <a:pt x="78762" y="16621"/>
                </a:lnTo>
                <a:lnTo>
                  <a:pt x="42567" y="16621"/>
                </a:lnTo>
                <a:lnTo>
                  <a:pt x="36817" y="36036"/>
                </a:lnTo>
                <a:cubicBezTo>
                  <a:pt x="38527" y="35881"/>
                  <a:pt x="40080" y="35724"/>
                  <a:pt x="41479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7059FCF2-BE72-4A1F-8032-8B44E283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752" y="1558918"/>
            <a:ext cx="77827" cy="121402"/>
          </a:xfrm>
          <a:custGeom xmlns:a="http://schemas.openxmlformats.org/drawingml/2006/main">
            <a:pathLst>
              <a:path w="78763" h="122864">
                <a:moveTo>
                  <a:pt x="39460" y="107019"/>
                </a:moveTo>
                <a:cubicBezTo>
                  <a:pt x="45518" y="107019"/>
                  <a:pt x="50644" y="104845"/>
                  <a:pt x="54995" y="100495"/>
                </a:cubicBezTo>
                <a:cubicBezTo>
                  <a:pt x="59344" y="96147"/>
                  <a:pt x="61518" y="91022"/>
                  <a:pt x="61518" y="84963"/>
                </a:cubicBezTo>
                <a:cubicBezTo>
                  <a:pt x="61518" y="78905"/>
                  <a:pt x="59344" y="73624"/>
                  <a:pt x="54995" y="69276"/>
                </a:cubicBezTo>
                <a:cubicBezTo>
                  <a:pt x="50644" y="64927"/>
                  <a:pt x="45363" y="62907"/>
                  <a:pt x="39460" y="62907"/>
                </a:cubicBezTo>
                <a:cubicBezTo>
                  <a:pt x="33244" y="62907"/>
                  <a:pt x="27963" y="65082"/>
                  <a:pt x="23613" y="69431"/>
                </a:cubicBezTo>
                <a:cubicBezTo>
                  <a:pt x="19264" y="73779"/>
                  <a:pt x="17244" y="78905"/>
                  <a:pt x="17244" y="84963"/>
                </a:cubicBezTo>
                <a:cubicBezTo>
                  <a:pt x="17244" y="91176"/>
                  <a:pt x="19264" y="96303"/>
                  <a:pt x="23613" y="100650"/>
                </a:cubicBezTo>
                <a:cubicBezTo>
                  <a:pt x="27963" y="104999"/>
                  <a:pt x="33244" y="107019"/>
                  <a:pt x="39460" y="107019"/>
                </a:cubicBezTo>
                <a:moveTo>
                  <a:pt x="43809" y="47062"/>
                </a:moveTo>
                <a:cubicBezTo>
                  <a:pt x="53286" y="47062"/>
                  <a:pt x="61518" y="50792"/>
                  <a:pt x="68356" y="57937"/>
                </a:cubicBezTo>
                <a:cubicBezTo>
                  <a:pt x="75192" y="65237"/>
                  <a:pt x="78763" y="74092"/>
                  <a:pt x="78763" y="84499"/>
                </a:cubicBezTo>
                <a:cubicBezTo>
                  <a:pt x="78763" y="94905"/>
                  <a:pt x="75034" y="103912"/>
                  <a:pt x="67266" y="111525"/>
                </a:cubicBezTo>
                <a:cubicBezTo>
                  <a:pt x="59499" y="119291"/>
                  <a:pt x="50334" y="122864"/>
                  <a:pt x="39770" y="122864"/>
                </a:cubicBezTo>
                <a:cubicBezTo>
                  <a:pt x="29051" y="122864"/>
                  <a:pt x="19728" y="119134"/>
                  <a:pt x="11805" y="111680"/>
                </a:cubicBezTo>
                <a:cubicBezTo>
                  <a:pt x="3883" y="104225"/>
                  <a:pt x="0" y="95680"/>
                  <a:pt x="0" y="85895"/>
                </a:cubicBezTo>
                <a:cubicBezTo>
                  <a:pt x="0" y="76108"/>
                  <a:pt x="3729" y="66014"/>
                  <a:pt x="11496" y="55607"/>
                </a:cubicBezTo>
                <a:lnTo>
                  <a:pt x="52508" y="0"/>
                </a:lnTo>
                <a:lnTo>
                  <a:pt x="65402" y="9630"/>
                </a:lnTo>
                <a:lnTo>
                  <a:pt x="37440" y="47685"/>
                </a:lnTo>
                <a:cubicBezTo>
                  <a:pt x="40393" y="47375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8C632137-EFDA-42B3-BFEC-685453A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23" y="1659908"/>
            <a:ext cx="20877" cy="20719"/>
          </a:xfrm>
          <a:custGeom xmlns:a="http://schemas.openxmlformats.org/drawingml/2006/main">
            <a:pathLst>
              <a:path w="21128" h="20968">
                <a:moveTo>
                  <a:pt x="3106" y="18017"/>
                </a:moveTo>
                <a:cubicBezTo>
                  <a:pt x="932" y="16152"/>
                  <a:pt x="0" y="13668"/>
                  <a:pt x="0" y="10716"/>
                </a:cubicBezTo>
                <a:cubicBezTo>
                  <a:pt x="0" y="7764"/>
                  <a:pt x="932" y="5281"/>
                  <a:pt x="3106" y="3106"/>
                </a:cubicBezTo>
                <a:cubicBezTo>
                  <a:pt x="5126" y="1087"/>
                  <a:pt x="7613" y="0"/>
                  <a:pt x="10564" y="0"/>
                </a:cubicBezTo>
                <a:cubicBezTo>
                  <a:pt x="13360" y="0"/>
                  <a:pt x="15845" y="1087"/>
                  <a:pt x="18022" y="3106"/>
                </a:cubicBezTo>
                <a:cubicBezTo>
                  <a:pt x="20041" y="5281"/>
                  <a:pt x="21128" y="7764"/>
                  <a:pt x="21128" y="10562"/>
                </a:cubicBezTo>
                <a:cubicBezTo>
                  <a:pt x="21128" y="13668"/>
                  <a:pt x="20041" y="16152"/>
                  <a:pt x="18022" y="18017"/>
                </a:cubicBezTo>
                <a:cubicBezTo>
                  <a:pt x="16000" y="19881"/>
                  <a:pt x="13515" y="20968"/>
                  <a:pt x="10564" y="20968"/>
                </a:cubicBezTo>
                <a:cubicBezTo>
                  <a:pt x="7613" y="20968"/>
                  <a:pt x="5126" y="19881"/>
                  <a:pt x="3106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96444534-51F7-4EAB-92D7-97B7BBCC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898" y="1558918"/>
            <a:ext cx="77827" cy="121402"/>
          </a:xfrm>
          <a:custGeom xmlns:a="http://schemas.openxmlformats.org/drawingml/2006/main">
            <a:pathLst>
              <a:path w="78763" h="122864">
                <a:moveTo>
                  <a:pt x="39458" y="107019"/>
                </a:moveTo>
                <a:cubicBezTo>
                  <a:pt x="45518" y="107019"/>
                  <a:pt x="50645" y="104845"/>
                  <a:pt x="54993" y="100495"/>
                </a:cubicBezTo>
                <a:cubicBezTo>
                  <a:pt x="59344" y="96147"/>
                  <a:pt x="61518" y="91022"/>
                  <a:pt x="61518" y="84963"/>
                </a:cubicBezTo>
                <a:cubicBezTo>
                  <a:pt x="61518" y="78905"/>
                  <a:pt x="59344" y="73624"/>
                  <a:pt x="54993" y="69276"/>
                </a:cubicBezTo>
                <a:cubicBezTo>
                  <a:pt x="50645" y="64927"/>
                  <a:pt x="45364" y="62907"/>
                  <a:pt x="39458" y="62907"/>
                </a:cubicBezTo>
                <a:cubicBezTo>
                  <a:pt x="33245" y="62907"/>
                  <a:pt x="27964" y="65082"/>
                  <a:pt x="23613" y="69431"/>
                </a:cubicBezTo>
                <a:cubicBezTo>
                  <a:pt x="19264" y="73779"/>
                  <a:pt x="17243" y="78905"/>
                  <a:pt x="17243" y="84963"/>
                </a:cubicBezTo>
                <a:cubicBezTo>
                  <a:pt x="17243" y="91176"/>
                  <a:pt x="19264" y="96303"/>
                  <a:pt x="23613" y="100650"/>
                </a:cubicBezTo>
                <a:cubicBezTo>
                  <a:pt x="27964" y="104999"/>
                  <a:pt x="33245" y="107019"/>
                  <a:pt x="39458" y="107019"/>
                </a:cubicBezTo>
                <a:moveTo>
                  <a:pt x="43809" y="47062"/>
                </a:moveTo>
                <a:cubicBezTo>
                  <a:pt x="53286" y="47062"/>
                  <a:pt x="61518" y="50792"/>
                  <a:pt x="68354" y="57937"/>
                </a:cubicBezTo>
                <a:cubicBezTo>
                  <a:pt x="75189" y="65237"/>
                  <a:pt x="78763" y="74092"/>
                  <a:pt x="78763" y="84499"/>
                </a:cubicBezTo>
                <a:cubicBezTo>
                  <a:pt x="78763" y="94905"/>
                  <a:pt x="75034" y="103912"/>
                  <a:pt x="67267" y="111525"/>
                </a:cubicBezTo>
                <a:cubicBezTo>
                  <a:pt x="59499" y="119291"/>
                  <a:pt x="50335" y="122864"/>
                  <a:pt x="39771" y="122864"/>
                </a:cubicBezTo>
                <a:cubicBezTo>
                  <a:pt x="29051" y="122864"/>
                  <a:pt x="19730" y="119134"/>
                  <a:pt x="11807" y="111680"/>
                </a:cubicBezTo>
                <a:cubicBezTo>
                  <a:pt x="3883" y="104225"/>
                  <a:pt x="0" y="95680"/>
                  <a:pt x="0" y="85895"/>
                </a:cubicBezTo>
                <a:cubicBezTo>
                  <a:pt x="0" y="76108"/>
                  <a:pt x="3727" y="66014"/>
                  <a:pt x="11494" y="55607"/>
                </a:cubicBezTo>
                <a:lnTo>
                  <a:pt x="52509" y="0"/>
                </a:lnTo>
                <a:lnTo>
                  <a:pt x="65403" y="9630"/>
                </a:lnTo>
                <a:lnTo>
                  <a:pt x="37439" y="47685"/>
                </a:lnTo>
                <a:cubicBezTo>
                  <a:pt x="40390" y="47375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2BEA903F-882B-4CAE-8D0C-BFE5BA07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974" y="1396828"/>
            <a:ext cx="79515" cy="117409"/>
          </a:xfrm>
          <a:custGeom xmlns:a="http://schemas.openxmlformats.org/drawingml/2006/main">
            <a:pathLst>
              <a:path w="80472" h="118823">
                <a:moveTo>
                  <a:pt x="41481" y="35724"/>
                </a:moveTo>
                <a:cubicBezTo>
                  <a:pt x="52821" y="35724"/>
                  <a:pt x="62141" y="39608"/>
                  <a:pt x="69444" y="47219"/>
                </a:cubicBezTo>
                <a:cubicBezTo>
                  <a:pt x="76744" y="54986"/>
                  <a:pt x="80472" y="64770"/>
                  <a:pt x="80472" y="76886"/>
                </a:cubicBezTo>
                <a:cubicBezTo>
                  <a:pt x="80472" y="89003"/>
                  <a:pt x="76280" y="99097"/>
                  <a:pt x="68044" y="107020"/>
                </a:cubicBezTo>
                <a:cubicBezTo>
                  <a:pt x="59657" y="114942"/>
                  <a:pt x="49248" y="118823"/>
                  <a:pt x="36664" y="118823"/>
                </a:cubicBezTo>
                <a:cubicBezTo>
                  <a:pt x="21128" y="118823"/>
                  <a:pt x="8855" y="111678"/>
                  <a:pt x="0" y="97233"/>
                </a:cubicBezTo>
                <a:lnTo>
                  <a:pt x="13362" y="85896"/>
                </a:lnTo>
                <a:cubicBezTo>
                  <a:pt x="17090" y="92109"/>
                  <a:pt x="20819" y="96612"/>
                  <a:pt x="24545" y="99097"/>
                </a:cubicBezTo>
                <a:cubicBezTo>
                  <a:pt x="28275" y="101584"/>
                  <a:pt x="33245" y="102980"/>
                  <a:pt x="39460" y="102980"/>
                </a:cubicBezTo>
                <a:cubicBezTo>
                  <a:pt x="45673" y="102980"/>
                  <a:pt x="51267" y="100497"/>
                  <a:pt x="56084" y="95526"/>
                </a:cubicBezTo>
                <a:cubicBezTo>
                  <a:pt x="60744" y="90554"/>
                  <a:pt x="63229" y="84341"/>
                  <a:pt x="63229" y="76886"/>
                </a:cubicBezTo>
                <a:cubicBezTo>
                  <a:pt x="63229" y="69431"/>
                  <a:pt x="60744" y="63373"/>
                  <a:pt x="56084" y="58402"/>
                </a:cubicBezTo>
                <a:cubicBezTo>
                  <a:pt x="51267" y="53586"/>
                  <a:pt x="45054" y="51257"/>
                  <a:pt x="37596" y="51257"/>
                </a:cubicBezTo>
                <a:cubicBezTo>
                  <a:pt x="30139" y="51257"/>
                  <a:pt x="23458" y="54830"/>
                  <a:pt x="17710" y="61664"/>
                </a:cubicBezTo>
                <a:lnTo>
                  <a:pt x="11962" y="61664"/>
                </a:lnTo>
                <a:lnTo>
                  <a:pt x="30294" y="0"/>
                </a:lnTo>
                <a:lnTo>
                  <a:pt x="78766" y="0"/>
                </a:lnTo>
                <a:lnTo>
                  <a:pt x="78766" y="16621"/>
                </a:lnTo>
                <a:lnTo>
                  <a:pt x="42567" y="16621"/>
                </a:lnTo>
                <a:lnTo>
                  <a:pt x="36819" y="36034"/>
                </a:lnTo>
                <a:cubicBezTo>
                  <a:pt x="38528" y="35879"/>
                  <a:pt x="40083" y="35724"/>
                  <a:pt x="41481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992801FB-6740-43FC-945B-C0AF2E73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71" y="1394832"/>
            <a:ext cx="72762" cy="119405"/>
          </a:xfrm>
          <a:custGeom xmlns:a="http://schemas.openxmlformats.org/drawingml/2006/main">
            <a:pathLst>
              <a:path w="73638" h="120842">
                <a:moveTo>
                  <a:pt x="50645" y="71605"/>
                </a:moveTo>
                <a:cubicBezTo>
                  <a:pt x="46761" y="67877"/>
                  <a:pt x="42100" y="66012"/>
                  <a:pt x="36819" y="66012"/>
                </a:cubicBezTo>
                <a:cubicBezTo>
                  <a:pt x="31535" y="66012"/>
                  <a:pt x="27032" y="67877"/>
                  <a:pt x="23304" y="71605"/>
                </a:cubicBezTo>
                <a:cubicBezTo>
                  <a:pt x="19419" y="75332"/>
                  <a:pt x="17555" y="79992"/>
                  <a:pt x="17555" y="85273"/>
                </a:cubicBezTo>
                <a:cubicBezTo>
                  <a:pt x="17555" y="90709"/>
                  <a:pt x="19419" y="95371"/>
                  <a:pt x="23145" y="99252"/>
                </a:cubicBezTo>
                <a:cubicBezTo>
                  <a:pt x="26875" y="103135"/>
                  <a:pt x="31535" y="104999"/>
                  <a:pt x="36973" y="104999"/>
                </a:cubicBezTo>
                <a:cubicBezTo>
                  <a:pt x="42254" y="104999"/>
                  <a:pt x="46761" y="103135"/>
                  <a:pt x="50645" y="99252"/>
                </a:cubicBezTo>
                <a:cubicBezTo>
                  <a:pt x="54373" y="95525"/>
                  <a:pt x="56393" y="90864"/>
                  <a:pt x="56393" y="85428"/>
                </a:cubicBezTo>
                <a:cubicBezTo>
                  <a:pt x="56393" y="80148"/>
                  <a:pt x="54373" y="75490"/>
                  <a:pt x="50645" y="71605"/>
                </a:cubicBezTo>
                <a:moveTo>
                  <a:pt x="19730" y="33549"/>
                </a:moveTo>
                <a:cubicBezTo>
                  <a:pt x="19574" y="38521"/>
                  <a:pt x="21283" y="42560"/>
                  <a:pt x="24700" y="45975"/>
                </a:cubicBezTo>
                <a:cubicBezTo>
                  <a:pt x="28119" y="49392"/>
                  <a:pt x="32313" y="51102"/>
                  <a:pt x="37285" y="51102"/>
                </a:cubicBezTo>
                <a:cubicBezTo>
                  <a:pt x="41945" y="51102"/>
                  <a:pt x="46139" y="49392"/>
                  <a:pt x="49558" y="45975"/>
                </a:cubicBezTo>
                <a:cubicBezTo>
                  <a:pt x="52974" y="42560"/>
                  <a:pt x="54684" y="38521"/>
                  <a:pt x="54684" y="33704"/>
                </a:cubicBezTo>
                <a:cubicBezTo>
                  <a:pt x="54684" y="28891"/>
                  <a:pt x="52974" y="24698"/>
                  <a:pt x="49558" y="21279"/>
                </a:cubicBezTo>
                <a:cubicBezTo>
                  <a:pt x="46139" y="17863"/>
                  <a:pt x="41945" y="15998"/>
                  <a:pt x="37129" y="15998"/>
                </a:cubicBezTo>
                <a:cubicBezTo>
                  <a:pt x="32313" y="15998"/>
                  <a:pt x="28275" y="17707"/>
                  <a:pt x="24855" y="21123"/>
                </a:cubicBezTo>
                <a:cubicBezTo>
                  <a:pt x="21439" y="24540"/>
                  <a:pt x="19730" y="28734"/>
                  <a:pt x="19730" y="33549"/>
                </a:cubicBezTo>
                <a:moveTo>
                  <a:pt x="16000" y="58247"/>
                </a:moveTo>
                <a:cubicBezTo>
                  <a:pt x="7301" y="52345"/>
                  <a:pt x="3106" y="44266"/>
                  <a:pt x="3106" y="34172"/>
                </a:cubicBezTo>
                <a:cubicBezTo>
                  <a:pt x="3106" y="24230"/>
                  <a:pt x="6369" y="15998"/>
                  <a:pt x="12894" y="9630"/>
                </a:cubicBezTo>
                <a:cubicBezTo>
                  <a:pt x="19419" y="3262"/>
                  <a:pt x="27652" y="0"/>
                  <a:pt x="37285" y="0"/>
                </a:cubicBezTo>
                <a:cubicBezTo>
                  <a:pt x="46916" y="0"/>
                  <a:pt x="54994" y="3262"/>
                  <a:pt x="61518" y="9630"/>
                </a:cubicBezTo>
                <a:cubicBezTo>
                  <a:pt x="68044" y="15998"/>
                  <a:pt x="71306" y="24076"/>
                  <a:pt x="71306" y="33860"/>
                </a:cubicBezTo>
                <a:cubicBezTo>
                  <a:pt x="71306" y="43802"/>
                  <a:pt x="66957" y="51879"/>
                  <a:pt x="58567" y="58092"/>
                </a:cubicBezTo>
                <a:cubicBezTo>
                  <a:pt x="63229" y="60732"/>
                  <a:pt x="66803" y="64460"/>
                  <a:pt x="69599" y="69277"/>
                </a:cubicBezTo>
                <a:cubicBezTo>
                  <a:pt x="72393" y="74244"/>
                  <a:pt x="73638" y="79682"/>
                  <a:pt x="73638" y="85584"/>
                </a:cubicBezTo>
                <a:cubicBezTo>
                  <a:pt x="73638" y="95990"/>
                  <a:pt x="70219" y="104535"/>
                  <a:pt x="63539" y="111057"/>
                </a:cubicBezTo>
                <a:cubicBezTo>
                  <a:pt x="56703" y="117582"/>
                  <a:pt x="48003" y="120842"/>
                  <a:pt x="37285" y="120842"/>
                </a:cubicBezTo>
                <a:cubicBezTo>
                  <a:pt x="26566" y="120842"/>
                  <a:pt x="17709" y="117582"/>
                  <a:pt x="10562" y="110903"/>
                </a:cubicBezTo>
                <a:cubicBezTo>
                  <a:pt x="3417" y="104378"/>
                  <a:pt x="0" y="95990"/>
                  <a:pt x="156" y="85895"/>
                </a:cubicBezTo>
                <a:cubicBezTo>
                  <a:pt x="156" y="72847"/>
                  <a:pt x="5436" y="63528"/>
                  <a:pt x="16000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A658BCD8-D2E5-422C-A7F6-BD56481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6" y="1493825"/>
            <a:ext cx="20877" cy="20721"/>
          </a:xfrm>
          <a:custGeom xmlns:a="http://schemas.openxmlformats.org/drawingml/2006/main">
            <a:pathLst>
              <a:path w="21128" h="20971">
                <a:moveTo>
                  <a:pt x="3106" y="18019"/>
                </a:moveTo>
                <a:cubicBezTo>
                  <a:pt x="932" y="16154"/>
                  <a:pt x="0" y="13671"/>
                  <a:pt x="0" y="10719"/>
                </a:cubicBezTo>
                <a:cubicBezTo>
                  <a:pt x="0" y="7767"/>
                  <a:pt x="932" y="5281"/>
                  <a:pt x="3106" y="3106"/>
                </a:cubicBezTo>
                <a:cubicBezTo>
                  <a:pt x="5126" y="1087"/>
                  <a:pt x="7612" y="0"/>
                  <a:pt x="10564" y="0"/>
                </a:cubicBezTo>
                <a:cubicBezTo>
                  <a:pt x="13360" y="0"/>
                  <a:pt x="15845" y="1087"/>
                  <a:pt x="18022" y="3106"/>
                </a:cubicBezTo>
                <a:cubicBezTo>
                  <a:pt x="20041" y="5281"/>
                  <a:pt x="21128" y="7767"/>
                  <a:pt x="21128" y="10564"/>
                </a:cubicBezTo>
                <a:cubicBezTo>
                  <a:pt x="21128" y="13671"/>
                  <a:pt x="20041" y="16154"/>
                  <a:pt x="18022" y="18019"/>
                </a:cubicBezTo>
                <a:cubicBezTo>
                  <a:pt x="16003" y="19884"/>
                  <a:pt x="13515" y="20971"/>
                  <a:pt x="10564" y="20971"/>
                </a:cubicBezTo>
                <a:cubicBezTo>
                  <a:pt x="7612" y="20971"/>
                  <a:pt x="5126" y="19884"/>
                  <a:pt x="3106" y="180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A9A43A4C-465B-4A0F-BB49-8BAA3D08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755" y="1394832"/>
            <a:ext cx="77673" cy="117718"/>
          </a:xfrm>
          <a:custGeom xmlns:a="http://schemas.openxmlformats.org/drawingml/2006/main">
            <a:pathLst>
              <a:path w="78608" h="119135">
                <a:moveTo>
                  <a:pt x="78608" y="102516"/>
                </a:moveTo>
                <a:lnTo>
                  <a:pt x="78608" y="119135"/>
                </a:lnTo>
                <a:lnTo>
                  <a:pt x="0" y="119135"/>
                </a:lnTo>
                <a:lnTo>
                  <a:pt x="40703" y="69896"/>
                </a:lnTo>
                <a:cubicBezTo>
                  <a:pt x="48939" y="59643"/>
                  <a:pt x="54373" y="52345"/>
                  <a:pt x="57170" y="47841"/>
                </a:cubicBezTo>
                <a:cubicBezTo>
                  <a:pt x="59812" y="43337"/>
                  <a:pt x="61209" y="39143"/>
                  <a:pt x="61209" y="35258"/>
                </a:cubicBezTo>
                <a:cubicBezTo>
                  <a:pt x="61209" y="29979"/>
                  <a:pt x="59190" y="25317"/>
                  <a:pt x="55461" y="21591"/>
                </a:cubicBezTo>
                <a:cubicBezTo>
                  <a:pt x="51577" y="17863"/>
                  <a:pt x="46761" y="15998"/>
                  <a:pt x="41168" y="15998"/>
                </a:cubicBezTo>
                <a:cubicBezTo>
                  <a:pt x="29362" y="15998"/>
                  <a:pt x="22526" y="23143"/>
                  <a:pt x="20817" y="37124"/>
                </a:cubicBezTo>
                <a:lnTo>
                  <a:pt x="3263" y="37124"/>
                </a:lnTo>
                <a:cubicBezTo>
                  <a:pt x="6059" y="12426"/>
                  <a:pt x="18487" y="0"/>
                  <a:pt x="40703" y="0"/>
                </a:cubicBezTo>
                <a:cubicBezTo>
                  <a:pt x="51267" y="0"/>
                  <a:pt x="60277" y="3417"/>
                  <a:pt x="67580" y="10253"/>
                </a:cubicBezTo>
                <a:cubicBezTo>
                  <a:pt x="74725" y="17085"/>
                  <a:pt x="78454" y="25472"/>
                  <a:pt x="78454" y="35415"/>
                </a:cubicBezTo>
                <a:cubicBezTo>
                  <a:pt x="78454" y="41783"/>
                  <a:pt x="76744" y="47996"/>
                  <a:pt x="73483" y="53898"/>
                </a:cubicBezTo>
                <a:cubicBezTo>
                  <a:pt x="70221" y="59799"/>
                  <a:pt x="63541" y="68809"/>
                  <a:pt x="53286" y="80924"/>
                </a:cubicBezTo>
                <a:lnTo>
                  <a:pt x="34955" y="102516"/>
                </a:lnTo>
                <a:lnTo>
                  <a:pt x="78608" y="1025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D8FFF7A0-373B-4AEC-8D3A-57BAA118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436" y="1765817"/>
            <a:ext cx="79515" cy="117412"/>
          </a:xfrm>
          <a:custGeom xmlns:a="http://schemas.openxmlformats.org/drawingml/2006/main">
            <a:pathLst>
              <a:path w="80472" h="118825">
                <a:moveTo>
                  <a:pt x="41480" y="35726"/>
                </a:moveTo>
                <a:cubicBezTo>
                  <a:pt x="52822" y="35726"/>
                  <a:pt x="62141" y="39611"/>
                  <a:pt x="69444" y="47220"/>
                </a:cubicBezTo>
                <a:cubicBezTo>
                  <a:pt x="76747" y="54986"/>
                  <a:pt x="80472" y="64773"/>
                  <a:pt x="80472" y="76890"/>
                </a:cubicBezTo>
                <a:cubicBezTo>
                  <a:pt x="80472" y="89003"/>
                  <a:pt x="76279" y="99099"/>
                  <a:pt x="68047" y="107021"/>
                </a:cubicBezTo>
                <a:cubicBezTo>
                  <a:pt x="59657" y="114942"/>
                  <a:pt x="49248" y="118825"/>
                  <a:pt x="36664" y="118825"/>
                </a:cubicBezTo>
                <a:cubicBezTo>
                  <a:pt x="21130" y="118825"/>
                  <a:pt x="8855" y="111680"/>
                  <a:pt x="0" y="97234"/>
                </a:cubicBezTo>
                <a:lnTo>
                  <a:pt x="13362" y="85896"/>
                </a:lnTo>
                <a:cubicBezTo>
                  <a:pt x="17090" y="92109"/>
                  <a:pt x="20819" y="96614"/>
                  <a:pt x="24548" y="99099"/>
                </a:cubicBezTo>
                <a:cubicBezTo>
                  <a:pt x="28275" y="101584"/>
                  <a:pt x="33248" y="102984"/>
                  <a:pt x="39460" y="102984"/>
                </a:cubicBezTo>
                <a:cubicBezTo>
                  <a:pt x="45673" y="102984"/>
                  <a:pt x="51267" y="100497"/>
                  <a:pt x="56084" y="95525"/>
                </a:cubicBezTo>
                <a:cubicBezTo>
                  <a:pt x="60744" y="90557"/>
                  <a:pt x="63231" y="84344"/>
                  <a:pt x="63231" y="76890"/>
                </a:cubicBezTo>
                <a:cubicBezTo>
                  <a:pt x="63231" y="69431"/>
                  <a:pt x="60744" y="63373"/>
                  <a:pt x="56084" y="58405"/>
                </a:cubicBezTo>
                <a:cubicBezTo>
                  <a:pt x="51267" y="53588"/>
                  <a:pt x="45054" y="51259"/>
                  <a:pt x="37596" y="51259"/>
                </a:cubicBezTo>
                <a:cubicBezTo>
                  <a:pt x="30139" y="51259"/>
                  <a:pt x="23458" y="54830"/>
                  <a:pt x="17713" y="61666"/>
                </a:cubicBezTo>
                <a:lnTo>
                  <a:pt x="11964" y="61666"/>
                </a:lnTo>
                <a:lnTo>
                  <a:pt x="30296" y="0"/>
                </a:lnTo>
                <a:lnTo>
                  <a:pt x="78766" y="0"/>
                </a:lnTo>
                <a:lnTo>
                  <a:pt x="78766" y="16620"/>
                </a:lnTo>
                <a:lnTo>
                  <a:pt x="42567" y="16620"/>
                </a:lnTo>
                <a:lnTo>
                  <a:pt x="36819" y="36036"/>
                </a:lnTo>
                <a:cubicBezTo>
                  <a:pt x="38528" y="35881"/>
                  <a:pt x="40083" y="35726"/>
                  <a:pt x="41480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F0D7E077-5886-4108-A3C6-7D31C56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615" y="1757224"/>
            <a:ext cx="86576" cy="124315"/>
          </a:xfrm>
          <a:custGeom xmlns:a="http://schemas.openxmlformats.org/drawingml/2006/main">
            <a:pathLst>
              <a:path w="87619" h="125811">
                <a:moveTo>
                  <a:pt x="57480" y="93195"/>
                </a:moveTo>
                <a:lnTo>
                  <a:pt x="57480" y="53897"/>
                </a:lnTo>
                <a:lnTo>
                  <a:pt x="30604" y="93195"/>
                </a:lnTo>
                <a:lnTo>
                  <a:pt x="57480" y="93195"/>
                </a:lnTo>
                <a:moveTo>
                  <a:pt x="75190" y="93195"/>
                </a:moveTo>
                <a:lnTo>
                  <a:pt x="87619" y="93195"/>
                </a:lnTo>
                <a:lnTo>
                  <a:pt x="87619" y="109193"/>
                </a:lnTo>
                <a:lnTo>
                  <a:pt x="75190" y="109193"/>
                </a:lnTo>
                <a:lnTo>
                  <a:pt x="75190" y="125811"/>
                </a:lnTo>
                <a:lnTo>
                  <a:pt x="57480" y="125811"/>
                </a:lnTo>
                <a:lnTo>
                  <a:pt x="57480" y="109193"/>
                </a:lnTo>
                <a:lnTo>
                  <a:pt x="0" y="109193"/>
                </a:lnTo>
                <a:lnTo>
                  <a:pt x="75190" y="0"/>
                </a:lnTo>
                <a:lnTo>
                  <a:pt x="75190" y="931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96D7EE74-8381-49A9-9524-388E890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148" y="1862816"/>
            <a:ext cx="20877" cy="20719"/>
          </a:xfrm>
          <a:custGeom xmlns:a="http://schemas.openxmlformats.org/drawingml/2006/main">
            <a:pathLst>
              <a:path w="21128" h="20968">
                <a:moveTo>
                  <a:pt x="3106" y="18017"/>
                </a:moveTo>
                <a:cubicBezTo>
                  <a:pt x="932" y="16155"/>
                  <a:pt x="0" y="13668"/>
                  <a:pt x="0" y="10717"/>
                </a:cubicBezTo>
                <a:cubicBezTo>
                  <a:pt x="0" y="7766"/>
                  <a:pt x="932" y="5281"/>
                  <a:pt x="3106" y="3106"/>
                </a:cubicBezTo>
                <a:cubicBezTo>
                  <a:pt x="5128" y="1087"/>
                  <a:pt x="7613" y="0"/>
                  <a:pt x="10564" y="0"/>
                </a:cubicBezTo>
                <a:cubicBezTo>
                  <a:pt x="13360" y="0"/>
                  <a:pt x="15847" y="1087"/>
                  <a:pt x="18022" y="3106"/>
                </a:cubicBezTo>
                <a:cubicBezTo>
                  <a:pt x="20041" y="5281"/>
                  <a:pt x="21128" y="7766"/>
                  <a:pt x="21128" y="10561"/>
                </a:cubicBezTo>
                <a:cubicBezTo>
                  <a:pt x="21128" y="13668"/>
                  <a:pt x="20041" y="16155"/>
                  <a:pt x="18022" y="18017"/>
                </a:cubicBezTo>
                <a:cubicBezTo>
                  <a:pt x="16003" y="19881"/>
                  <a:pt x="13515" y="20968"/>
                  <a:pt x="10564" y="20968"/>
                </a:cubicBezTo>
                <a:cubicBezTo>
                  <a:pt x="7613" y="20968"/>
                  <a:pt x="5128" y="19881"/>
                  <a:pt x="3106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061FBEC5-F4E6-44FB-A569-D069D68C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823" y="1761828"/>
            <a:ext cx="77827" cy="121400"/>
          </a:xfrm>
          <a:custGeom xmlns:a="http://schemas.openxmlformats.org/drawingml/2006/main">
            <a:pathLst>
              <a:path w="78763" h="122861">
                <a:moveTo>
                  <a:pt x="39460" y="107020"/>
                </a:moveTo>
                <a:cubicBezTo>
                  <a:pt x="45518" y="107020"/>
                  <a:pt x="50644" y="104845"/>
                  <a:pt x="54995" y="100493"/>
                </a:cubicBezTo>
                <a:cubicBezTo>
                  <a:pt x="59344" y="96145"/>
                  <a:pt x="61521" y="91020"/>
                  <a:pt x="61521" y="84961"/>
                </a:cubicBezTo>
                <a:cubicBezTo>
                  <a:pt x="61521" y="78905"/>
                  <a:pt x="59344" y="73622"/>
                  <a:pt x="54995" y="69273"/>
                </a:cubicBezTo>
                <a:cubicBezTo>
                  <a:pt x="50644" y="64924"/>
                  <a:pt x="45363" y="62905"/>
                  <a:pt x="39460" y="62905"/>
                </a:cubicBezTo>
                <a:cubicBezTo>
                  <a:pt x="33245" y="62905"/>
                  <a:pt x="27964" y="65079"/>
                  <a:pt x="23612" y="69428"/>
                </a:cubicBezTo>
                <a:cubicBezTo>
                  <a:pt x="19264" y="73779"/>
                  <a:pt x="17245" y="78905"/>
                  <a:pt x="17245" y="84961"/>
                </a:cubicBezTo>
                <a:cubicBezTo>
                  <a:pt x="17245" y="91174"/>
                  <a:pt x="19264" y="96300"/>
                  <a:pt x="23612" y="100650"/>
                </a:cubicBezTo>
                <a:cubicBezTo>
                  <a:pt x="27964" y="104999"/>
                  <a:pt x="33245" y="107020"/>
                  <a:pt x="39460" y="107020"/>
                </a:cubicBezTo>
                <a:moveTo>
                  <a:pt x="43809" y="47062"/>
                </a:moveTo>
                <a:cubicBezTo>
                  <a:pt x="53286" y="47062"/>
                  <a:pt x="61521" y="50789"/>
                  <a:pt x="68357" y="57934"/>
                </a:cubicBezTo>
                <a:cubicBezTo>
                  <a:pt x="75192" y="65235"/>
                  <a:pt x="78763" y="74090"/>
                  <a:pt x="78763" y="84496"/>
                </a:cubicBezTo>
                <a:cubicBezTo>
                  <a:pt x="78763" y="94903"/>
                  <a:pt x="75034" y="103913"/>
                  <a:pt x="67267" y="111523"/>
                </a:cubicBezTo>
                <a:cubicBezTo>
                  <a:pt x="59499" y="119288"/>
                  <a:pt x="50335" y="122861"/>
                  <a:pt x="39770" y="122861"/>
                </a:cubicBezTo>
                <a:cubicBezTo>
                  <a:pt x="29050" y="122861"/>
                  <a:pt x="19728" y="119133"/>
                  <a:pt x="11807" y="111678"/>
                </a:cubicBezTo>
                <a:cubicBezTo>
                  <a:pt x="3885" y="104222"/>
                  <a:pt x="0" y="95680"/>
                  <a:pt x="0" y="85893"/>
                </a:cubicBezTo>
                <a:cubicBezTo>
                  <a:pt x="0" y="76109"/>
                  <a:pt x="3729" y="66012"/>
                  <a:pt x="11496" y="55605"/>
                </a:cubicBezTo>
                <a:lnTo>
                  <a:pt x="52509" y="0"/>
                </a:lnTo>
                <a:lnTo>
                  <a:pt x="65404" y="9630"/>
                </a:lnTo>
                <a:lnTo>
                  <a:pt x="37441" y="47683"/>
                </a:lnTo>
                <a:cubicBezTo>
                  <a:pt x="40393" y="47373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CC33D6CE-E7CF-4871-8158-D135095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898" y="1926309"/>
            <a:ext cx="79518" cy="117412"/>
          </a:xfrm>
          <a:custGeom xmlns:a="http://schemas.openxmlformats.org/drawingml/2006/main">
            <a:pathLst>
              <a:path w="80475" h="118825">
                <a:moveTo>
                  <a:pt x="41480" y="35726"/>
                </a:moveTo>
                <a:cubicBezTo>
                  <a:pt x="52822" y="35726"/>
                  <a:pt x="62143" y="39610"/>
                  <a:pt x="69444" y="47221"/>
                </a:cubicBezTo>
                <a:cubicBezTo>
                  <a:pt x="76747" y="54986"/>
                  <a:pt x="80475" y="64772"/>
                  <a:pt x="80475" y="76888"/>
                </a:cubicBezTo>
                <a:cubicBezTo>
                  <a:pt x="80475" y="89003"/>
                  <a:pt x="76279" y="99099"/>
                  <a:pt x="68047" y="107021"/>
                </a:cubicBezTo>
                <a:cubicBezTo>
                  <a:pt x="59657" y="114942"/>
                  <a:pt x="49247" y="118825"/>
                  <a:pt x="36663" y="118825"/>
                </a:cubicBezTo>
                <a:cubicBezTo>
                  <a:pt x="21130" y="118825"/>
                  <a:pt x="8858" y="111680"/>
                  <a:pt x="0" y="97235"/>
                </a:cubicBezTo>
                <a:lnTo>
                  <a:pt x="13360" y="85895"/>
                </a:lnTo>
                <a:cubicBezTo>
                  <a:pt x="17090" y="92108"/>
                  <a:pt x="20819" y="96614"/>
                  <a:pt x="24548" y="99099"/>
                </a:cubicBezTo>
                <a:cubicBezTo>
                  <a:pt x="28277" y="101584"/>
                  <a:pt x="33248" y="102982"/>
                  <a:pt x="39460" y="102982"/>
                </a:cubicBezTo>
                <a:cubicBezTo>
                  <a:pt x="45676" y="102982"/>
                  <a:pt x="51266" y="100495"/>
                  <a:pt x="56082" y="95528"/>
                </a:cubicBezTo>
                <a:cubicBezTo>
                  <a:pt x="60743" y="90557"/>
                  <a:pt x="63230" y="84344"/>
                  <a:pt x="63230" y="76888"/>
                </a:cubicBezTo>
                <a:cubicBezTo>
                  <a:pt x="63230" y="69431"/>
                  <a:pt x="60743" y="63375"/>
                  <a:pt x="56082" y="58405"/>
                </a:cubicBezTo>
                <a:cubicBezTo>
                  <a:pt x="51266" y="53588"/>
                  <a:pt x="45053" y="51260"/>
                  <a:pt x="37596" y="51260"/>
                </a:cubicBezTo>
                <a:cubicBezTo>
                  <a:pt x="30141" y="51260"/>
                  <a:pt x="23460" y="54830"/>
                  <a:pt x="17712" y="61666"/>
                </a:cubicBezTo>
                <a:lnTo>
                  <a:pt x="11964" y="61666"/>
                </a:lnTo>
                <a:lnTo>
                  <a:pt x="30296" y="0"/>
                </a:lnTo>
                <a:lnTo>
                  <a:pt x="78766" y="0"/>
                </a:lnTo>
                <a:lnTo>
                  <a:pt x="78766" y="16621"/>
                </a:lnTo>
                <a:lnTo>
                  <a:pt x="42567" y="16621"/>
                </a:lnTo>
                <a:lnTo>
                  <a:pt x="36819" y="36036"/>
                </a:lnTo>
                <a:cubicBezTo>
                  <a:pt x="38528" y="35881"/>
                  <a:pt x="40083" y="35726"/>
                  <a:pt x="41480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925D7645-C03B-4217-8F54-596D29C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143" y="1924317"/>
            <a:ext cx="73835" cy="119405"/>
          </a:xfrm>
          <a:custGeom xmlns:a="http://schemas.openxmlformats.org/drawingml/2006/main">
            <a:pathLst>
              <a:path w="74724" h="120842">
                <a:moveTo>
                  <a:pt x="33712" y="64770"/>
                </a:moveTo>
                <a:lnTo>
                  <a:pt x="33712" y="49702"/>
                </a:lnTo>
                <a:cubicBezTo>
                  <a:pt x="41169" y="49702"/>
                  <a:pt x="46141" y="48928"/>
                  <a:pt x="48782" y="47218"/>
                </a:cubicBezTo>
                <a:cubicBezTo>
                  <a:pt x="53285" y="44421"/>
                  <a:pt x="55616" y="40073"/>
                  <a:pt x="55616" y="34170"/>
                </a:cubicBezTo>
                <a:cubicBezTo>
                  <a:pt x="55616" y="28424"/>
                  <a:pt x="53908" y="23921"/>
                  <a:pt x="50646" y="20813"/>
                </a:cubicBezTo>
                <a:cubicBezTo>
                  <a:pt x="47227" y="17707"/>
                  <a:pt x="43035" y="16153"/>
                  <a:pt x="38063" y="15998"/>
                </a:cubicBezTo>
                <a:cubicBezTo>
                  <a:pt x="32935" y="15998"/>
                  <a:pt x="29051" y="17240"/>
                  <a:pt x="26410" y="19570"/>
                </a:cubicBezTo>
                <a:cubicBezTo>
                  <a:pt x="23923" y="22056"/>
                  <a:pt x="21905" y="26249"/>
                  <a:pt x="20663" y="31840"/>
                </a:cubicBezTo>
                <a:lnTo>
                  <a:pt x="3106" y="31840"/>
                </a:lnTo>
                <a:cubicBezTo>
                  <a:pt x="4971" y="20970"/>
                  <a:pt x="8699" y="12891"/>
                  <a:pt x="14292" y="7610"/>
                </a:cubicBezTo>
                <a:cubicBezTo>
                  <a:pt x="19886" y="2485"/>
                  <a:pt x="27963" y="0"/>
                  <a:pt x="38218" y="0"/>
                </a:cubicBezTo>
                <a:cubicBezTo>
                  <a:pt x="48314" y="0"/>
                  <a:pt x="56549" y="2949"/>
                  <a:pt x="63074" y="9008"/>
                </a:cubicBezTo>
                <a:cubicBezTo>
                  <a:pt x="69598" y="15221"/>
                  <a:pt x="72862" y="23298"/>
                  <a:pt x="72862" y="33394"/>
                </a:cubicBezTo>
                <a:cubicBezTo>
                  <a:pt x="72862" y="43489"/>
                  <a:pt x="68511" y="51566"/>
                  <a:pt x="60121" y="57470"/>
                </a:cubicBezTo>
                <a:cubicBezTo>
                  <a:pt x="69753" y="63215"/>
                  <a:pt x="74724" y="72535"/>
                  <a:pt x="74724" y="85275"/>
                </a:cubicBezTo>
                <a:cubicBezTo>
                  <a:pt x="74724" y="95835"/>
                  <a:pt x="71152" y="104376"/>
                  <a:pt x="64004" y="110901"/>
                </a:cubicBezTo>
                <a:cubicBezTo>
                  <a:pt x="56859" y="117580"/>
                  <a:pt x="47849" y="120842"/>
                  <a:pt x="36818" y="120842"/>
                </a:cubicBezTo>
                <a:cubicBezTo>
                  <a:pt x="22682" y="120842"/>
                  <a:pt x="12273" y="115716"/>
                  <a:pt x="5437" y="105465"/>
                </a:cubicBezTo>
                <a:cubicBezTo>
                  <a:pt x="2641" y="101116"/>
                  <a:pt x="777" y="95213"/>
                  <a:pt x="0" y="87449"/>
                </a:cubicBezTo>
                <a:lnTo>
                  <a:pt x="17090" y="87449"/>
                </a:lnTo>
                <a:cubicBezTo>
                  <a:pt x="18022" y="93193"/>
                  <a:pt x="20196" y="97545"/>
                  <a:pt x="23769" y="100493"/>
                </a:cubicBezTo>
                <a:cubicBezTo>
                  <a:pt x="27186" y="103601"/>
                  <a:pt x="31846" y="104999"/>
                  <a:pt x="37595" y="104999"/>
                </a:cubicBezTo>
                <a:cubicBezTo>
                  <a:pt x="43189" y="104999"/>
                  <a:pt x="48004" y="103135"/>
                  <a:pt x="51732" y="99252"/>
                </a:cubicBezTo>
                <a:cubicBezTo>
                  <a:pt x="55462" y="95368"/>
                  <a:pt x="57324" y="90399"/>
                  <a:pt x="57324" y="84496"/>
                </a:cubicBezTo>
                <a:cubicBezTo>
                  <a:pt x="57324" y="76730"/>
                  <a:pt x="54531" y="70983"/>
                  <a:pt x="48936" y="67567"/>
                </a:cubicBezTo>
                <a:cubicBezTo>
                  <a:pt x="45518" y="65702"/>
                  <a:pt x="40548" y="64770"/>
                  <a:pt x="33712" y="647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971C53A1-268D-403D-AF5E-5732599D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609" y="2023309"/>
            <a:ext cx="20878" cy="20718"/>
          </a:xfrm>
          <a:custGeom xmlns:a="http://schemas.openxmlformats.org/drawingml/2006/main">
            <a:pathLst>
              <a:path w="21130" h="20967">
                <a:moveTo>
                  <a:pt x="3110" y="18017"/>
                </a:moveTo>
                <a:cubicBezTo>
                  <a:pt x="933" y="16154"/>
                  <a:pt x="0" y="13668"/>
                  <a:pt x="0" y="10717"/>
                </a:cubicBezTo>
                <a:cubicBezTo>
                  <a:pt x="0" y="7768"/>
                  <a:pt x="933" y="5281"/>
                  <a:pt x="3110" y="3106"/>
                </a:cubicBezTo>
                <a:cubicBezTo>
                  <a:pt x="5129" y="1087"/>
                  <a:pt x="7613" y="0"/>
                  <a:pt x="10565" y="0"/>
                </a:cubicBezTo>
                <a:cubicBezTo>
                  <a:pt x="13362" y="0"/>
                  <a:pt x="15849" y="1087"/>
                  <a:pt x="18023" y="3106"/>
                </a:cubicBezTo>
                <a:cubicBezTo>
                  <a:pt x="20042" y="5281"/>
                  <a:pt x="21130" y="7768"/>
                  <a:pt x="21130" y="10562"/>
                </a:cubicBezTo>
                <a:cubicBezTo>
                  <a:pt x="21130" y="13668"/>
                  <a:pt x="20042" y="16154"/>
                  <a:pt x="18023" y="18017"/>
                </a:cubicBezTo>
                <a:cubicBezTo>
                  <a:pt x="16003" y="19881"/>
                  <a:pt x="13517" y="20967"/>
                  <a:pt x="10565" y="20967"/>
                </a:cubicBezTo>
                <a:cubicBezTo>
                  <a:pt x="7613" y="20967"/>
                  <a:pt x="5129" y="19881"/>
                  <a:pt x="3110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E754789A-8E49-457C-9B09-01688D3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290" y="1924317"/>
            <a:ext cx="81820" cy="119405"/>
          </a:xfrm>
          <a:custGeom xmlns:a="http://schemas.openxmlformats.org/drawingml/2006/main">
            <a:pathLst>
              <a:path w="82804" h="120842">
                <a:moveTo>
                  <a:pt x="58570" y="92261"/>
                </a:moveTo>
                <a:cubicBezTo>
                  <a:pt x="63072" y="83873"/>
                  <a:pt x="65405" y="73312"/>
                  <a:pt x="65405" y="60575"/>
                </a:cubicBezTo>
                <a:cubicBezTo>
                  <a:pt x="65405" y="47839"/>
                  <a:pt x="63072" y="37121"/>
                  <a:pt x="58570" y="28734"/>
                </a:cubicBezTo>
                <a:cubicBezTo>
                  <a:pt x="53907" y="20347"/>
                  <a:pt x="48159" y="16153"/>
                  <a:pt x="41326" y="16153"/>
                </a:cubicBezTo>
                <a:cubicBezTo>
                  <a:pt x="34490" y="16153"/>
                  <a:pt x="28741" y="20191"/>
                  <a:pt x="24235" y="28579"/>
                </a:cubicBezTo>
                <a:cubicBezTo>
                  <a:pt x="19573" y="36966"/>
                  <a:pt x="17400" y="47528"/>
                  <a:pt x="17400" y="60266"/>
                </a:cubicBezTo>
                <a:cubicBezTo>
                  <a:pt x="17400" y="73001"/>
                  <a:pt x="19573" y="83718"/>
                  <a:pt x="24080" y="92106"/>
                </a:cubicBezTo>
                <a:cubicBezTo>
                  <a:pt x="28586" y="100650"/>
                  <a:pt x="34332" y="104999"/>
                  <a:pt x="41480" y="104999"/>
                </a:cubicBezTo>
                <a:cubicBezTo>
                  <a:pt x="48316" y="104999"/>
                  <a:pt x="54063" y="100650"/>
                  <a:pt x="58570" y="92261"/>
                </a:cubicBezTo>
                <a:moveTo>
                  <a:pt x="41480" y="120842"/>
                </a:moveTo>
                <a:cubicBezTo>
                  <a:pt x="30449" y="120842"/>
                  <a:pt x="20816" y="115716"/>
                  <a:pt x="12428" y="105154"/>
                </a:cubicBezTo>
                <a:cubicBezTo>
                  <a:pt x="4039" y="94593"/>
                  <a:pt x="0" y="79835"/>
                  <a:pt x="0" y="60575"/>
                </a:cubicBezTo>
                <a:cubicBezTo>
                  <a:pt x="0" y="41469"/>
                  <a:pt x="4348" y="26404"/>
                  <a:pt x="13048" y="15221"/>
                </a:cubicBezTo>
                <a:cubicBezTo>
                  <a:pt x="20816" y="5123"/>
                  <a:pt x="30293" y="0"/>
                  <a:pt x="41480" y="0"/>
                </a:cubicBezTo>
                <a:cubicBezTo>
                  <a:pt x="52508" y="0"/>
                  <a:pt x="61985" y="5123"/>
                  <a:pt x="69753" y="15221"/>
                </a:cubicBezTo>
                <a:cubicBezTo>
                  <a:pt x="78452" y="26404"/>
                  <a:pt x="82804" y="41469"/>
                  <a:pt x="82804" y="60575"/>
                </a:cubicBezTo>
                <a:cubicBezTo>
                  <a:pt x="82804" y="79835"/>
                  <a:pt x="78452" y="94903"/>
                  <a:pt x="69753" y="105933"/>
                </a:cubicBezTo>
                <a:cubicBezTo>
                  <a:pt x="61985" y="115871"/>
                  <a:pt x="52508" y="120842"/>
                  <a:pt x="41480" y="1208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5293E152-C860-4F72-A822-E298004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363" y="2143118"/>
            <a:ext cx="79516" cy="117413"/>
          </a:xfrm>
          <a:custGeom xmlns:a="http://schemas.openxmlformats.org/drawingml/2006/main">
            <a:pathLst>
              <a:path w="80474" h="118826">
                <a:moveTo>
                  <a:pt x="41477" y="35726"/>
                </a:moveTo>
                <a:cubicBezTo>
                  <a:pt x="52818" y="35726"/>
                  <a:pt x="62141" y="39611"/>
                  <a:pt x="69440" y="47221"/>
                </a:cubicBezTo>
                <a:cubicBezTo>
                  <a:pt x="76744" y="54986"/>
                  <a:pt x="80474" y="64773"/>
                  <a:pt x="80474" y="76886"/>
                </a:cubicBezTo>
                <a:cubicBezTo>
                  <a:pt x="80474" y="89003"/>
                  <a:pt x="76276" y="99099"/>
                  <a:pt x="68044" y="107019"/>
                </a:cubicBezTo>
                <a:cubicBezTo>
                  <a:pt x="59654" y="114943"/>
                  <a:pt x="49245" y="118826"/>
                  <a:pt x="36662" y="118826"/>
                </a:cubicBezTo>
                <a:cubicBezTo>
                  <a:pt x="21126" y="118826"/>
                  <a:pt x="8854" y="111680"/>
                  <a:pt x="0" y="97235"/>
                </a:cubicBezTo>
                <a:lnTo>
                  <a:pt x="13359" y="85895"/>
                </a:lnTo>
                <a:cubicBezTo>
                  <a:pt x="17089" y="92108"/>
                  <a:pt x="20816" y="96612"/>
                  <a:pt x="24545" y="99099"/>
                </a:cubicBezTo>
                <a:cubicBezTo>
                  <a:pt x="28273" y="101584"/>
                  <a:pt x="33245" y="102982"/>
                  <a:pt x="39458" y="102982"/>
                </a:cubicBezTo>
                <a:cubicBezTo>
                  <a:pt x="45675" y="102982"/>
                  <a:pt x="51266" y="100495"/>
                  <a:pt x="56082" y="95526"/>
                </a:cubicBezTo>
                <a:cubicBezTo>
                  <a:pt x="60742" y="90557"/>
                  <a:pt x="63227" y="84344"/>
                  <a:pt x="63227" y="76886"/>
                </a:cubicBezTo>
                <a:cubicBezTo>
                  <a:pt x="63227" y="69431"/>
                  <a:pt x="60742" y="63373"/>
                  <a:pt x="56082" y="58405"/>
                </a:cubicBezTo>
                <a:cubicBezTo>
                  <a:pt x="51266" y="53589"/>
                  <a:pt x="45052" y="51260"/>
                  <a:pt x="37594" y="51260"/>
                </a:cubicBezTo>
                <a:cubicBezTo>
                  <a:pt x="30139" y="51260"/>
                  <a:pt x="23457" y="54830"/>
                  <a:pt x="17709" y="61666"/>
                </a:cubicBezTo>
                <a:lnTo>
                  <a:pt x="11960" y="61666"/>
                </a:lnTo>
                <a:lnTo>
                  <a:pt x="30293" y="0"/>
                </a:lnTo>
                <a:lnTo>
                  <a:pt x="78763" y="0"/>
                </a:lnTo>
                <a:lnTo>
                  <a:pt x="78763" y="16620"/>
                </a:lnTo>
                <a:lnTo>
                  <a:pt x="42568" y="16620"/>
                </a:lnTo>
                <a:lnTo>
                  <a:pt x="36819" y="36036"/>
                </a:lnTo>
                <a:cubicBezTo>
                  <a:pt x="38526" y="35881"/>
                  <a:pt x="40081" y="35726"/>
                  <a:pt x="41477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51222F4B-8A54-4687-86DA-BC5F691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604" y="2141123"/>
            <a:ext cx="81821" cy="119408"/>
          </a:xfrm>
          <a:custGeom xmlns:a="http://schemas.openxmlformats.org/drawingml/2006/main">
            <a:pathLst>
              <a:path w="82806" h="120846">
                <a:moveTo>
                  <a:pt x="58570" y="92263"/>
                </a:moveTo>
                <a:cubicBezTo>
                  <a:pt x="63075" y="83876"/>
                  <a:pt x="65404" y="73314"/>
                  <a:pt x="65404" y="60579"/>
                </a:cubicBezTo>
                <a:cubicBezTo>
                  <a:pt x="65404" y="47843"/>
                  <a:pt x="63075" y="37124"/>
                  <a:pt x="58570" y="28738"/>
                </a:cubicBezTo>
                <a:cubicBezTo>
                  <a:pt x="53908" y="20350"/>
                  <a:pt x="48161" y="16155"/>
                  <a:pt x="41325" y="16155"/>
                </a:cubicBezTo>
                <a:cubicBezTo>
                  <a:pt x="34489" y="16155"/>
                  <a:pt x="28741" y="20194"/>
                  <a:pt x="24235" y="28581"/>
                </a:cubicBezTo>
                <a:cubicBezTo>
                  <a:pt x="19577" y="36969"/>
                  <a:pt x="17399" y="47530"/>
                  <a:pt x="17399" y="60265"/>
                </a:cubicBezTo>
                <a:cubicBezTo>
                  <a:pt x="17399" y="73005"/>
                  <a:pt x="19577" y="83722"/>
                  <a:pt x="24081" y="92109"/>
                </a:cubicBezTo>
                <a:cubicBezTo>
                  <a:pt x="28586" y="100650"/>
                  <a:pt x="34335" y="105002"/>
                  <a:pt x="41481" y="105002"/>
                </a:cubicBezTo>
                <a:cubicBezTo>
                  <a:pt x="48314" y="105002"/>
                  <a:pt x="54063" y="100650"/>
                  <a:pt x="58570" y="92263"/>
                </a:cubicBezTo>
                <a:moveTo>
                  <a:pt x="41481" y="120846"/>
                </a:moveTo>
                <a:cubicBezTo>
                  <a:pt x="30451" y="120846"/>
                  <a:pt x="20819" y="115719"/>
                  <a:pt x="12430" y="105157"/>
                </a:cubicBezTo>
                <a:cubicBezTo>
                  <a:pt x="4042" y="94595"/>
                  <a:pt x="0" y="79837"/>
                  <a:pt x="0" y="60579"/>
                </a:cubicBezTo>
                <a:cubicBezTo>
                  <a:pt x="0" y="41472"/>
                  <a:pt x="4352" y="26408"/>
                  <a:pt x="13051" y="15223"/>
                </a:cubicBezTo>
                <a:cubicBezTo>
                  <a:pt x="20819" y="5127"/>
                  <a:pt x="30296" y="0"/>
                  <a:pt x="41481" y="0"/>
                </a:cubicBezTo>
                <a:cubicBezTo>
                  <a:pt x="52512" y="0"/>
                  <a:pt x="61986" y="5127"/>
                  <a:pt x="69753" y="15223"/>
                </a:cubicBezTo>
                <a:cubicBezTo>
                  <a:pt x="78453" y="26408"/>
                  <a:pt x="82806" y="41472"/>
                  <a:pt x="82806" y="60579"/>
                </a:cubicBezTo>
                <a:cubicBezTo>
                  <a:pt x="82806" y="79837"/>
                  <a:pt x="78453" y="94905"/>
                  <a:pt x="69753" y="105933"/>
                </a:cubicBezTo>
                <a:cubicBezTo>
                  <a:pt x="61986" y="115874"/>
                  <a:pt x="52512" y="120846"/>
                  <a:pt x="41481" y="1208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DCD67F55-5268-470C-8621-05292061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73" y="2240116"/>
            <a:ext cx="20876" cy="20720"/>
          </a:xfrm>
          <a:custGeom xmlns:a="http://schemas.openxmlformats.org/drawingml/2006/main">
            <a:pathLst>
              <a:path w="21127" h="20970">
                <a:moveTo>
                  <a:pt x="3106" y="18018"/>
                </a:moveTo>
                <a:cubicBezTo>
                  <a:pt x="931" y="16157"/>
                  <a:pt x="0" y="13669"/>
                  <a:pt x="0" y="10717"/>
                </a:cubicBezTo>
                <a:cubicBezTo>
                  <a:pt x="0" y="7767"/>
                  <a:pt x="931" y="5282"/>
                  <a:pt x="3106" y="3108"/>
                </a:cubicBezTo>
                <a:cubicBezTo>
                  <a:pt x="5126" y="1088"/>
                  <a:pt x="7612" y="0"/>
                  <a:pt x="10562" y="0"/>
                </a:cubicBezTo>
                <a:cubicBezTo>
                  <a:pt x="13359" y="0"/>
                  <a:pt x="15845" y="1088"/>
                  <a:pt x="18021" y="3108"/>
                </a:cubicBezTo>
                <a:cubicBezTo>
                  <a:pt x="20039" y="5282"/>
                  <a:pt x="21127" y="7767"/>
                  <a:pt x="21127" y="10563"/>
                </a:cubicBezTo>
                <a:cubicBezTo>
                  <a:pt x="21127" y="13669"/>
                  <a:pt x="20039" y="16157"/>
                  <a:pt x="18021" y="18018"/>
                </a:cubicBezTo>
                <a:cubicBezTo>
                  <a:pt x="16001" y="19882"/>
                  <a:pt x="13517" y="20970"/>
                  <a:pt x="10562" y="20970"/>
                </a:cubicBezTo>
                <a:cubicBezTo>
                  <a:pt x="7612" y="20970"/>
                  <a:pt x="5126" y="19882"/>
                  <a:pt x="3106" y="18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720EA223-681F-40C2-8E84-5C07AC6C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204" y="2141123"/>
            <a:ext cx="72761" cy="119408"/>
          </a:xfrm>
          <a:custGeom xmlns:a="http://schemas.openxmlformats.org/drawingml/2006/main">
            <a:pathLst>
              <a:path w="73636" h="120846">
                <a:moveTo>
                  <a:pt x="50644" y="71605"/>
                </a:moveTo>
                <a:cubicBezTo>
                  <a:pt x="46761" y="67879"/>
                  <a:pt x="42098" y="66015"/>
                  <a:pt x="36818" y="66015"/>
                </a:cubicBezTo>
                <a:cubicBezTo>
                  <a:pt x="31535" y="66015"/>
                  <a:pt x="27031" y="67879"/>
                  <a:pt x="23302" y="71605"/>
                </a:cubicBezTo>
                <a:cubicBezTo>
                  <a:pt x="19418" y="75335"/>
                  <a:pt x="17553" y="79992"/>
                  <a:pt x="17553" y="85276"/>
                </a:cubicBezTo>
                <a:cubicBezTo>
                  <a:pt x="17553" y="90712"/>
                  <a:pt x="19418" y="95371"/>
                  <a:pt x="23148" y="99254"/>
                </a:cubicBezTo>
                <a:cubicBezTo>
                  <a:pt x="26876" y="103138"/>
                  <a:pt x="31535" y="105002"/>
                  <a:pt x="36972" y="105002"/>
                </a:cubicBezTo>
                <a:cubicBezTo>
                  <a:pt x="42254" y="105002"/>
                  <a:pt x="46761" y="103138"/>
                  <a:pt x="50644" y="99254"/>
                </a:cubicBezTo>
                <a:cubicBezTo>
                  <a:pt x="54373" y="95526"/>
                  <a:pt x="56392" y="90867"/>
                  <a:pt x="56392" y="85431"/>
                </a:cubicBezTo>
                <a:cubicBezTo>
                  <a:pt x="56392" y="80150"/>
                  <a:pt x="54373" y="75488"/>
                  <a:pt x="50644" y="71605"/>
                </a:cubicBezTo>
                <a:moveTo>
                  <a:pt x="19728" y="33552"/>
                </a:moveTo>
                <a:cubicBezTo>
                  <a:pt x="19574" y="38524"/>
                  <a:pt x="21282" y="42560"/>
                  <a:pt x="24699" y="45979"/>
                </a:cubicBezTo>
                <a:cubicBezTo>
                  <a:pt x="28118" y="49396"/>
                  <a:pt x="32312" y="51105"/>
                  <a:pt x="37284" y="51105"/>
                </a:cubicBezTo>
                <a:cubicBezTo>
                  <a:pt x="41944" y="51105"/>
                  <a:pt x="46138" y="49396"/>
                  <a:pt x="49557" y="45979"/>
                </a:cubicBezTo>
                <a:cubicBezTo>
                  <a:pt x="52975" y="42560"/>
                  <a:pt x="54683" y="38524"/>
                  <a:pt x="54683" y="33707"/>
                </a:cubicBezTo>
                <a:cubicBezTo>
                  <a:pt x="54683" y="28890"/>
                  <a:pt x="52975" y="24698"/>
                  <a:pt x="49557" y="21281"/>
                </a:cubicBezTo>
                <a:cubicBezTo>
                  <a:pt x="46138" y="17864"/>
                  <a:pt x="41944" y="16001"/>
                  <a:pt x="37127" y="16001"/>
                </a:cubicBezTo>
                <a:cubicBezTo>
                  <a:pt x="32312" y="16001"/>
                  <a:pt x="28272" y="17707"/>
                  <a:pt x="24854" y="21126"/>
                </a:cubicBezTo>
                <a:cubicBezTo>
                  <a:pt x="21439" y="24543"/>
                  <a:pt x="19728" y="28738"/>
                  <a:pt x="19728" y="33552"/>
                </a:cubicBezTo>
                <a:moveTo>
                  <a:pt x="15999" y="58250"/>
                </a:moveTo>
                <a:cubicBezTo>
                  <a:pt x="7299" y="52346"/>
                  <a:pt x="3106" y="44269"/>
                  <a:pt x="3106" y="34172"/>
                </a:cubicBezTo>
                <a:cubicBezTo>
                  <a:pt x="3106" y="24234"/>
                  <a:pt x="6368" y="16001"/>
                  <a:pt x="12893" y="9633"/>
                </a:cubicBezTo>
                <a:cubicBezTo>
                  <a:pt x="19418" y="3264"/>
                  <a:pt x="27652" y="0"/>
                  <a:pt x="37284" y="0"/>
                </a:cubicBezTo>
                <a:cubicBezTo>
                  <a:pt x="46915" y="0"/>
                  <a:pt x="54995" y="3264"/>
                  <a:pt x="61517" y="9633"/>
                </a:cubicBezTo>
                <a:cubicBezTo>
                  <a:pt x="68043" y="16001"/>
                  <a:pt x="71306" y="24078"/>
                  <a:pt x="71306" y="33862"/>
                </a:cubicBezTo>
                <a:cubicBezTo>
                  <a:pt x="71306" y="43804"/>
                  <a:pt x="66957" y="51878"/>
                  <a:pt x="58566" y="58092"/>
                </a:cubicBezTo>
                <a:cubicBezTo>
                  <a:pt x="63227" y="60734"/>
                  <a:pt x="66801" y="64463"/>
                  <a:pt x="69598" y="69276"/>
                </a:cubicBezTo>
                <a:cubicBezTo>
                  <a:pt x="72394" y="74247"/>
                  <a:pt x="73636" y="79683"/>
                  <a:pt x="73636" y="85585"/>
                </a:cubicBezTo>
                <a:cubicBezTo>
                  <a:pt x="73636" y="95993"/>
                  <a:pt x="70217" y="104535"/>
                  <a:pt x="63537" y="111058"/>
                </a:cubicBezTo>
                <a:cubicBezTo>
                  <a:pt x="56703" y="117583"/>
                  <a:pt x="48003" y="120846"/>
                  <a:pt x="37284" y="120846"/>
                </a:cubicBezTo>
                <a:cubicBezTo>
                  <a:pt x="26564" y="120846"/>
                  <a:pt x="17709" y="117583"/>
                  <a:pt x="10563" y="110902"/>
                </a:cubicBezTo>
                <a:cubicBezTo>
                  <a:pt x="3416" y="104380"/>
                  <a:pt x="0" y="95993"/>
                  <a:pt x="155" y="85896"/>
                </a:cubicBezTo>
                <a:cubicBezTo>
                  <a:pt x="155" y="72850"/>
                  <a:pt x="5435" y="63530"/>
                  <a:pt x="15999" y="582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A79B97BF-81A4-4CCF-8CF7-D544178C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826" y="1344811"/>
            <a:ext cx="79514" cy="117409"/>
          </a:xfrm>
          <a:custGeom xmlns:a="http://schemas.openxmlformats.org/drawingml/2006/main">
            <a:pathLst>
              <a:path w="80471" h="118823">
                <a:moveTo>
                  <a:pt x="41479" y="35724"/>
                </a:moveTo>
                <a:cubicBezTo>
                  <a:pt x="52817" y="35724"/>
                  <a:pt x="62140" y="39607"/>
                  <a:pt x="69440" y="47218"/>
                </a:cubicBezTo>
                <a:cubicBezTo>
                  <a:pt x="76743" y="54986"/>
                  <a:pt x="80471" y="64769"/>
                  <a:pt x="80471" y="76886"/>
                </a:cubicBezTo>
                <a:cubicBezTo>
                  <a:pt x="80471" y="89000"/>
                  <a:pt x="76278" y="99097"/>
                  <a:pt x="68042" y="107019"/>
                </a:cubicBezTo>
                <a:cubicBezTo>
                  <a:pt x="59653" y="114939"/>
                  <a:pt x="49245" y="118823"/>
                  <a:pt x="36663" y="118823"/>
                </a:cubicBezTo>
                <a:cubicBezTo>
                  <a:pt x="21127" y="118823"/>
                  <a:pt x="8854" y="111676"/>
                  <a:pt x="0" y="97231"/>
                </a:cubicBezTo>
                <a:lnTo>
                  <a:pt x="13357" y="85894"/>
                </a:lnTo>
                <a:cubicBezTo>
                  <a:pt x="17086" y="92107"/>
                  <a:pt x="20816" y="96612"/>
                  <a:pt x="24545" y="99097"/>
                </a:cubicBezTo>
                <a:cubicBezTo>
                  <a:pt x="28272" y="101583"/>
                  <a:pt x="33243" y="102980"/>
                  <a:pt x="39456" y="102980"/>
                </a:cubicBezTo>
                <a:cubicBezTo>
                  <a:pt x="45672" y="102980"/>
                  <a:pt x="51266" y="100497"/>
                  <a:pt x="56081" y="95525"/>
                </a:cubicBezTo>
                <a:cubicBezTo>
                  <a:pt x="60740" y="90554"/>
                  <a:pt x="63227" y="84341"/>
                  <a:pt x="63227" y="76886"/>
                </a:cubicBezTo>
                <a:cubicBezTo>
                  <a:pt x="63227" y="69431"/>
                  <a:pt x="60740" y="63373"/>
                  <a:pt x="56081" y="58402"/>
                </a:cubicBezTo>
                <a:cubicBezTo>
                  <a:pt x="51266" y="53586"/>
                  <a:pt x="45049" y="51256"/>
                  <a:pt x="37595" y="51256"/>
                </a:cubicBezTo>
                <a:cubicBezTo>
                  <a:pt x="30136" y="51256"/>
                  <a:pt x="23457" y="54830"/>
                  <a:pt x="17709" y="61663"/>
                </a:cubicBezTo>
                <a:lnTo>
                  <a:pt x="11960" y="61663"/>
                </a:lnTo>
                <a:lnTo>
                  <a:pt x="30293" y="0"/>
                </a:lnTo>
                <a:lnTo>
                  <a:pt x="78761" y="0"/>
                </a:lnTo>
                <a:lnTo>
                  <a:pt x="78761" y="16620"/>
                </a:lnTo>
                <a:lnTo>
                  <a:pt x="42566" y="16620"/>
                </a:lnTo>
                <a:lnTo>
                  <a:pt x="36818" y="36034"/>
                </a:lnTo>
                <a:cubicBezTo>
                  <a:pt x="38526" y="35879"/>
                  <a:pt x="40079" y="35724"/>
                  <a:pt x="41479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D83E6FCF-077D-4039-ACBF-C83C056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519" y="1342816"/>
            <a:ext cx="72762" cy="119405"/>
          </a:xfrm>
          <a:custGeom xmlns:a="http://schemas.openxmlformats.org/drawingml/2006/main">
            <a:pathLst>
              <a:path w="73638" h="120842">
                <a:moveTo>
                  <a:pt x="50646" y="71605"/>
                </a:moveTo>
                <a:cubicBezTo>
                  <a:pt x="46763" y="67876"/>
                  <a:pt x="42103" y="66012"/>
                  <a:pt x="36819" y="66012"/>
                </a:cubicBezTo>
                <a:cubicBezTo>
                  <a:pt x="31537" y="66012"/>
                  <a:pt x="27032" y="67876"/>
                  <a:pt x="23303" y="71605"/>
                </a:cubicBezTo>
                <a:cubicBezTo>
                  <a:pt x="19419" y="75331"/>
                  <a:pt x="17554" y="79992"/>
                  <a:pt x="17554" y="85273"/>
                </a:cubicBezTo>
                <a:cubicBezTo>
                  <a:pt x="17554" y="90708"/>
                  <a:pt x="19419" y="95370"/>
                  <a:pt x="23148" y="99251"/>
                </a:cubicBezTo>
                <a:cubicBezTo>
                  <a:pt x="26877" y="103135"/>
                  <a:pt x="31537" y="104999"/>
                  <a:pt x="36973" y="104999"/>
                </a:cubicBezTo>
                <a:cubicBezTo>
                  <a:pt x="42257" y="104999"/>
                  <a:pt x="46763" y="103135"/>
                  <a:pt x="50646" y="99251"/>
                </a:cubicBezTo>
                <a:cubicBezTo>
                  <a:pt x="54372" y="95525"/>
                  <a:pt x="56393" y="90864"/>
                  <a:pt x="56393" y="85428"/>
                </a:cubicBezTo>
                <a:cubicBezTo>
                  <a:pt x="56393" y="80148"/>
                  <a:pt x="54372" y="75488"/>
                  <a:pt x="50646" y="71605"/>
                </a:cubicBezTo>
                <a:moveTo>
                  <a:pt x="19731" y="33549"/>
                </a:moveTo>
                <a:cubicBezTo>
                  <a:pt x="19573" y="38520"/>
                  <a:pt x="21283" y="42558"/>
                  <a:pt x="24703" y="45975"/>
                </a:cubicBezTo>
                <a:cubicBezTo>
                  <a:pt x="28119" y="49392"/>
                  <a:pt x="32314" y="51102"/>
                  <a:pt x="37286" y="51102"/>
                </a:cubicBezTo>
                <a:cubicBezTo>
                  <a:pt x="41946" y="51102"/>
                  <a:pt x="46140" y="49392"/>
                  <a:pt x="49558" y="45975"/>
                </a:cubicBezTo>
                <a:cubicBezTo>
                  <a:pt x="52976" y="42558"/>
                  <a:pt x="54686" y="38520"/>
                  <a:pt x="54686" y="33704"/>
                </a:cubicBezTo>
                <a:cubicBezTo>
                  <a:pt x="54686" y="28891"/>
                  <a:pt x="52976" y="24697"/>
                  <a:pt x="49558" y="21279"/>
                </a:cubicBezTo>
                <a:cubicBezTo>
                  <a:pt x="46140" y="17862"/>
                  <a:pt x="41946" y="15998"/>
                  <a:pt x="37131" y="15998"/>
                </a:cubicBezTo>
                <a:cubicBezTo>
                  <a:pt x="32314" y="15998"/>
                  <a:pt x="28273" y="17707"/>
                  <a:pt x="24857" y="21123"/>
                </a:cubicBezTo>
                <a:cubicBezTo>
                  <a:pt x="21439" y="24540"/>
                  <a:pt x="19731" y="28734"/>
                  <a:pt x="19731" y="33549"/>
                </a:cubicBezTo>
                <a:moveTo>
                  <a:pt x="16003" y="58247"/>
                </a:moveTo>
                <a:cubicBezTo>
                  <a:pt x="7304" y="52343"/>
                  <a:pt x="3106" y="44266"/>
                  <a:pt x="3106" y="34171"/>
                </a:cubicBezTo>
                <a:cubicBezTo>
                  <a:pt x="3106" y="24230"/>
                  <a:pt x="6370" y="15998"/>
                  <a:pt x="12894" y="9630"/>
                </a:cubicBezTo>
                <a:cubicBezTo>
                  <a:pt x="19419" y="3262"/>
                  <a:pt x="27654" y="0"/>
                  <a:pt x="37286" y="0"/>
                </a:cubicBezTo>
                <a:cubicBezTo>
                  <a:pt x="46917" y="0"/>
                  <a:pt x="54995" y="3262"/>
                  <a:pt x="61521" y="9630"/>
                </a:cubicBezTo>
                <a:cubicBezTo>
                  <a:pt x="68047" y="15998"/>
                  <a:pt x="71308" y="24075"/>
                  <a:pt x="71308" y="33860"/>
                </a:cubicBezTo>
                <a:cubicBezTo>
                  <a:pt x="71308" y="43801"/>
                  <a:pt x="66957" y="51879"/>
                  <a:pt x="58570" y="58092"/>
                </a:cubicBezTo>
                <a:cubicBezTo>
                  <a:pt x="63230" y="60731"/>
                  <a:pt x="66802" y="64460"/>
                  <a:pt x="69598" y="69276"/>
                </a:cubicBezTo>
                <a:cubicBezTo>
                  <a:pt x="72395" y="74244"/>
                  <a:pt x="73638" y="79682"/>
                  <a:pt x="73638" y="85584"/>
                </a:cubicBezTo>
                <a:cubicBezTo>
                  <a:pt x="73638" y="95989"/>
                  <a:pt x="70221" y="104531"/>
                  <a:pt x="63541" y="111057"/>
                </a:cubicBezTo>
                <a:cubicBezTo>
                  <a:pt x="56705" y="117580"/>
                  <a:pt x="48005" y="120842"/>
                  <a:pt x="37286" y="120842"/>
                </a:cubicBezTo>
                <a:cubicBezTo>
                  <a:pt x="26567" y="120842"/>
                  <a:pt x="17709" y="117580"/>
                  <a:pt x="10564" y="110903"/>
                </a:cubicBezTo>
                <a:cubicBezTo>
                  <a:pt x="3418" y="104376"/>
                  <a:pt x="0" y="95989"/>
                  <a:pt x="156" y="85895"/>
                </a:cubicBezTo>
                <a:cubicBezTo>
                  <a:pt x="156" y="72847"/>
                  <a:pt x="5438" y="63528"/>
                  <a:pt x="16003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E864664A-58EC-4191-9E8D-1D919C89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3535" y="1441808"/>
            <a:ext cx="20878" cy="20721"/>
          </a:xfrm>
          <a:custGeom xmlns:a="http://schemas.openxmlformats.org/drawingml/2006/main">
            <a:pathLst>
              <a:path w="21130" h="20971">
                <a:moveTo>
                  <a:pt x="3106" y="18018"/>
                </a:moveTo>
                <a:cubicBezTo>
                  <a:pt x="933" y="16155"/>
                  <a:pt x="0" y="13668"/>
                  <a:pt x="0" y="10719"/>
                </a:cubicBezTo>
                <a:cubicBezTo>
                  <a:pt x="0" y="7768"/>
                  <a:pt x="933" y="5281"/>
                  <a:pt x="3106" y="3106"/>
                </a:cubicBezTo>
                <a:cubicBezTo>
                  <a:pt x="5127" y="1086"/>
                  <a:pt x="7613" y="0"/>
                  <a:pt x="10564" y="0"/>
                </a:cubicBezTo>
                <a:cubicBezTo>
                  <a:pt x="13359" y="0"/>
                  <a:pt x="15846" y="1086"/>
                  <a:pt x="18019" y="3106"/>
                </a:cubicBezTo>
                <a:cubicBezTo>
                  <a:pt x="20039" y="5281"/>
                  <a:pt x="21130" y="7768"/>
                  <a:pt x="21130" y="10562"/>
                </a:cubicBezTo>
                <a:cubicBezTo>
                  <a:pt x="21130" y="13668"/>
                  <a:pt x="20039" y="16155"/>
                  <a:pt x="18019" y="18018"/>
                </a:cubicBezTo>
                <a:cubicBezTo>
                  <a:pt x="16000" y="19881"/>
                  <a:pt x="13517" y="20971"/>
                  <a:pt x="10564" y="20971"/>
                </a:cubicBezTo>
                <a:cubicBezTo>
                  <a:pt x="7613" y="20971"/>
                  <a:pt x="5127" y="19881"/>
                  <a:pt x="3106" y="18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9">
            <a:extLst xmlns:a="http://schemas.openxmlformats.org/drawingml/2006/main">
              <a:ext uri="{FF2B5EF4-FFF2-40B4-BE49-F238E27FC236}">
                <a16:creationId xmlns:a16="http://schemas.microsoft.com/office/drawing/2014/main" id="{8D8CA0A7-EE30-4DCD-8937-510751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67" y="1342816"/>
            <a:ext cx="72759" cy="119405"/>
          </a:xfrm>
          <a:custGeom xmlns:a="http://schemas.openxmlformats.org/drawingml/2006/main">
            <a:pathLst>
              <a:path w="73635" h="120842">
                <a:moveTo>
                  <a:pt x="50643" y="71605"/>
                </a:moveTo>
                <a:cubicBezTo>
                  <a:pt x="46759" y="67876"/>
                  <a:pt x="42099" y="66012"/>
                  <a:pt x="36818" y="66012"/>
                </a:cubicBezTo>
                <a:cubicBezTo>
                  <a:pt x="31537" y="66012"/>
                  <a:pt x="27031" y="67876"/>
                  <a:pt x="23303" y="71605"/>
                </a:cubicBezTo>
                <a:cubicBezTo>
                  <a:pt x="19419" y="75331"/>
                  <a:pt x="17554" y="79992"/>
                  <a:pt x="17554" y="85273"/>
                </a:cubicBezTo>
                <a:cubicBezTo>
                  <a:pt x="17554" y="90708"/>
                  <a:pt x="19419" y="95370"/>
                  <a:pt x="23146" y="99251"/>
                </a:cubicBezTo>
                <a:cubicBezTo>
                  <a:pt x="26876" y="103135"/>
                  <a:pt x="31537" y="104999"/>
                  <a:pt x="36972" y="104999"/>
                </a:cubicBezTo>
                <a:cubicBezTo>
                  <a:pt x="42257" y="104999"/>
                  <a:pt x="46759" y="103135"/>
                  <a:pt x="50643" y="99251"/>
                </a:cubicBezTo>
                <a:cubicBezTo>
                  <a:pt x="54372" y="95525"/>
                  <a:pt x="56392" y="90864"/>
                  <a:pt x="56392" y="85428"/>
                </a:cubicBezTo>
                <a:cubicBezTo>
                  <a:pt x="56392" y="80148"/>
                  <a:pt x="54372" y="75488"/>
                  <a:pt x="50643" y="71605"/>
                </a:cubicBezTo>
                <a:moveTo>
                  <a:pt x="19728" y="33549"/>
                </a:moveTo>
                <a:cubicBezTo>
                  <a:pt x="19573" y="38520"/>
                  <a:pt x="21283" y="42558"/>
                  <a:pt x="24699" y="45975"/>
                </a:cubicBezTo>
                <a:cubicBezTo>
                  <a:pt x="28117" y="49392"/>
                  <a:pt x="32312" y="51102"/>
                  <a:pt x="37282" y="51102"/>
                </a:cubicBezTo>
                <a:cubicBezTo>
                  <a:pt x="41943" y="51102"/>
                  <a:pt x="46140" y="49392"/>
                  <a:pt x="49556" y="45975"/>
                </a:cubicBezTo>
                <a:cubicBezTo>
                  <a:pt x="52976" y="42558"/>
                  <a:pt x="54683" y="38520"/>
                  <a:pt x="54683" y="33704"/>
                </a:cubicBezTo>
                <a:cubicBezTo>
                  <a:pt x="54683" y="28891"/>
                  <a:pt x="52976" y="24697"/>
                  <a:pt x="49556" y="21279"/>
                </a:cubicBezTo>
                <a:cubicBezTo>
                  <a:pt x="46140" y="17862"/>
                  <a:pt x="41943" y="15998"/>
                  <a:pt x="37129" y="15998"/>
                </a:cubicBezTo>
                <a:cubicBezTo>
                  <a:pt x="32312" y="15998"/>
                  <a:pt x="28273" y="17707"/>
                  <a:pt x="24857" y="21123"/>
                </a:cubicBezTo>
                <a:cubicBezTo>
                  <a:pt x="21437" y="24540"/>
                  <a:pt x="19728" y="28734"/>
                  <a:pt x="19728" y="33549"/>
                </a:cubicBezTo>
                <a:moveTo>
                  <a:pt x="15999" y="58247"/>
                </a:moveTo>
                <a:cubicBezTo>
                  <a:pt x="7300" y="52343"/>
                  <a:pt x="3106" y="44266"/>
                  <a:pt x="3106" y="34171"/>
                </a:cubicBezTo>
                <a:cubicBezTo>
                  <a:pt x="3106" y="24230"/>
                  <a:pt x="6367" y="15998"/>
                  <a:pt x="12893" y="9630"/>
                </a:cubicBezTo>
                <a:cubicBezTo>
                  <a:pt x="19419" y="3262"/>
                  <a:pt x="27653" y="0"/>
                  <a:pt x="37282" y="0"/>
                </a:cubicBezTo>
                <a:cubicBezTo>
                  <a:pt x="46915" y="0"/>
                  <a:pt x="54995" y="3262"/>
                  <a:pt x="61520" y="9630"/>
                </a:cubicBezTo>
                <a:cubicBezTo>
                  <a:pt x="68044" y="15998"/>
                  <a:pt x="71308" y="24075"/>
                  <a:pt x="71308" y="33860"/>
                </a:cubicBezTo>
                <a:cubicBezTo>
                  <a:pt x="71308" y="43801"/>
                  <a:pt x="66956" y="51879"/>
                  <a:pt x="58566" y="58092"/>
                </a:cubicBezTo>
                <a:cubicBezTo>
                  <a:pt x="63227" y="60731"/>
                  <a:pt x="66802" y="64460"/>
                  <a:pt x="69598" y="69276"/>
                </a:cubicBezTo>
                <a:cubicBezTo>
                  <a:pt x="72394" y="74244"/>
                  <a:pt x="73635" y="79682"/>
                  <a:pt x="73635" y="85584"/>
                </a:cubicBezTo>
                <a:cubicBezTo>
                  <a:pt x="73635" y="95989"/>
                  <a:pt x="70220" y="104531"/>
                  <a:pt x="63539" y="111057"/>
                </a:cubicBezTo>
                <a:cubicBezTo>
                  <a:pt x="56703" y="117580"/>
                  <a:pt x="48005" y="120842"/>
                  <a:pt x="37282" y="120842"/>
                </a:cubicBezTo>
                <a:cubicBezTo>
                  <a:pt x="26563" y="120842"/>
                  <a:pt x="17709" y="117580"/>
                  <a:pt x="10564" y="110903"/>
                </a:cubicBezTo>
                <a:cubicBezTo>
                  <a:pt x="3416" y="104376"/>
                  <a:pt x="0" y="95989"/>
                  <a:pt x="154" y="85895"/>
                </a:cubicBezTo>
                <a:cubicBezTo>
                  <a:pt x="154" y="72847"/>
                  <a:pt x="5437" y="63528"/>
                  <a:pt x="15999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0">
            <a:extLst xmlns:a="http://schemas.openxmlformats.org/drawingml/2006/main">
              <a:ext uri="{FF2B5EF4-FFF2-40B4-BE49-F238E27FC236}">
                <a16:creationId xmlns:a16="http://schemas.microsoft.com/office/drawing/2014/main" id="{0ECF7810-75C5-43BF-821B-BFA96D6E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4" y="4696958"/>
            <a:ext cx="8465509" cy="5489409"/>
          </a:xfrm>
          <a:custGeom xmlns:a="http://schemas.openxmlformats.org/drawingml/2006/main">
            <a:pathLst>
              <a:path w="8567409" h="5555485">
                <a:moveTo>
                  <a:pt x="0" y="271612"/>
                </a:moveTo>
                <a:cubicBezTo>
                  <a:pt x="0" y="121604"/>
                  <a:pt x="121604" y="0"/>
                  <a:pt x="271610" y="0"/>
                </a:cubicBezTo>
                <a:lnTo>
                  <a:pt x="8295798" y="0"/>
                </a:lnTo>
                <a:cubicBezTo>
                  <a:pt x="8445803" y="0"/>
                  <a:pt x="8567409" y="121604"/>
                  <a:pt x="8567409" y="271612"/>
                </a:cubicBezTo>
                <a:lnTo>
                  <a:pt x="8567409" y="5283873"/>
                </a:lnTo>
                <a:cubicBezTo>
                  <a:pt x="8567409" y="5433878"/>
                  <a:pt x="8445803" y="5555485"/>
                  <a:pt x="8295798" y="5555485"/>
                </a:cubicBezTo>
                <a:lnTo>
                  <a:pt x="271610" y="5555485"/>
                </a:lnTo>
                <a:cubicBezTo>
                  <a:pt x="121604" y="5555485"/>
                  <a:pt x="0" y="5433878"/>
                  <a:pt x="0" y="5283873"/>
                </a:cubicBezTo>
                <a:lnTo>
                  <a:pt x="0" y="271612"/>
                </a:lnTo>
              </a:path>
            </a:pathLst>
          </a:custGeom>
          <a:noFill xmlns:a="http://schemas.openxmlformats.org/drawingml/2006/main"/>
          <a:ln xmlns:a="http://schemas.openxmlformats.org/drawingml/2006/main" w="38274">
            <a:solidFill>
              <a:srgbClr val="002060"/>
            </a:solidFill>
            <a:prstDash val="solid"/>
          </a:ln>
        </p:spPr>
      </p:sp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9BC99F11-3132-497F-99D1-18766EC4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601" y="4696958"/>
            <a:ext cx="8465510" cy="5489409"/>
          </a:xfrm>
          <a:custGeom xmlns:a="http://schemas.openxmlformats.org/drawingml/2006/main">
            <a:pathLst>
              <a:path w="8567410" h="5555485">
                <a:moveTo>
                  <a:pt x="0" y="241000"/>
                </a:moveTo>
                <a:cubicBezTo>
                  <a:pt x="0" y="107899"/>
                  <a:pt x="107900" y="0"/>
                  <a:pt x="241000" y="0"/>
                </a:cubicBezTo>
                <a:lnTo>
                  <a:pt x="8326407" y="0"/>
                </a:lnTo>
                <a:cubicBezTo>
                  <a:pt x="8459509" y="0"/>
                  <a:pt x="8567410" y="107899"/>
                  <a:pt x="8567410" y="241000"/>
                </a:cubicBezTo>
                <a:lnTo>
                  <a:pt x="8567410" y="5314482"/>
                </a:lnTo>
                <a:cubicBezTo>
                  <a:pt x="8567410" y="5447584"/>
                  <a:pt x="8459509" y="5555485"/>
                  <a:pt x="8326407" y="5555485"/>
                </a:cubicBezTo>
                <a:lnTo>
                  <a:pt x="241000" y="5555485"/>
                </a:lnTo>
                <a:cubicBezTo>
                  <a:pt x="107900" y="5555485"/>
                  <a:pt x="0" y="5447584"/>
                  <a:pt x="0" y="5314482"/>
                </a:cubicBezTo>
                <a:lnTo>
                  <a:pt x="0" y="241000"/>
                </a:lnTo>
              </a:path>
            </a:pathLst>
          </a:custGeom>
          <a:noFill xmlns:a="http://schemas.openxmlformats.org/drawingml/2006/main"/>
          <a:ln xmlns:a="http://schemas.openxmlformats.org/drawingml/2006/main" w="38274">
            <a:solidFill>
              <a:srgbClr val="002060"/>
            </a:solidFill>
            <a:prstDash val="solid"/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68467DCD-8CCC-4B70-9B32-94D2F0A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18" y="7242546"/>
            <a:ext cx="3577024" cy="2152383"/>
          </a:xfrm>
          <a:custGeom xmlns:a="http://schemas.openxmlformats.org/drawingml/2006/main">
            <a:pathLst>
              <a:path w="3620080" h="2178291">
                <a:moveTo>
                  <a:pt x="0" y="0"/>
                </a:moveTo>
                <a:lnTo>
                  <a:pt x="3620080" y="0"/>
                </a:lnTo>
                <a:lnTo>
                  <a:pt x="3620080" y="2178291"/>
                </a:lnTo>
                <a:lnTo>
                  <a:pt x="0" y="217829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1B8E020D-0A92-425C-B398-1D25A119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18" y="7242546"/>
            <a:ext cx="3577024" cy="2152381"/>
          </a:xfrm>
          <a:custGeom xmlns:a="http://schemas.openxmlformats.org/drawingml/2006/main">
            <a:pathLst>
              <a:path w="3620081" h="2178289">
                <a:moveTo>
                  <a:pt x="0" y="0"/>
                </a:moveTo>
                <a:lnTo>
                  <a:pt x="0" y="2178289"/>
                </a:lnTo>
                <a:lnTo>
                  <a:pt x="3620081" y="2178289"/>
                </a:lnTo>
                <a:lnTo>
                  <a:pt x="36200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D6137860-0ABC-4E14-B0EA-847EC62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767" y="7945769"/>
            <a:ext cx="480647" cy="1449158"/>
          </a:xfrm>
          <a:custGeom xmlns:a="http://schemas.openxmlformats.org/drawingml/2006/main">
            <a:pathLst>
              <a:path w="486432" h="1466601">
                <a:moveTo>
                  <a:pt x="0" y="0"/>
                </a:moveTo>
                <a:lnTo>
                  <a:pt x="486432" y="0"/>
                </a:lnTo>
                <a:lnTo>
                  <a:pt x="486432" y="1466601"/>
                </a:lnTo>
                <a:lnTo>
                  <a:pt x="0" y="1466601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E5E36BA3-EF29-4DCE-A60C-7BAEADC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767" y="7945769"/>
            <a:ext cx="480646" cy="1449155"/>
          </a:xfrm>
          <a:custGeom xmlns:a="http://schemas.openxmlformats.org/drawingml/2006/main">
            <a:pathLst>
              <a:path w="486432" h="1466599">
                <a:moveTo>
                  <a:pt x="0" y="0"/>
                </a:moveTo>
                <a:lnTo>
                  <a:pt x="0" y="1466599"/>
                </a:lnTo>
                <a:lnTo>
                  <a:pt x="486432" y="1466599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BAE1158F-CE64-4C2C-9236-BB2A8128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66" y="8194236"/>
            <a:ext cx="480647" cy="1200696"/>
          </a:xfrm>
          <a:custGeom xmlns:a="http://schemas.openxmlformats.org/drawingml/2006/main">
            <a:pathLst>
              <a:path w="486432" h="1215148">
                <a:moveTo>
                  <a:pt x="0" y="0"/>
                </a:moveTo>
                <a:lnTo>
                  <a:pt x="486432" y="0"/>
                </a:lnTo>
                <a:lnTo>
                  <a:pt x="486432" y="1215148"/>
                </a:lnTo>
                <a:lnTo>
                  <a:pt x="0" y="1215148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CA8AE521-C4B1-4C49-8BD1-6B635CD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66" y="8194236"/>
            <a:ext cx="480646" cy="1200693"/>
          </a:xfrm>
          <a:custGeom xmlns:a="http://schemas.openxmlformats.org/drawingml/2006/main">
            <a:pathLst>
              <a:path w="486432" h="1215146">
                <a:moveTo>
                  <a:pt x="0" y="0"/>
                </a:moveTo>
                <a:lnTo>
                  <a:pt x="0" y="1215146"/>
                </a:lnTo>
                <a:lnTo>
                  <a:pt x="486432" y="1215146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1BF97F32-A89F-491F-93B6-3099EC4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327" y="8357357"/>
            <a:ext cx="480647" cy="1037572"/>
          </a:xfrm>
          <a:custGeom xmlns:a="http://schemas.openxmlformats.org/drawingml/2006/main">
            <a:pathLst>
              <a:path w="486432" h="1050061">
                <a:moveTo>
                  <a:pt x="0" y="0"/>
                </a:moveTo>
                <a:lnTo>
                  <a:pt x="486432" y="0"/>
                </a:lnTo>
                <a:lnTo>
                  <a:pt x="486432" y="1050061"/>
                </a:lnTo>
                <a:lnTo>
                  <a:pt x="0" y="1050061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8083F870-20AF-4BB8-93BB-6BEC752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327" y="8357357"/>
            <a:ext cx="480646" cy="1037572"/>
          </a:xfrm>
          <a:custGeom xmlns:a="http://schemas.openxmlformats.org/drawingml/2006/main">
            <a:pathLst>
              <a:path w="486432" h="1050061">
                <a:moveTo>
                  <a:pt x="0" y="0"/>
                </a:moveTo>
                <a:lnTo>
                  <a:pt x="0" y="1050061"/>
                </a:lnTo>
                <a:lnTo>
                  <a:pt x="486432" y="1050061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AF5DB8F8-6056-44CD-B419-0506B2BB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940" y="8735887"/>
            <a:ext cx="480649" cy="659040"/>
          </a:xfrm>
          <a:custGeom xmlns:a="http://schemas.openxmlformats.org/drawingml/2006/main">
            <a:pathLst>
              <a:path w="486434" h="666973">
                <a:moveTo>
                  <a:pt x="0" y="0"/>
                </a:moveTo>
                <a:lnTo>
                  <a:pt x="486434" y="0"/>
                </a:lnTo>
                <a:lnTo>
                  <a:pt x="486434" y="666973"/>
                </a:lnTo>
                <a:lnTo>
                  <a:pt x="0" y="666973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185D2260-BDB6-4658-AA6B-ECB73C90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940" y="8735887"/>
            <a:ext cx="480650" cy="659040"/>
          </a:xfrm>
          <a:custGeom xmlns:a="http://schemas.openxmlformats.org/drawingml/2006/main">
            <a:pathLst>
              <a:path w="486436" h="666973">
                <a:moveTo>
                  <a:pt x="0" y="0"/>
                </a:moveTo>
                <a:lnTo>
                  <a:pt x="0" y="666973"/>
                </a:lnTo>
                <a:lnTo>
                  <a:pt x="486436" y="666973"/>
                </a:lnTo>
                <a:lnTo>
                  <a:pt x="486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8417C831-E60A-4706-B427-1D1286D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81" y="7248426"/>
            <a:ext cx="1774234" cy="2146503"/>
          </a:xfrm>
          <a:custGeom xmlns:a="http://schemas.openxmlformats.org/drawingml/2006/main">
            <a:pathLst>
              <a:path w="1795591" h="2172340">
                <a:moveTo>
                  <a:pt x="0" y="0"/>
                </a:moveTo>
                <a:lnTo>
                  <a:pt x="1795591" y="0"/>
                </a:lnTo>
                <a:lnTo>
                  <a:pt x="1795591" y="2172340"/>
                </a:lnTo>
                <a:lnTo>
                  <a:pt x="0" y="217234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AC909DD1-2EE4-4072-88D7-2B800DA7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81" y="7248426"/>
            <a:ext cx="1774235" cy="2146500"/>
          </a:xfrm>
          <a:custGeom xmlns:a="http://schemas.openxmlformats.org/drawingml/2006/main">
            <a:pathLst>
              <a:path w="1795592" h="2172338">
                <a:moveTo>
                  <a:pt x="0" y="0"/>
                </a:moveTo>
                <a:lnTo>
                  <a:pt x="0" y="2172338"/>
                </a:lnTo>
                <a:lnTo>
                  <a:pt x="1795592" y="2172338"/>
                </a:lnTo>
                <a:lnTo>
                  <a:pt x="17955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4F21E79F-C315-4BFD-A39C-167C6F9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841" y="8981290"/>
            <a:ext cx="480646" cy="413639"/>
          </a:xfrm>
          <a:custGeom xmlns:a="http://schemas.openxmlformats.org/drawingml/2006/main">
            <a:pathLst>
              <a:path w="486432" h="418618">
                <a:moveTo>
                  <a:pt x="0" y="0"/>
                </a:moveTo>
                <a:lnTo>
                  <a:pt x="486432" y="0"/>
                </a:lnTo>
                <a:lnTo>
                  <a:pt x="486432" y="418618"/>
                </a:lnTo>
                <a:lnTo>
                  <a:pt x="0" y="418618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C6F60D43-6D6C-4D92-A2D4-B29E81C5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841" y="8981290"/>
            <a:ext cx="480646" cy="413639"/>
          </a:xfrm>
          <a:custGeom xmlns:a="http://schemas.openxmlformats.org/drawingml/2006/main">
            <a:pathLst>
              <a:path w="486432" h="418618">
                <a:moveTo>
                  <a:pt x="0" y="0"/>
                </a:moveTo>
                <a:lnTo>
                  <a:pt x="0" y="418618"/>
                </a:lnTo>
                <a:lnTo>
                  <a:pt x="486432" y="418618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75A0C087-24F1-4DB4-BF1C-CFA27D7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640" y="9301435"/>
            <a:ext cx="480649" cy="91856"/>
          </a:xfrm>
          <a:custGeom xmlns:a="http://schemas.openxmlformats.org/drawingml/2006/main">
            <a:pathLst>
              <a:path w="486435" h="92961">
                <a:moveTo>
                  <a:pt x="0" y="0"/>
                </a:moveTo>
                <a:lnTo>
                  <a:pt x="486435" y="0"/>
                </a:lnTo>
                <a:lnTo>
                  <a:pt x="486435" y="92961"/>
                </a:lnTo>
                <a:lnTo>
                  <a:pt x="0" y="92961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507668C0-D372-4D8D-A845-278249F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640" y="9301435"/>
            <a:ext cx="480650" cy="91856"/>
          </a:xfrm>
          <a:custGeom xmlns:a="http://schemas.openxmlformats.org/drawingml/2006/main">
            <a:pathLst>
              <a:path w="486436" h="92961">
                <a:moveTo>
                  <a:pt x="0" y="0"/>
                </a:moveTo>
                <a:lnTo>
                  <a:pt x="0" y="92961"/>
                </a:lnTo>
                <a:lnTo>
                  <a:pt x="486436" y="92961"/>
                </a:lnTo>
                <a:lnTo>
                  <a:pt x="486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8261321C-5612-4EC9-A1B0-B2152EB8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61" y="8838358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BF05B643-B89B-4162-9074-BC7A426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16" y="8281794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B9B1DD65-78AD-4F1D-9A9F-364BD82F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43" y="7715075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161" name="text-161 40">
            <a:extLst xmlns:a="http://schemas.openxmlformats.org/drawingml/2006/main">
              <a:ext uri="{FF2B5EF4-FFF2-40B4-BE49-F238E27FC236}">
                <a16:creationId xmlns:a16="http://schemas.microsoft.com/office/drawing/2014/main" id="{445348E3-6D45-4458-86FA-5EECA99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120" y="8732867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2" name="text-162 60">
            <a:extLst xmlns:a="http://schemas.openxmlformats.org/drawingml/2006/main">
              <a:ext uri="{FF2B5EF4-FFF2-40B4-BE49-F238E27FC236}">
                <a16:creationId xmlns:a16="http://schemas.microsoft.com/office/drawing/2014/main" id="{509B72FD-0878-4EE0-8D01-46AD9B8F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79" y="8163352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63" name="text-163 80">
            <a:extLst xmlns:a="http://schemas.openxmlformats.org/drawingml/2006/main">
              <a:ext uri="{FF2B5EF4-FFF2-40B4-BE49-F238E27FC236}">
                <a16:creationId xmlns:a16="http://schemas.microsoft.com/office/drawing/2014/main" id="{89CFE7CC-ED57-4BDF-B3E7-F553753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754" y="7606084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64" name="text-164 +4.3">
            <a:extLst xmlns:a="http://schemas.openxmlformats.org/drawingml/2006/main">
              <a:ext uri="{FF2B5EF4-FFF2-40B4-BE49-F238E27FC236}">
                <a16:creationId xmlns:a16="http://schemas.microsoft.com/office/drawing/2014/main" id="{81ADFFE2-D7FC-4AA2-8DDE-2D1D0EB9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808" y="7617165"/>
            <a:ext cx="537627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+4.3</a:t>
            </a:r>
          </a:p>
        </p:txBody>
      </p:sp>
      <p:sp>
        <p:nvSpPr>
          <p:cNvPr id="165" name="text-165 +7.1">
            <a:extLst xmlns:a="http://schemas.openxmlformats.org/drawingml/2006/main">
              <a:ext uri="{FF2B5EF4-FFF2-40B4-BE49-F238E27FC236}">
                <a16:creationId xmlns:a16="http://schemas.microsoft.com/office/drawing/2014/main" id="{9D95AE89-B459-4F13-9F11-68FD856C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7379" y="8033585"/>
            <a:ext cx="537626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+7.1</a:t>
            </a:r>
          </a:p>
        </p:txBody>
      </p:sp>
      <p:sp>
        <p:nvSpPr>
          <p:cNvPr id="166" name="text-166 +12.3">
            <a:extLst xmlns:a="http://schemas.openxmlformats.org/drawingml/2006/main">
              <a:ext uri="{FF2B5EF4-FFF2-40B4-BE49-F238E27FC236}">
                <a16:creationId xmlns:a16="http://schemas.microsoft.com/office/drawing/2014/main" id="{EF846909-D98F-453E-851B-A8EAE1C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7708" y="8584135"/>
            <a:ext cx="678069" cy="350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7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+12.3</a:t>
            </a:r>
          </a:p>
        </p:txBody>
      </p:sp>
      <p:sp>
        <p:nvSpPr>
          <p:cNvPr id="167" name="text-167 Claw">
            <a:extLst xmlns:a="http://schemas.openxmlformats.org/drawingml/2006/main">
              <a:ext uri="{FF2B5EF4-FFF2-40B4-BE49-F238E27FC236}">
                <a16:creationId xmlns:a16="http://schemas.microsoft.com/office/drawing/2014/main" id="{2DA728DC-4A47-480E-8EFD-6FBFED4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029" y="7275370"/>
            <a:ext cx="641003" cy="373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168" name="text-168 -">
            <a:extLst xmlns:a="http://schemas.openxmlformats.org/drawingml/2006/main">
              <a:ext uri="{FF2B5EF4-FFF2-40B4-BE49-F238E27FC236}">
                <a16:creationId xmlns:a16="http://schemas.microsoft.com/office/drawing/2014/main" id="{941EBEBA-34B7-4C04-BBA2-97AB3CE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275" y="7375329"/>
            <a:ext cx="85605" cy="233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69" name="text-169 Eval">
            <a:extLst xmlns:a="http://schemas.openxmlformats.org/drawingml/2006/main">
              <a:ext uri="{FF2B5EF4-FFF2-40B4-BE49-F238E27FC236}">
                <a16:creationId xmlns:a16="http://schemas.microsoft.com/office/drawing/2014/main" id="{3F5D0734-D80E-4036-87AD-8999FA0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497" y="7291422"/>
            <a:ext cx="532885" cy="35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170" name="text-170 Qwen">
            <a:extLst xmlns:a="http://schemas.openxmlformats.org/drawingml/2006/main">
              <a:ext uri="{FF2B5EF4-FFF2-40B4-BE49-F238E27FC236}">
                <a16:creationId xmlns:a16="http://schemas.microsoft.com/office/drawing/2014/main" id="{2C764ACE-4EEE-422B-8645-BBFFEF32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7073" y="7253995"/>
            <a:ext cx="753281" cy="37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171" name="text-171 ClawBench">
            <a:extLst xmlns:a="http://schemas.openxmlformats.org/drawingml/2006/main">
              <a:ext uri="{FF2B5EF4-FFF2-40B4-BE49-F238E27FC236}">
                <a16:creationId xmlns:a16="http://schemas.microsoft.com/office/drawing/2014/main" id="{9A0B6FAD-60ED-4786-9FBE-C8FE7F5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6829" y="7575919"/>
            <a:ext cx="1330682" cy="355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ClawBench</a:t>
            </a:r>
          </a:p>
        </p:txBody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17093FC2-76F6-4248-A661-28149537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98" y="7199549"/>
            <a:ext cx="7796642" cy="2169583"/>
          </a:xfrm>
          <a:custGeom xmlns:a="http://schemas.openxmlformats.org/drawingml/2006/main">
            <a:pathLst>
              <a:path w="7890490" h="2195699">
                <a:moveTo>
                  <a:pt x="0" y="0"/>
                </a:moveTo>
                <a:lnTo>
                  <a:pt x="7890490" y="0"/>
                </a:lnTo>
                <a:lnTo>
                  <a:pt x="7890490" y="2195699"/>
                </a:lnTo>
                <a:lnTo>
                  <a:pt x="0" y="219569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0355A857-F2E4-4FCD-BD8C-C4EF8B6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98" y="7199549"/>
            <a:ext cx="7796642" cy="2169583"/>
          </a:xfrm>
          <a:custGeom xmlns:a="http://schemas.openxmlformats.org/drawingml/2006/main">
            <a:pathLst>
              <a:path w="7890490" h="2195699">
                <a:moveTo>
                  <a:pt x="0" y="0"/>
                </a:moveTo>
                <a:lnTo>
                  <a:pt x="0" y="2195699"/>
                </a:lnTo>
                <a:lnTo>
                  <a:pt x="7890490" y="2195699"/>
                </a:lnTo>
                <a:lnTo>
                  <a:pt x="789049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1734DAE7-F8BD-4F9C-ADA9-202103B3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25" y="9163962"/>
            <a:ext cx="480650" cy="210246"/>
          </a:xfrm>
          <a:custGeom xmlns:a="http://schemas.openxmlformats.org/drawingml/2006/main">
            <a:pathLst>
              <a:path w="486435" h="212777">
                <a:moveTo>
                  <a:pt x="0" y="0"/>
                </a:moveTo>
                <a:lnTo>
                  <a:pt x="486435" y="0"/>
                </a:lnTo>
                <a:lnTo>
                  <a:pt x="486435" y="212777"/>
                </a:lnTo>
                <a:lnTo>
                  <a:pt x="0" y="212777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9730D8E2-7759-4324-B76C-437EF3B1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25" y="9163962"/>
            <a:ext cx="480651" cy="210243"/>
          </a:xfrm>
          <a:custGeom xmlns:a="http://schemas.openxmlformats.org/drawingml/2006/main">
            <a:pathLst>
              <a:path w="486437" h="212774">
                <a:moveTo>
                  <a:pt x="0" y="0"/>
                </a:moveTo>
                <a:lnTo>
                  <a:pt x="0" y="212774"/>
                </a:lnTo>
                <a:lnTo>
                  <a:pt x="486437" y="212774"/>
                </a:lnTo>
                <a:lnTo>
                  <a:pt x="4864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84F013A3-BAC4-49A9-B881-59EB199C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715" y="8890673"/>
            <a:ext cx="473009" cy="480692"/>
          </a:xfrm>
          <a:custGeom xmlns:a="http://schemas.openxmlformats.org/drawingml/2006/main">
            <a:pathLst>
              <a:path w="478703" h="486478">
                <a:moveTo>
                  <a:pt x="0" y="0"/>
                </a:moveTo>
                <a:lnTo>
                  <a:pt x="478703" y="0"/>
                </a:lnTo>
                <a:lnTo>
                  <a:pt x="478703" y="486478"/>
                </a:lnTo>
                <a:lnTo>
                  <a:pt x="0" y="486478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D6817087-69E7-4AE5-A71A-B2A0EE2F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715" y="8890673"/>
            <a:ext cx="473010" cy="480692"/>
          </a:xfrm>
          <a:custGeom xmlns:a="http://schemas.openxmlformats.org/drawingml/2006/main">
            <a:pathLst>
              <a:path w="478704" h="486478">
                <a:moveTo>
                  <a:pt x="0" y="0"/>
                </a:moveTo>
                <a:lnTo>
                  <a:pt x="0" y="486478"/>
                </a:lnTo>
                <a:lnTo>
                  <a:pt x="478704" y="486478"/>
                </a:lnTo>
                <a:lnTo>
                  <a:pt x="47870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648BA191-E934-4D90-B6E5-40CC2A7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338" y="8796355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99BA85C5-CFF0-4421-923E-3AE4779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418" y="8239786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180" name="text-180 20">
            <a:extLst xmlns:a="http://schemas.openxmlformats.org/drawingml/2006/main">
              <a:ext uri="{FF2B5EF4-FFF2-40B4-BE49-F238E27FC236}">
                <a16:creationId xmlns:a16="http://schemas.microsoft.com/office/drawing/2014/main" id="{A1482AAD-F74A-4483-87C4-5F2011D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3678" y="8677758"/>
            <a:ext cx="257769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81" name="text-181 40">
            <a:extLst xmlns:a="http://schemas.openxmlformats.org/drawingml/2006/main">
              <a:ext uri="{FF2B5EF4-FFF2-40B4-BE49-F238E27FC236}">
                <a16:creationId xmlns:a16="http://schemas.microsoft.com/office/drawing/2014/main" id="{60B97DE0-8EAB-426E-A369-5852C28E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041" y="8114363"/>
            <a:ext cx="257769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F20A9B54-0C5A-405E-B6F9-F9EB1BFB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2925" y="7920365"/>
            <a:ext cx="474124" cy="1444854"/>
          </a:xfrm>
          <a:custGeom xmlns:a="http://schemas.openxmlformats.org/drawingml/2006/main">
            <a:pathLst>
              <a:path w="479831" h="1462245">
                <a:moveTo>
                  <a:pt x="0" y="0"/>
                </a:moveTo>
                <a:lnTo>
                  <a:pt x="479831" y="0"/>
                </a:lnTo>
                <a:lnTo>
                  <a:pt x="479831" y="1462245"/>
                </a:lnTo>
                <a:lnTo>
                  <a:pt x="0" y="1462245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11AD9D99-5FCA-4A10-AE90-B718841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2925" y="7920365"/>
            <a:ext cx="474126" cy="1444851"/>
          </a:xfrm>
          <a:custGeom xmlns:a="http://schemas.openxmlformats.org/drawingml/2006/main">
            <a:pathLst>
              <a:path w="479833" h="1462243">
                <a:moveTo>
                  <a:pt x="0" y="0"/>
                </a:moveTo>
                <a:lnTo>
                  <a:pt x="0" y="1462243"/>
                </a:lnTo>
                <a:lnTo>
                  <a:pt x="479833" y="1462243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BEB76406-DF10-49CB-9E88-7AB7E4E5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722" y="8271210"/>
            <a:ext cx="474131" cy="1094011"/>
          </a:xfrm>
          <a:custGeom xmlns:a="http://schemas.openxmlformats.org/drawingml/2006/main">
            <a:pathLst>
              <a:path w="479838" h="1107180">
                <a:moveTo>
                  <a:pt x="0" y="0"/>
                </a:moveTo>
                <a:lnTo>
                  <a:pt x="479838" y="0"/>
                </a:lnTo>
                <a:lnTo>
                  <a:pt x="479838" y="1107180"/>
                </a:lnTo>
                <a:lnTo>
                  <a:pt x="0" y="1107180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963F40B9-3D31-4C69-9144-8DF9C999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722" y="8271210"/>
            <a:ext cx="474131" cy="1094009"/>
          </a:xfrm>
          <a:custGeom xmlns:a="http://schemas.openxmlformats.org/drawingml/2006/main">
            <a:pathLst>
              <a:path w="479838" h="1107177">
                <a:moveTo>
                  <a:pt x="0" y="0"/>
                </a:moveTo>
                <a:lnTo>
                  <a:pt x="0" y="1107177"/>
                </a:lnTo>
                <a:lnTo>
                  <a:pt x="479838" y="1107177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186" name="text-186 +9.0">
            <a:extLst xmlns:a="http://schemas.openxmlformats.org/drawingml/2006/main">
              <a:ext uri="{FF2B5EF4-FFF2-40B4-BE49-F238E27FC236}">
                <a16:creationId xmlns:a16="http://schemas.microsoft.com/office/drawing/2014/main" id="{5EEE9E10-190A-4D4C-A68D-0DEA99BC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4956" y="7598794"/>
            <a:ext cx="537627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+9.0</a:t>
            </a:r>
          </a:p>
        </p:txBody>
      </p:sp>
      <p:sp>
        <p:nvSpPr>
          <p:cNvPr id="187" name="text-187 +6.3">
            <a:extLst xmlns:a="http://schemas.openxmlformats.org/drawingml/2006/main">
              <a:ext uri="{FF2B5EF4-FFF2-40B4-BE49-F238E27FC236}">
                <a16:creationId xmlns:a16="http://schemas.microsoft.com/office/drawing/2014/main" id="{5E796E70-443D-4A8D-98E5-2874FF78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5532" y="8578606"/>
            <a:ext cx="537627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+6.3</a:t>
            </a:r>
          </a:p>
        </p:txBody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E331B865-74B2-4FCF-8C29-3C287D3A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91" y="7945769"/>
            <a:ext cx="766166" cy="191"/>
          </a:xfrm>
          <a:custGeom xmlns:a="http://schemas.openxmlformats.org/drawingml/2006/main">
            <a:pathLst>
              <a:path w="775388" h="191">
                <a:moveTo>
                  <a:pt x="0" y="0"/>
                </a:moveTo>
                <a:lnTo>
                  <a:pt x="775388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10944B89-2E5F-49BF-9053-82A8909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47" y="7945683"/>
            <a:ext cx="156686" cy="248553"/>
          </a:xfrm>
          <a:custGeom xmlns:a="http://schemas.openxmlformats.org/drawingml/2006/main">
            <a:pathLst>
              <a:path w="158572" h="251545">
                <a:moveTo>
                  <a:pt x="92196" y="251545"/>
                </a:moveTo>
                <a:lnTo>
                  <a:pt x="92199" y="24362"/>
                </a:lnTo>
                <a:lnTo>
                  <a:pt x="66376" y="24362"/>
                </a:lnTo>
                <a:lnTo>
                  <a:pt x="66373" y="251545"/>
                </a:lnTo>
                <a:lnTo>
                  <a:pt x="92196" y="251545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6" y="138604"/>
                </a:cubicBezTo>
                <a:cubicBezTo>
                  <a:pt x="13931" y="142384"/>
                  <a:pt x="21898" y="140544"/>
                  <a:pt x="25678" y="134498"/>
                </a:cubicBezTo>
                <a:lnTo>
                  <a:pt x="90237" y="31205"/>
                </a:lnTo>
                <a:lnTo>
                  <a:pt x="68338" y="31205"/>
                </a:lnTo>
                <a:lnTo>
                  <a:pt x="132896" y="134498"/>
                </a:lnTo>
                <a:cubicBezTo>
                  <a:pt x="136674" y="140544"/>
                  <a:pt x="144640" y="142384"/>
                  <a:pt x="150688" y="138604"/>
                </a:cubicBezTo>
                <a:cubicBezTo>
                  <a:pt x="156733" y="134825"/>
                  <a:pt x="158572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69D6B682-5501-4F52-BDC9-ECBA4A50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02" y="8357355"/>
            <a:ext cx="799117" cy="191"/>
          </a:xfrm>
          <a:custGeom xmlns:a="http://schemas.openxmlformats.org/drawingml/2006/main">
            <a:pathLst>
              <a:path w="808736" h="191">
                <a:moveTo>
                  <a:pt x="0" y="0"/>
                </a:moveTo>
                <a:lnTo>
                  <a:pt x="80873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C8396087-954D-45EB-AB0D-D4DE071B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923" y="8354706"/>
            <a:ext cx="156689" cy="381181"/>
          </a:xfrm>
          <a:custGeom xmlns:a="http://schemas.openxmlformats.org/drawingml/2006/main">
            <a:pathLst>
              <a:path w="158575" h="385769">
                <a:moveTo>
                  <a:pt x="92196" y="385769"/>
                </a:moveTo>
                <a:lnTo>
                  <a:pt x="92199" y="24362"/>
                </a:lnTo>
                <a:lnTo>
                  <a:pt x="66376" y="24362"/>
                </a:lnTo>
                <a:lnTo>
                  <a:pt x="66373" y="385769"/>
                </a:lnTo>
                <a:lnTo>
                  <a:pt x="92196" y="385769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7" y="138604"/>
                </a:cubicBezTo>
                <a:cubicBezTo>
                  <a:pt x="13934" y="142381"/>
                  <a:pt x="21898" y="140546"/>
                  <a:pt x="25679" y="134498"/>
                </a:cubicBezTo>
                <a:lnTo>
                  <a:pt x="90237" y="31205"/>
                </a:lnTo>
                <a:lnTo>
                  <a:pt x="68338" y="31205"/>
                </a:lnTo>
                <a:lnTo>
                  <a:pt x="132896" y="134498"/>
                </a:lnTo>
                <a:cubicBezTo>
                  <a:pt x="136677" y="140546"/>
                  <a:pt x="144640" y="142384"/>
                  <a:pt x="150688" y="138604"/>
                </a:cubicBezTo>
                <a:cubicBezTo>
                  <a:pt x="156736" y="134825"/>
                  <a:pt x="158575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162B4EEF-CB87-4686-B112-1149377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325" y="8981273"/>
            <a:ext cx="798929" cy="191"/>
          </a:xfrm>
          <a:custGeom xmlns:a="http://schemas.openxmlformats.org/drawingml/2006/main">
            <a:pathLst>
              <a:path w="808546" h="191">
                <a:moveTo>
                  <a:pt x="0" y="0"/>
                </a:moveTo>
                <a:lnTo>
                  <a:pt x="80854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6972E713-54B5-4104-B089-5EA619A8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625" y="9006433"/>
            <a:ext cx="156686" cy="295002"/>
          </a:xfrm>
          <a:custGeom xmlns:a="http://schemas.openxmlformats.org/drawingml/2006/main">
            <a:pathLst>
              <a:path w="158572" h="298553">
                <a:moveTo>
                  <a:pt x="92196" y="298553"/>
                </a:moveTo>
                <a:lnTo>
                  <a:pt x="92196" y="24360"/>
                </a:lnTo>
                <a:lnTo>
                  <a:pt x="66373" y="24360"/>
                </a:lnTo>
                <a:lnTo>
                  <a:pt x="66373" y="298553"/>
                </a:lnTo>
                <a:lnTo>
                  <a:pt x="92196" y="298553"/>
                </a:lnTo>
                <a:moveTo>
                  <a:pt x="154792" y="120809"/>
                </a:moveTo>
                <a:lnTo>
                  <a:pt x="79285" y="0"/>
                </a:lnTo>
                <a:lnTo>
                  <a:pt x="3778" y="120809"/>
                </a:lnTo>
                <a:cubicBezTo>
                  <a:pt x="0" y="126855"/>
                  <a:pt x="1836" y="134820"/>
                  <a:pt x="7884" y="138602"/>
                </a:cubicBezTo>
                <a:cubicBezTo>
                  <a:pt x="13932" y="142381"/>
                  <a:pt x="21899" y="140541"/>
                  <a:pt x="25677" y="134496"/>
                </a:cubicBezTo>
                <a:lnTo>
                  <a:pt x="90234" y="31205"/>
                </a:lnTo>
                <a:lnTo>
                  <a:pt x="68336" y="31205"/>
                </a:lnTo>
                <a:lnTo>
                  <a:pt x="132893" y="134496"/>
                </a:lnTo>
                <a:cubicBezTo>
                  <a:pt x="136674" y="140544"/>
                  <a:pt x="144638" y="142384"/>
                  <a:pt x="150685" y="138602"/>
                </a:cubicBezTo>
                <a:cubicBezTo>
                  <a:pt x="156734" y="134825"/>
                  <a:pt x="158572" y="126857"/>
                  <a:pt x="154792" y="1208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258B5426-420D-4595-9DDA-1093AF0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619" y="8886939"/>
            <a:ext cx="807371" cy="191"/>
          </a:xfrm>
          <a:custGeom xmlns:a="http://schemas.openxmlformats.org/drawingml/2006/main">
            <a:pathLst>
              <a:path w="817089" h="191">
                <a:moveTo>
                  <a:pt x="0" y="0"/>
                </a:moveTo>
                <a:lnTo>
                  <a:pt x="817089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01156068-E0AB-46D0-B060-7E158DA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109" y="8901921"/>
            <a:ext cx="156686" cy="262041"/>
          </a:xfrm>
          <a:custGeom xmlns:a="http://schemas.openxmlformats.org/drawingml/2006/main">
            <a:pathLst>
              <a:path w="158572" h="265195">
                <a:moveTo>
                  <a:pt x="92196" y="265195"/>
                </a:moveTo>
                <a:lnTo>
                  <a:pt x="92199" y="24362"/>
                </a:lnTo>
                <a:lnTo>
                  <a:pt x="66375" y="24362"/>
                </a:lnTo>
                <a:lnTo>
                  <a:pt x="66374" y="265195"/>
                </a:lnTo>
                <a:lnTo>
                  <a:pt x="92196" y="265195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6" y="138604"/>
                </a:cubicBezTo>
                <a:cubicBezTo>
                  <a:pt x="13931" y="142381"/>
                  <a:pt x="21897" y="140546"/>
                  <a:pt x="25678" y="134498"/>
                </a:cubicBezTo>
                <a:lnTo>
                  <a:pt x="90237" y="31205"/>
                </a:lnTo>
                <a:lnTo>
                  <a:pt x="68337" y="31205"/>
                </a:lnTo>
                <a:lnTo>
                  <a:pt x="132896" y="134498"/>
                </a:lnTo>
                <a:cubicBezTo>
                  <a:pt x="136674" y="140546"/>
                  <a:pt x="144640" y="142384"/>
                  <a:pt x="150688" y="138604"/>
                </a:cubicBezTo>
                <a:cubicBezTo>
                  <a:pt x="156733" y="134825"/>
                  <a:pt x="158572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26B60BFD-AF23-4150-A10D-6C37226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735" y="7921812"/>
            <a:ext cx="759666" cy="191"/>
          </a:xfrm>
          <a:custGeom xmlns:a="http://schemas.openxmlformats.org/drawingml/2006/main">
            <a:pathLst>
              <a:path w="768810" h="191">
                <a:moveTo>
                  <a:pt x="0" y="0"/>
                </a:moveTo>
                <a:lnTo>
                  <a:pt x="76881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29B37F0A-AF71-4E76-BFBC-B5888A0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446" y="7933038"/>
            <a:ext cx="156686" cy="338172"/>
          </a:xfrm>
          <a:custGeom xmlns:a="http://schemas.openxmlformats.org/drawingml/2006/main">
            <a:pathLst>
              <a:path w="158572" h="342242">
                <a:moveTo>
                  <a:pt x="92196" y="342242"/>
                </a:moveTo>
                <a:lnTo>
                  <a:pt x="92196" y="24360"/>
                </a:lnTo>
                <a:lnTo>
                  <a:pt x="66374" y="24360"/>
                </a:lnTo>
                <a:lnTo>
                  <a:pt x="66374" y="342242"/>
                </a:lnTo>
                <a:lnTo>
                  <a:pt x="92196" y="342242"/>
                </a:lnTo>
                <a:moveTo>
                  <a:pt x="154792" y="120812"/>
                </a:moveTo>
                <a:lnTo>
                  <a:pt x="79286" y="0"/>
                </a:lnTo>
                <a:lnTo>
                  <a:pt x="3778" y="120809"/>
                </a:lnTo>
                <a:cubicBezTo>
                  <a:pt x="0" y="126857"/>
                  <a:pt x="1840" y="134825"/>
                  <a:pt x="7884" y="138602"/>
                </a:cubicBezTo>
                <a:cubicBezTo>
                  <a:pt x="13931" y="142384"/>
                  <a:pt x="21899" y="140544"/>
                  <a:pt x="25677" y="134496"/>
                </a:cubicBezTo>
                <a:lnTo>
                  <a:pt x="90234" y="31203"/>
                </a:lnTo>
                <a:lnTo>
                  <a:pt x="68336" y="31203"/>
                </a:lnTo>
                <a:lnTo>
                  <a:pt x="132893" y="134496"/>
                </a:lnTo>
                <a:cubicBezTo>
                  <a:pt x="136675" y="140544"/>
                  <a:pt x="144639" y="142384"/>
                  <a:pt x="150686" y="138604"/>
                </a:cubicBezTo>
                <a:cubicBezTo>
                  <a:pt x="156734" y="134825"/>
                  <a:pt x="158572" y="126857"/>
                  <a:pt x="154792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749FCBC1-5238-403F-94D5-2D35F092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78" y="5339971"/>
            <a:ext cx="3732428" cy="587681"/>
          </a:xfrm>
          <a:custGeom xmlns:a="http://schemas.openxmlformats.org/drawingml/2006/main">
            <a:pathLst>
              <a:path w="3777356" h="594754">
                <a:moveTo>
                  <a:pt x="0" y="0"/>
                </a:moveTo>
                <a:lnTo>
                  <a:pt x="3777356" y="0"/>
                </a:lnTo>
                <a:lnTo>
                  <a:pt x="3777356" y="594754"/>
                </a:lnTo>
                <a:lnTo>
                  <a:pt x="0" y="59475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EDD76033-2BBD-46E9-BBBF-AE7A3A8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78" y="5339971"/>
            <a:ext cx="3732429" cy="587678"/>
          </a:xfrm>
          <a:custGeom xmlns:a="http://schemas.openxmlformats.org/drawingml/2006/main">
            <a:pathLst>
              <a:path w="3777356" h="594752">
                <a:moveTo>
                  <a:pt x="0" y="0"/>
                </a:moveTo>
                <a:lnTo>
                  <a:pt x="0" y="594752"/>
                </a:lnTo>
                <a:lnTo>
                  <a:pt x="3777356" y="594752"/>
                </a:lnTo>
                <a:lnTo>
                  <a:pt x="377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00" name="text-200 bash:">
            <a:extLst xmlns:a="http://schemas.openxmlformats.org/drawingml/2006/main">
              <a:ext uri="{FF2B5EF4-FFF2-40B4-BE49-F238E27FC236}">
                <a16:creationId xmlns:a16="http://schemas.microsoft.com/office/drawing/2014/main" id="{0F6A61EA-7987-4F24-8013-0F2DB75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2951" y="5464642"/>
            <a:ext cx="743640" cy="3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bash:</a:t>
            </a:r>
          </a:p>
        </p:txBody>
      </p:sp>
      <p:sp>
        <p:nvSpPr>
          <p:cNvPr id="201" name="text-200 ls">
            <a:extLst xmlns:a="http://schemas.openxmlformats.org/drawingml/2006/main">
              <a:ext uri="{FF2B5EF4-FFF2-40B4-BE49-F238E27FC236}">
                <a16:creationId xmlns:a16="http://schemas.microsoft.com/office/drawing/2014/main" id="{B4F81882-CAB7-436B-8265-75FCBFB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927" y="5492817"/>
            <a:ext cx="230060" cy="357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</a:t>
            </a:r>
          </a:p>
        </p:txBody>
      </p:sp>
      <p:sp>
        <p:nvSpPr>
          <p:cNvPr id="202" name="text-201 -">
            <a:extLst xmlns:a="http://schemas.openxmlformats.org/drawingml/2006/main">
              <a:ext uri="{FF2B5EF4-FFF2-40B4-BE49-F238E27FC236}">
                <a16:creationId xmlns:a16="http://schemas.microsoft.com/office/drawing/2014/main" id="{683F2993-72FD-4EF3-84F6-7329009E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297" y="5564320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03" name="text-202 la">
            <a:extLst xmlns:a="http://schemas.openxmlformats.org/drawingml/2006/main">
              <a:ext uri="{FF2B5EF4-FFF2-40B4-BE49-F238E27FC236}">
                <a16:creationId xmlns:a16="http://schemas.microsoft.com/office/drawing/2014/main" id="{F05B8B36-64BB-4664-B108-0D12F44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2895" y="5441341"/>
            <a:ext cx="293649" cy="429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</a:t>
            </a:r>
          </a:p>
        </p:txBody>
      </p:sp>
      <p:sp>
        <p:nvSpPr>
          <p:cNvPr id="204" name="text-202 /home/">
            <a:extLst xmlns:a="http://schemas.openxmlformats.org/drawingml/2006/main">
              <a:ext uri="{FF2B5EF4-FFF2-40B4-BE49-F238E27FC236}">
                <a16:creationId xmlns:a16="http://schemas.microsoft.com/office/drawing/2014/main" id="{78BB9942-0159-44EC-83B5-119F5C0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8198" y="5422655"/>
            <a:ext cx="1052439" cy="45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/home/</a:t>
            </a:r>
          </a:p>
        </p:txBody>
      </p:sp>
      <p:sp>
        <p:nvSpPr>
          <p:cNvPr id="205" name="path-203">
            <a:extLst xmlns:a="http://schemas.openxmlformats.org/drawingml/2006/main">
              <a:ext uri="{FF2B5EF4-FFF2-40B4-BE49-F238E27FC236}">
                <a16:creationId xmlns:a16="http://schemas.microsoft.com/office/drawing/2014/main" id="{E2A5BACB-7E32-4DEA-A495-7A132BF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743" y="6008899"/>
            <a:ext cx="1621728" cy="859719"/>
          </a:xfrm>
          <a:custGeom xmlns:a="http://schemas.openxmlformats.org/drawingml/2006/main">
            <a:pathLst>
              <a:path w="1641248" h="870068">
                <a:moveTo>
                  <a:pt x="0" y="108151"/>
                </a:moveTo>
                <a:cubicBezTo>
                  <a:pt x="0" y="48421"/>
                  <a:pt x="48420" y="0"/>
                  <a:pt x="108148" y="0"/>
                </a:cubicBezTo>
                <a:lnTo>
                  <a:pt x="1533099" y="0"/>
                </a:lnTo>
                <a:cubicBezTo>
                  <a:pt x="1592827" y="0"/>
                  <a:pt x="1641248" y="48421"/>
                  <a:pt x="1641248" y="108151"/>
                </a:cubicBezTo>
                <a:lnTo>
                  <a:pt x="1641248" y="761919"/>
                </a:lnTo>
                <a:cubicBezTo>
                  <a:pt x="1641248" y="821649"/>
                  <a:pt x="1592827" y="870068"/>
                  <a:pt x="1533099" y="870068"/>
                </a:cubicBezTo>
                <a:lnTo>
                  <a:pt x="108148" y="870068"/>
                </a:lnTo>
                <a:cubicBezTo>
                  <a:pt x="48420" y="870068"/>
                  <a:pt x="0" y="821649"/>
                  <a:pt x="0" y="761919"/>
                </a:cubicBezTo>
                <a:lnTo>
                  <a:pt x="0" y="108151"/>
                </a:lnTo>
              </a:path>
            </a:pathLst>
          </a:custGeom>
          <a:solidFill xmlns:a="http://schemas.openxmlformats.org/drawingml/2006/main">
            <a:srgbClr val="D2E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4">
            <a:extLst xmlns:a="http://schemas.openxmlformats.org/drawingml/2006/main">
              <a:ext uri="{FF2B5EF4-FFF2-40B4-BE49-F238E27FC236}">
                <a16:creationId xmlns:a16="http://schemas.microsoft.com/office/drawing/2014/main" id="{4D7EE540-8971-437B-BA9C-A51BD4A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743" y="6008899"/>
            <a:ext cx="1621729" cy="859719"/>
          </a:xfrm>
          <a:custGeom xmlns:a="http://schemas.openxmlformats.org/drawingml/2006/main">
            <a:pathLst>
              <a:path w="1641250" h="870068">
                <a:moveTo>
                  <a:pt x="0" y="108151"/>
                </a:moveTo>
                <a:cubicBezTo>
                  <a:pt x="0" y="48421"/>
                  <a:pt x="48420" y="0"/>
                  <a:pt x="108149" y="0"/>
                </a:cubicBezTo>
                <a:lnTo>
                  <a:pt x="1533100" y="0"/>
                </a:lnTo>
                <a:cubicBezTo>
                  <a:pt x="1592828" y="0"/>
                  <a:pt x="1641250" y="48421"/>
                  <a:pt x="1641250" y="108151"/>
                </a:cubicBezTo>
                <a:lnTo>
                  <a:pt x="1641250" y="761917"/>
                </a:lnTo>
                <a:cubicBezTo>
                  <a:pt x="1641250" y="821647"/>
                  <a:pt x="1592828" y="870068"/>
                  <a:pt x="1533100" y="870068"/>
                </a:cubicBezTo>
                <a:lnTo>
                  <a:pt x="108149" y="870068"/>
                </a:lnTo>
                <a:cubicBezTo>
                  <a:pt x="48420" y="870068"/>
                  <a:pt x="0" y="821647"/>
                  <a:pt x="0" y="761917"/>
                </a:cubicBezTo>
                <a:lnTo>
                  <a:pt x="0" y="108151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07" name="path-205">
            <a:extLst xmlns:a="http://schemas.openxmlformats.org/drawingml/2006/main">
              <a:ext uri="{FF2B5EF4-FFF2-40B4-BE49-F238E27FC236}">
                <a16:creationId xmlns:a16="http://schemas.microsoft.com/office/drawing/2014/main" id="{34A9D048-2744-4A1A-8553-4246880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65" y="6009895"/>
            <a:ext cx="3866795" cy="859714"/>
          </a:xfrm>
          <a:custGeom xmlns:a="http://schemas.openxmlformats.org/drawingml/2006/main">
            <a:pathLst>
              <a:path w="3913340" h="870063">
                <a:moveTo>
                  <a:pt x="0" y="0"/>
                </a:moveTo>
                <a:lnTo>
                  <a:pt x="3913340" y="0"/>
                </a:lnTo>
                <a:lnTo>
                  <a:pt x="3913340" y="870063"/>
                </a:lnTo>
                <a:lnTo>
                  <a:pt x="0" y="87006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6">
            <a:extLst xmlns:a="http://schemas.openxmlformats.org/drawingml/2006/main">
              <a:ext uri="{FF2B5EF4-FFF2-40B4-BE49-F238E27FC236}">
                <a16:creationId xmlns:a16="http://schemas.microsoft.com/office/drawing/2014/main" id="{A119551C-0671-47EF-A39A-8C3F3F2B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65" y="6009895"/>
            <a:ext cx="3866795" cy="859717"/>
          </a:xfrm>
          <a:custGeom xmlns:a="http://schemas.openxmlformats.org/drawingml/2006/main">
            <a:pathLst>
              <a:path w="3913340" h="870065">
                <a:moveTo>
                  <a:pt x="0" y="0"/>
                </a:moveTo>
                <a:lnTo>
                  <a:pt x="0" y="870065"/>
                </a:lnTo>
                <a:lnTo>
                  <a:pt x="3913340" y="870065"/>
                </a:lnTo>
                <a:lnTo>
                  <a:pt x="39133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09" name="text-207 drwxr">
            <a:extLst xmlns:a="http://schemas.openxmlformats.org/drawingml/2006/main">
              <a:ext uri="{FF2B5EF4-FFF2-40B4-BE49-F238E27FC236}">
                <a16:creationId xmlns:a16="http://schemas.microsoft.com/office/drawing/2014/main" id="{8BB335A1-8EBA-47C7-8D98-2019A12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597" y="6076879"/>
            <a:ext cx="807700" cy="431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drwxr</a:t>
            </a:r>
          </a:p>
        </p:txBody>
      </p:sp>
      <p:sp>
        <p:nvSpPr>
          <p:cNvPr id="210" name="text-208 -">
            <a:extLst xmlns:a="http://schemas.openxmlformats.org/drawingml/2006/main">
              <a:ext uri="{FF2B5EF4-FFF2-40B4-BE49-F238E27FC236}">
                <a16:creationId xmlns:a16="http://schemas.microsoft.com/office/drawing/2014/main" id="{76BBCDDE-0FB7-486F-AFD0-9D43500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8317" y="6201199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1" name="text-209 xr">
            <a:extLst xmlns:a="http://schemas.openxmlformats.org/drawingml/2006/main">
              <a:ext uri="{FF2B5EF4-FFF2-40B4-BE49-F238E27FC236}">
                <a16:creationId xmlns:a16="http://schemas.microsoft.com/office/drawing/2014/main" id="{CA15A901-65FD-4310-AF3A-652B6B8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8918" y="6070959"/>
            <a:ext cx="317751" cy="439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xr</a:t>
            </a:r>
          </a:p>
        </p:txBody>
      </p:sp>
      <p:sp>
        <p:nvSpPr>
          <p:cNvPr id="212" name="text-210 -">
            <a:extLst xmlns:a="http://schemas.openxmlformats.org/drawingml/2006/main">
              <a:ext uri="{FF2B5EF4-FFF2-40B4-BE49-F238E27FC236}">
                <a16:creationId xmlns:a16="http://schemas.microsoft.com/office/drawing/2014/main" id="{20B10B62-290D-48CB-8691-5A283A6D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0456" y="6201199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3" name="text-211 x">
            <a:extLst xmlns:a="http://schemas.openxmlformats.org/drawingml/2006/main">
              <a:ext uri="{FF2B5EF4-FFF2-40B4-BE49-F238E27FC236}">
                <a16:creationId xmlns:a16="http://schemas.microsoft.com/office/drawing/2014/main" id="{27D1849D-93AD-4D11-A3CD-A60C828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1057" y="6071433"/>
            <a:ext cx="213053" cy="43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4" name="text-211 3">
            <a:extLst xmlns:a="http://schemas.openxmlformats.org/drawingml/2006/main">
              <a:ext uri="{FF2B5EF4-FFF2-40B4-BE49-F238E27FC236}">
                <a16:creationId xmlns:a16="http://schemas.microsoft.com/office/drawing/2014/main" id="{0C617A8B-7027-4AAF-B840-38789681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3448" y="6073167"/>
            <a:ext cx="229324" cy="436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5" name="text-211 user">
            <a:extLst xmlns:a="http://schemas.openxmlformats.org/drawingml/2006/main">
              <a:ext uri="{FF2B5EF4-FFF2-40B4-BE49-F238E27FC236}">
                <a16:creationId xmlns:a16="http://schemas.microsoft.com/office/drawing/2014/main" id="{EB3258C7-E025-432E-84B1-677C629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1838" y="6112659"/>
            <a:ext cx="578178" cy="3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16" name="text-211 ...">
            <a:extLst xmlns:a="http://schemas.openxmlformats.org/drawingml/2006/main">
              <a:ext uri="{FF2B5EF4-FFF2-40B4-BE49-F238E27FC236}">
                <a16:creationId xmlns:a16="http://schemas.microsoft.com/office/drawing/2014/main" id="{1733EC4B-AFA8-40A1-9D5F-79F392F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360" y="6074122"/>
            <a:ext cx="314760" cy="434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17" name="text-212 -">
            <a:extLst xmlns:a="http://schemas.openxmlformats.org/drawingml/2006/main">
              <a:ext uri="{FF2B5EF4-FFF2-40B4-BE49-F238E27FC236}">
                <a16:creationId xmlns:a16="http://schemas.microsoft.com/office/drawing/2014/main" id="{93DEF1C9-08E4-4D72-A362-2110FCD8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3345" y="6531886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8" name="text-213 rw">
            <a:extLst xmlns:a="http://schemas.openxmlformats.org/drawingml/2006/main">
              <a:ext uri="{FF2B5EF4-FFF2-40B4-BE49-F238E27FC236}">
                <a16:creationId xmlns:a16="http://schemas.microsoft.com/office/drawing/2014/main" id="{92D5829F-B43C-4360-BE9C-ABEED942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946" y="6409747"/>
            <a:ext cx="377509" cy="428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rw</a:t>
            </a:r>
          </a:p>
        </p:txBody>
      </p:sp>
      <p:sp>
        <p:nvSpPr>
          <p:cNvPr id="219" name="text-214 -">
            <a:extLst xmlns:a="http://schemas.openxmlformats.org/drawingml/2006/main">
              <a:ext uri="{FF2B5EF4-FFF2-40B4-BE49-F238E27FC236}">
                <a16:creationId xmlns:a16="http://schemas.microsoft.com/office/drawing/2014/main" id="{FCE2E472-CBE0-46BD-BE8C-C5ACB2E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85" y="6531886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20" name="text-215 r">
            <a:extLst xmlns:a="http://schemas.openxmlformats.org/drawingml/2006/main">
              <a:ext uri="{FF2B5EF4-FFF2-40B4-BE49-F238E27FC236}">
                <a16:creationId xmlns:a16="http://schemas.microsoft.com/office/drawing/2014/main" id="{BFE79F15-0FE8-4BE2-85BC-747B6998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685" y="6400153"/>
            <a:ext cx="161740" cy="441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1" name="text-216 --">
            <a:extLst xmlns:a="http://schemas.openxmlformats.org/drawingml/2006/main">
              <a:ext uri="{FF2B5EF4-FFF2-40B4-BE49-F238E27FC236}">
                <a16:creationId xmlns:a16="http://schemas.microsoft.com/office/drawing/2014/main" id="{55928F8D-CEE4-4A9E-ACEC-A4016A81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1938" y="6532675"/>
            <a:ext cx="154629" cy="25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--</a:t>
            </a:r>
          </a:p>
        </p:txBody>
      </p:sp>
      <p:sp>
        <p:nvSpPr>
          <p:cNvPr id="222" name="text-217 r">
            <a:extLst xmlns:a="http://schemas.openxmlformats.org/drawingml/2006/main">
              <a:ext uri="{FF2B5EF4-FFF2-40B4-BE49-F238E27FC236}">
                <a16:creationId xmlns:a16="http://schemas.microsoft.com/office/drawing/2014/main" id="{FCCC7FDC-AFE0-4BAB-956E-4FE0F9D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139" y="6400153"/>
            <a:ext cx="161740" cy="441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3" name="text-218 --">
            <a:extLst xmlns:a="http://schemas.openxmlformats.org/drawingml/2006/main">
              <a:ext uri="{FF2B5EF4-FFF2-40B4-BE49-F238E27FC236}">
                <a16:creationId xmlns:a16="http://schemas.microsoft.com/office/drawing/2014/main" id="{5DEFC8EA-A774-44DC-AB12-E7DC2BE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392" y="6532676"/>
            <a:ext cx="154628" cy="255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--</a:t>
            </a:r>
          </a:p>
        </p:txBody>
      </p:sp>
      <p:sp>
        <p:nvSpPr>
          <p:cNvPr id="224" name="text-219 1">
            <a:extLst xmlns:a="http://schemas.openxmlformats.org/drawingml/2006/main">
              <a:ext uri="{FF2B5EF4-FFF2-40B4-BE49-F238E27FC236}">
                <a16:creationId xmlns:a16="http://schemas.microsoft.com/office/drawing/2014/main" id="{CFD5F4EB-5D9D-4CDF-907E-B6518EF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710" y="6403853"/>
            <a:ext cx="229324" cy="436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5" name="text-219 user">
            <a:extLst xmlns:a="http://schemas.openxmlformats.org/drawingml/2006/main">
              <a:ext uri="{FF2B5EF4-FFF2-40B4-BE49-F238E27FC236}">
                <a16:creationId xmlns:a16="http://schemas.microsoft.com/office/drawing/2014/main" id="{473D7480-A126-479B-80EF-CAB2A6E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988" y="6443288"/>
            <a:ext cx="578300" cy="38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26" name="text-219 ...">
            <a:extLst xmlns:a="http://schemas.openxmlformats.org/drawingml/2006/main">
              <a:ext uri="{FF2B5EF4-FFF2-40B4-BE49-F238E27FC236}">
                <a16:creationId xmlns:a16="http://schemas.microsoft.com/office/drawing/2014/main" id="{CAFB3DC3-342C-45FB-9658-41ECEC15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509" y="6404943"/>
            <a:ext cx="314624" cy="434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27" name="path-220">
            <a:extLst xmlns:a="http://schemas.openxmlformats.org/drawingml/2006/main">
              <a:ext uri="{FF2B5EF4-FFF2-40B4-BE49-F238E27FC236}">
                <a16:creationId xmlns:a16="http://schemas.microsoft.com/office/drawing/2014/main" id="{D87227B3-2910-4D0A-A8F9-4116C41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995" y="6255903"/>
            <a:ext cx="363031" cy="362616"/>
          </a:xfrm>
          <a:custGeom xmlns:a="http://schemas.openxmlformats.org/drawingml/2006/main">
            <a:pathLst>
              <a:path w="367401" h="366981">
                <a:moveTo>
                  <a:pt x="183916" y="0"/>
                </a:moveTo>
                <a:cubicBezTo>
                  <a:pt x="82306" y="0"/>
                  <a:pt x="0" y="82217"/>
                  <a:pt x="0" y="183703"/>
                </a:cubicBezTo>
                <a:cubicBezTo>
                  <a:pt x="0" y="285189"/>
                  <a:pt x="82306" y="366981"/>
                  <a:pt x="183916" y="366981"/>
                </a:cubicBezTo>
                <a:cubicBezTo>
                  <a:pt x="285520" y="366981"/>
                  <a:pt x="367401" y="285189"/>
                  <a:pt x="367401" y="183703"/>
                </a:cubicBezTo>
                <a:cubicBezTo>
                  <a:pt x="367401" y="82217"/>
                  <a:pt x="285520" y="0"/>
                  <a:pt x="183916" y="0"/>
                </a:cubicBezTo>
                <a:moveTo>
                  <a:pt x="249077" y="124610"/>
                </a:moveTo>
                <a:cubicBezTo>
                  <a:pt x="251648" y="122898"/>
                  <a:pt x="255939" y="120755"/>
                  <a:pt x="259367" y="121611"/>
                </a:cubicBezTo>
                <a:cubicBezTo>
                  <a:pt x="261938" y="122466"/>
                  <a:pt x="264083" y="123329"/>
                  <a:pt x="261081" y="125466"/>
                </a:cubicBezTo>
                <a:cubicBezTo>
                  <a:pt x="259792" y="126322"/>
                  <a:pt x="257653" y="125466"/>
                  <a:pt x="255939" y="125897"/>
                </a:cubicBezTo>
                <a:cubicBezTo>
                  <a:pt x="258078" y="126322"/>
                  <a:pt x="261081" y="127609"/>
                  <a:pt x="260224" y="129752"/>
                </a:cubicBezTo>
                <a:cubicBezTo>
                  <a:pt x="266654" y="133176"/>
                  <a:pt x="258078" y="137455"/>
                  <a:pt x="254219" y="137031"/>
                </a:cubicBezTo>
                <a:cubicBezTo>
                  <a:pt x="255939" y="137455"/>
                  <a:pt x="250366" y="140879"/>
                  <a:pt x="250366" y="140455"/>
                </a:cubicBezTo>
                <a:cubicBezTo>
                  <a:pt x="248220" y="141742"/>
                  <a:pt x="245218" y="141742"/>
                  <a:pt x="243504" y="143878"/>
                </a:cubicBezTo>
                <a:cubicBezTo>
                  <a:pt x="241790" y="146446"/>
                  <a:pt x="243935" y="151157"/>
                  <a:pt x="240501" y="150301"/>
                </a:cubicBezTo>
                <a:cubicBezTo>
                  <a:pt x="239219" y="153300"/>
                  <a:pt x="234071" y="151588"/>
                  <a:pt x="231500" y="155012"/>
                </a:cubicBezTo>
                <a:cubicBezTo>
                  <a:pt x="234071" y="158011"/>
                  <a:pt x="228497" y="161866"/>
                  <a:pt x="225926" y="158436"/>
                </a:cubicBezTo>
                <a:cubicBezTo>
                  <a:pt x="223356" y="159299"/>
                  <a:pt x="225069" y="161866"/>
                  <a:pt x="222499" y="163147"/>
                </a:cubicBezTo>
                <a:cubicBezTo>
                  <a:pt x="223356" y="164434"/>
                  <a:pt x="223781" y="166146"/>
                  <a:pt x="222067" y="167002"/>
                </a:cubicBezTo>
                <a:cubicBezTo>
                  <a:pt x="222499" y="166577"/>
                  <a:pt x="225069" y="169145"/>
                  <a:pt x="225926" y="169570"/>
                </a:cubicBezTo>
                <a:cubicBezTo>
                  <a:pt x="225501" y="170857"/>
                  <a:pt x="224638" y="171713"/>
                  <a:pt x="223356" y="171713"/>
                </a:cubicBezTo>
                <a:cubicBezTo>
                  <a:pt x="224638" y="174712"/>
                  <a:pt x="222067" y="178136"/>
                  <a:pt x="219928" y="179848"/>
                </a:cubicBezTo>
                <a:cubicBezTo>
                  <a:pt x="217350" y="181560"/>
                  <a:pt x="212209" y="184134"/>
                  <a:pt x="211352" y="184559"/>
                </a:cubicBezTo>
                <a:cubicBezTo>
                  <a:pt x="207060" y="188414"/>
                  <a:pt x="204064" y="194412"/>
                  <a:pt x="211777" y="196124"/>
                </a:cubicBezTo>
                <a:cubicBezTo>
                  <a:pt x="212209" y="196124"/>
                  <a:pt x="211777" y="203828"/>
                  <a:pt x="212209" y="204259"/>
                </a:cubicBezTo>
                <a:cubicBezTo>
                  <a:pt x="212634" y="207258"/>
                  <a:pt x="213923" y="215393"/>
                  <a:pt x="208781" y="212394"/>
                </a:cubicBezTo>
                <a:cubicBezTo>
                  <a:pt x="206204" y="211106"/>
                  <a:pt x="205347" y="204259"/>
                  <a:pt x="204490" y="201691"/>
                </a:cubicBezTo>
                <a:cubicBezTo>
                  <a:pt x="203633" y="198692"/>
                  <a:pt x="203208" y="199117"/>
                  <a:pt x="201487" y="196124"/>
                </a:cubicBezTo>
                <a:cubicBezTo>
                  <a:pt x="198491" y="199548"/>
                  <a:pt x="197634" y="196980"/>
                  <a:pt x="195057" y="195268"/>
                </a:cubicBezTo>
                <a:cubicBezTo>
                  <a:pt x="192486" y="193981"/>
                  <a:pt x="188626" y="194412"/>
                  <a:pt x="187344" y="193125"/>
                </a:cubicBezTo>
                <a:cubicBezTo>
                  <a:pt x="183916" y="195693"/>
                  <a:pt x="181339" y="194837"/>
                  <a:pt x="180482" y="190982"/>
                </a:cubicBezTo>
                <a:cubicBezTo>
                  <a:pt x="179625" y="192694"/>
                  <a:pt x="181339" y="195268"/>
                  <a:pt x="180914" y="196124"/>
                </a:cubicBezTo>
                <a:cubicBezTo>
                  <a:pt x="179625" y="198692"/>
                  <a:pt x="177479" y="198261"/>
                  <a:pt x="175766" y="196980"/>
                </a:cubicBezTo>
                <a:cubicBezTo>
                  <a:pt x="172770" y="194412"/>
                  <a:pt x="165907" y="198692"/>
                  <a:pt x="162480" y="196980"/>
                </a:cubicBezTo>
                <a:cubicBezTo>
                  <a:pt x="162905" y="196980"/>
                  <a:pt x="163337" y="197836"/>
                  <a:pt x="164194" y="198261"/>
                </a:cubicBezTo>
                <a:cubicBezTo>
                  <a:pt x="163337" y="201260"/>
                  <a:pt x="161623" y="199548"/>
                  <a:pt x="160334" y="200404"/>
                </a:cubicBezTo>
                <a:cubicBezTo>
                  <a:pt x="158620" y="201691"/>
                  <a:pt x="157331" y="203828"/>
                  <a:pt x="156049" y="205115"/>
                </a:cubicBezTo>
                <a:cubicBezTo>
                  <a:pt x="159045" y="211106"/>
                  <a:pt x="155618" y="216673"/>
                  <a:pt x="156049" y="223096"/>
                </a:cubicBezTo>
                <a:cubicBezTo>
                  <a:pt x="156049" y="227807"/>
                  <a:pt x="159045" y="236373"/>
                  <a:pt x="163762" y="238941"/>
                </a:cubicBezTo>
                <a:cubicBezTo>
                  <a:pt x="165907" y="240228"/>
                  <a:pt x="172770" y="240653"/>
                  <a:pt x="174909" y="239797"/>
                </a:cubicBezTo>
                <a:cubicBezTo>
                  <a:pt x="178343" y="238517"/>
                  <a:pt x="177911" y="235949"/>
                  <a:pt x="179200" y="232950"/>
                </a:cubicBezTo>
                <a:cubicBezTo>
                  <a:pt x="180482" y="229951"/>
                  <a:pt x="181771" y="228663"/>
                  <a:pt x="185199" y="228239"/>
                </a:cubicBezTo>
                <a:cubicBezTo>
                  <a:pt x="195488" y="227807"/>
                  <a:pt x="187769" y="235949"/>
                  <a:pt x="186487" y="240228"/>
                </a:cubicBezTo>
                <a:cubicBezTo>
                  <a:pt x="185630" y="243228"/>
                  <a:pt x="185630" y="246651"/>
                  <a:pt x="185199" y="249650"/>
                </a:cubicBezTo>
                <a:cubicBezTo>
                  <a:pt x="186487" y="250075"/>
                  <a:pt x="187344" y="250075"/>
                  <a:pt x="188626" y="250075"/>
                </a:cubicBezTo>
                <a:cubicBezTo>
                  <a:pt x="188626" y="249219"/>
                  <a:pt x="189483" y="247939"/>
                  <a:pt x="189483" y="247076"/>
                </a:cubicBezTo>
                <a:cubicBezTo>
                  <a:pt x="190772" y="249650"/>
                  <a:pt x="195920" y="250506"/>
                  <a:pt x="197202" y="247507"/>
                </a:cubicBezTo>
                <a:cubicBezTo>
                  <a:pt x="198916" y="250506"/>
                  <a:pt x="202351" y="252218"/>
                  <a:pt x="202776" y="255642"/>
                </a:cubicBezTo>
                <a:cubicBezTo>
                  <a:pt x="203208" y="259066"/>
                  <a:pt x="206204" y="262921"/>
                  <a:pt x="201487" y="262921"/>
                </a:cubicBezTo>
                <a:cubicBezTo>
                  <a:pt x="198059" y="262921"/>
                  <a:pt x="202351" y="269344"/>
                  <a:pt x="202776" y="270631"/>
                </a:cubicBezTo>
                <a:cubicBezTo>
                  <a:pt x="205347" y="275342"/>
                  <a:pt x="209638" y="277485"/>
                  <a:pt x="214354" y="274911"/>
                </a:cubicBezTo>
                <a:cubicBezTo>
                  <a:pt x="214354" y="276623"/>
                  <a:pt x="213491" y="282190"/>
                  <a:pt x="210920" y="282621"/>
                </a:cubicBezTo>
                <a:cubicBezTo>
                  <a:pt x="208349" y="283046"/>
                  <a:pt x="204064" y="277910"/>
                  <a:pt x="204921" y="275342"/>
                </a:cubicBezTo>
                <a:cubicBezTo>
                  <a:pt x="204490" y="276198"/>
                  <a:pt x="204064" y="277054"/>
                  <a:pt x="203208" y="277485"/>
                </a:cubicBezTo>
                <a:cubicBezTo>
                  <a:pt x="200630" y="274486"/>
                  <a:pt x="196777" y="273199"/>
                  <a:pt x="194632" y="270200"/>
                </a:cubicBezTo>
                <a:cubicBezTo>
                  <a:pt x="194200" y="269344"/>
                  <a:pt x="187769" y="259928"/>
                  <a:pt x="189058" y="259497"/>
                </a:cubicBezTo>
                <a:cubicBezTo>
                  <a:pt x="185630" y="260784"/>
                  <a:pt x="179200" y="258641"/>
                  <a:pt x="176197" y="256929"/>
                </a:cubicBezTo>
                <a:cubicBezTo>
                  <a:pt x="171049" y="254361"/>
                  <a:pt x="170624" y="247507"/>
                  <a:pt x="164194" y="248363"/>
                </a:cubicBezTo>
                <a:cubicBezTo>
                  <a:pt x="159902" y="249219"/>
                  <a:pt x="158620" y="250506"/>
                  <a:pt x="153472" y="248795"/>
                </a:cubicBezTo>
                <a:cubicBezTo>
                  <a:pt x="150044" y="247507"/>
                  <a:pt x="147473" y="244939"/>
                  <a:pt x="144046" y="243228"/>
                </a:cubicBezTo>
                <a:cubicBezTo>
                  <a:pt x="140186" y="241084"/>
                  <a:pt x="133324" y="238941"/>
                  <a:pt x="132042" y="234230"/>
                </a:cubicBezTo>
                <a:cubicBezTo>
                  <a:pt x="130753" y="230382"/>
                  <a:pt x="131185" y="225671"/>
                  <a:pt x="129039" y="222240"/>
                </a:cubicBezTo>
                <a:cubicBezTo>
                  <a:pt x="127750" y="219673"/>
                  <a:pt x="123034" y="215393"/>
                  <a:pt x="120038" y="215393"/>
                </a:cubicBezTo>
                <a:cubicBezTo>
                  <a:pt x="123034" y="215393"/>
                  <a:pt x="117461" y="208114"/>
                  <a:pt x="116604" y="207258"/>
                </a:cubicBezTo>
                <a:cubicBezTo>
                  <a:pt x="114033" y="204259"/>
                  <a:pt x="104600" y="195693"/>
                  <a:pt x="106314" y="190982"/>
                </a:cubicBezTo>
                <a:cubicBezTo>
                  <a:pt x="106745" y="190126"/>
                  <a:pt x="101604" y="188414"/>
                  <a:pt x="100740" y="187983"/>
                </a:cubicBezTo>
                <a:cubicBezTo>
                  <a:pt x="101604" y="190557"/>
                  <a:pt x="102029" y="193125"/>
                  <a:pt x="103318" y="195268"/>
                </a:cubicBezTo>
                <a:cubicBezTo>
                  <a:pt x="104600" y="197836"/>
                  <a:pt x="105888" y="199548"/>
                  <a:pt x="107177" y="202116"/>
                </a:cubicBezTo>
                <a:cubicBezTo>
                  <a:pt x="109748" y="206402"/>
                  <a:pt x="113176" y="211962"/>
                  <a:pt x="112751" y="217105"/>
                </a:cubicBezTo>
                <a:cubicBezTo>
                  <a:pt x="109748" y="217961"/>
                  <a:pt x="110605" y="213250"/>
                  <a:pt x="109748" y="211538"/>
                </a:cubicBezTo>
                <a:cubicBezTo>
                  <a:pt x="108034" y="208539"/>
                  <a:pt x="103743" y="208539"/>
                  <a:pt x="102461" y="205115"/>
                </a:cubicBezTo>
                <a:cubicBezTo>
                  <a:pt x="102886" y="204684"/>
                  <a:pt x="103318" y="205115"/>
                  <a:pt x="103743" y="204684"/>
                </a:cubicBezTo>
                <a:cubicBezTo>
                  <a:pt x="104175" y="200835"/>
                  <a:pt x="97744" y="197405"/>
                  <a:pt x="98601" y="194412"/>
                </a:cubicBezTo>
                <a:cubicBezTo>
                  <a:pt x="95173" y="191838"/>
                  <a:pt x="95599" y="186702"/>
                  <a:pt x="93028" y="183278"/>
                </a:cubicBezTo>
                <a:cubicBezTo>
                  <a:pt x="90882" y="180279"/>
                  <a:pt x="87023" y="178992"/>
                  <a:pt x="84027" y="176855"/>
                </a:cubicBezTo>
                <a:cubicBezTo>
                  <a:pt x="82738" y="175993"/>
                  <a:pt x="74594" y="165290"/>
                  <a:pt x="77596" y="164434"/>
                </a:cubicBezTo>
                <a:cubicBezTo>
                  <a:pt x="72880" y="165721"/>
                  <a:pt x="70302" y="154588"/>
                  <a:pt x="71159" y="151588"/>
                </a:cubicBezTo>
                <a:cubicBezTo>
                  <a:pt x="71159" y="151588"/>
                  <a:pt x="70734" y="151588"/>
                  <a:pt x="70734" y="151157"/>
                </a:cubicBezTo>
                <a:cubicBezTo>
                  <a:pt x="71591" y="148165"/>
                  <a:pt x="69877" y="133600"/>
                  <a:pt x="73737" y="133176"/>
                </a:cubicBezTo>
                <a:cubicBezTo>
                  <a:pt x="71159" y="133600"/>
                  <a:pt x="70302" y="127177"/>
                  <a:pt x="71159" y="125897"/>
                </a:cubicBezTo>
                <a:cubicBezTo>
                  <a:pt x="71591" y="125041"/>
                  <a:pt x="75019" y="128465"/>
                  <a:pt x="75451" y="128889"/>
                </a:cubicBezTo>
                <a:cubicBezTo>
                  <a:pt x="76733" y="128033"/>
                  <a:pt x="78021" y="126322"/>
                  <a:pt x="77596" y="124610"/>
                </a:cubicBezTo>
                <a:cubicBezTo>
                  <a:pt x="76733" y="122898"/>
                  <a:pt x="74594" y="120755"/>
                  <a:pt x="72880" y="119474"/>
                </a:cubicBezTo>
                <a:cubicBezTo>
                  <a:pt x="72023" y="119043"/>
                  <a:pt x="62590" y="112620"/>
                  <a:pt x="62158" y="113051"/>
                </a:cubicBezTo>
                <a:cubicBezTo>
                  <a:pt x="63015" y="111333"/>
                  <a:pt x="62590" y="110052"/>
                  <a:pt x="61301" y="108765"/>
                </a:cubicBezTo>
                <a:cubicBezTo>
                  <a:pt x="56585" y="112195"/>
                  <a:pt x="59587" y="105341"/>
                  <a:pt x="57016" y="104485"/>
                </a:cubicBezTo>
                <a:cubicBezTo>
                  <a:pt x="56159" y="104054"/>
                  <a:pt x="54871" y="103629"/>
                  <a:pt x="54014" y="102773"/>
                </a:cubicBezTo>
                <a:cubicBezTo>
                  <a:pt x="67731" y="80930"/>
                  <a:pt x="87023" y="62517"/>
                  <a:pt x="110173" y="49671"/>
                </a:cubicBezTo>
                <a:cubicBezTo>
                  <a:pt x="111462" y="49247"/>
                  <a:pt x="114033" y="49247"/>
                  <a:pt x="115747" y="49247"/>
                </a:cubicBezTo>
                <a:cubicBezTo>
                  <a:pt x="120038" y="49671"/>
                  <a:pt x="122177" y="53526"/>
                  <a:pt x="125180" y="55670"/>
                </a:cubicBezTo>
                <a:cubicBezTo>
                  <a:pt x="125611" y="54382"/>
                  <a:pt x="125180" y="52670"/>
                  <a:pt x="124323" y="51383"/>
                </a:cubicBezTo>
                <a:cubicBezTo>
                  <a:pt x="125180" y="49671"/>
                  <a:pt x="127750" y="48815"/>
                  <a:pt x="129464" y="48391"/>
                </a:cubicBezTo>
                <a:cubicBezTo>
                  <a:pt x="131610" y="47959"/>
                  <a:pt x="135038" y="47959"/>
                  <a:pt x="136758" y="48815"/>
                </a:cubicBezTo>
                <a:cubicBezTo>
                  <a:pt x="135469" y="46679"/>
                  <a:pt x="133324" y="44536"/>
                  <a:pt x="131610" y="42824"/>
                </a:cubicBezTo>
                <a:lnTo>
                  <a:pt x="130753" y="43680"/>
                </a:lnTo>
                <a:cubicBezTo>
                  <a:pt x="128182" y="41537"/>
                  <a:pt x="123034" y="44536"/>
                  <a:pt x="120463" y="45392"/>
                </a:cubicBezTo>
                <a:cubicBezTo>
                  <a:pt x="118749" y="46248"/>
                  <a:pt x="116604" y="47535"/>
                  <a:pt x="114890" y="48391"/>
                </a:cubicBezTo>
                <a:cubicBezTo>
                  <a:pt x="113608" y="48815"/>
                  <a:pt x="113176" y="49247"/>
                  <a:pt x="112319" y="48815"/>
                </a:cubicBezTo>
                <a:cubicBezTo>
                  <a:pt x="119606" y="44960"/>
                  <a:pt x="126893" y="41537"/>
                  <a:pt x="134613" y="38969"/>
                </a:cubicBezTo>
                <a:cubicBezTo>
                  <a:pt x="135895" y="39825"/>
                  <a:pt x="137615" y="41537"/>
                  <a:pt x="139754" y="43248"/>
                </a:cubicBezTo>
                <a:cubicBezTo>
                  <a:pt x="138472" y="41968"/>
                  <a:pt x="138472" y="47535"/>
                  <a:pt x="138897" y="48391"/>
                </a:cubicBezTo>
                <a:cubicBezTo>
                  <a:pt x="141468" y="51814"/>
                  <a:pt x="147473" y="49671"/>
                  <a:pt x="150901" y="49671"/>
                </a:cubicBezTo>
                <a:cubicBezTo>
                  <a:pt x="150476" y="49671"/>
                  <a:pt x="161191" y="50959"/>
                  <a:pt x="159045" y="48391"/>
                </a:cubicBezTo>
                <a:cubicBezTo>
                  <a:pt x="160766" y="50959"/>
                  <a:pt x="160766" y="54382"/>
                  <a:pt x="162905" y="56526"/>
                </a:cubicBezTo>
                <a:cubicBezTo>
                  <a:pt x="165050" y="54382"/>
                  <a:pt x="162048" y="51814"/>
                  <a:pt x="163337" y="49671"/>
                </a:cubicBezTo>
                <a:cubicBezTo>
                  <a:pt x="163762" y="48815"/>
                  <a:pt x="168478" y="47959"/>
                  <a:pt x="169767" y="47103"/>
                </a:cubicBezTo>
                <a:cubicBezTo>
                  <a:pt x="171481" y="45816"/>
                  <a:pt x="168478" y="44104"/>
                  <a:pt x="167621" y="43680"/>
                </a:cubicBezTo>
                <a:cubicBezTo>
                  <a:pt x="165050" y="42392"/>
                  <a:pt x="155618" y="41537"/>
                  <a:pt x="160334" y="35970"/>
                </a:cubicBezTo>
                <a:cubicBezTo>
                  <a:pt x="162048" y="34258"/>
                  <a:pt x="168478" y="35114"/>
                  <a:pt x="170192" y="36401"/>
                </a:cubicBezTo>
                <a:cubicBezTo>
                  <a:pt x="172770" y="37681"/>
                  <a:pt x="175340" y="40249"/>
                  <a:pt x="171906" y="42824"/>
                </a:cubicBezTo>
                <a:cubicBezTo>
                  <a:pt x="173627" y="43248"/>
                  <a:pt x="181771" y="44960"/>
                  <a:pt x="180482" y="47959"/>
                </a:cubicBezTo>
                <a:cubicBezTo>
                  <a:pt x="181339" y="46679"/>
                  <a:pt x="182628" y="44536"/>
                  <a:pt x="184342" y="44536"/>
                </a:cubicBezTo>
                <a:cubicBezTo>
                  <a:pt x="186487" y="44960"/>
                  <a:pt x="186912" y="49671"/>
                  <a:pt x="187769" y="50959"/>
                </a:cubicBezTo>
                <a:cubicBezTo>
                  <a:pt x="191204" y="56950"/>
                  <a:pt x="196777" y="44960"/>
                  <a:pt x="197634" y="45392"/>
                </a:cubicBezTo>
                <a:cubicBezTo>
                  <a:pt x="193343" y="43680"/>
                  <a:pt x="201487" y="41537"/>
                  <a:pt x="203633" y="42392"/>
                </a:cubicBezTo>
                <a:cubicBezTo>
                  <a:pt x="205347" y="43248"/>
                  <a:pt x="207924" y="49247"/>
                  <a:pt x="204921" y="48815"/>
                </a:cubicBezTo>
                <a:cubicBezTo>
                  <a:pt x="207492" y="51383"/>
                  <a:pt x="207924" y="56526"/>
                  <a:pt x="203208" y="56094"/>
                </a:cubicBezTo>
                <a:cubicBezTo>
                  <a:pt x="199773" y="55670"/>
                  <a:pt x="195920" y="51383"/>
                  <a:pt x="192918" y="54814"/>
                </a:cubicBezTo>
                <a:cubicBezTo>
                  <a:pt x="190772" y="57381"/>
                  <a:pt x="189915" y="60805"/>
                  <a:pt x="187769" y="62948"/>
                </a:cubicBezTo>
                <a:cubicBezTo>
                  <a:pt x="184342" y="66372"/>
                  <a:pt x="179625" y="65948"/>
                  <a:pt x="175766" y="65516"/>
                </a:cubicBezTo>
                <a:cubicBezTo>
                  <a:pt x="177479" y="65948"/>
                  <a:pt x="171906" y="71514"/>
                  <a:pt x="171481" y="72370"/>
                </a:cubicBezTo>
                <a:cubicBezTo>
                  <a:pt x="170192" y="74082"/>
                  <a:pt x="168910" y="76225"/>
                  <a:pt x="168478" y="77937"/>
                </a:cubicBezTo>
                <a:cubicBezTo>
                  <a:pt x="168053" y="80505"/>
                  <a:pt x="168910" y="82648"/>
                  <a:pt x="167621" y="85216"/>
                </a:cubicBezTo>
                <a:cubicBezTo>
                  <a:pt x="171481" y="83929"/>
                  <a:pt x="173627" y="91208"/>
                  <a:pt x="171906" y="91639"/>
                </a:cubicBezTo>
                <a:cubicBezTo>
                  <a:pt x="177054" y="90783"/>
                  <a:pt x="181339" y="90783"/>
                  <a:pt x="186055" y="92495"/>
                </a:cubicBezTo>
                <a:cubicBezTo>
                  <a:pt x="189483" y="93782"/>
                  <a:pt x="194200" y="95494"/>
                  <a:pt x="195488" y="98918"/>
                </a:cubicBezTo>
                <a:cubicBezTo>
                  <a:pt x="196345" y="97631"/>
                  <a:pt x="201487" y="98062"/>
                  <a:pt x="202776" y="98487"/>
                </a:cubicBezTo>
                <a:cubicBezTo>
                  <a:pt x="205778" y="99774"/>
                  <a:pt x="205778" y="103198"/>
                  <a:pt x="206635" y="105772"/>
                </a:cubicBezTo>
                <a:cubicBezTo>
                  <a:pt x="207492" y="109196"/>
                  <a:pt x="210920" y="115188"/>
                  <a:pt x="214780" y="113476"/>
                </a:cubicBezTo>
                <a:cubicBezTo>
                  <a:pt x="215636" y="113051"/>
                  <a:pt x="220353" y="110477"/>
                  <a:pt x="218639" y="109196"/>
                </a:cubicBezTo>
                <a:cubicBezTo>
                  <a:pt x="216925" y="107484"/>
                  <a:pt x="214780" y="103198"/>
                  <a:pt x="216493" y="100630"/>
                </a:cubicBezTo>
                <a:cubicBezTo>
                  <a:pt x="218207" y="98062"/>
                  <a:pt x="222924" y="97631"/>
                  <a:pt x="224213" y="94207"/>
                </a:cubicBezTo>
                <a:cubicBezTo>
                  <a:pt x="225926" y="88640"/>
                  <a:pt x="218207" y="89071"/>
                  <a:pt x="218207" y="85216"/>
                </a:cubicBezTo>
                <a:cubicBezTo>
                  <a:pt x="218207" y="82648"/>
                  <a:pt x="221642" y="82217"/>
                  <a:pt x="221210" y="79218"/>
                </a:cubicBezTo>
                <a:cubicBezTo>
                  <a:pt x="221210" y="76650"/>
                  <a:pt x="217782" y="71939"/>
                  <a:pt x="220785" y="70227"/>
                </a:cubicBezTo>
                <a:cubicBezTo>
                  <a:pt x="223356" y="68940"/>
                  <a:pt x="234502" y="71514"/>
                  <a:pt x="236641" y="72795"/>
                </a:cubicBezTo>
                <a:cubicBezTo>
                  <a:pt x="238787" y="74082"/>
                  <a:pt x="245649" y="76225"/>
                  <a:pt x="246074" y="78362"/>
                </a:cubicBezTo>
                <a:lnTo>
                  <a:pt x="244792" y="78362"/>
                </a:lnTo>
                <a:cubicBezTo>
                  <a:pt x="246506" y="80074"/>
                  <a:pt x="248220" y="83504"/>
                  <a:pt x="244792" y="84360"/>
                </a:cubicBezTo>
                <a:cubicBezTo>
                  <a:pt x="246931" y="83929"/>
                  <a:pt x="253362" y="86497"/>
                  <a:pt x="249077" y="87784"/>
                </a:cubicBezTo>
                <a:cubicBezTo>
                  <a:pt x="250366" y="86928"/>
                  <a:pt x="251648" y="87353"/>
                  <a:pt x="252937" y="86497"/>
                </a:cubicBezTo>
                <a:cubicBezTo>
                  <a:pt x="254650" y="85641"/>
                  <a:pt x="255939" y="83929"/>
                  <a:pt x="258078" y="85216"/>
                </a:cubicBezTo>
                <a:cubicBezTo>
                  <a:pt x="258510" y="85641"/>
                  <a:pt x="261081" y="80074"/>
                  <a:pt x="262370" y="80505"/>
                </a:cubicBezTo>
                <a:cubicBezTo>
                  <a:pt x="264509" y="80930"/>
                  <a:pt x="265366" y="83929"/>
                  <a:pt x="266223" y="85216"/>
                </a:cubicBezTo>
                <a:cubicBezTo>
                  <a:pt x="267086" y="87353"/>
                  <a:pt x="269657" y="88215"/>
                  <a:pt x="270514" y="90352"/>
                </a:cubicBezTo>
                <a:cubicBezTo>
                  <a:pt x="272228" y="94207"/>
                  <a:pt x="271371" y="98062"/>
                  <a:pt x="276944" y="99343"/>
                </a:cubicBezTo>
                <a:cubicBezTo>
                  <a:pt x="278658" y="99774"/>
                  <a:pt x="283375" y="97631"/>
                  <a:pt x="282943" y="101061"/>
                </a:cubicBezTo>
                <a:cubicBezTo>
                  <a:pt x="283800" y="100205"/>
                  <a:pt x="284657" y="99343"/>
                  <a:pt x="284657" y="98918"/>
                </a:cubicBezTo>
                <a:cubicBezTo>
                  <a:pt x="285088" y="102342"/>
                  <a:pt x="286377" y="106197"/>
                  <a:pt x="290230" y="105772"/>
                </a:cubicBezTo>
                <a:cubicBezTo>
                  <a:pt x="290230" y="105772"/>
                  <a:pt x="290230" y="110052"/>
                  <a:pt x="289805" y="110908"/>
                </a:cubicBezTo>
                <a:cubicBezTo>
                  <a:pt x="288516" y="113051"/>
                  <a:pt x="284657" y="112620"/>
                  <a:pt x="282518" y="113907"/>
                </a:cubicBezTo>
                <a:cubicBezTo>
                  <a:pt x="281661" y="114332"/>
                  <a:pt x="276087" y="119043"/>
                  <a:pt x="276944" y="119899"/>
                </a:cubicBezTo>
                <a:cubicBezTo>
                  <a:pt x="273942" y="116475"/>
                  <a:pt x="268368" y="116475"/>
                  <a:pt x="264509" y="117331"/>
                </a:cubicBezTo>
                <a:cubicBezTo>
                  <a:pt x="260224" y="118187"/>
                  <a:pt x="255939" y="118187"/>
                  <a:pt x="252080" y="119899"/>
                </a:cubicBezTo>
                <a:cubicBezTo>
                  <a:pt x="250366" y="120755"/>
                  <a:pt x="248220" y="122042"/>
                  <a:pt x="246931" y="123754"/>
                </a:cubicBezTo>
                <a:cubicBezTo>
                  <a:pt x="246074" y="124610"/>
                  <a:pt x="245218" y="128889"/>
                  <a:pt x="243935" y="129321"/>
                </a:cubicBezTo>
                <a:cubicBezTo>
                  <a:pt x="246506" y="128889"/>
                  <a:pt x="247363" y="125897"/>
                  <a:pt x="249077" y="124610"/>
                </a:cubicBezTo>
                <a:moveTo>
                  <a:pt x="210495" y="334004"/>
                </a:moveTo>
                <a:cubicBezTo>
                  <a:pt x="210063" y="332724"/>
                  <a:pt x="209638" y="330580"/>
                  <a:pt x="209638" y="330149"/>
                </a:cubicBezTo>
                <a:cubicBezTo>
                  <a:pt x="209206" y="326301"/>
                  <a:pt x="213923" y="323726"/>
                  <a:pt x="213491" y="320302"/>
                </a:cubicBezTo>
                <a:cubicBezTo>
                  <a:pt x="210920" y="319446"/>
                  <a:pt x="210063" y="317303"/>
                  <a:pt x="210495" y="314311"/>
                </a:cubicBezTo>
                <a:cubicBezTo>
                  <a:pt x="210920" y="310456"/>
                  <a:pt x="214354" y="307032"/>
                  <a:pt x="217350" y="304458"/>
                </a:cubicBezTo>
                <a:cubicBezTo>
                  <a:pt x="220353" y="301890"/>
                  <a:pt x="221210" y="296323"/>
                  <a:pt x="220353" y="292899"/>
                </a:cubicBezTo>
                <a:cubicBezTo>
                  <a:pt x="219064" y="287332"/>
                  <a:pt x="219064" y="281334"/>
                  <a:pt x="218207" y="275767"/>
                </a:cubicBezTo>
                <a:cubicBezTo>
                  <a:pt x="218639" y="277054"/>
                  <a:pt x="222499" y="276623"/>
                  <a:pt x="223356" y="278341"/>
                </a:cubicBezTo>
                <a:cubicBezTo>
                  <a:pt x="224213" y="276623"/>
                  <a:pt x="224638" y="274911"/>
                  <a:pt x="225926" y="273199"/>
                </a:cubicBezTo>
                <a:cubicBezTo>
                  <a:pt x="226783" y="271918"/>
                  <a:pt x="228497" y="271056"/>
                  <a:pt x="229786" y="269775"/>
                </a:cubicBezTo>
                <a:cubicBezTo>
                  <a:pt x="232357" y="268488"/>
                  <a:pt x="237073" y="262921"/>
                  <a:pt x="240076" y="266351"/>
                </a:cubicBezTo>
                <a:cubicBezTo>
                  <a:pt x="242647" y="269344"/>
                  <a:pt x="236641" y="272343"/>
                  <a:pt x="239644" y="274911"/>
                </a:cubicBezTo>
                <a:cubicBezTo>
                  <a:pt x="240501" y="273199"/>
                  <a:pt x="240076" y="269775"/>
                  <a:pt x="241790" y="268063"/>
                </a:cubicBezTo>
                <a:cubicBezTo>
                  <a:pt x="245649" y="263777"/>
                  <a:pt x="248220" y="268488"/>
                  <a:pt x="252080" y="269775"/>
                </a:cubicBezTo>
                <a:cubicBezTo>
                  <a:pt x="255939" y="271056"/>
                  <a:pt x="257653" y="272774"/>
                  <a:pt x="260649" y="275342"/>
                </a:cubicBezTo>
                <a:cubicBezTo>
                  <a:pt x="259792" y="274486"/>
                  <a:pt x="264509" y="272774"/>
                  <a:pt x="264940" y="272343"/>
                </a:cubicBezTo>
                <a:cubicBezTo>
                  <a:pt x="269657" y="271487"/>
                  <a:pt x="271371" y="273630"/>
                  <a:pt x="274373" y="276198"/>
                </a:cubicBezTo>
                <a:cubicBezTo>
                  <a:pt x="277801" y="278766"/>
                  <a:pt x="282943" y="280478"/>
                  <a:pt x="282518" y="285189"/>
                </a:cubicBezTo>
                <a:cubicBezTo>
                  <a:pt x="285088" y="285620"/>
                  <a:pt x="286377" y="286045"/>
                  <a:pt x="288091" y="286901"/>
                </a:cubicBezTo>
                <a:cubicBezTo>
                  <a:pt x="289805" y="287757"/>
                  <a:pt x="292807" y="287757"/>
                  <a:pt x="294090" y="289044"/>
                </a:cubicBezTo>
                <a:cubicBezTo>
                  <a:pt x="272228" y="312168"/>
                  <a:pt x="243072" y="328437"/>
                  <a:pt x="210495" y="3340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text-221 MCP">
            <a:extLst xmlns:a="http://schemas.openxmlformats.org/drawingml/2006/main">
              <a:ext uri="{FF2B5EF4-FFF2-40B4-BE49-F238E27FC236}">
                <a16:creationId xmlns:a16="http://schemas.microsoft.com/office/drawing/2014/main" id="{6CD0F7D0-2D93-4D29-AEAB-0A90C5D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5866" y="7289223"/>
            <a:ext cx="607536" cy="35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29" name="text-221 Mark">
            <a:extLst xmlns:a="http://schemas.openxmlformats.org/drawingml/2006/main">
              <a:ext uri="{FF2B5EF4-FFF2-40B4-BE49-F238E27FC236}">
                <a16:creationId xmlns:a16="http://schemas.microsoft.com/office/drawing/2014/main" id="{8B82F27E-5E84-40B1-B8F8-A091CA1A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55" y="7262460"/>
            <a:ext cx="671807" cy="39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</a:t>
            </a:r>
          </a:p>
        </p:txBody>
      </p:sp>
      <p:sp>
        <p:nvSpPr>
          <p:cNvPr id="230" name="text-222 LWM">
            <a:extLst xmlns:a="http://schemas.openxmlformats.org/drawingml/2006/main">
              <a:ext uri="{FF2B5EF4-FFF2-40B4-BE49-F238E27FC236}">
                <a16:creationId xmlns:a16="http://schemas.microsoft.com/office/drawing/2014/main" id="{96860090-447B-4B03-BA18-8CE4327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8043" y="9404000"/>
            <a:ext cx="746061" cy="428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</a:t>
            </a:r>
          </a:p>
        </p:txBody>
      </p:sp>
      <p:sp>
        <p:nvSpPr>
          <p:cNvPr id="231" name="text-222 RL">
            <a:extLst xmlns:a="http://schemas.openxmlformats.org/drawingml/2006/main">
              <a:ext uri="{FF2B5EF4-FFF2-40B4-BE49-F238E27FC236}">
                <a16:creationId xmlns:a16="http://schemas.microsoft.com/office/drawing/2014/main" id="{08467E3E-CCF2-4D80-A971-70042F3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6581" y="9480362"/>
            <a:ext cx="334806" cy="3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232" name="text-222 (">
            <a:extLst xmlns:a="http://schemas.openxmlformats.org/drawingml/2006/main">
              <a:ext uri="{FF2B5EF4-FFF2-40B4-BE49-F238E27FC236}">
                <a16:creationId xmlns:a16="http://schemas.microsoft.com/office/drawing/2014/main" id="{C0915CCC-266E-4DE2-A39C-B64AC7F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6223" y="9401295"/>
            <a:ext cx="158361" cy="432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233" name="text-223 without">
            <a:extLst xmlns:a="http://schemas.openxmlformats.org/drawingml/2006/main">
              <a:ext uri="{FF2B5EF4-FFF2-40B4-BE49-F238E27FC236}">
                <a16:creationId xmlns:a16="http://schemas.microsoft.com/office/drawing/2014/main" id="{6DDB272E-60E3-41E2-B787-D7AC0A1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7889" y="9420884"/>
            <a:ext cx="967792" cy="40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without</a:t>
            </a:r>
          </a:p>
        </p:txBody>
      </p:sp>
      <p:sp>
        <p:nvSpPr>
          <p:cNvPr id="234" name="text-223 tool">
            <a:extLst xmlns:a="http://schemas.openxmlformats.org/drawingml/2006/main">
              <a:ext uri="{FF2B5EF4-FFF2-40B4-BE49-F238E27FC236}">
                <a16:creationId xmlns:a16="http://schemas.microsoft.com/office/drawing/2014/main" id="{7BCD5493-2058-4B77-8A3B-1E030D7C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9508" y="9409253"/>
            <a:ext cx="538904" cy="421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35" name="text-223 calls">
            <a:extLst xmlns:a="http://schemas.openxmlformats.org/drawingml/2006/main">
              <a:ext uri="{FF2B5EF4-FFF2-40B4-BE49-F238E27FC236}">
                <a16:creationId xmlns:a16="http://schemas.microsoft.com/office/drawing/2014/main" id="{E4758B32-D329-48E6-A980-17A14A3C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0543" y="9431327"/>
            <a:ext cx="607467" cy="390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236" name="path-224">
            <a:extLst xmlns:a="http://schemas.openxmlformats.org/drawingml/2006/main">
              <a:ext uri="{FF2B5EF4-FFF2-40B4-BE49-F238E27FC236}">
                <a16:creationId xmlns:a16="http://schemas.microsoft.com/office/drawing/2014/main" id="{B898EDFC-7BB9-4B8A-8598-8D65A37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3173" y="9733036"/>
            <a:ext cx="2143340" cy="25517"/>
          </a:xfrm>
          <a:custGeom xmlns:a="http://schemas.openxmlformats.org/drawingml/2006/main">
            <a:pathLst>
              <a:path w="2169139" h="25824">
                <a:moveTo>
                  <a:pt x="0" y="0"/>
                </a:moveTo>
                <a:lnTo>
                  <a:pt x="1084569" y="0"/>
                </a:lnTo>
                <a:lnTo>
                  <a:pt x="2169139" y="0"/>
                </a:lnTo>
                <a:lnTo>
                  <a:pt x="2169139" y="25824"/>
                </a:lnTo>
                <a:lnTo>
                  <a:pt x="1084569" y="25824"/>
                </a:lnTo>
                <a:lnTo>
                  <a:pt x="0" y="2582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text-225 )">
            <a:extLst xmlns:a="http://schemas.openxmlformats.org/drawingml/2006/main">
              <a:ext uri="{FF2B5EF4-FFF2-40B4-BE49-F238E27FC236}">
                <a16:creationId xmlns:a16="http://schemas.microsoft.com/office/drawing/2014/main" id="{73260560-8C1C-4176-9A8A-2CFE499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8472" y="9401295"/>
            <a:ext cx="158361" cy="432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38" name="text-226 Generalize">
            <a:extLst xmlns:a="http://schemas.openxmlformats.org/drawingml/2006/main">
              <a:ext uri="{FF2B5EF4-FFF2-40B4-BE49-F238E27FC236}">
                <a16:creationId xmlns:a16="http://schemas.microsoft.com/office/drawing/2014/main" id="{47BF725B-B705-43FC-A0D4-17762FFD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156" y="9745952"/>
            <a:ext cx="1477859" cy="412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Generalize</a:t>
            </a:r>
          </a:p>
        </p:txBody>
      </p:sp>
      <p:sp>
        <p:nvSpPr>
          <p:cNvPr id="239" name="text-226 Surprisingly">
            <a:extLst xmlns:a="http://schemas.openxmlformats.org/drawingml/2006/main">
              <a:ext uri="{FF2B5EF4-FFF2-40B4-BE49-F238E27FC236}">
                <a16:creationId xmlns:a16="http://schemas.microsoft.com/office/drawing/2014/main" id="{DF81B25D-EFFB-49D9-8A37-8BEBCFD2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1127" y="9754375"/>
            <a:ext cx="1546803" cy="400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Surprisingly</a:t>
            </a:r>
          </a:p>
        </p:txBody>
      </p:sp>
      <p:sp>
        <p:nvSpPr>
          <p:cNvPr id="240" name="text-226 Well">
            <a:extLst xmlns:a="http://schemas.openxmlformats.org/drawingml/2006/main">
              <a:ext uri="{FF2B5EF4-FFF2-40B4-BE49-F238E27FC236}">
                <a16:creationId xmlns:a16="http://schemas.microsoft.com/office/drawing/2014/main" id="{375D698F-707F-4B7E-A28B-F162BAA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211" y="9732712"/>
            <a:ext cx="648433" cy="431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2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Well</a:t>
            </a:r>
          </a:p>
        </p:txBody>
      </p:sp>
      <p:sp>
        <p:nvSpPr>
          <p:cNvPr id="241" name="text-226 to">
            <a:extLst xmlns:a="http://schemas.openxmlformats.org/drawingml/2006/main">
              <a:ext uri="{FF2B5EF4-FFF2-40B4-BE49-F238E27FC236}">
                <a16:creationId xmlns:a16="http://schemas.microsoft.com/office/drawing/2014/main" id="{431E59D1-6A77-431F-8BCA-FD09030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2585" y="9746411"/>
            <a:ext cx="298281" cy="41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17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42" name="text-226 Agentic">
            <a:extLst xmlns:a="http://schemas.openxmlformats.org/drawingml/2006/main">
              <a:ext uri="{FF2B5EF4-FFF2-40B4-BE49-F238E27FC236}">
                <a16:creationId xmlns:a16="http://schemas.microsoft.com/office/drawing/2014/main" id="{A8118CFF-CC86-41EF-9871-5BC014D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4260" y="9750868"/>
            <a:ext cx="1018531" cy="40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8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243" name="text-226 Tasks">
            <a:extLst xmlns:a="http://schemas.openxmlformats.org/drawingml/2006/main">
              <a:ext uri="{FF2B5EF4-FFF2-40B4-BE49-F238E27FC236}">
                <a16:creationId xmlns:a16="http://schemas.microsoft.com/office/drawing/2014/main" id="{09EF6CFD-6C38-4C4B-A84C-CE786F0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6850" y="9777813"/>
            <a:ext cx="719082" cy="368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7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244" name="path-227">
            <a:extLst xmlns:a="http://schemas.openxmlformats.org/drawingml/2006/main">
              <a:ext uri="{FF2B5EF4-FFF2-40B4-BE49-F238E27FC236}">
                <a16:creationId xmlns:a16="http://schemas.microsoft.com/office/drawing/2014/main" id="{E307ABDA-A30B-42CF-B2AC-FECF5C2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141" y="8836559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245" name="text-228 40">
            <a:extLst xmlns:a="http://schemas.openxmlformats.org/drawingml/2006/main">
              <a:ext uri="{FF2B5EF4-FFF2-40B4-BE49-F238E27FC236}">
                <a16:creationId xmlns:a16="http://schemas.microsoft.com/office/drawing/2014/main" id="{A3CE36A1-4332-4B08-B9DF-A20656FC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103" y="8732867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46" name="text-229 Terminal">
            <a:extLst xmlns:a="http://schemas.openxmlformats.org/drawingml/2006/main">
              <a:ext uri="{FF2B5EF4-FFF2-40B4-BE49-F238E27FC236}">
                <a16:creationId xmlns:a16="http://schemas.microsoft.com/office/drawing/2014/main" id="{A31B08A1-09E6-4D3D-9654-D47A587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0952" y="7239366"/>
            <a:ext cx="1028909" cy="363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247" name="text-230 -">
            <a:extLst xmlns:a="http://schemas.openxmlformats.org/drawingml/2006/main">
              <a:ext uri="{FF2B5EF4-FFF2-40B4-BE49-F238E27FC236}">
                <a16:creationId xmlns:a16="http://schemas.microsoft.com/office/drawing/2014/main" id="{438FA056-18B5-4FBD-B8DC-8AB947AE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317" y="7332459"/>
            <a:ext cx="85606" cy="233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48" name="text-231 Bench">
            <a:extLst xmlns:a="http://schemas.openxmlformats.org/drawingml/2006/main">
              <a:ext uri="{FF2B5EF4-FFF2-40B4-BE49-F238E27FC236}">
                <a16:creationId xmlns:a16="http://schemas.microsoft.com/office/drawing/2014/main" id="{B46B3331-CB26-48A9-8B78-7069E5F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7538" y="7255203"/>
            <a:ext cx="736023" cy="341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</a:t>
            </a:r>
          </a:p>
        </p:txBody>
      </p:sp>
      <p:sp>
        <p:nvSpPr>
          <p:cNvPr id="249" name="text-232 2.0">
            <a:extLst xmlns:a="http://schemas.openxmlformats.org/drawingml/2006/main">
              <a:ext uri="{FF2B5EF4-FFF2-40B4-BE49-F238E27FC236}">
                <a16:creationId xmlns:a16="http://schemas.microsoft.com/office/drawing/2014/main" id="{6C27BC33-13E4-48E3-B647-9A7A08CC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9215" y="7522391"/>
            <a:ext cx="444469" cy="396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250" name="text-233 BFCL">
            <a:extLst xmlns:a="http://schemas.openxmlformats.org/drawingml/2006/main">
              <a:ext uri="{FF2B5EF4-FFF2-40B4-BE49-F238E27FC236}">
                <a16:creationId xmlns:a16="http://schemas.microsoft.com/office/drawing/2014/main" id="{FEB9A2F0-9044-4F8A-9963-C520EA1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5361" y="7281428"/>
            <a:ext cx="612869" cy="31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BFCL</a:t>
            </a:r>
          </a:p>
        </p:txBody>
      </p:sp>
      <p:sp>
        <p:nvSpPr>
          <p:cNvPr id="251" name="text-233 v4">
            <a:extLst xmlns:a="http://schemas.openxmlformats.org/drawingml/2006/main">
              <a:ext uri="{FF2B5EF4-FFF2-40B4-BE49-F238E27FC236}">
                <a16:creationId xmlns:a16="http://schemas.microsoft.com/office/drawing/2014/main" id="{30A01B6B-0F33-45DA-91B7-CDAE439E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6146" y="7235412"/>
            <a:ext cx="333798" cy="378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52" name="path-234">
            <a:extLst xmlns:a="http://schemas.openxmlformats.org/drawingml/2006/main">
              <a:ext uri="{FF2B5EF4-FFF2-40B4-BE49-F238E27FC236}">
                <a16:creationId xmlns:a16="http://schemas.microsoft.com/office/drawing/2014/main" id="{3F215FAC-6282-4525-AE7E-CEDA70DB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31" y="9394929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253" name="text-235 SWE">
            <a:extLst xmlns:a="http://schemas.openxmlformats.org/drawingml/2006/main">
              <a:ext uri="{FF2B5EF4-FFF2-40B4-BE49-F238E27FC236}">
                <a16:creationId xmlns:a16="http://schemas.microsoft.com/office/drawing/2014/main" id="{AA1E63B8-7135-45B7-8958-E03B6AB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7430" y="7257215"/>
            <a:ext cx="609973" cy="347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</a:t>
            </a:r>
          </a:p>
        </p:txBody>
      </p:sp>
      <p:sp>
        <p:nvSpPr>
          <p:cNvPr id="254" name="text-236 -">
            <a:extLst xmlns:a="http://schemas.openxmlformats.org/drawingml/2006/main">
              <a:ext uri="{FF2B5EF4-FFF2-40B4-BE49-F238E27FC236}">
                <a16:creationId xmlns:a16="http://schemas.microsoft.com/office/drawing/2014/main" id="{B2A292C6-4637-4628-8B37-467F1DD3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1971" y="7338584"/>
            <a:ext cx="85606" cy="233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55" name="text-237 Bench">
            <a:extLst xmlns:a="http://schemas.openxmlformats.org/drawingml/2006/main">
              <a:ext uri="{FF2B5EF4-FFF2-40B4-BE49-F238E27FC236}">
                <a16:creationId xmlns:a16="http://schemas.microsoft.com/office/drawing/2014/main" id="{643070BE-2571-4E0D-BCD1-7A65160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6192" y="7261328"/>
            <a:ext cx="736023" cy="341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</a:t>
            </a:r>
          </a:p>
        </p:txBody>
      </p:sp>
      <p:sp>
        <p:nvSpPr>
          <p:cNvPr id="256" name="text-238 Pro">
            <a:extLst xmlns:a="http://schemas.openxmlformats.org/drawingml/2006/main">
              <a:ext uri="{FF2B5EF4-FFF2-40B4-BE49-F238E27FC236}">
                <a16:creationId xmlns:a16="http://schemas.microsoft.com/office/drawing/2014/main" id="{D9D4D14D-A17B-44FE-94D9-6FCB96B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9907" y="7563355"/>
            <a:ext cx="431025" cy="347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57" name="path-239">
            <a:extLst xmlns:a="http://schemas.openxmlformats.org/drawingml/2006/main">
              <a:ext uri="{FF2B5EF4-FFF2-40B4-BE49-F238E27FC236}">
                <a16:creationId xmlns:a16="http://schemas.microsoft.com/office/drawing/2014/main" id="{95B78D3A-14AD-4EE1-9CB8-1D815018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684" y="7242546"/>
            <a:ext cx="1774235" cy="2122680"/>
          </a:xfrm>
          <a:custGeom xmlns:a="http://schemas.openxmlformats.org/drawingml/2006/main">
            <a:pathLst>
              <a:path w="1795591" h="2148230">
                <a:moveTo>
                  <a:pt x="0" y="0"/>
                </a:moveTo>
                <a:lnTo>
                  <a:pt x="1795591" y="0"/>
                </a:lnTo>
                <a:lnTo>
                  <a:pt x="1795591" y="2148230"/>
                </a:lnTo>
                <a:lnTo>
                  <a:pt x="0" y="214823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40">
            <a:extLst xmlns:a="http://schemas.openxmlformats.org/drawingml/2006/main">
              <a:ext uri="{FF2B5EF4-FFF2-40B4-BE49-F238E27FC236}">
                <a16:creationId xmlns:a16="http://schemas.microsoft.com/office/drawing/2014/main" id="{B5EF8221-253B-48C7-B0B9-1182FDC1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684" y="7242546"/>
            <a:ext cx="1774236" cy="2122677"/>
          </a:xfrm>
          <a:custGeom xmlns:a="http://schemas.openxmlformats.org/drawingml/2006/main">
            <a:pathLst>
              <a:path w="1795592" h="2148228">
                <a:moveTo>
                  <a:pt x="0" y="0"/>
                </a:moveTo>
                <a:lnTo>
                  <a:pt x="0" y="2148228"/>
                </a:lnTo>
                <a:lnTo>
                  <a:pt x="1795592" y="2148228"/>
                </a:lnTo>
                <a:lnTo>
                  <a:pt x="17955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259" name="text-241 WideSearch">
            <a:extLst xmlns:a="http://schemas.openxmlformats.org/drawingml/2006/main">
              <a:ext uri="{FF2B5EF4-FFF2-40B4-BE49-F238E27FC236}">
                <a16:creationId xmlns:a16="http://schemas.microsoft.com/office/drawing/2014/main" id="{06AF8FE3-1672-4F28-9DC7-2238BDD8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782" y="7285999"/>
            <a:ext cx="1475690" cy="367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WideSearch</a:t>
            </a:r>
          </a:p>
        </p:txBody>
      </p:sp>
      <p:sp>
        <p:nvSpPr>
          <p:cNvPr id="260" name="path-242">
            <a:extLst xmlns:a="http://schemas.openxmlformats.org/drawingml/2006/main">
              <a:ext uri="{FF2B5EF4-FFF2-40B4-BE49-F238E27FC236}">
                <a16:creationId xmlns:a16="http://schemas.microsoft.com/office/drawing/2014/main" id="{8D1C83E6-8591-4DBA-8D67-1A1A3643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632" y="8242888"/>
            <a:ext cx="480644" cy="1122337"/>
          </a:xfrm>
          <a:custGeom xmlns:a="http://schemas.openxmlformats.org/drawingml/2006/main">
            <a:pathLst>
              <a:path w="486429" h="1135847">
                <a:moveTo>
                  <a:pt x="0" y="0"/>
                </a:moveTo>
                <a:lnTo>
                  <a:pt x="486429" y="0"/>
                </a:lnTo>
                <a:lnTo>
                  <a:pt x="486429" y="1135847"/>
                </a:lnTo>
                <a:lnTo>
                  <a:pt x="0" y="1135847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43">
            <a:extLst xmlns:a="http://schemas.openxmlformats.org/drawingml/2006/main">
              <a:ext uri="{FF2B5EF4-FFF2-40B4-BE49-F238E27FC236}">
                <a16:creationId xmlns:a16="http://schemas.microsoft.com/office/drawing/2014/main" id="{C00BE283-E880-4F2D-B456-8B8CF98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632" y="8242888"/>
            <a:ext cx="480646" cy="1122340"/>
          </a:xfrm>
          <a:custGeom xmlns:a="http://schemas.openxmlformats.org/drawingml/2006/main">
            <a:pathLst>
              <a:path w="486432" h="1135849">
                <a:moveTo>
                  <a:pt x="0" y="0"/>
                </a:moveTo>
                <a:lnTo>
                  <a:pt x="0" y="1135849"/>
                </a:lnTo>
                <a:lnTo>
                  <a:pt x="486432" y="1135849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62" name="path-244">
            <a:extLst xmlns:a="http://schemas.openxmlformats.org/drawingml/2006/main">
              <a:ext uri="{FF2B5EF4-FFF2-40B4-BE49-F238E27FC236}">
                <a16:creationId xmlns:a16="http://schemas.microsoft.com/office/drawing/2014/main" id="{FC23F6F4-79B1-483B-A97E-ED3FF38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364" y="8471226"/>
            <a:ext cx="480652" cy="894000"/>
          </a:xfrm>
          <a:custGeom xmlns:a="http://schemas.openxmlformats.org/drawingml/2006/main">
            <a:pathLst>
              <a:path w="486438" h="904761">
                <a:moveTo>
                  <a:pt x="0" y="0"/>
                </a:moveTo>
                <a:lnTo>
                  <a:pt x="486438" y="0"/>
                </a:lnTo>
                <a:lnTo>
                  <a:pt x="486438" y="904761"/>
                </a:lnTo>
                <a:lnTo>
                  <a:pt x="0" y="904761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45">
            <a:extLst xmlns:a="http://schemas.openxmlformats.org/drawingml/2006/main">
              <a:ext uri="{FF2B5EF4-FFF2-40B4-BE49-F238E27FC236}">
                <a16:creationId xmlns:a16="http://schemas.microsoft.com/office/drawing/2014/main" id="{87B98AF8-4350-4095-883F-D2A9F68C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364" y="8471226"/>
            <a:ext cx="480651" cy="894000"/>
          </a:xfrm>
          <a:custGeom xmlns:a="http://schemas.openxmlformats.org/drawingml/2006/main">
            <a:pathLst>
              <a:path w="486437" h="904761">
                <a:moveTo>
                  <a:pt x="0" y="0"/>
                </a:moveTo>
                <a:lnTo>
                  <a:pt x="0" y="904761"/>
                </a:lnTo>
                <a:lnTo>
                  <a:pt x="486437" y="904761"/>
                </a:lnTo>
                <a:lnTo>
                  <a:pt x="4864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64" name="text-246 397B">
            <a:extLst xmlns:a="http://schemas.openxmlformats.org/drawingml/2006/main">
              <a:ext uri="{FF2B5EF4-FFF2-40B4-BE49-F238E27FC236}">
                <a16:creationId xmlns:a16="http://schemas.microsoft.com/office/drawing/2014/main" id="{7C36BD17-3268-4D07-9366-800C9C5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279" y="7597753"/>
            <a:ext cx="599708" cy="333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7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397B</a:t>
            </a:r>
          </a:p>
        </p:txBody>
      </p:sp>
      <p:sp>
        <p:nvSpPr>
          <p:cNvPr id="265" name="path-247">
            <a:extLst xmlns:a="http://schemas.openxmlformats.org/drawingml/2006/main">
              <a:ext uri="{FF2B5EF4-FFF2-40B4-BE49-F238E27FC236}">
                <a16:creationId xmlns:a16="http://schemas.microsoft.com/office/drawing/2014/main" id="{8F56170E-9743-41F7-BFB1-42D89D0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537" y="8244294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266" name="text-248 60">
            <a:extLst xmlns:a="http://schemas.openxmlformats.org/drawingml/2006/main">
              <a:ext uri="{FF2B5EF4-FFF2-40B4-BE49-F238E27FC236}">
                <a16:creationId xmlns:a16="http://schemas.microsoft.com/office/drawing/2014/main" id="{AA3686CB-4DF7-4203-941D-AA5B0B99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400" y="8126609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67" name="path-249">
            <a:extLst xmlns:a="http://schemas.openxmlformats.org/drawingml/2006/main">
              <a:ext uri="{FF2B5EF4-FFF2-40B4-BE49-F238E27FC236}">
                <a16:creationId xmlns:a16="http://schemas.microsoft.com/office/drawing/2014/main" id="{042DE9E0-0098-44DE-A921-6379F1D7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353" y="8817122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268" name="path-250">
            <a:extLst xmlns:a="http://schemas.openxmlformats.org/drawingml/2006/main">
              <a:ext uri="{FF2B5EF4-FFF2-40B4-BE49-F238E27FC236}">
                <a16:creationId xmlns:a16="http://schemas.microsoft.com/office/drawing/2014/main" id="{9F46C82E-55DC-4A88-A1CC-E6F9284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83" y="8206243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269" name="text-251 60">
            <a:extLst xmlns:a="http://schemas.openxmlformats.org/drawingml/2006/main">
              <a:ext uri="{FF2B5EF4-FFF2-40B4-BE49-F238E27FC236}">
                <a16:creationId xmlns:a16="http://schemas.microsoft.com/office/drawing/2014/main" id="{C823A2D1-457B-443A-A522-4AD5A69E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7598" y="8702251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0" name="text-252 80">
            <a:extLst xmlns:a="http://schemas.openxmlformats.org/drawingml/2006/main">
              <a:ext uri="{FF2B5EF4-FFF2-40B4-BE49-F238E27FC236}">
                <a16:creationId xmlns:a16="http://schemas.microsoft.com/office/drawing/2014/main" id="{EF8415AA-D057-4F65-A4C5-E2D74EDC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1619" y="8089866"/>
            <a:ext cx="257770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1" name="text-253 +3.9">
            <a:extLst xmlns:a="http://schemas.openxmlformats.org/drawingml/2006/main">
              <a:ext uri="{FF2B5EF4-FFF2-40B4-BE49-F238E27FC236}">
                <a16:creationId xmlns:a16="http://schemas.microsoft.com/office/drawing/2014/main" id="{993F819D-342F-4F3C-AE7E-7895B09E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0174" y="7917233"/>
            <a:ext cx="537627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+3.9</a:t>
            </a:r>
          </a:p>
        </p:txBody>
      </p:sp>
      <p:sp>
        <p:nvSpPr>
          <p:cNvPr id="272" name="path-254">
            <a:extLst xmlns:a="http://schemas.openxmlformats.org/drawingml/2006/main">
              <a:ext uri="{FF2B5EF4-FFF2-40B4-BE49-F238E27FC236}">
                <a16:creationId xmlns:a16="http://schemas.microsoft.com/office/drawing/2014/main" id="{6F36BFFA-641D-4028-9F1E-6A60B49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25" y="8244495"/>
            <a:ext cx="798929" cy="191"/>
          </a:xfrm>
          <a:custGeom xmlns:a="http://schemas.openxmlformats.org/drawingml/2006/main">
            <a:pathLst>
              <a:path w="808546" h="191">
                <a:moveTo>
                  <a:pt x="0" y="0"/>
                </a:moveTo>
                <a:lnTo>
                  <a:pt x="80854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273" name="path-255">
            <a:extLst xmlns:a="http://schemas.openxmlformats.org/drawingml/2006/main">
              <a:ext uri="{FF2B5EF4-FFF2-40B4-BE49-F238E27FC236}">
                <a16:creationId xmlns:a16="http://schemas.microsoft.com/office/drawing/2014/main" id="{C36C84F1-6BF2-4BB6-B1DB-29A4256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350" y="8255559"/>
            <a:ext cx="156686" cy="215666"/>
          </a:xfrm>
          <a:custGeom xmlns:a="http://schemas.openxmlformats.org/drawingml/2006/main">
            <a:pathLst>
              <a:path w="158572" h="218262">
                <a:moveTo>
                  <a:pt x="92195" y="218262"/>
                </a:moveTo>
                <a:lnTo>
                  <a:pt x="92195" y="24362"/>
                </a:lnTo>
                <a:lnTo>
                  <a:pt x="66373" y="24360"/>
                </a:lnTo>
                <a:lnTo>
                  <a:pt x="66373" y="218262"/>
                </a:lnTo>
                <a:lnTo>
                  <a:pt x="92195" y="218262"/>
                </a:lnTo>
                <a:moveTo>
                  <a:pt x="154791" y="120812"/>
                </a:moveTo>
                <a:lnTo>
                  <a:pt x="79287" y="0"/>
                </a:lnTo>
                <a:lnTo>
                  <a:pt x="3778" y="120809"/>
                </a:lnTo>
                <a:cubicBezTo>
                  <a:pt x="0" y="126855"/>
                  <a:pt x="1836" y="134823"/>
                  <a:pt x="7883" y="138600"/>
                </a:cubicBezTo>
                <a:cubicBezTo>
                  <a:pt x="13931" y="142381"/>
                  <a:pt x="21894" y="140541"/>
                  <a:pt x="25675" y="134496"/>
                </a:cubicBezTo>
                <a:lnTo>
                  <a:pt x="90233" y="31205"/>
                </a:lnTo>
                <a:lnTo>
                  <a:pt x="68335" y="31203"/>
                </a:lnTo>
                <a:lnTo>
                  <a:pt x="132893" y="134496"/>
                </a:lnTo>
                <a:cubicBezTo>
                  <a:pt x="136674" y="140541"/>
                  <a:pt x="144638" y="142381"/>
                  <a:pt x="150685" y="138602"/>
                </a:cubicBezTo>
                <a:cubicBezTo>
                  <a:pt x="156733" y="134823"/>
                  <a:pt x="158572" y="126855"/>
                  <a:pt x="154791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text-256 Opus">
            <a:extLst xmlns:a="http://schemas.openxmlformats.org/drawingml/2006/main">
              <a:ext uri="{FF2B5EF4-FFF2-40B4-BE49-F238E27FC236}">
                <a16:creationId xmlns:a16="http://schemas.microsoft.com/office/drawing/2014/main" id="{07C73E4B-D366-452B-9144-E62EE97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943" y="8455908"/>
            <a:ext cx="600917" cy="327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Opus</a:t>
            </a:r>
          </a:p>
        </p:txBody>
      </p:sp>
      <p:sp>
        <p:nvSpPr>
          <p:cNvPr id="275" name="text-257 Opus">
            <a:extLst xmlns:a="http://schemas.openxmlformats.org/drawingml/2006/main">
              <a:ext uri="{FF2B5EF4-FFF2-40B4-BE49-F238E27FC236}">
                <a16:creationId xmlns:a16="http://schemas.microsoft.com/office/drawing/2014/main" id="{93570866-34CF-450E-9648-20079F5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943" y="8455908"/>
            <a:ext cx="600917" cy="327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Opus</a:t>
            </a:r>
          </a:p>
        </p:txBody>
      </p:sp>
      <p:sp>
        <p:nvSpPr>
          <p:cNvPr id="276" name="text-260 4.6">
            <a:extLst xmlns:a="http://schemas.openxmlformats.org/drawingml/2006/main">
              <a:ext uri="{FF2B5EF4-FFF2-40B4-BE49-F238E27FC236}">
                <a16:creationId xmlns:a16="http://schemas.microsoft.com/office/drawing/2014/main" id="{ABDF9471-73B7-4C4C-9482-3F6E90F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273" y="8436295"/>
            <a:ext cx="397982" cy="354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6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6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996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277" name="text-261 4.6">
            <a:extLst xmlns:a="http://schemas.openxmlformats.org/drawingml/2006/main">
              <a:ext uri="{FF2B5EF4-FFF2-40B4-BE49-F238E27FC236}">
                <a16:creationId xmlns:a16="http://schemas.microsoft.com/office/drawing/2014/main" id="{EEC343C5-0563-4B1C-A042-A84F103A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273" y="8436295"/>
            <a:ext cx="397982" cy="354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6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6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996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278" name="path-262">
            <a:extLst xmlns:a="http://schemas.openxmlformats.org/drawingml/2006/main">
              <a:ext uri="{FF2B5EF4-FFF2-40B4-BE49-F238E27FC236}">
                <a16:creationId xmlns:a16="http://schemas.microsoft.com/office/drawing/2014/main" id="{2D6C6F12-7652-414A-9CE0-2B221E5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217" y="8133296"/>
            <a:ext cx="474127" cy="1244850"/>
          </a:xfrm>
          <a:custGeom xmlns:a="http://schemas.openxmlformats.org/drawingml/2006/main">
            <a:pathLst>
              <a:path w="479835" h="1259834">
                <a:moveTo>
                  <a:pt x="0" y="0"/>
                </a:moveTo>
                <a:lnTo>
                  <a:pt x="479835" y="0"/>
                </a:lnTo>
                <a:lnTo>
                  <a:pt x="479835" y="1259834"/>
                </a:lnTo>
                <a:lnTo>
                  <a:pt x="0" y="1259834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63">
            <a:extLst xmlns:a="http://schemas.openxmlformats.org/drawingml/2006/main">
              <a:ext uri="{FF2B5EF4-FFF2-40B4-BE49-F238E27FC236}">
                <a16:creationId xmlns:a16="http://schemas.microsoft.com/office/drawing/2014/main" id="{EDE3731D-C2A5-4F78-8628-6EF38D1D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217" y="8133296"/>
            <a:ext cx="474126" cy="1244850"/>
          </a:xfrm>
          <a:custGeom xmlns:a="http://schemas.openxmlformats.org/drawingml/2006/main">
            <a:pathLst>
              <a:path w="479833" h="1259834">
                <a:moveTo>
                  <a:pt x="0" y="0"/>
                </a:moveTo>
                <a:lnTo>
                  <a:pt x="0" y="1259834"/>
                </a:lnTo>
                <a:lnTo>
                  <a:pt x="479833" y="1259834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80" name="path-264">
            <a:extLst xmlns:a="http://schemas.openxmlformats.org/drawingml/2006/main">
              <a:ext uri="{FF2B5EF4-FFF2-40B4-BE49-F238E27FC236}">
                <a16:creationId xmlns:a16="http://schemas.microsoft.com/office/drawing/2014/main" id="{371C2E52-E35C-4085-9349-7BBE7F02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015" y="8606107"/>
            <a:ext cx="474131" cy="759875"/>
          </a:xfrm>
          <a:custGeom xmlns:a="http://schemas.openxmlformats.org/drawingml/2006/main">
            <a:pathLst>
              <a:path w="479838" h="769022">
                <a:moveTo>
                  <a:pt x="0" y="0"/>
                </a:moveTo>
                <a:lnTo>
                  <a:pt x="479838" y="0"/>
                </a:lnTo>
                <a:lnTo>
                  <a:pt x="479838" y="769022"/>
                </a:lnTo>
                <a:lnTo>
                  <a:pt x="0" y="769022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5">
            <a:extLst xmlns:a="http://schemas.openxmlformats.org/drawingml/2006/main">
              <a:ext uri="{FF2B5EF4-FFF2-40B4-BE49-F238E27FC236}">
                <a16:creationId xmlns:a16="http://schemas.microsoft.com/office/drawing/2014/main" id="{DF461CF1-C538-486F-B0B3-96EE2CC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015" y="8606107"/>
            <a:ext cx="474131" cy="759875"/>
          </a:xfrm>
          <a:custGeom xmlns:a="http://schemas.openxmlformats.org/drawingml/2006/main">
            <a:pathLst>
              <a:path w="479838" h="769022">
                <a:moveTo>
                  <a:pt x="0" y="0"/>
                </a:moveTo>
                <a:lnTo>
                  <a:pt x="0" y="769022"/>
                </a:lnTo>
                <a:lnTo>
                  <a:pt x="479838" y="769022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82" name="text-266 +11.8">
            <a:extLst xmlns:a="http://schemas.openxmlformats.org/drawingml/2006/main">
              <a:ext uri="{FF2B5EF4-FFF2-40B4-BE49-F238E27FC236}">
                <a16:creationId xmlns:a16="http://schemas.microsoft.com/office/drawing/2014/main" id="{05D07669-D11E-4BC8-ABCD-F03216E1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1865" y="7835590"/>
            <a:ext cx="679430" cy="36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3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+11.8</a:t>
            </a:r>
          </a:p>
        </p:txBody>
      </p:sp>
      <p:sp>
        <p:nvSpPr>
          <p:cNvPr id="283" name="path-267">
            <a:extLst xmlns:a="http://schemas.openxmlformats.org/drawingml/2006/main">
              <a:ext uri="{FF2B5EF4-FFF2-40B4-BE49-F238E27FC236}">
                <a16:creationId xmlns:a16="http://schemas.microsoft.com/office/drawing/2014/main" id="{6C32C172-AFEC-4EC2-B844-78244EF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2460" y="8133298"/>
            <a:ext cx="756163" cy="3150"/>
          </a:xfrm>
          <a:custGeom xmlns:a="http://schemas.openxmlformats.org/drawingml/2006/main">
            <a:pathLst>
              <a:path w="765265" h="3188">
                <a:moveTo>
                  <a:pt x="0" y="3188"/>
                </a:moveTo>
                <a:lnTo>
                  <a:pt x="765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284" name="path-268">
            <a:extLst xmlns:a="http://schemas.openxmlformats.org/drawingml/2006/main">
              <a:ext uri="{FF2B5EF4-FFF2-40B4-BE49-F238E27FC236}">
                <a16:creationId xmlns:a16="http://schemas.microsoft.com/office/drawing/2014/main" id="{A62C42A8-FCEA-4305-B019-9A6B2B5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739" y="8133210"/>
            <a:ext cx="156686" cy="472898"/>
          </a:xfrm>
          <a:custGeom xmlns:a="http://schemas.openxmlformats.org/drawingml/2006/main">
            <a:pathLst>
              <a:path w="158572" h="478590">
                <a:moveTo>
                  <a:pt x="92196" y="478590"/>
                </a:moveTo>
                <a:lnTo>
                  <a:pt x="92196" y="24362"/>
                </a:lnTo>
                <a:lnTo>
                  <a:pt x="66374" y="24362"/>
                </a:lnTo>
                <a:lnTo>
                  <a:pt x="66374" y="478590"/>
                </a:lnTo>
                <a:lnTo>
                  <a:pt x="92196" y="478590"/>
                </a:lnTo>
                <a:moveTo>
                  <a:pt x="154792" y="120812"/>
                </a:moveTo>
                <a:lnTo>
                  <a:pt x="79286" y="0"/>
                </a:lnTo>
                <a:lnTo>
                  <a:pt x="3778" y="120812"/>
                </a:lnTo>
                <a:cubicBezTo>
                  <a:pt x="0" y="126860"/>
                  <a:pt x="1836" y="134823"/>
                  <a:pt x="7884" y="138602"/>
                </a:cubicBezTo>
                <a:cubicBezTo>
                  <a:pt x="13931" y="142384"/>
                  <a:pt x="21899" y="140546"/>
                  <a:pt x="25677" y="134498"/>
                </a:cubicBezTo>
                <a:lnTo>
                  <a:pt x="90234" y="31205"/>
                </a:lnTo>
                <a:lnTo>
                  <a:pt x="68336" y="31205"/>
                </a:lnTo>
                <a:lnTo>
                  <a:pt x="132893" y="134498"/>
                </a:lnTo>
                <a:cubicBezTo>
                  <a:pt x="136675" y="140546"/>
                  <a:pt x="144638" y="142384"/>
                  <a:pt x="150686" y="138602"/>
                </a:cubicBezTo>
                <a:cubicBezTo>
                  <a:pt x="156734" y="134825"/>
                  <a:pt x="158572" y="126860"/>
                  <a:pt x="154792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text-269 Claw">
            <a:extLst xmlns:a="http://schemas.openxmlformats.org/drawingml/2006/main">
              <a:ext uri="{FF2B5EF4-FFF2-40B4-BE49-F238E27FC236}">
                <a16:creationId xmlns:a16="http://schemas.microsoft.com/office/drawing/2014/main" id="{E60DC288-B449-47D6-B728-4AC2A3CC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4889" y="7232503"/>
            <a:ext cx="641002" cy="373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286" name="text-270 -">
            <a:extLst xmlns:a="http://schemas.openxmlformats.org/drawingml/2006/main">
              <a:ext uri="{FF2B5EF4-FFF2-40B4-BE49-F238E27FC236}">
                <a16:creationId xmlns:a16="http://schemas.microsoft.com/office/drawing/2014/main" id="{4C8BD055-CA24-4EB0-8853-4B1E8FEB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135" y="7332459"/>
            <a:ext cx="85606" cy="233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87" name="text-271 Eval">
            <a:extLst xmlns:a="http://schemas.openxmlformats.org/drawingml/2006/main">
              <a:ext uri="{FF2B5EF4-FFF2-40B4-BE49-F238E27FC236}">
                <a16:creationId xmlns:a16="http://schemas.microsoft.com/office/drawing/2014/main" id="{6FE453F4-49C9-4031-A41D-E3D7753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2356" y="7248555"/>
            <a:ext cx="532885" cy="35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288" name="path-272">
            <a:extLst xmlns:a="http://schemas.openxmlformats.org/drawingml/2006/main">
              <a:ext uri="{FF2B5EF4-FFF2-40B4-BE49-F238E27FC236}">
                <a16:creationId xmlns:a16="http://schemas.microsoft.com/office/drawing/2014/main" id="{86649CD7-EEFB-46DA-9137-A4734E9D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179" y="8598845"/>
            <a:ext cx="474127" cy="770290"/>
          </a:xfrm>
          <a:custGeom xmlns:a="http://schemas.openxmlformats.org/drawingml/2006/main">
            <a:pathLst>
              <a:path w="479835" h="779562">
                <a:moveTo>
                  <a:pt x="0" y="0"/>
                </a:moveTo>
                <a:lnTo>
                  <a:pt x="479835" y="0"/>
                </a:lnTo>
                <a:lnTo>
                  <a:pt x="479835" y="779562"/>
                </a:lnTo>
                <a:lnTo>
                  <a:pt x="0" y="779562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73">
            <a:extLst xmlns:a="http://schemas.openxmlformats.org/drawingml/2006/main">
              <a:ext uri="{FF2B5EF4-FFF2-40B4-BE49-F238E27FC236}">
                <a16:creationId xmlns:a16="http://schemas.microsoft.com/office/drawing/2014/main" id="{67F8DAEB-CBFC-4567-A3C2-BAED9BD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179" y="8598845"/>
            <a:ext cx="474126" cy="770288"/>
          </a:xfrm>
          <a:custGeom xmlns:a="http://schemas.openxmlformats.org/drawingml/2006/main">
            <a:pathLst>
              <a:path w="479833" h="779560">
                <a:moveTo>
                  <a:pt x="0" y="0"/>
                </a:moveTo>
                <a:lnTo>
                  <a:pt x="0" y="779560"/>
                </a:lnTo>
                <a:lnTo>
                  <a:pt x="479833" y="779560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90" name="path-274">
            <a:extLst xmlns:a="http://schemas.openxmlformats.org/drawingml/2006/main">
              <a:ext uri="{FF2B5EF4-FFF2-40B4-BE49-F238E27FC236}">
                <a16:creationId xmlns:a16="http://schemas.microsoft.com/office/drawing/2014/main" id="{95DBFC74-75EB-4DCE-B724-FCA2A76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977" y="8820231"/>
            <a:ext cx="474131" cy="548901"/>
          </a:xfrm>
          <a:custGeom xmlns:a="http://schemas.openxmlformats.org/drawingml/2006/main">
            <a:pathLst>
              <a:path w="479838" h="555509">
                <a:moveTo>
                  <a:pt x="0" y="0"/>
                </a:moveTo>
                <a:lnTo>
                  <a:pt x="479838" y="0"/>
                </a:lnTo>
                <a:lnTo>
                  <a:pt x="479838" y="555509"/>
                </a:lnTo>
                <a:lnTo>
                  <a:pt x="0" y="555509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5">
            <a:extLst xmlns:a="http://schemas.openxmlformats.org/drawingml/2006/main">
              <a:ext uri="{FF2B5EF4-FFF2-40B4-BE49-F238E27FC236}">
                <a16:creationId xmlns:a16="http://schemas.microsoft.com/office/drawing/2014/main" id="{F1BCE742-A804-4FEE-B986-FB5B272B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977" y="8820231"/>
            <a:ext cx="474131" cy="548901"/>
          </a:xfrm>
          <a:custGeom xmlns:a="http://schemas.openxmlformats.org/drawingml/2006/main">
            <a:pathLst>
              <a:path w="479838" h="555509">
                <a:moveTo>
                  <a:pt x="0" y="0"/>
                </a:moveTo>
                <a:lnTo>
                  <a:pt x="0" y="555509"/>
                </a:lnTo>
                <a:lnTo>
                  <a:pt x="479838" y="555509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292" name="text-276 +5.2">
            <a:extLst xmlns:a="http://schemas.openxmlformats.org/drawingml/2006/main">
              <a:ext uri="{FF2B5EF4-FFF2-40B4-BE49-F238E27FC236}">
                <a16:creationId xmlns:a16="http://schemas.microsoft.com/office/drawing/2014/main" id="{65B0AF55-1BBF-4311-BF70-EA88A99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4986" y="8278538"/>
            <a:ext cx="537627" cy="349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6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+5.2</a:t>
            </a:r>
          </a:p>
        </p:txBody>
      </p:sp>
      <p:sp>
        <p:nvSpPr>
          <p:cNvPr id="293" name="path-277">
            <a:extLst xmlns:a="http://schemas.openxmlformats.org/drawingml/2006/main">
              <a:ext uri="{FF2B5EF4-FFF2-40B4-BE49-F238E27FC236}">
                <a16:creationId xmlns:a16="http://schemas.microsoft.com/office/drawing/2014/main" id="{BC1D1399-567B-4073-AD47-F939B77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497" y="8599024"/>
            <a:ext cx="756163" cy="3150"/>
          </a:xfrm>
          <a:custGeom xmlns:a="http://schemas.openxmlformats.org/drawingml/2006/main">
            <a:pathLst>
              <a:path w="765265" h="3188">
                <a:moveTo>
                  <a:pt x="0" y="3188"/>
                </a:moveTo>
                <a:lnTo>
                  <a:pt x="765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dash"/>
          </a:ln>
        </p:spPr>
      </p:sp>
      <p:sp>
        <p:nvSpPr>
          <p:cNvPr id="294" name="path-278">
            <a:extLst xmlns:a="http://schemas.openxmlformats.org/drawingml/2006/main">
              <a:ext uri="{FF2B5EF4-FFF2-40B4-BE49-F238E27FC236}">
                <a16:creationId xmlns:a16="http://schemas.microsoft.com/office/drawing/2014/main" id="{D86C8750-110A-4A2B-829D-9257D231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700" y="8617894"/>
            <a:ext cx="156689" cy="202339"/>
          </a:xfrm>
          <a:custGeom xmlns:a="http://schemas.openxmlformats.org/drawingml/2006/main">
            <a:pathLst>
              <a:path w="158575" h="204775">
                <a:moveTo>
                  <a:pt x="92199" y="204775"/>
                </a:moveTo>
                <a:lnTo>
                  <a:pt x="92199" y="24360"/>
                </a:lnTo>
                <a:lnTo>
                  <a:pt x="66375" y="24360"/>
                </a:lnTo>
                <a:lnTo>
                  <a:pt x="66375" y="204772"/>
                </a:lnTo>
                <a:lnTo>
                  <a:pt x="92199" y="204775"/>
                </a:lnTo>
                <a:moveTo>
                  <a:pt x="154794" y="120809"/>
                </a:moveTo>
                <a:lnTo>
                  <a:pt x="79287" y="0"/>
                </a:lnTo>
                <a:lnTo>
                  <a:pt x="3782" y="120809"/>
                </a:lnTo>
                <a:cubicBezTo>
                  <a:pt x="0" y="126855"/>
                  <a:pt x="1837" y="134820"/>
                  <a:pt x="7887" y="138602"/>
                </a:cubicBezTo>
                <a:cubicBezTo>
                  <a:pt x="13935" y="142381"/>
                  <a:pt x="21899" y="140541"/>
                  <a:pt x="25678" y="134496"/>
                </a:cubicBezTo>
                <a:lnTo>
                  <a:pt x="90237" y="31203"/>
                </a:lnTo>
                <a:lnTo>
                  <a:pt x="68339" y="31203"/>
                </a:lnTo>
                <a:lnTo>
                  <a:pt x="132897" y="134496"/>
                </a:lnTo>
                <a:cubicBezTo>
                  <a:pt x="136674" y="140544"/>
                  <a:pt x="144640" y="142384"/>
                  <a:pt x="150688" y="138602"/>
                </a:cubicBezTo>
                <a:cubicBezTo>
                  <a:pt x="156735" y="134825"/>
                  <a:pt x="158575" y="126857"/>
                  <a:pt x="154794" y="1208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79">
            <a:extLst xmlns:a="http://schemas.openxmlformats.org/drawingml/2006/main">
              <a:ext uri="{FF2B5EF4-FFF2-40B4-BE49-F238E27FC236}">
                <a16:creationId xmlns:a16="http://schemas.microsoft.com/office/drawing/2014/main" id="{38BBE1DC-A204-4D1D-987D-CF3323E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673" y="8391782"/>
            <a:ext cx="1789774" cy="191"/>
          </a:xfrm>
          <a:custGeom xmlns:a="http://schemas.openxmlformats.org/drawingml/2006/main">
            <a:pathLst>
              <a:path w="1811317" h="191">
                <a:moveTo>
                  <a:pt x="0" y="0"/>
                </a:moveTo>
                <a:lnTo>
                  <a:pt x="1811317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C04F15"/>
            </a:solidFill>
            <a:prstDash val="dash"/>
          </a:ln>
        </p:spPr>
      </p:sp>
      <p:sp>
        <p:nvSpPr>
          <p:cNvPr id="296" name="text-280 [ii]">
            <a:extLst xmlns:a="http://schemas.openxmlformats.org/drawingml/2006/main">
              <a:ext uri="{FF2B5EF4-FFF2-40B4-BE49-F238E27FC236}">
                <a16:creationId xmlns:a16="http://schemas.microsoft.com/office/drawing/2014/main" id="{9F1BD576-979E-4F2C-BEF1-3BD582D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0018" y="4728273"/>
            <a:ext cx="400890" cy="47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[ii]</a:t>
            </a:r>
          </a:p>
        </p:txBody>
      </p:sp>
      <p:sp>
        <p:nvSpPr>
          <p:cNvPr id="297" name="text-281 Unifying">
            <a:extLst xmlns:a="http://schemas.openxmlformats.org/drawingml/2006/main">
              <a:ext uri="{FF2B5EF4-FFF2-40B4-BE49-F238E27FC236}">
                <a16:creationId xmlns:a16="http://schemas.microsoft.com/office/drawing/2014/main" id="{C94AD2A7-BF91-4B63-94E1-0B8BF7F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4222" y="4775246"/>
            <a:ext cx="1110547" cy="410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Unifying</a:t>
            </a:r>
          </a:p>
        </p:txBody>
      </p:sp>
      <p:sp>
        <p:nvSpPr>
          <p:cNvPr id="298" name="text-281 Both">
            <a:extLst xmlns:a="http://schemas.openxmlformats.org/drawingml/2006/main">
              <a:ext uri="{FF2B5EF4-FFF2-40B4-BE49-F238E27FC236}">
                <a16:creationId xmlns:a16="http://schemas.microsoft.com/office/drawing/2014/main" id="{741597C7-B794-4612-8817-73ADD85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210" y="4793243"/>
            <a:ext cx="614808" cy="384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</a:t>
            </a:r>
          </a:p>
        </p:txBody>
      </p:sp>
      <p:sp>
        <p:nvSpPr>
          <p:cNvPr id="299" name="text-281 into">
            <a:extLst xmlns:a="http://schemas.openxmlformats.org/drawingml/2006/main">
              <a:ext uri="{FF2B5EF4-FFF2-40B4-BE49-F238E27FC236}">
                <a16:creationId xmlns:a16="http://schemas.microsoft.com/office/drawing/2014/main" id="{CFC26DB9-836E-4914-8D9D-553FB1B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9816" y="4777532"/>
            <a:ext cx="520729" cy="406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</a:p>
        </p:txBody>
      </p:sp>
      <p:sp>
        <p:nvSpPr>
          <p:cNvPr id="300" name="text-281 One">
            <a:extLst xmlns:a="http://schemas.openxmlformats.org/drawingml/2006/main">
              <a:ext uri="{FF2B5EF4-FFF2-40B4-BE49-F238E27FC236}">
                <a16:creationId xmlns:a16="http://schemas.microsoft.com/office/drawing/2014/main" id="{07E1D4B2-796D-4A06-A73D-11AFCDA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4712" y="4771577"/>
            <a:ext cx="613734" cy="415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</a:p>
        </p:txBody>
      </p:sp>
      <p:sp>
        <p:nvSpPr>
          <p:cNvPr id="301" name="text-281 Agent">
            <a:extLst xmlns:a="http://schemas.openxmlformats.org/drawingml/2006/main">
              <a:ext uri="{FF2B5EF4-FFF2-40B4-BE49-F238E27FC236}">
                <a16:creationId xmlns:a16="http://schemas.microsoft.com/office/drawing/2014/main" id="{22CEDC9C-95C0-42C5-9B20-14BEA592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2062" y="4776244"/>
            <a:ext cx="815098" cy="40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02" name="text-282 :">
            <a:extLst xmlns:a="http://schemas.openxmlformats.org/drawingml/2006/main">
              <a:ext uri="{FF2B5EF4-FFF2-40B4-BE49-F238E27FC236}">
                <a16:creationId xmlns:a16="http://schemas.microsoft.com/office/drawing/2014/main" id="{9E57008C-37E9-469C-95DD-9D7DCB01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4637" y="4756162"/>
            <a:ext cx="142778" cy="436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303" name="text-283 Building">
            <a:extLst xmlns:a="http://schemas.openxmlformats.org/drawingml/2006/main">
              <a:ext uri="{FF2B5EF4-FFF2-40B4-BE49-F238E27FC236}">
                <a16:creationId xmlns:a16="http://schemas.microsoft.com/office/drawing/2014/main" id="{85239EB4-2270-4433-9512-0BE0A522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6869" y="4781471"/>
            <a:ext cx="1071282" cy="401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304" name="text-285 Agents">
            <a:extLst xmlns:a="http://schemas.openxmlformats.org/drawingml/2006/main">
              <a:ext uri="{FF2B5EF4-FFF2-40B4-BE49-F238E27FC236}">
                <a16:creationId xmlns:a16="http://schemas.microsoft.com/office/drawing/2014/main" id="{EAAC34E9-610A-4B45-B74D-7E87C1B0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3624" y="4786617"/>
            <a:ext cx="926883" cy="394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305" name="text-287 on">
            <a:extLst xmlns:a="http://schemas.openxmlformats.org/drawingml/2006/main">
              <a:ext uri="{FF2B5EF4-FFF2-40B4-BE49-F238E27FC236}">
                <a16:creationId xmlns:a16="http://schemas.microsoft.com/office/drawing/2014/main" id="{F74BA98D-254D-4D4E-84C4-96F03C18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6848" y="4777683"/>
            <a:ext cx="375246" cy="40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06" name="text-287 LWMs">
            <a:extLst xmlns:a="http://schemas.openxmlformats.org/drawingml/2006/main">
              <a:ext uri="{FF2B5EF4-FFF2-40B4-BE49-F238E27FC236}">
                <a16:creationId xmlns:a16="http://schemas.microsoft.com/office/drawing/2014/main" id="{8E926DF9-E175-474C-949F-E189CFF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4922" y="4775863"/>
            <a:ext cx="858621" cy="40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LWMs</a:t>
            </a:r>
          </a:p>
        </p:txBody>
      </p:sp>
      <p:sp>
        <p:nvSpPr>
          <p:cNvPr id="307" name="text-288 [">
            <a:extLst xmlns:a="http://schemas.openxmlformats.org/drawingml/2006/main">
              <a:ext uri="{FF2B5EF4-FFF2-40B4-BE49-F238E27FC236}">
                <a16:creationId xmlns:a16="http://schemas.microsoft.com/office/drawing/2014/main" id="{329F3B9B-BD38-4CD3-9FDC-BDA6F2D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7" y="4688421"/>
            <a:ext cx="165369" cy="505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</a:p>
        </p:txBody>
      </p:sp>
      <p:sp>
        <p:nvSpPr>
          <p:cNvPr id="308" name="text-289 i">
            <a:extLst xmlns:a="http://schemas.openxmlformats.org/drawingml/2006/main">
              <a:ext uri="{FF2B5EF4-FFF2-40B4-BE49-F238E27FC236}">
                <a16:creationId xmlns:a16="http://schemas.microsoft.com/office/drawing/2014/main" id="{EF9A5360-5D3D-42AA-A09B-E8031983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82" y="4734883"/>
            <a:ext cx="126581" cy="44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09" name="text-290 ]">
            <a:extLst xmlns:a="http://schemas.openxmlformats.org/drawingml/2006/main">
              <a:ext uri="{FF2B5EF4-FFF2-40B4-BE49-F238E27FC236}">
                <a16:creationId xmlns:a16="http://schemas.microsoft.com/office/drawing/2014/main" id="{1D4A0AE5-ABEA-4D29-9180-164A5F3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451" y="4688421"/>
            <a:ext cx="165369" cy="505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310" name="text-290 Decoupling">
            <a:extLst xmlns:a="http://schemas.openxmlformats.org/drawingml/2006/main">
              <a:ext uri="{FF2B5EF4-FFF2-40B4-BE49-F238E27FC236}">
                <a16:creationId xmlns:a16="http://schemas.microsoft.com/office/drawing/2014/main" id="{5EA2E44A-93FD-46C1-AF32-80A3E34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584" y="4760423"/>
            <a:ext cx="1499346" cy="405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Decoupling</a:t>
            </a:r>
          </a:p>
        </p:txBody>
      </p:sp>
      <p:sp>
        <p:nvSpPr>
          <p:cNvPr id="311" name="text-290 LWM">
            <a:extLst xmlns:a="http://schemas.openxmlformats.org/drawingml/2006/main">
              <a:ext uri="{FF2B5EF4-FFF2-40B4-BE49-F238E27FC236}">
                <a16:creationId xmlns:a16="http://schemas.microsoft.com/office/drawing/2014/main" id="{F93F0CD9-462D-453D-9158-C7F307DE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0122" y="4743739"/>
            <a:ext cx="746123" cy="428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</a:t>
            </a:r>
          </a:p>
        </p:txBody>
      </p:sp>
      <p:sp>
        <p:nvSpPr>
          <p:cNvPr id="312" name="text-290 as">
            <a:extLst xmlns:a="http://schemas.openxmlformats.org/drawingml/2006/main">
              <a:ext uri="{FF2B5EF4-FFF2-40B4-BE49-F238E27FC236}">
                <a16:creationId xmlns:a16="http://schemas.microsoft.com/office/drawing/2014/main" id="{83612226-5CC5-4917-820B-2C7119E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772" y="4781810"/>
            <a:ext cx="331178" cy="375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313" name="text-290 Environment">
            <a:extLst xmlns:a="http://schemas.openxmlformats.org/drawingml/2006/main">
              <a:ext uri="{FF2B5EF4-FFF2-40B4-BE49-F238E27FC236}">
                <a16:creationId xmlns:a16="http://schemas.microsoft.com/office/drawing/2014/main" id="{526EB6ED-DACA-443E-BEC2-3D8B7130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955" y="4771760"/>
            <a:ext cx="1610167" cy="389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314" name="text-292 Simulator:">
            <a:extLst xmlns:a="http://schemas.openxmlformats.org/drawingml/2006/main">
              <a:ext uri="{FF2B5EF4-FFF2-40B4-BE49-F238E27FC236}">
                <a16:creationId xmlns:a16="http://schemas.microsoft.com/office/drawing/2014/main" id="{9C9090BC-9E97-46B7-B46A-5F4764AA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3586" y="4763901"/>
            <a:ext cx="1337826" cy="400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Simulator:</a:t>
            </a:r>
          </a:p>
        </p:txBody>
      </p:sp>
      <p:sp>
        <p:nvSpPr>
          <p:cNvPr id="315" name="text-292 Sim">
            <a:extLst xmlns:a="http://schemas.openxmlformats.org/drawingml/2006/main">
              <a:ext uri="{FF2B5EF4-FFF2-40B4-BE49-F238E27FC236}">
                <a16:creationId xmlns:a16="http://schemas.microsoft.com/office/drawing/2014/main" id="{2AA2658F-8953-4EA2-8642-7821898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5388" y="4785475"/>
            <a:ext cx="502559" cy="370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316" name="text-292 Agentic">
            <a:extLst xmlns:a="http://schemas.openxmlformats.org/drawingml/2006/main">
              <a:ext uri="{FF2B5EF4-FFF2-40B4-BE49-F238E27FC236}">
                <a16:creationId xmlns:a16="http://schemas.microsoft.com/office/drawing/2014/main" id="{5A75F4EC-A4E4-4DB2-90B8-A21E32FC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652" y="4759982"/>
            <a:ext cx="1018411" cy="40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317" name="text-292 RL">
            <a:extLst xmlns:a="http://schemas.openxmlformats.org/drawingml/2006/main">
              <a:ext uri="{FF2B5EF4-FFF2-40B4-BE49-F238E27FC236}">
                <a16:creationId xmlns:a16="http://schemas.microsoft.com/office/drawing/2014/main" id="{D69B64C1-E0D3-4526-9839-17E5A3F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0185" y="4820059"/>
            <a:ext cx="334903" cy="321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318" name="text-293 World">
            <a:extLst xmlns:a="http://schemas.openxmlformats.org/drawingml/2006/main">
              <a:ext uri="{FF2B5EF4-FFF2-40B4-BE49-F238E27FC236}">
                <a16:creationId xmlns:a16="http://schemas.microsoft.com/office/drawing/2014/main" id="{1F29E1BF-B478-419B-8CFF-4B9EC5F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0375" y="6333506"/>
            <a:ext cx="787411" cy="397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19" name="text-295 Model">
            <a:extLst xmlns:a="http://schemas.openxmlformats.org/drawingml/2006/main">
              <a:ext uri="{FF2B5EF4-FFF2-40B4-BE49-F238E27FC236}">
                <a16:creationId xmlns:a16="http://schemas.microsoft.com/office/drawing/2014/main" id="{9F725BF8-4B2F-4812-BDFD-B25782E4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26885" y="6339980"/>
            <a:ext cx="805616" cy="388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20" name="path-296">
            <a:extLst xmlns:a="http://schemas.openxmlformats.org/drawingml/2006/main">
              <a:ext uri="{FF2B5EF4-FFF2-40B4-BE49-F238E27FC236}">
                <a16:creationId xmlns:a16="http://schemas.microsoft.com/office/drawing/2014/main" id="{7EFFBB90-7CAA-4ED7-B1DD-7A7EDED3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406" y="5509191"/>
            <a:ext cx="1461717" cy="549342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1479312" y="0"/>
                </a:lnTo>
                <a:lnTo>
                  <a:pt x="1479312" y="555955"/>
                </a:lnTo>
                <a:lnTo>
                  <a:pt x="0" y="555955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97">
            <a:extLst xmlns:a="http://schemas.openxmlformats.org/drawingml/2006/main">
              <a:ext uri="{FF2B5EF4-FFF2-40B4-BE49-F238E27FC236}">
                <a16:creationId xmlns:a16="http://schemas.microsoft.com/office/drawing/2014/main" id="{9F74AC8C-6C6B-4FC1-8414-1CE35BC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406" y="5509191"/>
            <a:ext cx="1461717" cy="549342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0" y="555955"/>
                </a:lnTo>
                <a:lnTo>
                  <a:pt x="1479312" y="555955"/>
                </a:lnTo>
                <a:lnTo>
                  <a:pt x="14793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322" name="text-298 State">
            <a:extLst xmlns:a="http://schemas.openxmlformats.org/drawingml/2006/main">
              <a:ext uri="{FF2B5EF4-FFF2-40B4-BE49-F238E27FC236}">
                <a16:creationId xmlns:a16="http://schemas.microsoft.com/office/drawing/2014/main" id="{2B8A90B1-58C5-4158-AFF3-2043D544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5720" y="5620662"/>
            <a:ext cx="689365" cy="383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23" name="path-299">
            <a:extLst xmlns:a="http://schemas.openxmlformats.org/drawingml/2006/main">
              <a:ext uri="{FF2B5EF4-FFF2-40B4-BE49-F238E27FC236}">
                <a16:creationId xmlns:a16="http://schemas.microsoft.com/office/drawing/2014/main" id="{7795F0EC-9AED-4CEB-A78F-8A54478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412" y="5513306"/>
            <a:ext cx="2001560" cy="541112"/>
          </a:xfrm>
          <a:custGeom xmlns:a="http://schemas.openxmlformats.org/drawingml/2006/main">
            <a:pathLst>
              <a:path w="2025653" h="547625">
                <a:moveTo>
                  <a:pt x="0" y="0"/>
                </a:moveTo>
                <a:lnTo>
                  <a:pt x="2025653" y="0"/>
                </a:lnTo>
                <a:lnTo>
                  <a:pt x="2025653" y="547625"/>
                </a:lnTo>
                <a:lnTo>
                  <a:pt x="0" y="547625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00">
            <a:extLst xmlns:a="http://schemas.openxmlformats.org/drawingml/2006/main">
              <a:ext uri="{FF2B5EF4-FFF2-40B4-BE49-F238E27FC236}">
                <a16:creationId xmlns:a16="http://schemas.microsoft.com/office/drawing/2014/main" id="{24AB7FF8-62D1-4D5C-960B-4001C73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412" y="5513306"/>
            <a:ext cx="2001560" cy="541112"/>
          </a:xfrm>
          <a:custGeom xmlns:a="http://schemas.openxmlformats.org/drawingml/2006/main">
            <a:pathLst>
              <a:path w="2025653" h="547625">
                <a:moveTo>
                  <a:pt x="0" y="0"/>
                </a:moveTo>
                <a:lnTo>
                  <a:pt x="0" y="547625"/>
                </a:lnTo>
                <a:lnTo>
                  <a:pt x="2025653" y="547625"/>
                </a:lnTo>
                <a:lnTo>
                  <a:pt x="20256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325" name="text-301 Next">
            <a:extLst xmlns:a="http://schemas.openxmlformats.org/drawingml/2006/main">
              <a:ext uri="{FF2B5EF4-FFF2-40B4-BE49-F238E27FC236}">
                <a16:creationId xmlns:a16="http://schemas.microsoft.com/office/drawing/2014/main" id="{CD41A07B-AD74-4DA7-91A2-A262CA3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0019" y="5590598"/>
            <a:ext cx="680158" cy="426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26" name="text-301 State">
            <a:extLst xmlns:a="http://schemas.openxmlformats.org/drawingml/2006/main">
              <a:ext uri="{FF2B5EF4-FFF2-40B4-BE49-F238E27FC236}">
                <a16:creationId xmlns:a16="http://schemas.microsoft.com/office/drawing/2014/main" id="{5F1D1798-6131-4FC0-A9C5-947E5AC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61391" y="5620590"/>
            <a:ext cx="689545" cy="384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27" name="path-302">
            <a:extLst xmlns:a="http://schemas.openxmlformats.org/drawingml/2006/main">
              <a:ext uri="{FF2B5EF4-FFF2-40B4-BE49-F238E27FC236}">
                <a16:creationId xmlns:a16="http://schemas.microsoft.com/office/drawing/2014/main" id="{F3B66192-144A-4C96-B8AE-A1CF66D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103" y="5706246"/>
            <a:ext cx="845364" cy="90375"/>
          </a:xfrm>
          <a:custGeom xmlns:a="http://schemas.openxmlformats.org/drawingml/2006/main">
            <a:pathLst>
              <a:path w="855540" h="91463">
                <a:moveTo>
                  <a:pt x="39" y="91463"/>
                </a:moveTo>
                <a:lnTo>
                  <a:pt x="726444" y="90338"/>
                </a:lnTo>
                <a:lnTo>
                  <a:pt x="726404" y="64517"/>
                </a:lnTo>
                <a:lnTo>
                  <a:pt x="0" y="65639"/>
                </a:lnTo>
                <a:lnTo>
                  <a:pt x="39" y="91463"/>
                </a:lnTo>
                <a:moveTo>
                  <a:pt x="700721" y="154938"/>
                </a:moveTo>
                <a:lnTo>
                  <a:pt x="855540" y="77229"/>
                </a:lnTo>
                <a:lnTo>
                  <a:pt x="700480" y="0"/>
                </a:lnTo>
                <a:lnTo>
                  <a:pt x="700721" y="1549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03">
            <a:extLst xmlns:a="http://schemas.openxmlformats.org/drawingml/2006/main">
              <a:ext uri="{FF2B5EF4-FFF2-40B4-BE49-F238E27FC236}">
                <a16:creationId xmlns:a16="http://schemas.microsoft.com/office/drawing/2014/main" id="{415CB6E6-0183-48CB-A9E6-94D8712E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4166" y="5769800"/>
            <a:ext cx="1111246" cy="90430"/>
          </a:xfrm>
          <a:custGeom xmlns:a="http://schemas.openxmlformats.org/drawingml/2006/main">
            <a:pathLst>
              <a:path w="1124622" h="91519">
                <a:moveTo>
                  <a:pt x="32" y="0"/>
                </a:moveTo>
                <a:lnTo>
                  <a:pt x="103324" y="121"/>
                </a:lnTo>
                <a:lnTo>
                  <a:pt x="103293" y="25945"/>
                </a:lnTo>
                <a:lnTo>
                  <a:pt x="0" y="25821"/>
                </a:lnTo>
                <a:lnTo>
                  <a:pt x="32" y="0"/>
                </a:lnTo>
                <a:moveTo>
                  <a:pt x="180793" y="211"/>
                </a:moveTo>
                <a:lnTo>
                  <a:pt x="284086" y="332"/>
                </a:lnTo>
                <a:lnTo>
                  <a:pt x="284054" y="26156"/>
                </a:lnTo>
                <a:lnTo>
                  <a:pt x="180762" y="26035"/>
                </a:lnTo>
                <a:lnTo>
                  <a:pt x="180793" y="211"/>
                </a:lnTo>
                <a:moveTo>
                  <a:pt x="361555" y="427"/>
                </a:moveTo>
                <a:lnTo>
                  <a:pt x="464848" y="548"/>
                </a:lnTo>
                <a:lnTo>
                  <a:pt x="464816" y="26369"/>
                </a:lnTo>
                <a:lnTo>
                  <a:pt x="361523" y="26248"/>
                </a:lnTo>
                <a:lnTo>
                  <a:pt x="361555" y="427"/>
                </a:lnTo>
                <a:moveTo>
                  <a:pt x="542317" y="638"/>
                </a:moveTo>
                <a:lnTo>
                  <a:pt x="645609" y="759"/>
                </a:lnTo>
                <a:lnTo>
                  <a:pt x="645578" y="26583"/>
                </a:lnTo>
                <a:lnTo>
                  <a:pt x="542285" y="26461"/>
                </a:lnTo>
                <a:lnTo>
                  <a:pt x="542317" y="638"/>
                </a:lnTo>
                <a:moveTo>
                  <a:pt x="723078" y="848"/>
                </a:moveTo>
                <a:lnTo>
                  <a:pt x="826371" y="970"/>
                </a:lnTo>
                <a:lnTo>
                  <a:pt x="826340" y="26793"/>
                </a:lnTo>
                <a:lnTo>
                  <a:pt x="723047" y="26672"/>
                </a:lnTo>
                <a:lnTo>
                  <a:pt x="723078" y="848"/>
                </a:lnTo>
                <a:moveTo>
                  <a:pt x="903840" y="1064"/>
                </a:moveTo>
                <a:lnTo>
                  <a:pt x="995519" y="1168"/>
                </a:lnTo>
                <a:lnTo>
                  <a:pt x="995491" y="26992"/>
                </a:lnTo>
                <a:lnTo>
                  <a:pt x="903809" y="26883"/>
                </a:lnTo>
                <a:lnTo>
                  <a:pt x="903840" y="1064"/>
                </a:lnTo>
                <a:moveTo>
                  <a:pt x="969774" y="-63419"/>
                </a:moveTo>
                <a:lnTo>
                  <a:pt x="1124622" y="14234"/>
                </a:lnTo>
                <a:lnTo>
                  <a:pt x="969591" y="91519"/>
                </a:lnTo>
                <a:lnTo>
                  <a:pt x="969774" y="-634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04">
            <a:extLst xmlns:a="http://schemas.openxmlformats.org/drawingml/2006/main">
              <a:ext uri="{FF2B5EF4-FFF2-40B4-BE49-F238E27FC236}">
                <a16:creationId xmlns:a16="http://schemas.microsoft.com/office/drawing/2014/main" id="{1F33ADE3-6CF8-4C9E-9DAE-9353156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329" y="5245977"/>
            <a:ext cx="2855433" cy="269500"/>
          </a:xfrm>
          <a:custGeom xmlns:a="http://schemas.openxmlformats.org/drawingml/2006/main">
            <a:pathLst>
              <a:path w="2889804" h="272744">
                <a:moveTo>
                  <a:pt x="2889804" y="268349"/>
                </a:moveTo>
                <a:lnTo>
                  <a:pt x="2887385" y="254340"/>
                </a:lnTo>
                <a:lnTo>
                  <a:pt x="2879652" y="239228"/>
                </a:lnTo>
                <a:lnTo>
                  <a:pt x="2867905" y="225297"/>
                </a:lnTo>
                <a:lnTo>
                  <a:pt x="2852597" y="212195"/>
                </a:lnTo>
                <a:lnTo>
                  <a:pt x="2833883" y="199626"/>
                </a:lnTo>
                <a:lnTo>
                  <a:pt x="2811843" y="187430"/>
                </a:lnTo>
                <a:lnTo>
                  <a:pt x="2786555" y="175535"/>
                </a:lnTo>
                <a:lnTo>
                  <a:pt x="2758100" y="163895"/>
                </a:lnTo>
                <a:lnTo>
                  <a:pt x="2726577" y="152504"/>
                </a:lnTo>
                <a:lnTo>
                  <a:pt x="2715950" y="149072"/>
                </a:lnTo>
                <a:lnTo>
                  <a:pt x="2708011" y="173642"/>
                </a:lnTo>
                <a:lnTo>
                  <a:pt x="2718430" y="177009"/>
                </a:lnTo>
                <a:lnTo>
                  <a:pt x="2718013" y="176866"/>
                </a:lnTo>
                <a:lnTo>
                  <a:pt x="2749072" y="188090"/>
                </a:lnTo>
                <a:lnTo>
                  <a:pt x="2748571" y="187896"/>
                </a:lnTo>
                <a:lnTo>
                  <a:pt x="2776471" y="199308"/>
                </a:lnTo>
                <a:lnTo>
                  <a:pt x="2775861" y="199042"/>
                </a:lnTo>
                <a:lnTo>
                  <a:pt x="2800467" y="210619"/>
                </a:lnTo>
                <a:lnTo>
                  <a:pt x="2799714" y="210234"/>
                </a:lnTo>
                <a:lnTo>
                  <a:pt x="2820897" y="221952"/>
                </a:lnTo>
                <a:lnTo>
                  <a:pt x="2819948" y="221375"/>
                </a:lnTo>
                <a:lnTo>
                  <a:pt x="2837574" y="233212"/>
                </a:lnTo>
                <a:lnTo>
                  <a:pt x="2836378" y="232300"/>
                </a:lnTo>
                <a:lnTo>
                  <a:pt x="2850314" y="244232"/>
                </a:lnTo>
                <a:lnTo>
                  <a:pt x="2848840" y="242746"/>
                </a:lnTo>
                <a:lnTo>
                  <a:pt x="2858960" y="254747"/>
                </a:lnTo>
                <a:lnTo>
                  <a:pt x="2857339" y="252309"/>
                </a:lnTo>
                <a:lnTo>
                  <a:pt x="2863503" y="264356"/>
                </a:lnTo>
                <a:lnTo>
                  <a:pt x="2862274" y="260672"/>
                </a:lnTo>
                <a:lnTo>
                  <a:pt x="2864361" y="272744"/>
                </a:lnTo>
                <a:lnTo>
                  <a:pt x="2889804" y="268349"/>
                </a:lnTo>
                <a:moveTo>
                  <a:pt x="2641023" y="126857"/>
                </a:moveTo>
                <a:lnTo>
                  <a:pt x="2614737" y="119903"/>
                </a:lnTo>
                <a:lnTo>
                  <a:pt x="2572094" y="109607"/>
                </a:lnTo>
                <a:lnTo>
                  <a:pt x="2526974" y="99630"/>
                </a:lnTo>
                <a:lnTo>
                  <a:pt x="2479507" y="89992"/>
                </a:lnTo>
                <a:lnTo>
                  <a:pt x="2438380" y="82315"/>
                </a:lnTo>
                <a:lnTo>
                  <a:pt x="2433641" y="107697"/>
                </a:lnTo>
                <a:lnTo>
                  <a:pt x="2474669" y="115357"/>
                </a:lnTo>
                <a:lnTo>
                  <a:pt x="2474466" y="115319"/>
                </a:lnTo>
                <a:lnTo>
                  <a:pt x="2521727" y="124913"/>
                </a:lnTo>
                <a:lnTo>
                  <a:pt x="2521509" y="124867"/>
                </a:lnTo>
                <a:lnTo>
                  <a:pt x="2566397" y="134794"/>
                </a:lnTo>
                <a:lnTo>
                  <a:pt x="2566154" y="134738"/>
                </a:lnTo>
                <a:lnTo>
                  <a:pt x="2608540" y="144970"/>
                </a:lnTo>
                <a:lnTo>
                  <a:pt x="2608270" y="144902"/>
                </a:lnTo>
                <a:lnTo>
                  <a:pt x="2634417" y="151821"/>
                </a:lnTo>
                <a:lnTo>
                  <a:pt x="2641023" y="126857"/>
                </a:lnTo>
                <a:moveTo>
                  <a:pt x="2361704" y="69494"/>
                </a:moveTo>
                <a:lnTo>
                  <a:pt x="2324289" y="63329"/>
                </a:lnTo>
                <a:lnTo>
                  <a:pt x="2211420" y="47655"/>
                </a:lnTo>
                <a:lnTo>
                  <a:pt x="2156447" y="41299"/>
                </a:lnTo>
                <a:lnTo>
                  <a:pt x="2153482" y="66953"/>
                </a:lnTo>
                <a:lnTo>
                  <a:pt x="2208308" y="73292"/>
                </a:lnTo>
                <a:lnTo>
                  <a:pt x="2208014" y="73251"/>
                </a:lnTo>
                <a:lnTo>
                  <a:pt x="2320576" y="88884"/>
                </a:lnTo>
                <a:lnTo>
                  <a:pt x="2320254" y="88835"/>
                </a:lnTo>
                <a:lnTo>
                  <a:pt x="2357504" y="94973"/>
                </a:lnTo>
                <a:lnTo>
                  <a:pt x="2361704" y="69494"/>
                </a:lnTo>
                <a:moveTo>
                  <a:pt x="2079187" y="32650"/>
                </a:moveTo>
                <a:lnTo>
                  <a:pt x="1967830" y="22185"/>
                </a:lnTo>
                <a:lnTo>
                  <a:pt x="1873083" y="15248"/>
                </a:lnTo>
                <a:lnTo>
                  <a:pt x="1871195" y="40999"/>
                </a:lnTo>
                <a:lnTo>
                  <a:pt x="1965812" y="47929"/>
                </a:lnTo>
                <a:lnTo>
                  <a:pt x="1965548" y="47907"/>
                </a:lnTo>
                <a:lnTo>
                  <a:pt x="2076773" y="58360"/>
                </a:lnTo>
                <a:lnTo>
                  <a:pt x="2079187" y="32650"/>
                </a:lnTo>
                <a:moveTo>
                  <a:pt x="1795503" y="10453"/>
                </a:moveTo>
                <a:lnTo>
                  <a:pt x="1707410" y="5801"/>
                </a:lnTo>
                <a:lnTo>
                  <a:pt x="1588836" y="1976"/>
                </a:lnTo>
                <a:lnTo>
                  <a:pt x="1588003" y="27785"/>
                </a:lnTo>
                <a:lnTo>
                  <a:pt x="1706447" y="31605"/>
                </a:lnTo>
                <a:lnTo>
                  <a:pt x="1706181" y="31593"/>
                </a:lnTo>
                <a:lnTo>
                  <a:pt x="1794139" y="36240"/>
                </a:lnTo>
                <a:lnTo>
                  <a:pt x="1795503" y="10453"/>
                </a:lnTo>
                <a:moveTo>
                  <a:pt x="1511105" y="798"/>
                </a:moveTo>
                <a:lnTo>
                  <a:pt x="1438541" y="0"/>
                </a:lnTo>
                <a:lnTo>
                  <a:pt x="1304252" y="1445"/>
                </a:lnTo>
                <a:lnTo>
                  <a:pt x="1304528" y="27264"/>
                </a:lnTo>
                <a:lnTo>
                  <a:pt x="1438678" y="25824"/>
                </a:lnTo>
                <a:lnTo>
                  <a:pt x="1438398" y="25824"/>
                </a:lnTo>
                <a:lnTo>
                  <a:pt x="1510820" y="26619"/>
                </a:lnTo>
                <a:lnTo>
                  <a:pt x="1511105" y="798"/>
                </a:lnTo>
                <a:moveTo>
                  <a:pt x="1226553" y="3881"/>
                </a:moveTo>
                <a:lnTo>
                  <a:pt x="1169680" y="5677"/>
                </a:lnTo>
                <a:lnTo>
                  <a:pt x="1037898" y="12491"/>
                </a:lnTo>
                <a:lnTo>
                  <a:pt x="1019702" y="13795"/>
                </a:lnTo>
                <a:lnTo>
                  <a:pt x="1021549" y="39554"/>
                </a:lnTo>
                <a:lnTo>
                  <a:pt x="1039614" y="38257"/>
                </a:lnTo>
                <a:lnTo>
                  <a:pt x="1039359" y="38271"/>
                </a:lnTo>
                <a:lnTo>
                  <a:pt x="1170886" y="31472"/>
                </a:lnTo>
                <a:lnTo>
                  <a:pt x="1170625" y="31482"/>
                </a:lnTo>
                <a:lnTo>
                  <a:pt x="1227366" y="29690"/>
                </a:lnTo>
                <a:lnTo>
                  <a:pt x="1226553" y="3881"/>
                </a:lnTo>
                <a:moveTo>
                  <a:pt x="942429" y="19337"/>
                </a:moveTo>
                <a:lnTo>
                  <a:pt x="909272" y="21713"/>
                </a:lnTo>
                <a:lnTo>
                  <a:pt x="784857" y="33157"/>
                </a:lnTo>
                <a:lnTo>
                  <a:pt x="736234" y="38657"/>
                </a:lnTo>
                <a:lnTo>
                  <a:pt x="739140" y="64318"/>
                </a:lnTo>
                <a:lnTo>
                  <a:pt x="787624" y="58830"/>
                </a:lnTo>
                <a:lnTo>
                  <a:pt x="787357" y="58859"/>
                </a:lnTo>
                <a:lnTo>
                  <a:pt x="911509" y="47439"/>
                </a:lnTo>
                <a:lnTo>
                  <a:pt x="911247" y="47461"/>
                </a:lnTo>
                <a:lnTo>
                  <a:pt x="944277" y="45093"/>
                </a:lnTo>
                <a:lnTo>
                  <a:pt x="942429" y="19337"/>
                </a:lnTo>
                <a:moveTo>
                  <a:pt x="658989" y="47551"/>
                </a:moveTo>
                <a:lnTo>
                  <a:pt x="552830" y="61977"/>
                </a:lnTo>
                <a:lnTo>
                  <a:pt x="454331" y="77859"/>
                </a:lnTo>
                <a:lnTo>
                  <a:pt x="458442" y="103353"/>
                </a:lnTo>
                <a:lnTo>
                  <a:pt x="556785" y="87497"/>
                </a:lnTo>
                <a:lnTo>
                  <a:pt x="556466" y="87543"/>
                </a:lnTo>
                <a:lnTo>
                  <a:pt x="662465" y="73140"/>
                </a:lnTo>
                <a:lnTo>
                  <a:pt x="658989" y="47551"/>
                </a:lnTo>
                <a:moveTo>
                  <a:pt x="377696" y="92030"/>
                </a:moveTo>
                <a:lnTo>
                  <a:pt x="350161" y="97504"/>
                </a:lnTo>
                <a:lnTo>
                  <a:pt x="305046" y="107266"/>
                </a:lnTo>
                <a:lnTo>
                  <a:pt x="262409" y="117343"/>
                </a:lnTo>
                <a:lnTo>
                  <a:pt x="222371" y="127708"/>
                </a:lnTo>
                <a:lnTo>
                  <a:pt x="185056" y="138347"/>
                </a:lnTo>
                <a:lnTo>
                  <a:pt x="175710" y="141302"/>
                </a:lnTo>
                <a:lnTo>
                  <a:pt x="183496" y="165924"/>
                </a:lnTo>
                <a:lnTo>
                  <a:pt x="192663" y="163025"/>
                </a:lnTo>
                <a:lnTo>
                  <a:pt x="192312" y="163129"/>
                </a:lnTo>
                <a:lnTo>
                  <a:pt x="229298" y="152584"/>
                </a:lnTo>
                <a:lnTo>
                  <a:pt x="228994" y="152667"/>
                </a:lnTo>
                <a:lnTo>
                  <a:pt x="268746" y="142376"/>
                </a:lnTo>
                <a:lnTo>
                  <a:pt x="268480" y="142439"/>
                </a:lnTo>
                <a:lnTo>
                  <a:pt x="310866" y="132425"/>
                </a:lnTo>
                <a:lnTo>
                  <a:pt x="310629" y="132481"/>
                </a:lnTo>
                <a:lnTo>
                  <a:pt x="355517" y="122765"/>
                </a:lnTo>
                <a:lnTo>
                  <a:pt x="355302" y="122809"/>
                </a:lnTo>
                <a:lnTo>
                  <a:pt x="382729" y="117360"/>
                </a:lnTo>
                <a:lnTo>
                  <a:pt x="377696" y="92030"/>
                </a:lnTo>
                <a:moveTo>
                  <a:pt x="103111" y="173414"/>
                </a:moveTo>
                <a:lnTo>
                  <a:pt x="97531" y="176275"/>
                </a:lnTo>
                <a:lnTo>
                  <a:pt x="109309" y="199255"/>
                </a:lnTo>
                <a:lnTo>
                  <a:pt x="114888" y="196395"/>
                </a:lnTo>
                <a:lnTo>
                  <a:pt x="103111" y="173414"/>
                </a:lnTo>
                <a:moveTo>
                  <a:pt x="77727" y="110252"/>
                </a:moveTo>
                <a:lnTo>
                  <a:pt x="0" y="265062"/>
                </a:lnTo>
                <a:lnTo>
                  <a:pt x="170481" y="234358"/>
                </a:lnTo>
                <a:lnTo>
                  <a:pt x="77727" y="1102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05">
            <a:extLst xmlns:a="http://schemas.openxmlformats.org/drawingml/2006/main">
              <a:ext uri="{FF2B5EF4-FFF2-40B4-BE49-F238E27FC236}">
                <a16:creationId xmlns:a16="http://schemas.microsoft.com/office/drawing/2014/main" id="{0DE3F847-C1BB-48B8-920A-36829F85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870" y="7695278"/>
            <a:ext cx="12961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331" name="text-306 60">
            <a:extLst xmlns:a="http://schemas.openxmlformats.org/drawingml/2006/main">
              <a:ext uri="{FF2B5EF4-FFF2-40B4-BE49-F238E27FC236}">
                <a16:creationId xmlns:a16="http://schemas.microsoft.com/office/drawing/2014/main" id="{83E94942-05E7-48B8-849A-EA8965D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614" y="7581588"/>
            <a:ext cx="257769" cy="27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32" name="text-307 (2)">
            <a:extLst xmlns:a="http://schemas.openxmlformats.org/drawingml/2006/main">
              <a:ext uri="{FF2B5EF4-FFF2-40B4-BE49-F238E27FC236}">
                <a16:creationId xmlns:a16="http://schemas.microsoft.com/office/drawing/2014/main" id="{7611B770-1860-43CE-A1D7-762F9A24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406" y="4092242"/>
            <a:ext cx="552635" cy="55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(2)</a:t>
            </a:r>
          </a:p>
        </p:txBody>
      </p:sp>
      <p:sp>
        <p:nvSpPr>
          <p:cNvPr id="333" name="text-307 Role">
            <a:extLst xmlns:a="http://schemas.openxmlformats.org/drawingml/2006/main">
              <a:ext uri="{FF2B5EF4-FFF2-40B4-BE49-F238E27FC236}">
                <a16:creationId xmlns:a16="http://schemas.microsoft.com/office/drawing/2014/main" id="{07210490-94DE-45E8-871B-411A86B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540" y="4142534"/>
            <a:ext cx="769030" cy="481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334" name="text-307 of">
            <a:extLst xmlns:a="http://schemas.openxmlformats.org/drawingml/2006/main">
              <a:ext uri="{FF2B5EF4-FFF2-40B4-BE49-F238E27FC236}">
                <a16:creationId xmlns:a16="http://schemas.microsoft.com/office/drawing/2014/main" id="{726ACAAE-DC0E-4A1D-B69E-21F7418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474" y="4102975"/>
            <a:ext cx="388725" cy="536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35" name="text-307 World">
            <a:extLst xmlns:a="http://schemas.openxmlformats.org/drawingml/2006/main">
              <a:ext uri="{FF2B5EF4-FFF2-40B4-BE49-F238E27FC236}">
                <a16:creationId xmlns:a16="http://schemas.microsoft.com/office/drawing/2014/main" id="{CEA5109B-9AC3-421A-97FE-6313854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679" y="4095449"/>
            <a:ext cx="1084177" cy="547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36" name="text-307 Modeling">
            <a:extLst xmlns:a="http://schemas.openxmlformats.org/drawingml/2006/main">
              <a:ext uri="{FF2B5EF4-FFF2-40B4-BE49-F238E27FC236}">
                <a16:creationId xmlns:a16="http://schemas.microsoft.com/office/drawing/2014/main" id="{70B6BCEB-85EC-430D-8BBD-2C13731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3432" y="4102815"/>
            <a:ext cx="1625590" cy="53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337" name="text-307 in">
            <a:extLst xmlns:a="http://schemas.openxmlformats.org/drawingml/2006/main">
              <a:ext uri="{FF2B5EF4-FFF2-40B4-BE49-F238E27FC236}">
                <a16:creationId xmlns:a16="http://schemas.microsoft.com/office/drawing/2014/main" id="{109BAD20-C61F-465F-89A9-6A2A829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273" y="4119958"/>
            <a:ext cx="351184" cy="51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38" name="text-307 Agent">
            <a:extLst xmlns:a="http://schemas.openxmlformats.org/drawingml/2006/main">
              <a:ext uri="{FF2B5EF4-FFF2-40B4-BE49-F238E27FC236}">
                <a16:creationId xmlns:a16="http://schemas.microsoft.com/office/drawing/2014/main" id="{B909140F-E1E9-4AB3-87CC-0748D76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6469" y="4115826"/>
            <a:ext cx="1035081" cy="518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39" name="text-307 Training:">
            <a:extLst xmlns:a="http://schemas.openxmlformats.org/drawingml/2006/main">
              <a:ext uri="{FF2B5EF4-FFF2-40B4-BE49-F238E27FC236}">
                <a16:creationId xmlns:a16="http://schemas.microsoft.com/office/drawing/2014/main" id="{54EF5FE9-1D21-4B2F-A8CB-90A0FA5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7641" y="4123983"/>
            <a:ext cx="1461766" cy="507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Training:</a:t>
            </a:r>
          </a:p>
        </p:txBody>
      </p:sp>
      <p:sp>
        <p:nvSpPr>
          <p:cNvPr id="340" name="text-307 [">
            <a:extLst xmlns:a="http://schemas.openxmlformats.org/drawingml/2006/main">
              <a:ext uri="{FF2B5EF4-FFF2-40B4-BE49-F238E27FC236}">
                <a16:creationId xmlns:a16="http://schemas.microsoft.com/office/drawing/2014/main" id="{8D863654-7722-4E26-B3CE-763741F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6914" y="4026871"/>
            <a:ext cx="210397" cy="643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</a:p>
        </p:txBody>
      </p:sp>
      <p:sp>
        <p:nvSpPr>
          <p:cNvPr id="341" name="text-308 i">
            <a:extLst xmlns:a="http://schemas.openxmlformats.org/drawingml/2006/main">
              <a:ext uri="{FF2B5EF4-FFF2-40B4-BE49-F238E27FC236}">
                <a16:creationId xmlns:a16="http://schemas.microsoft.com/office/drawing/2014/main" id="{BF2DAC29-8279-4052-8BD8-4B995DBE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496" y="4085906"/>
            <a:ext cx="161049" cy="560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42" name="text-309 ]">
            <a:extLst xmlns:a="http://schemas.openxmlformats.org/drawingml/2006/main">
              <a:ext uri="{FF2B5EF4-FFF2-40B4-BE49-F238E27FC236}">
                <a16:creationId xmlns:a16="http://schemas.microsoft.com/office/drawing/2014/main" id="{C41D8BCE-C527-4D53-91FE-AC76BD3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5802" y="4026871"/>
            <a:ext cx="210397" cy="643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343" name="text-309 Decoupling">
            <a:extLst xmlns:a="http://schemas.openxmlformats.org/drawingml/2006/main">
              <a:ext uri="{FF2B5EF4-FFF2-40B4-BE49-F238E27FC236}">
                <a16:creationId xmlns:a16="http://schemas.microsoft.com/office/drawing/2014/main" id="{CD65A329-6543-4148-8D05-FC0660E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4856" y="4119869"/>
            <a:ext cx="1899797" cy="513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Decoupling</a:t>
            </a:r>
          </a:p>
        </p:txBody>
      </p:sp>
      <p:sp>
        <p:nvSpPr>
          <p:cNvPr id="344" name="text-309 or">
            <a:extLst xmlns:a="http://schemas.openxmlformats.org/drawingml/2006/main">
              <a:ext uri="{FF2B5EF4-FFF2-40B4-BE49-F238E27FC236}">
                <a16:creationId xmlns:a16="http://schemas.microsoft.com/office/drawing/2014/main" id="{1D678129-636B-4B19-A78F-F17F5BE1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9972" y="4095781"/>
            <a:ext cx="417579" cy="5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345" name="text-309 [ii]">
            <a:extLst xmlns:a="http://schemas.openxmlformats.org/drawingml/2006/main">
              <a:ext uri="{FF2B5EF4-FFF2-40B4-BE49-F238E27FC236}">
                <a16:creationId xmlns:a16="http://schemas.microsoft.com/office/drawing/2014/main" id="{847334A3-74B1-4670-9A5F-B9B4714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9112" y="4052445"/>
            <a:ext cx="512041" cy="60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[ii]</a:t>
            </a:r>
          </a:p>
        </p:txBody>
      </p:sp>
      <p:sp>
        <p:nvSpPr>
          <p:cNvPr id="346" name="text-309 Unifying">
            <a:extLst xmlns:a="http://schemas.openxmlformats.org/drawingml/2006/main">
              <a:ext uri="{FF2B5EF4-FFF2-40B4-BE49-F238E27FC236}">
                <a16:creationId xmlns:a16="http://schemas.microsoft.com/office/drawing/2014/main" id="{62370307-5C24-49AB-A64F-8AF00FAF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4413" y="4113182"/>
            <a:ext cx="1415462" cy="52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Unifying</a:t>
            </a:r>
          </a:p>
        </p:txBody>
      </p:sp>
      <p:sp>
        <p:nvSpPr>
          <p:cNvPr id="347" name="text-309 Agents">
            <a:extLst xmlns:a="http://schemas.openxmlformats.org/drawingml/2006/main">
              <a:ext uri="{FF2B5EF4-FFF2-40B4-BE49-F238E27FC236}">
                <a16:creationId xmlns:a16="http://schemas.microsoft.com/office/drawing/2014/main" id="{1AA4A614-DAD3-40FA-A5C8-EEF2800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992" y="4128361"/>
            <a:ext cx="1179080" cy="501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348" name="text-309 and">
            <a:extLst xmlns:a="http://schemas.openxmlformats.org/drawingml/2006/main">
              <a:ext uri="{FF2B5EF4-FFF2-40B4-BE49-F238E27FC236}">
                <a16:creationId xmlns:a16="http://schemas.microsoft.com/office/drawing/2014/main" id="{01FD9F40-524B-486E-AAA9-7EA24B1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8804" y="4113465"/>
            <a:ext cx="689347" cy="522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49" name="text-309 World">
            <a:extLst xmlns:a="http://schemas.openxmlformats.org/drawingml/2006/main">
              <a:ext uri="{FF2B5EF4-FFF2-40B4-BE49-F238E27FC236}">
                <a16:creationId xmlns:a16="http://schemas.microsoft.com/office/drawing/2014/main" id="{398922D2-0D62-43A2-BAE7-81D77586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51971" y="4095449"/>
            <a:ext cx="1084177" cy="547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50" name="text-309 Models">
            <a:extLst xmlns:a="http://schemas.openxmlformats.org/drawingml/2006/main">
              <a:ext uri="{FF2B5EF4-FFF2-40B4-BE49-F238E27FC236}">
                <a16:creationId xmlns:a16="http://schemas.microsoft.com/office/drawing/2014/main" id="{5EAD2D2A-DF73-4FE6-AB59-4009870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76726" y="4112917"/>
            <a:ext cx="1271167" cy="522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51" name="path-310">
            <a:extLst xmlns:a="http://schemas.openxmlformats.org/drawingml/2006/main">
              <a:ext uri="{FF2B5EF4-FFF2-40B4-BE49-F238E27FC236}">
                <a16:creationId xmlns:a16="http://schemas.microsoft.com/office/drawing/2014/main" id="{CC67A1FE-6924-4605-ADC8-19C1F3E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6" y="7070258"/>
            <a:ext cx="8197686" cy="191"/>
          </a:xfrm>
          <a:custGeom xmlns:a="http://schemas.openxmlformats.org/drawingml/2006/main">
            <a:pathLst>
              <a:path w="8296362" h="191">
                <a:moveTo>
                  <a:pt x="0" y="0"/>
                </a:moveTo>
                <a:lnTo>
                  <a:pt x="829636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dash"/>
          </a:ln>
        </p:spPr>
      </p:sp>
      <p:sp>
        <p:nvSpPr>
          <p:cNvPr id="352" name="path-311">
            <a:extLst xmlns:a="http://schemas.openxmlformats.org/drawingml/2006/main">
              <a:ext uri="{FF2B5EF4-FFF2-40B4-BE49-F238E27FC236}">
                <a16:creationId xmlns:a16="http://schemas.microsoft.com/office/drawing/2014/main" id="{591A043A-E367-449D-8247-B0443EA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955" y="7072351"/>
            <a:ext cx="8197686" cy="191"/>
          </a:xfrm>
          <a:custGeom xmlns:a="http://schemas.openxmlformats.org/drawingml/2006/main">
            <a:pathLst>
              <a:path w="8296362" h="191">
                <a:moveTo>
                  <a:pt x="0" y="0"/>
                </a:moveTo>
                <a:lnTo>
                  <a:pt x="829636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dash"/>
          </a:ln>
        </p:spPr>
      </p:sp>
      <p:sp>
        <p:nvSpPr>
          <p:cNvPr id="353" name="path-312">
            <a:extLst xmlns:a="http://schemas.openxmlformats.org/drawingml/2006/main">
              <a:ext uri="{FF2B5EF4-FFF2-40B4-BE49-F238E27FC236}">
                <a16:creationId xmlns:a16="http://schemas.microsoft.com/office/drawing/2014/main" id="{8F31FCAA-59A4-45E3-95F4-21E70C9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81" y="5314934"/>
            <a:ext cx="1643927" cy="631643"/>
          </a:xfrm>
          <a:custGeom xmlns:a="http://schemas.openxmlformats.org/drawingml/2006/main">
            <a:pathLst>
              <a:path w="1663715" h="639246">
                <a:moveTo>
                  <a:pt x="0" y="79459"/>
                </a:moveTo>
                <a:cubicBezTo>
                  <a:pt x="0" y="35576"/>
                  <a:pt x="35574" y="0"/>
                  <a:pt x="79458" y="0"/>
                </a:cubicBezTo>
                <a:lnTo>
                  <a:pt x="1584257" y="0"/>
                </a:lnTo>
                <a:cubicBezTo>
                  <a:pt x="1628139" y="0"/>
                  <a:pt x="1663715" y="35576"/>
                  <a:pt x="1663715" y="79459"/>
                </a:cubicBezTo>
                <a:lnTo>
                  <a:pt x="1663715" y="559787"/>
                </a:lnTo>
                <a:cubicBezTo>
                  <a:pt x="1663715" y="603673"/>
                  <a:pt x="1628139" y="639246"/>
                  <a:pt x="1584257" y="639246"/>
                </a:cubicBezTo>
                <a:lnTo>
                  <a:pt x="79458" y="639246"/>
                </a:lnTo>
                <a:cubicBezTo>
                  <a:pt x="35574" y="639246"/>
                  <a:pt x="0" y="603673"/>
                  <a:pt x="0" y="559787"/>
                </a:cubicBezTo>
                <a:lnTo>
                  <a:pt x="0" y="79459"/>
                </a:lnTo>
              </a:path>
            </a:pathLst>
          </a:custGeom>
          <a:solidFill xmlns:a="http://schemas.openxmlformats.org/drawingml/2006/main">
            <a:srgbClr val="D2E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13">
            <a:extLst xmlns:a="http://schemas.openxmlformats.org/drawingml/2006/main">
              <a:ext uri="{FF2B5EF4-FFF2-40B4-BE49-F238E27FC236}">
                <a16:creationId xmlns:a16="http://schemas.microsoft.com/office/drawing/2014/main" id="{FE0817EC-7AA8-4822-9B1D-4569F8C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81" y="5314934"/>
            <a:ext cx="1643927" cy="631643"/>
          </a:xfrm>
          <a:custGeom xmlns:a="http://schemas.openxmlformats.org/drawingml/2006/main">
            <a:pathLst>
              <a:path w="1663715" h="639246">
                <a:moveTo>
                  <a:pt x="0" y="79457"/>
                </a:moveTo>
                <a:cubicBezTo>
                  <a:pt x="0" y="35573"/>
                  <a:pt x="35574" y="0"/>
                  <a:pt x="79458" y="0"/>
                </a:cubicBezTo>
                <a:lnTo>
                  <a:pt x="1584257" y="0"/>
                </a:lnTo>
                <a:cubicBezTo>
                  <a:pt x="1628140" y="0"/>
                  <a:pt x="1663715" y="35573"/>
                  <a:pt x="1663715" y="79457"/>
                </a:cubicBezTo>
                <a:lnTo>
                  <a:pt x="1663715" y="559787"/>
                </a:lnTo>
                <a:cubicBezTo>
                  <a:pt x="1663715" y="603670"/>
                  <a:pt x="1628140" y="639246"/>
                  <a:pt x="1584257" y="639246"/>
                </a:cubicBezTo>
                <a:lnTo>
                  <a:pt x="79458" y="639246"/>
                </a:lnTo>
                <a:cubicBezTo>
                  <a:pt x="35574" y="639246"/>
                  <a:pt x="0" y="603670"/>
                  <a:pt x="0" y="559787"/>
                </a:cubicBezTo>
                <a:lnTo>
                  <a:pt x="0" y="79457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355" name="text-314 Agent">
            <a:extLst xmlns:a="http://schemas.openxmlformats.org/drawingml/2006/main">
              <a:ext uri="{FF2B5EF4-FFF2-40B4-BE49-F238E27FC236}">
                <a16:creationId xmlns:a16="http://schemas.microsoft.com/office/drawing/2014/main" id="{AE60F562-39C7-48B8-98F9-F59D643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000" y="5449866"/>
            <a:ext cx="815098" cy="40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56" name="text-315 World">
            <a:extLst xmlns:a="http://schemas.openxmlformats.org/drawingml/2006/main">
              <a:ext uri="{FF2B5EF4-FFF2-40B4-BE49-F238E27FC236}">
                <a16:creationId xmlns:a16="http://schemas.microsoft.com/office/drawing/2014/main" id="{4CC01EA2-AE21-46FA-A16C-B459757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1366" y="6066408"/>
            <a:ext cx="865623" cy="43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57" name="text-316 Model">
            <a:extLst xmlns:a="http://schemas.openxmlformats.org/drawingml/2006/main">
              <a:ext uri="{FF2B5EF4-FFF2-40B4-BE49-F238E27FC236}">
                <a16:creationId xmlns:a16="http://schemas.microsoft.com/office/drawing/2014/main" id="{C6B506FD-E346-4DCD-8407-0F31D89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9" y="6402576"/>
            <a:ext cx="890407" cy="429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58" name="path-317">
            <a:extLst xmlns:a="http://schemas.openxmlformats.org/drawingml/2006/main">
              <a:ext uri="{FF2B5EF4-FFF2-40B4-BE49-F238E27FC236}">
                <a16:creationId xmlns:a16="http://schemas.microsoft.com/office/drawing/2014/main" id="{FB834E1B-1707-4BCD-9ECB-96E5BAD2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136" y="6101576"/>
            <a:ext cx="2244655" cy="309821"/>
          </a:xfrm>
          <a:custGeom xmlns:a="http://schemas.openxmlformats.org/drawingml/2006/main">
            <a:pathLst>
              <a:path w="2271674" h="313551">
                <a:moveTo>
                  <a:pt x="2271674" y="2"/>
                </a:moveTo>
                <a:cubicBezTo>
                  <a:pt x="2271674" y="86588"/>
                  <a:pt x="2259977" y="156778"/>
                  <a:pt x="2245546" y="156778"/>
                </a:cubicBezTo>
                <a:lnTo>
                  <a:pt x="1161965" y="156775"/>
                </a:lnTo>
                <a:cubicBezTo>
                  <a:pt x="1147535" y="156775"/>
                  <a:pt x="1135837" y="226967"/>
                  <a:pt x="1135837" y="313551"/>
                </a:cubicBezTo>
                <a:cubicBezTo>
                  <a:pt x="1135837" y="226967"/>
                  <a:pt x="1124140" y="156775"/>
                  <a:pt x="1109709" y="156775"/>
                </a:cubicBezTo>
                <a:lnTo>
                  <a:pt x="26128" y="156775"/>
                </a:lnTo>
                <a:cubicBezTo>
                  <a:pt x="11697" y="156775"/>
                  <a:pt x="0" y="8658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solid"/>
          </a:ln>
        </p:spPr>
      </p:sp>
      <p:sp>
        <p:nvSpPr>
          <p:cNvPr id="359" name="path-318">
            <a:extLst xmlns:a="http://schemas.openxmlformats.org/drawingml/2006/main">
              <a:ext uri="{FF2B5EF4-FFF2-40B4-BE49-F238E27FC236}">
                <a16:creationId xmlns:a16="http://schemas.microsoft.com/office/drawing/2014/main" id="{B9ACDCB1-78DC-4EA5-8CF2-87A0275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133" y="6084371"/>
            <a:ext cx="2733492" cy="339606"/>
          </a:xfrm>
          <a:custGeom xmlns:a="http://schemas.openxmlformats.org/drawingml/2006/main">
            <a:pathLst>
              <a:path w="2766395" h="343694">
                <a:moveTo>
                  <a:pt x="2766395" y="2"/>
                </a:moveTo>
                <a:cubicBezTo>
                  <a:pt x="2766395" y="94913"/>
                  <a:pt x="2753574" y="171851"/>
                  <a:pt x="2737755" y="171851"/>
                </a:cubicBezTo>
                <a:lnTo>
                  <a:pt x="1411839" y="171848"/>
                </a:lnTo>
                <a:cubicBezTo>
                  <a:pt x="1396021" y="171848"/>
                  <a:pt x="1383198" y="248786"/>
                  <a:pt x="1383198" y="343694"/>
                </a:cubicBezTo>
                <a:cubicBezTo>
                  <a:pt x="1383198" y="248786"/>
                  <a:pt x="1370375" y="171848"/>
                  <a:pt x="1354557" y="171848"/>
                </a:cubicBezTo>
                <a:lnTo>
                  <a:pt x="28641" y="171848"/>
                </a:lnTo>
                <a:cubicBezTo>
                  <a:pt x="12823" y="171848"/>
                  <a:pt x="0" y="9490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00000"/>
            </a:solidFill>
            <a:prstDash val="solid"/>
          </a:ln>
        </p:spPr>
      </p:sp>
      <p:sp>
        <p:nvSpPr>
          <p:cNvPr id="360" name="text-319 ''Simulation'':">
            <a:extLst xmlns:a="http://schemas.openxmlformats.org/drawingml/2006/main">
              <a:ext uri="{FF2B5EF4-FFF2-40B4-BE49-F238E27FC236}">
                <a16:creationId xmlns:a16="http://schemas.microsoft.com/office/drawing/2014/main" id="{C50B42E8-8A71-4BF3-B5F4-97584FB5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9171" y="6682026"/>
            <a:ext cx="1711335" cy="40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8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''Simulation'':</a:t>
            </a:r>
          </a:p>
        </p:txBody>
      </p:sp>
      <p:sp>
        <p:nvSpPr>
          <p:cNvPr id="361" name="text-319 Thinking">
            <a:extLst xmlns:a="http://schemas.openxmlformats.org/drawingml/2006/main">
              <a:ext uri="{FF2B5EF4-FFF2-40B4-BE49-F238E27FC236}">
                <a16:creationId xmlns:a16="http://schemas.microsoft.com/office/drawing/2014/main" id="{89925243-0C68-407E-91E3-C8CF8E55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4074" y="6696870"/>
            <a:ext cx="1091721" cy="38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Thinking</a:t>
            </a:r>
          </a:p>
        </p:txBody>
      </p:sp>
      <p:sp>
        <p:nvSpPr>
          <p:cNvPr id="362" name="text-321 Pattern">
            <a:extLst xmlns:a="http://schemas.openxmlformats.org/drawingml/2006/main">
              <a:ext uri="{FF2B5EF4-FFF2-40B4-BE49-F238E27FC236}">
                <a16:creationId xmlns:a16="http://schemas.microsoft.com/office/drawing/2014/main" id="{6BD78CA7-07BE-46AC-9F65-8E1806E3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2905" y="6696388"/>
            <a:ext cx="940133" cy="386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363" name="text-321 Parallel">
            <a:extLst xmlns:a="http://schemas.openxmlformats.org/drawingml/2006/main">
              <a:ext uri="{FF2B5EF4-FFF2-40B4-BE49-F238E27FC236}">
                <a16:creationId xmlns:a16="http://schemas.microsoft.com/office/drawing/2014/main" id="{DDC091A6-8A4B-40C2-90EC-5E1EE04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8533" y="6683932"/>
            <a:ext cx="1014560" cy="404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7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Parallel</a:t>
            </a:r>
          </a:p>
        </p:txBody>
      </p:sp>
      <p:sp>
        <p:nvSpPr>
          <p:cNvPr id="364" name="text-321 to">
            <a:extLst xmlns:a="http://schemas.openxmlformats.org/drawingml/2006/main">
              <a:ext uri="{FF2B5EF4-FFF2-40B4-BE49-F238E27FC236}">
                <a16:creationId xmlns:a16="http://schemas.microsoft.com/office/drawing/2014/main" id="{7172D8AF-0931-4BBC-8D8C-3918715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7277" y="6678507"/>
            <a:ext cx="298144" cy="411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1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365" name="text-321 ''Reflection''">
            <a:extLst xmlns:a="http://schemas.openxmlformats.org/drawingml/2006/main">
              <a:ext uri="{FF2B5EF4-FFF2-40B4-BE49-F238E27FC236}">
                <a16:creationId xmlns:a16="http://schemas.microsoft.com/office/drawing/2014/main" id="{D58E01B9-3C41-4D05-92B4-A447BFC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8895" y="6685863"/>
            <a:ext cx="1545368" cy="40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5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''Reflection''</a:t>
            </a:r>
          </a:p>
        </p:txBody>
      </p:sp>
      <p:sp>
        <p:nvSpPr>
          <p:cNvPr id="366" name="path-322">
            <a:extLst xmlns:a="http://schemas.openxmlformats.org/drawingml/2006/main">
              <a:ext uri="{FF2B5EF4-FFF2-40B4-BE49-F238E27FC236}">
                <a16:creationId xmlns:a16="http://schemas.microsoft.com/office/drawing/2014/main" id="{C2719566-2FAB-4863-849C-1E1412C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4" y="695651"/>
            <a:ext cx="17039943" cy="3378013"/>
          </a:xfrm>
          <a:custGeom xmlns:a="http://schemas.openxmlformats.org/drawingml/2006/main">
            <a:pathLst>
              <a:path w="17245053" h="3418675">
                <a:moveTo>
                  <a:pt x="0" y="194215"/>
                </a:moveTo>
                <a:cubicBezTo>
                  <a:pt x="0" y="86953"/>
                  <a:pt x="86953" y="0"/>
                  <a:pt x="194214" y="0"/>
                </a:cubicBezTo>
                <a:lnTo>
                  <a:pt x="17050838" y="0"/>
                </a:lnTo>
                <a:cubicBezTo>
                  <a:pt x="17158099" y="0"/>
                  <a:pt x="17245053" y="86953"/>
                  <a:pt x="17245053" y="194215"/>
                </a:cubicBezTo>
                <a:lnTo>
                  <a:pt x="17245053" y="3224462"/>
                </a:lnTo>
                <a:cubicBezTo>
                  <a:pt x="17245053" y="3331723"/>
                  <a:pt x="17158099" y="3418675"/>
                  <a:pt x="17050838" y="3418675"/>
                </a:cubicBezTo>
                <a:lnTo>
                  <a:pt x="194214" y="3418675"/>
                </a:lnTo>
                <a:cubicBezTo>
                  <a:pt x="86953" y="3418675"/>
                  <a:pt x="0" y="3331723"/>
                  <a:pt x="0" y="3224462"/>
                </a:cubicBezTo>
                <a:lnTo>
                  <a:pt x="0" y="194215"/>
                </a:lnTo>
              </a:path>
            </a:pathLst>
          </a:custGeom>
          <a:noFill xmlns:a="http://schemas.openxmlformats.org/drawingml/2006/main"/>
          <a:ln xmlns:a="http://schemas.openxmlformats.org/drawingml/2006/main" w="38274">
            <a:solidFill>
              <a:srgbClr val="002060"/>
            </a:solidFill>
            <a:prstDash val="solid"/>
          </a:ln>
        </p:spPr>
      </p:sp>
      <p:sp>
        <p:nvSpPr>
          <p:cNvPr id="367" name="text-323 (1)">
            <a:extLst xmlns:a="http://schemas.openxmlformats.org/drawingml/2006/main">
              <a:ext uri="{FF2B5EF4-FFF2-40B4-BE49-F238E27FC236}">
                <a16:creationId xmlns:a16="http://schemas.microsoft.com/office/drawing/2014/main" id="{8FCFD9AE-F93D-45F2-905D-98D64BA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7" y="105627"/>
            <a:ext cx="552635" cy="55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(1)</a:t>
            </a:r>
          </a:p>
        </p:txBody>
      </p:sp>
      <p:sp>
        <p:nvSpPr>
          <p:cNvPr id="368" name="text-323 Building">
            <a:extLst xmlns:a="http://schemas.openxmlformats.org/drawingml/2006/main">
              <a:ext uri="{FF2B5EF4-FFF2-40B4-BE49-F238E27FC236}">
                <a16:creationId xmlns:a16="http://schemas.microsoft.com/office/drawing/2014/main" id="{B4560F6F-5365-496C-80DB-2254DB30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41" y="135895"/>
            <a:ext cx="1360200" cy="509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369" name="text-323 the">
            <a:extLst xmlns:a="http://schemas.openxmlformats.org/drawingml/2006/main">
              <a:ext uri="{FF2B5EF4-FFF2-40B4-BE49-F238E27FC236}">
                <a16:creationId xmlns:a16="http://schemas.microsoft.com/office/drawing/2014/main" id="{7D9A6A04-74B6-407A-8761-1220EED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0537" y="141440"/>
            <a:ext cx="562625" cy="50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70" name="text-323 Foundation">
            <a:extLst xmlns:a="http://schemas.openxmlformats.org/drawingml/2006/main">
              <a:ext uri="{FF2B5EF4-FFF2-40B4-BE49-F238E27FC236}">
                <a16:creationId xmlns:a16="http://schemas.microsoft.com/office/drawing/2014/main" id="{0CDFA324-4B77-439D-8289-C61587F2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460" y="138812"/>
            <a:ext cx="1871186" cy="505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371" name="text-323 Model">
            <a:extLst xmlns:a="http://schemas.openxmlformats.org/drawingml/2006/main">
              <a:ext uri="{FF2B5EF4-FFF2-40B4-BE49-F238E27FC236}">
                <a16:creationId xmlns:a16="http://schemas.microsoft.com/office/drawing/2014/main" id="{BDC4BB25-E46C-4450-8A28-127E757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6643" y="111103"/>
            <a:ext cx="1128569" cy="54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72" name="text-323 for">
            <a:extLst xmlns:a="http://schemas.openxmlformats.org/drawingml/2006/main">
              <a:ext uri="{FF2B5EF4-FFF2-40B4-BE49-F238E27FC236}">
                <a16:creationId xmlns:a16="http://schemas.microsoft.com/office/drawing/2014/main" id="{782FB218-1FC9-4324-9277-3BD0846E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121" y="108164"/>
            <a:ext cx="527462" cy="548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373" name="text-323 Agentic">
            <a:extLst xmlns:a="http://schemas.openxmlformats.org/drawingml/2006/main">
              <a:ext uri="{FF2B5EF4-FFF2-40B4-BE49-F238E27FC236}">
                <a16:creationId xmlns:a16="http://schemas.microsoft.com/office/drawing/2014/main" id="{9A9B2AE6-B6AD-4D96-B097-CA422C8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963" y="131221"/>
            <a:ext cx="1295608" cy="51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374" name="text-323 Environment">
            <a:extLst xmlns:a="http://schemas.openxmlformats.org/drawingml/2006/main">
              <a:ext uri="{FF2B5EF4-FFF2-40B4-BE49-F238E27FC236}">
                <a16:creationId xmlns:a16="http://schemas.microsoft.com/office/drawing/2014/main" id="{04F590FE-7ADE-4F11-AE6C-7A8EB4AE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480" y="148742"/>
            <a:ext cx="2033793" cy="49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375" name="text-323 Simulation">
            <a:extLst xmlns:a="http://schemas.openxmlformats.org/drawingml/2006/main">
              <a:ext uri="{FF2B5EF4-FFF2-40B4-BE49-F238E27FC236}">
                <a16:creationId xmlns:a16="http://schemas.microsoft.com/office/drawing/2014/main" id="{9C700AED-F288-4AA7-9926-40E330B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880" y="140845"/>
            <a:ext cx="1740433" cy="50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376" name="path-324">
            <a:extLst xmlns:a="http://schemas.openxmlformats.org/drawingml/2006/main">
              <a:ext uri="{FF2B5EF4-FFF2-40B4-BE49-F238E27FC236}">
                <a16:creationId xmlns:a16="http://schemas.microsoft.com/office/drawing/2014/main" id="{AE444E99-E0FA-4F4B-97B5-3BADD6D8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26" y="2356555"/>
            <a:ext cx="848797" cy="687163"/>
          </a:xfrm>
          <a:custGeom xmlns:a="http://schemas.openxmlformats.org/drawingml/2006/main">
            <a:pathLst>
              <a:path w="859014" h="695434">
                <a:moveTo>
                  <a:pt x="0" y="115908"/>
                </a:moveTo>
                <a:cubicBezTo>
                  <a:pt x="0" y="51895"/>
                  <a:pt x="51895" y="0"/>
                  <a:pt x="115910" y="0"/>
                </a:cubicBezTo>
                <a:lnTo>
                  <a:pt x="743104" y="0"/>
                </a:lnTo>
                <a:cubicBezTo>
                  <a:pt x="807120" y="0"/>
                  <a:pt x="859014" y="51895"/>
                  <a:pt x="859014" y="115908"/>
                </a:cubicBezTo>
                <a:lnTo>
                  <a:pt x="859014" y="579529"/>
                </a:lnTo>
                <a:cubicBezTo>
                  <a:pt x="859014" y="643544"/>
                  <a:pt x="807120" y="695434"/>
                  <a:pt x="743104" y="695434"/>
                </a:cubicBezTo>
                <a:lnTo>
                  <a:pt x="115910" y="695434"/>
                </a:lnTo>
                <a:cubicBezTo>
                  <a:pt x="51895" y="695434"/>
                  <a:pt x="0" y="643544"/>
                  <a:pt x="0" y="579529"/>
                </a:cubicBezTo>
                <a:lnTo>
                  <a:pt x="0" y="115908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25">
            <a:extLst xmlns:a="http://schemas.openxmlformats.org/drawingml/2006/main">
              <a:ext uri="{FF2B5EF4-FFF2-40B4-BE49-F238E27FC236}">
                <a16:creationId xmlns:a16="http://schemas.microsoft.com/office/drawing/2014/main" id="{E3E593E8-4491-4D0D-8052-5D9F87A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26" y="2356555"/>
            <a:ext cx="848796" cy="687165"/>
          </a:xfrm>
          <a:custGeom xmlns:a="http://schemas.openxmlformats.org/drawingml/2006/main">
            <a:pathLst>
              <a:path w="859013" h="695436">
                <a:moveTo>
                  <a:pt x="0" y="115909"/>
                </a:moveTo>
                <a:cubicBezTo>
                  <a:pt x="0" y="51894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4"/>
                  <a:pt x="859013" y="115909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378" name="text-326 MCP">
            <a:extLst xmlns:a="http://schemas.openxmlformats.org/drawingml/2006/main">
              <a:ext uri="{FF2B5EF4-FFF2-40B4-BE49-F238E27FC236}">
                <a16:creationId xmlns:a16="http://schemas.microsoft.com/office/drawing/2014/main" id="{1C0EB4E4-31A9-40F0-B55F-4D047339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0620" y="2529109"/>
            <a:ext cx="670816" cy="3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379" name="path-327">
            <a:extLst xmlns:a="http://schemas.openxmlformats.org/drawingml/2006/main">
              <a:ext uri="{FF2B5EF4-FFF2-40B4-BE49-F238E27FC236}">
                <a16:creationId xmlns:a16="http://schemas.microsoft.com/office/drawing/2014/main" id="{7D7E7B17-A80D-4BD8-97F6-D70F255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03" y="2364465"/>
            <a:ext cx="848796" cy="687166"/>
          </a:xfrm>
          <a:custGeom xmlns:a="http://schemas.openxmlformats.org/drawingml/2006/main">
            <a:pathLst>
              <a:path w="859013" h="695438">
                <a:moveTo>
                  <a:pt x="0" y="115906"/>
                </a:moveTo>
                <a:cubicBezTo>
                  <a:pt x="0" y="51894"/>
                  <a:pt x="51894" y="0"/>
                  <a:pt x="115910" y="0"/>
                </a:cubicBezTo>
                <a:lnTo>
                  <a:pt x="743104" y="0"/>
                </a:lnTo>
                <a:cubicBezTo>
                  <a:pt x="807119" y="0"/>
                  <a:pt x="859013" y="51894"/>
                  <a:pt x="859013" y="115906"/>
                </a:cubicBezTo>
                <a:lnTo>
                  <a:pt x="859013" y="579528"/>
                </a:lnTo>
                <a:cubicBezTo>
                  <a:pt x="859013" y="643543"/>
                  <a:pt x="807119" y="695438"/>
                  <a:pt x="743104" y="695438"/>
                </a:cubicBezTo>
                <a:lnTo>
                  <a:pt x="115910" y="695438"/>
                </a:lnTo>
                <a:cubicBezTo>
                  <a:pt x="51894" y="695438"/>
                  <a:pt x="0" y="643543"/>
                  <a:pt x="0" y="579528"/>
                </a:cubicBezTo>
                <a:lnTo>
                  <a:pt x="0" y="115906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28">
            <a:extLst xmlns:a="http://schemas.openxmlformats.org/drawingml/2006/main">
              <a:ext uri="{FF2B5EF4-FFF2-40B4-BE49-F238E27FC236}">
                <a16:creationId xmlns:a16="http://schemas.microsoft.com/office/drawing/2014/main" id="{76280F72-197D-4C86-BB04-1C55506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03" y="2364465"/>
            <a:ext cx="848796" cy="687164"/>
          </a:xfrm>
          <a:custGeom xmlns:a="http://schemas.openxmlformats.org/drawingml/2006/main">
            <a:pathLst>
              <a:path w="859013" h="695435">
                <a:moveTo>
                  <a:pt x="0" y="115909"/>
                </a:moveTo>
                <a:cubicBezTo>
                  <a:pt x="0" y="51894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4"/>
                  <a:pt x="859013" y="115909"/>
                </a:cubicBezTo>
                <a:lnTo>
                  <a:pt x="859013" y="579528"/>
                </a:lnTo>
                <a:cubicBezTo>
                  <a:pt x="859013" y="643543"/>
                  <a:pt x="807118" y="695435"/>
                  <a:pt x="743104" y="695435"/>
                </a:cubicBezTo>
                <a:lnTo>
                  <a:pt x="115908" y="695435"/>
                </a:lnTo>
                <a:cubicBezTo>
                  <a:pt x="51894" y="695435"/>
                  <a:pt x="0" y="643543"/>
                  <a:pt x="0" y="579528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381" name="text-329 SWE">
            <a:extLst xmlns:a="http://schemas.openxmlformats.org/drawingml/2006/main">
              <a:ext uri="{FF2B5EF4-FFF2-40B4-BE49-F238E27FC236}">
                <a16:creationId xmlns:a16="http://schemas.microsoft.com/office/drawing/2014/main" id="{CCF77B27-C38C-446B-9CE9-326E9A07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192" y="2543220"/>
            <a:ext cx="666738" cy="379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</a:t>
            </a:r>
          </a:p>
        </p:txBody>
      </p:sp>
      <p:sp>
        <p:nvSpPr>
          <p:cNvPr id="382" name="path-330">
            <a:extLst xmlns:a="http://schemas.openxmlformats.org/drawingml/2006/main">
              <a:ext uri="{FF2B5EF4-FFF2-40B4-BE49-F238E27FC236}">
                <a16:creationId xmlns:a16="http://schemas.microsoft.com/office/drawing/2014/main" id="{3018F734-9FC9-4445-B217-DC944AE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07" y="2377262"/>
            <a:ext cx="1288653" cy="687165"/>
          </a:xfrm>
          <a:custGeom xmlns:a="http://schemas.openxmlformats.org/drawingml/2006/main">
            <a:pathLst>
              <a:path w="1304165" h="695436">
                <a:moveTo>
                  <a:pt x="0" y="115910"/>
                </a:moveTo>
                <a:cubicBezTo>
                  <a:pt x="0" y="51892"/>
                  <a:pt x="51895" y="0"/>
                  <a:pt x="115908" y="0"/>
                </a:cubicBezTo>
                <a:lnTo>
                  <a:pt x="1188256" y="0"/>
                </a:lnTo>
                <a:cubicBezTo>
                  <a:pt x="1252271" y="0"/>
                  <a:pt x="1304165" y="51892"/>
                  <a:pt x="1304165" y="115910"/>
                </a:cubicBezTo>
                <a:lnTo>
                  <a:pt x="1304165" y="579529"/>
                </a:lnTo>
                <a:cubicBezTo>
                  <a:pt x="1304165" y="643542"/>
                  <a:pt x="1252271" y="695436"/>
                  <a:pt x="1188256" y="695436"/>
                </a:cubicBezTo>
                <a:lnTo>
                  <a:pt x="115908" y="695436"/>
                </a:lnTo>
                <a:cubicBezTo>
                  <a:pt x="51895" y="695436"/>
                  <a:pt x="0" y="643542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31">
            <a:extLst xmlns:a="http://schemas.openxmlformats.org/drawingml/2006/main">
              <a:ext uri="{FF2B5EF4-FFF2-40B4-BE49-F238E27FC236}">
                <a16:creationId xmlns:a16="http://schemas.microsoft.com/office/drawing/2014/main" id="{ED82D239-16E0-4F93-9571-B2178661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07" y="2377262"/>
            <a:ext cx="1288652" cy="687165"/>
          </a:xfrm>
          <a:custGeom xmlns:a="http://schemas.openxmlformats.org/drawingml/2006/main">
            <a:pathLst>
              <a:path w="1304164" h="695436">
                <a:moveTo>
                  <a:pt x="0" y="115908"/>
                </a:moveTo>
                <a:cubicBezTo>
                  <a:pt x="0" y="51894"/>
                  <a:pt x="51894" y="0"/>
                  <a:pt x="115909" y="0"/>
                </a:cubicBezTo>
                <a:lnTo>
                  <a:pt x="1188256" y="0"/>
                </a:lnTo>
                <a:cubicBezTo>
                  <a:pt x="1252270" y="0"/>
                  <a:pt x="1304164" y="51894"/>
                  <a:pt x="1304164" y="115908"/>
                </a:cubicBezTo>
                <a:lnTo>
                  <a:pt x="1304164" y="579529"/>
                </a:lnTo>
                <a:cubicBezTo>
                  <a:pt x="1304164" y="643542"/>
                  <a:pt x="1252270" y="695436"/>
                  <a:pt x="1188256" y="695436"/>
                </a:cubicBezTo>
                <a:lnTo>
                  <a:pt x="115909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384" name="text-332 Terminal">
            <a:extLst xmlns:a="http://schemas.openxmlformats.org/drawingml/2006/main">
              <a:ext uri="{FF2B5EF4-FFF2-40B4-BE49-F238E27FC236}">
                <a16:creationId xmlns:a16="http://schemas.microsoft.com/office/drawing/2014/main" id="{47DAD2A9-58BF-455A-BB7D-D74C8A4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2700" y="2546728"/>
            <a:ext cx="1132722" cy="400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385" name="path-333">
            <a:extLst xmlns:a="http://schemas.openxmlformats.org/drawingml/2006/main">
              <a:ext uri="{FF2B5EF4-FFF2-40B4-BE49-F238E27FC236}">
                <a16:creationId xmlns:a16="http://schemas.microsoft.com/office/drawing/2014/main" id="{BBB4FCC4-A360-4555-8C45-E91CB9B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408" y="2364465"/>
            <a:ext cx="1013984" cy="687166"/>
          </a:xfrm>
          <a:custGeom xmlns:a="http://schemas.openxmlformats.org/drawingml/2006/main">
            <a:pathLst>
              <a:path w="1026189" h="695438">
                <a:moveTo>
                  <a:pt x="0" y="115906"/>
                </a:moveTo>
                <a:cubicBezTo>
                  <a:pt x="0" y="51894"/>
                  <a:pt x="51894" y="0"/>
                  <a:pt x="115910" y="0"/>
                </a:cubicBezTo>
                <a:lnTo>
                  <a:pt x="910280" y="0"/>
                </a:lnTo>
                <a:cubicBezTo>
                  <a:pt x="974295" y="0"/>
                  <a:pt x="1026189" y="51894"/>
                  <a:pt x="1026189" y="115906"/>
                </a:cubicBezTo>
                <a:lnTo>
                  <a:pt x="1026189" y="579528"/>
                </a:lnTo>
                <a:cubicBezTo>
                  <a:pt x="1026189" y="643543"/>
                  <a:pt x="974295" y="695438"/>
                  <a:pt x="910280" y="695438"/>
                </a:cubicBezTo>
                <a:lnTo>
                  <a:pt x="115910" y="695438"/>
                </a:lnTo>
                <a:cubicBezTo>
                  <a:pt x="51894" y="695438"/>
                  <a:pt x="0" y="643543"/>
                  <a:pt x="0" y="579528"/>
                </a:cubicBezTo>
                <a:lnTo>
                  <a:pt x="0" y="115906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34">
            <a:extLst xmlns:a="http://schemas.openxmlformats.org/drawingml/2006/main">
              <a:ext uri="{FF2B5EF4-FFF2-40B4-BE49-F238E27FC236}">
                <a16:creationId xmlns:a16="http://schemas.microsoft.com/office/drawing/2014/main" id="{5900FB26-1552-406C-9B91-E158CEF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408" y="2364465"/>
            <a:ext cx="1013984" cy="687164"/>
          </a:xfrm>
          <a:custGeom xmlns:a="http://schemas.openxmlformats.org/drawingml/2006/main">
            <a:pathLst>
              <a:path w="1026190" h="695435">
                <a:moveTo>
                  <a:pt x="0" y="115909"/>
                </a:moveTo>
                <a:cubicBezTo>
                  <a:pt x="0" y="51894"/>
                  <a:pt x="51894" y="0"/>
                  <a:pt x="115909" y="0"/>
                </a:cubicBezTo>
                <a:lnTo>
                  <a:pt x="910281" y="0"/>
                </a:lnTo>
                <a:cubicBezTo>
                  <a:pt x="974296" y="0"/>
                  <a:pt x="1026190" y="51894"/>
                  <a:pt x="1026190" y="115909"/>
                </a:cubicBezTo>
                <a:lnTo>
                  <a:pt x="1026190" y="579528"/>
                </a:lnTo>
                <a:cubicBezTo>
                  <a:pt x="1026190" y="643543"/>
                  <a:pt x="974296" y="695435"/>
                  <a:pt x="910281" y="695435"/>
                </a:cubicBezTo>
                <a:lnTo>
                  <a:pt x="115909" y="695435"/>
                </a:lnTo>
                <a:cubicBezTo>
                  <a:pt x="51894" y="695435"/>
                  <a:pt x="0" y="643543"/>
                  <a:pt x="0" y="579528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42433"/>
            </a:solidFill>
            <a:prstDash val="solid"/>
          </a:ln>
        </p:spPr>
      </p:sp>
      <p:sp>
        <p:nvSpPr>
          <p:cNvPr id="387" name="text-335 Search">
            <a:extLst xmlns:a="http://schemas.openxmlformats.org/drawingml/2006/main">
              <a:ext uri="{FF2B5EF4-FFF2-40B4-BE49-F238E27FC236}">
                <a16:creationId xmlns:a16="http://schemas.microsoft.com/office/drawing/2014/main" id="{CD1B1CCA-8BE1-4C3B-9225-7C43923F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0213" y="2536332"/>
            <a:ext cx="931366" cy="389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388" name="path-336">
            <a:extLst xmlns:a="http://schemas.openxmlformats.org/drawingml/2006/main">
              <a:ext uri="{FF2B5EF4-FFF2-40B4-BE49-F238E27FC236}">
                <a16:creationId xmlns:a16="http://schemas.microsoft.com/office/drawing/2014/main" id="{2ED2E2AC-966D-4D10-A10B-B2F3D9C8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223" y="3160412"/>
            <a:ext cx="848796" cy="687165"/>
          </a:xfrm>
          <a:custGeom xmlns:a="http://schemas.openxmlformats.org/drawingml/2006/main">
            <a:pathLst>
              <a:path w="859013" h="695436">
                <a:moveTo>
                  <a:pt x="0" y="115910"/>
                </a:moveTo>
                <a:cubicBezTo>
                  <a:pt x="0" y="51895"/>
                  <a:pt x="51894" y="0"/>
                  <a:pt x="115907" y="0"/>
                </a:cubicBezTo>
                <a:lnTo>
                  <a:pt x="743104" y="0"/>
                </a:lnTo>
                <a:cubicBezTo>
                  <a:pt x="807119" y="0"/>
                  <a:pt x="859013" y="51895"/>
                  <a:pt x="859013" y="115910"/>
                </a:cubicBezTo>
                <a:lnTo>
                  <a:pt x="859013" y="579529"/>
                </a:lnTo>
                <a:cubicBezTo>
                  <a:pt x="859013" y="643544"/>
                  <a:pt x="807119" y="695436"/>
                  <a:pt x="743104" y="695436"/>
                </a:cubicBezTo>
                <a:lnTo>
                  <a:pt x="115907" y="695436"/>
                </a:lnTo>
                <a:cubicBezTo>
                  <a:pt x="51894" y="695436"/>
                  <a:pt x="0" y="643544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37">
            <a:extLst xmlns:a="http://schemas.openxmlformats.org/drawingml/2006/main">
              <a:ext uri="{FF2B5EF4-FFF2-40B4-BE49-F238E27FC236}">
                <a16:creationId xmlns:a16="http://schemas.microsoft.com/office/drawing/2014/main" id="{EA534C93-4DD9-4999-B659-298AFD2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223" y="3160412"/>
            <a:ext cx="848796" cy="687165"/>
          </a:xfrm>
          <a:custGeom xmlns:a="http://schemas.openxmlformats.org/drawingml/2006/main">
            <a:pathLst>
              <a:path w="859013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5"/>
                  <a:pt x="859013" y="115908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390" name="text-338 Web">
            <a:extLst xmlns:a="http://schemas.openxmlformats.org/drawingml/2006/main">
              <a:ext uri="{FF2B5EF4-FFF2-40B4-BE49-F238E27FC236}">
                <a16:creationId xmlns:a16="http://schemas.microsoft.com/office/drawing/2014/main" id="{E84465E3-2357-46BE-9ECC-10526AD9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618" y="3305779"/>
            <a:ext cx="676081" cy="4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391" name="path-339">
            <a:extLst xmlns:a="http://schemas.openxmlformats.org/drawingml/2006/main">
              <a:ext uri="{FF2B5EF4-FFF2-40B4-BE49-F238E27FC236}">
                <a16:creationId xmlns:a16="http://schemas.microsoft.com/office/drawing/2014/main" id="{F1510FF8-AE9A-4EC4-842C-49A3E850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14" y="3153003"/>
            <a:ext cx="848796" cy="687167"/>
          </a:xfrm>
          <a:custGeom xmlns:a="http://schemas.openxmlformats.org/drawingml/2006/main">
            <a:pathLst>
              <a:path w="859013" h="695439">
                <a:moveTo>
                  <a:pt x="0" y="115910"/>
                </a:moveTo>
                <a:cubicBezTo>
                  <a:pt x="0" y="51895"/>
                  <a:pt x="51894" y="0"/>
                  <a:pt x="115910" y="0"/>
                </a:cubicBezTo>
                <a:lnTo>
                  <a:pt x="743104" y="0"/>
                </a:lnTo>
                <a:cubicBezTo>
                  <a:pt x="807119" y="0"/>
                  <a:pt x="859013" y="51895"/>
                  <a:pt x="859013" y="115910"/>
                </a:cubicBezTo>
                <a:lnTo>
                  <a:pt x="859013" y="579529"/>
                </a:lnTo>
                <a:cubicBezTo>
                  <a:pt x="859013" y="643544"/>
                  <a:pt x="807119" y="695439"/>
                  <a:pt x="743104" y="695439"/>
                </a:cubicBezTo>
                <a:lnTo>
                  <a:pt x="115910" y="695439"/>
                </a:lnTo>
                <a:cubicBezTo>
                  <a:pt x="51894" y="695439"/>
                  <a:pt x="0" y="643544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40">
            <a:extLst xmlns:a="http://schemas.openxmlformats.org/drawingml/2006/main">
              <a:ext uri="{FF2B5EF4-FFF2-40B4-BE49-F238E27FC236}">
                <a16:creationId xmlns:a16="http://schemas.microsoft.com/office/drawing/2014/main" id="{C4383AE4-021E-499E-983D-CB90EB14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14" y="3153003"/>
            <a:ext cx="848796" cy="687165"/>
          </a:xfrm>
          <a:custGeom xmlns:a="http://schemas.openxmlformats.org/drawingml/2006/main">
            <a:pathLst>
              <a:path w="859013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5"/>
                  <a:pt x="859013" y="115908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393" name="text-341 OS">
            <a:extLst xmlns:a="http://schemas.openxmlformats.org/drawingml/2006/main">
              <a:ext uri="{FF2B5EF4-FFF2-40B4-BE49-F238E27FC236}">
                <a16:creationId xmlns:a16="http://schemas.microsoft.com/office/drawing/2014/main" id="{A8F3DECA-E9E6-46FC-9ADE-C63980C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3767" y="3316768"/>
            <a:ext cx="467405" cy="40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</a:t>
            </a:r>
          </a:p>
        </p:txBody>
      </p:sp>
      <p:sp>
        <p:nvSpPr>
          <p:cNvPr id="394" name="path-342">
            <a:extLst xmlns:a="http://schemas.openxmlformats.org/drawingml/2006/main">
              <a:ext uri="{FF2B5EF4-FFF2-40B4-BE49-F238E27FC236}">
                <a16:creationId xmlns:a16="http://schemas.microsoft.com/office/drawing/2014/main" id="{A5E34A43-6A0E-4AFA-A049-D259FC4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973" y="3153003"/>
            <a:ext cx="1204782" cy="687167"/>
          </a:xfrm>
          <a:custGeom xmlns:a="http://schemas.openxmlformats.org/drawingml/2006/main">
            <a:pathLst>
              <a:path w="1219284" h="695439">
                <a:moveTo>
                  <a:pt x="0" y="115910"/>
                </a:moveTo>
                <a:cubicBezTo>
                  <a:pt x="0" y="51895"/>
                  <a:pt x="51894" y="0"/>
                  <a:pt x="115907" y="0"/>
                </a:cubicBezTo>
                <a:lnTo>
                  <a:pt x="1103377" y="0"/>
                </a:lnTo>
                <a:cubicBezTo>
                  <a:pt x="1167390" y="0"/>
                  <a:pt x="1219284" y="51895"/>
                  <a:pt x="1219284" y="115910"/>
                </a:cubicBezTo>
                <a:lnTo>
                  <a:pt x="1219284" y="579531"/>
                </a:lnTo>
                <a:cubicBezTo>
                  <a:pt x="1219284" y="643544"/>
                  <a:pt x="1167390" y="695439"/>
                  <a:pt x="1103377" y="695439"/>
                </a:cubicBezTo>
                <a:lnTo>
                  <a:pt x="115907" y="695439"/>
                </a:lnTo>
                <a:cubicBezTo>
                  <a:pt x="51894" y="695439"/>
                  <a:pt x="0" y="643544"/>
                  <a:pt x="0" y="579531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43">
            <a:extLst xmlns:a="http://schemas.openxmlformats.org/drawingml/2006/main">
              <a:ext uri="{FF2B5EF4-FFF2-40B4-BE49-F238E27FC236}">
                <a16:creationId xmlns:a16="http://schemas.microsoft.com/office/drawing/2014/main" id="{71AB8677-414A-4697-95CE-BC8BC1F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973" y="3153003"/>
            <a:ext cx="1204783" cy="687165"/>
          </a:xfrm>
          <a:custGeom xmlns:a="http://schemas.openxmlformats.org/drawingml/2006/main">
            <a:pathLst>
              <a:path w="1219285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1103378" y="0"/>
                </a:lnTo>
                <a:cubicBezTo>
                  <a:pt x="1167392" y="0"/>
                  <a:pt x="1219285" y="51895"/>
                  <a:pt x="1219285" y="115908"/>
                </a:cubicBezTo>
                <a:lnTo>
                  <a:pt x="1219285" y="579529"/>
                </a:lnTo>
                <a:cubicBezTo>
                  <a:pt x="1219285" y="643542"/>
                  <a:pt x="1167392" y="695436"/>
                  <a:pt x="1103378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1895">
            <a:solidFill>
              <a:srgbClr val="000000"/>
            </a:solidFill>
            <a:prstDash val="solid"/>
          </a:ln>
        </p:spPr>
      </p:sp>
      <p:sp>
        <p:nvSpPr>
          <p:cNvPr id="396" name="text-344 Android">
            <a:extLst xmlns:a="http://schemas.openxmlformats.org/drawingml/2006/main">
              <a:ext uri="{FF2B5EF4-FFF2-40B4-BE49-F238E27FC236}">
                <a16:creationId xmlns:a16="http://schemas.microsoft.com/office/drawing/2014/main" id="{9267B75C-9C04-40B0-8430-ECC518C0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0650" y="3302071"/>
            <a:ext cx="1096659" cy="42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397" name="text-345 Standard">
            <a:extLst xmlns:a="http://schemas.openxmlformats.org/drawingml/2006/main">
              <a:ext uri="{FF2B5EF4-FFF2-40B4-BE49-F238E27FC236}">
                <a16:creationId xmlns:a16="http://schemas.microsoft.com/office/drawing/2014/main" id="{AD0B309C-7C73-4181-9E6A-CA887E0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100" y="6372561"/>
            <a:ext cx="1115778" cy="3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398" name="text-345 Agent">
            <a:extLst xmlns:a="http://schemas.openxmlformats.org/drawingml/2006/main">
              <a:ext uri="{FF2B5EF4-FFF2-40B4-BE49-F238E27FC236}">
                <a16:creationId xmlns:a16="http://schemas.microsoft.com/office/drawing/2014/main" id="{F4C39436-284F-4FB5-B31A-9B24B007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6318" y="6371127"/>
            <a:ext cx="739378" cy="370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99" name="text-346 Infinite">
            <a:extLst xmlns:a="http://schemas.openxmlformats.org/drawingml/2006/main">
              <a:ext uri="{FF2B5EF4-FFF2-40B4-BE49-F238E27FC236}">
                <a16:creationId xmlns:a16="http://schemas.microsoft.com/office/drawing/2014/main" id="{F1378F61-16E2-4B2C-BB59-DD3B168C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971" y="9441664"/>
            <a:ext cx="896090" cy="401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Infinite</a:t>
            </a:r>
          </a:p>
        </p:txBody>
      </p:sp>
      <p:sp>
        <p:nvSpPr>
          <p:cNvPr id="400" name="text-348 Real">
            <a:extLst xmlns:a="http://schemas.openxmlformats.org/drawingml/2006/main">
              <a:ext uri="{FF2B5EF4-FFF2-40B4-BE49-F238E27FC236}">
                <a16:creationId xmlns:a16="http://schemas.microsoft.com/office/drawing/2014/main" id="{E0FAED47-82FE-4818-9588-53E86E2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304" y="9453827"/>
            <a:ext cx="613843" cy="38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01" name="text-349 -">
            <a:extLst xmlns:a="http://schemas.openxmlformats.org/drawingml/2006/main">
              <a:ext uri="{FF2B5EF4-FFF2-40B4-BE49-F238E27FC236}">
                <a16:creationId xmlns:a16="http://schemas.microsoft.com/office/drawing/2014/main" id="{758D1DEC-B127-4F83-9A59-740844D0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844" y="9544812"/>
            <a:ext cx="94173" cy="25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02" name="text-350 World">
            <a:extLst xmlns:a="http://schemas.openxmlformats.org/drawingml/2006/main">
              <a:ext uri="{FF2B5EF4-FFF2-40B4-BE49-F238E27FC236}">
                <a16:creationId xmlns:a16="http://schemas.microsoft.com/office/drawing/2014/main" id="{4C653FA1-EC4A-4F96-8849-3BB8376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9445" y="9416145"/>
            <a:ext cx="865623" cy="437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403" name="text-351 Envs">
            <a:extLst xmlns:a="http://schemas.openxmlformats.org/drawingml/2006/main">
              <a:ext uri="{FF2B5EF4-FFF2-40B4-BE49-F238E27FC236}">
                <a16:creationId xmlns:a16="http://schemas.microsoft.com/office/drawing/2014/main" id="{ECF26DB8-D1FA-4EB9-86A6-356E17C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5693" y="9473351"/>
            <a:ext cx="612697" cy="35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Envs</a:t>
            </a:r>
          </a:p>
        </p:txBody>
      </p:sp>
      <p:sp>
        <p:nvSpPr>
          <p:cNvPr id="404" name="text-352 Generalize">
            <a:extLst xmlns:a="http://schemas.openxmlformats.org/drawingml/2006/main">
              <a:ext uri="{FF2B5EF4-FFF2-40B4-BE49-F238E27FC236}">
                <a16:creationId xmlns:a16="http://schemas.microsoft.com/office/drawing/2014/main" id="{83722D69-6CC3-4F96-A879-30F8BEE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307" y="9764324"/>
            <a:ext cx="1477859" cy="412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Generalize</a:t>
            </a:r>
          </a:p>
        </p:txBody>
      </p:sp>
      <p:sp>
        <p:nvSpPr>
          <p:cNvPr id="405" name="text-354 to">
            <a:extLst xmlns:a="http://schemas.openxmlformats.org/drawingml/2006/main">
              <a:ext uri="{FF2B5EF4-FFF2-40B4-BE49-F238E27FC236}">
                <a16:creationId xmlns:a16="http://schemas.microsoft.com/office/drawing/2014/main" id="{3197DBB4-E67F-4B1B-A505-BBFB582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2127" y="9764851"/>
            <a:ext cx="298212" cy="41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17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406" name="text-356 Claw">
            <a:extLst xmlns:a="http://schemas.openxmlformats.org/drawingml/2006/main">
              <a:ext uri="{FF2B5EF4-FFF2-40B4-BE49-F238E27FC236}">
                <a16:creationId xmlns:a16="http://schemas.microsoft.com/office/drawing/2014/main" id="{B4683CEF-0C91-435D-A1DD-D552202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3835" y="9764655"/>
            <a:ext cx="707094" cy="41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1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407" name="text-358 Agent">
            <a:extLst xmlns:a="http://schemas.openxmlformats.org/drawingml/2006/main">
              <a:ext uri="{FF2B5EF4-FFF2-40B4-BE49-F238E27FC236}">
                <a16:creationId xmlns:a16="http://schemas.microsoft.com/office/drawing/2014/main" id="{65B3B1FE-F1A9-4437-B3A1-1C03709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3795" y="9767165"/>
            <a:ext cx="815098" cy="40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408" name="text-359 Controlled">
            <a:extLst xmlns:a="http://schemas.openxmlformats.org/drawingml/2006/main">
              <a:ext uri="{FF2B5EF4-FFF2-40B4-BE49-F238E27FC236}">
                <a16:creationId xmlns:a16="http://schemas.microsoft.com/office/drawing/2014/main" id="{026F2497-D5CD-449C-86E5-156BFD4F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4728" y="9441467"/>
            <a:ext cx="1387957" cy="41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</a:t>
            </a:r>
          </a:p>
        </p:txBody>
      </p:sp>
      <p:sp>
        <p:nvSpPr>
          <p:cNvPr id="409" name="text-359 Adversarial">
            <a:extLst xmlns:a="http://schemas.openxmlformats.org/drawingml/2006/main">
              <a:ext uri="{FF2B5EF4-FFF2-40B4-BE49-F238E27FC236}">
                <a16:creationId xmlns:a16="http://schemas.microsoft.com/office/drawing/2014/main" id="{D1A6BAA2-7CA0-4B75-9FA8-3C148B9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771" y="9439290"/>
            <a:ext cx="1529223" cy="4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Adversarial</a:t>
            </a:r>
          </a:p>
        </p:txBody>
      </p:sp>
      <p:sp>
        <p:nvSpPr>
          <p:cNvPr id="410" name="text-360 Envs">
            <a:extLst xmlns:a="http://schemas.openxmlformats.org/drawingml/2006/main">
              <a:ext uri="{FF2B5EF4-FFF2-40B4-BE49-F238E27FC236}">
                <a16:creationId xmlns:a16="http://schemas.microsoft.com/office/drawing/2014/main" id="{A6D7D157-AA77-4CC2-B45A-43C7C47F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096" y="9479474"/>
            <a:ext cx="612697" cy="35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Envs</a:t>
            </a:r>
          </a:p>
        </p:txBody>
      </p:sp>
      <p:sp>
        <p:nvSpPr>
          <p:cNvPr id="411" name="text-361 Beyond">
            <a:extLst xmlns:a="http://schemas.openxmlformats.org/drawingml/2006/main">
              <a:ext uri="{FF2B5EF4-FFF2-40B4-BE49-F238E27FC236}">
                <a16:creationId xmlns:a16="http://schemas.microsoft.com/office/drawing/2014/main" id="{BB7CB5E6-C6D1-4E52-A255-A2CC7AF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228" y="9780308"/>
            <a:ext cx="1017120" cy="398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43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Beyond</a:t>
            </a:r>
          </a:p>
        </p:txBody>
      </p:sp>
      <p:sp>
        <p:nvSpPr>
          <p:cNvPr id="412" name="text-363 Real">
            <a:extLst xmlns:a="http://schemas.openxmlformats.org/drawingml/2006/main">
              <a:ext uri="{FF2B5EF4-FFF2-40B4-BE49-F238E27FC236}">
                <a16:creationId xmlns:a16="http://schemas.microsoft.com/office/drawing/2014/main" id="{897107C6-1499-4AAD-907C-6FC0A09A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761" y="9790638"/>
            <a:ext cx="613843" cy="38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13" name="text-365 Env">
            <a:extLst xmlns:a="http://schemas.openxmlformats.org/drawingml/2006/main">
              <a:ext uri="{FF2B5EF4-FFF2-40B4-BE49-F238E27FC236}">
                <a16:creationId xmlns:a16="http://schemas.microsoft.com/office/drawing/2014/main" id="{C11858FA-357A-4BFC-855F-E74EDDF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6418" y="9801893"/>
            <a:ext cx="500927" cy="36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73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Env</a:t>
            </a:r>
          </a:p>
        </p:txBody>
      </p:sp>
      <p:sp>
        <p:nvSpPr>
          <p:cNvPr id="414" name="text-366 CPT">
            <a:extLst xmlns:a="http://schemas.openxmlformats.org/drawingml/2006/main">
              <a:ext uri="{FF2B5EF4-FFF2-40B4-BE49-F238E27FC236}">
                <a16:creationId xmlns:a16="http://schemas.microsoft.com/office/drawing/2014/main" id="{142FB632-4544-40A1-8464-958C6E81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4394" y="1038310"/>
            <a:ext cx="574798" cy="369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CPT</a:t>
            </a:r>
          </a:p>
        </p:txBody>
      </p:sp>
      <p:sp>
        <p:nvSpPr>
          <p:cNvPr id="415" name="text-368 →">
            <a:extLst xmlns:a="http://schemas.openxmlformats.org/drawingml/2006/main">
              <a:ext uri="{FF2B5EF4-FFF2-40B4-BE49-F238E27FC236}">
                <a16:creationId xmlns:a16="http://schemas.microsoft.com/office/drawing/2014/main" id="{318DEEE2-8352-4870-87E2-0F38FDF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346" y="995775"/>
            <a:ext cx="361316" cy="428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6" name="text-369 SFT">
            <a:extLst xmlns:a="http://schemas.openxmlformats.org/drawingml/2006/main">
              <a:ext uri="{FF2B5EF4-FFF2-40B4-BE49-F238E27FC236}">
                <a16:creationId xmlns:a16="http://schemas.microsoft.com/office/drawing/2014/main" id="{5B372B5F-2D54-4DDD-B65C-55A7D599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222" y="1046463"/>
            <a:ext cx="528566" cy="35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SFT</a:t>
            </a:r>
          </a:p>
        </p:txBody>
      </p:sp>
      <p:sp>
        <p:nvSpPr>
          <p:cNvPr id="417" name="text-370 →">
            <a:extLst xmlns:a="http://schemas.openxmlformats.org/drawingml/2006/main">
              <a:ext uri="{FF2B5EF4-FFF2-40B4-BE49-F238E27FC236}">
                <a16:creationId xmlns:a16="http://schemas.microsoft.com/office/drawing/2014/main" id="{8D72D876-215C-4DB5-9D81-66B2AA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5521" y="995775"/>
            <a:ext cx="361316" cy="428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8" name="text-372 RL">
            <a:extLst xmlns:a="http://schemas.openxmlformats.org/drawingml/2006/main">
              <a:ext uri="{FF2B5EF4-FFF2-40B4-BE49-F238E27FC236}">
                <a16:creationId xmlns:a16="http://schemas.microsoft.com/office/drawing/2014/main" id="{7C19B0E9-5C1C-48A1-8216-102B5891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7398" y="1051088"/>
            <a:ext cx="365923" cy="351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419" name="text-373 10M+">
            <a:extLst xmlns:a="http://schemas.openxmlformats.org/drawingml/2006/main">
              <a:ext uri="{FF2B5EF4-FFF2-40B4-BE49-F238E27FC236}">
                <a16:creationId xmlns:a16="http://schemas.microsoft.com/office/drawing/2014/main" id="{BB18A742-B7BF-411C-8150-E8D352F0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889" y="1330957"/>
            <a:ext cx="900319" cy="46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10M+</a:t>
            </a:r>
          </a:p>
        </p:txBody>
      </p:sp>
      <p:sp>
        <p:nvSpPr>
          <p:cNvPr id="420" name="text-375 Environment">
            <a:extLst xmlns:a="http://schemas.openxmlformats.org/drawingml/2006/main">
              <a:ext uri="{FF2B5EF4-FFF2-40B4-BE49-F238E27FC236}">
                <a16:creationId xmlns:a16="http://schemas.microsoft.com/office/drawing/2014/main" id="{DB0A06C1-3642-4AB4-ABCF-F55D009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4176" y="1360868"/>
            <a:ext cx="1752103" cy="423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421" name="text-377 Trajectories">
            <a:extLst xmlns:a="http://schemas.openxmlformats.org/drawingml/2006/main">
              <a:ext uri="{FF2B5EF4-FFF2-40B4-BE49-F238E27FC236}">
                <a16:creationId xmlns:a16="http://schemas.microsoft.com/office/drawing/2014/main" id="{95214999-F4DE-494C-8419-0F5EBB7F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5780" y="1356898"/>
            <a:ext cx="1644219" cy="42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Trajectories</a:t>
            </a:r>
          </a:p>
        </p:txBody>
      </p:sp>
      <p:sp>
        <p:nvSpPr>
          <p:cNvPr id="422" name="text-378 native">
            <a:extLst xmlns:a="http://schemas.openxmlformats.org/drawingml/2006/main">
              <a:ext uri="{FF2B5EF4-FFF2-40B4-BE49-F238E27FC236}">
                <a16:creationId xmlns:a16="http://schemas.microsoft.com/office/drawing/2014/main" id="{4756FDEF-8FAA-46D2-A495-21281DC5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202" y="1727473"/>
            <a:ext cx="898680" cy="441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5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5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485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native</a:t>
            </a:r>
          </a:p>
        </p:txBody>
      </p:sp>
      <p:sp>
        <p:nvSpPr>
          <p:cNvPr id="423" name="text-378 world">
            <a:extLst xmlns:a="http://schemas.openxmlformats.org/drawingml/2006/main">
              <a:ext uri="{FF2B5EF4-FFF2-40B4-BE49-F238E27FC236}">
                <a16:creationId xmlns:a16="http://schemas.microsoft.com/office/drawing/2014/main" id="{85068774-0A0F-4527-89F4-3EDCF1C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975" y="1709596"/>
            <a:ext cx="856562" cy="46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625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424" name="text-378 model">
            <a:extLst xmlns:a="http://schemas.openxmlformats.org/drawingml/2006/main">
              <a:ext uri="{FF2B5EF4-FFF2-40B4-BE49-F238E27FC236}">
                <a16:creationId xmlns:a16="http://schemas.microsoft.com/office/drawing/2014/main" id="{FA5336B5-1611-4DF0-9D8D-80C7C9F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8013" y="1723435"/>
            <a:ext cx="927777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516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25" name="text-378 training">
            <a:extLst xmlns:a="http://schemas.openxmlformats.org/drawingml/2006/main">
              <a:ext uri="{FF2B5EF4-FFF2-40B4-BE49-F238E27FC236}">
                <a16:creationId xmlns:a16="http://schemas.microsoft.com/office/drawing/2014/main" id="{8DD1063A-CD2A-46DD-8317-48BBEE9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231" y="1714975"/>
            <a:ext cx="1134691" cy="459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83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83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583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426" name="path-379">
            <a:extLst xmlns:a="http://schemas.openxmlformats.org/drawingml/2006/main">
              <a:ext uri="{FF2B5EF4-FFF2-40B4-BE49-F238E27FC236}">
                <a16:creationId xmlns:a16="http://schemas.microsoft.com/office/drawing/2014/main" id="{B1204E7E-B25E-440B-9EE5-8A62CD56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467" y="5507886"/>
            <a:ext cx="1461716" cy="549344"/>
          </a:xfrm>
          <a:custGeom xmlns:a="http://schemas.openxmlformats.org/drawingml/2006/main">
            <a:pathLst>
              <a:path w="1479311" h="555957">
                <a:moveTo>
                  <a:pt x="0" y="0"/>
                </a:moveTo>
                <a:lnTo>
                  <a:pt x="1479311" y="0"/>
                </a:lnTo>
                <a:lnTo>
                  <a:pt x="1479311" y="555957"/>
                </a:lnTo>
                <a:lnTo>
                  <a:pt x="0" y="555957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80">
            <a:extLst xmlns:a="http://schemas.openxmlformats.org/drawingml/2006/main">
              <a:ext uri="{FF2B5EF4-FFF2-40B4-BE49-F238E27FC236}">
                <a16:creationId xmlns:a16="http://schemas.microsoft.com/office/drawing/2014/main" id="{B580B47F-5DDB-46AA-8B3B-02E312CE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467" y="5507886"/>
            <a:ext cx="1461717" cy="549342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0" y="555955"/>
                </a:lnTo>
                <a:lnTo>
                  <a:pt x="1479312" y="555955"/>
                </a:lnTo>
                <a:lnTo>
                  <a:pt x="14793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428" name="text-381 Action">
            <a:extLst xmlns:a="http://schemas.openxmlformats.org/drawingml/2006/main">
              <a:ext uri="{FF2B5EF4-FFF2-40B4-BE49-F238E27FC236}">
                <a16:creationId xmlns:a16="http://schemas.microsoft.com/office/drawing/2014/main" id="{09CDE827-58F3-4F70-99EB-FA3FF3B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8259" y="5602972"/>
            <a:ext cx="863514" cy="408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429" name="text-382 AgentWorldBench">
            <a:extLst xmlns:a="http://schemas.openxmlformats.org/drawingml/2006/main">
              <a:ext uri="{FF2B5EF4-FFF2-40B4-BE49-F238E27FC236}">
                <a16:creationId xmlns:a16="http://schemas.microsoft.com/office/drawing/2014/main" id="{0DF31E02-42FD-42CC-A543-27A346E1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5687" y="777443"/>
            <a:ext cx="2600706" cy="442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AgentWorldBench</a:t>
            </a:r>
          </a:p>
        </p:txBody>
      </p:sp>
      <p:sp>
        <p:nvSpPr>
          <p:cNvPr id="430" name="text-383 Models">
            <a:extLst xmlns:a="http://schemas.openxmlformats.org/drawingml/2006/main">
              <a:ext uri="{FF2B5EF4-FFF2-40B4-BE49-F238E27FC236}">
                <a16:creationId xmlns:a16="http://schemas.microsoft.com/office/drawing/2014/main" id="{074DDC6C-7DA4-4BC3-A475-970A50E7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8889" y="779290"/>
            <a:ext cx="1091193" cy="448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431" name="text-384 Unified">
            <a:extLst xmlns:a="http://schemas.openxmlformats.org/drawingml/2006/main">
              <a:ext uri="{FF2B5EF4-FFF2-40B4-BE49-F238E27FC236}">
                <a16:creationId xmlns:a16="http://schemas.microsoft.com/office/drawing/2014/main" id="{8AD26249-854C-479E-8E2C-C7717FE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1969" y="5731640"/>
            <a:ext cx="960578" cy="408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9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Unified</a:t>
            </a:r>
          </a:p>
        </p:txBody>
      </p:sp>
      <p:sp>
        <p:nvSpPr>
          <p:cNvPr id="432" name="text-385 Agent">
            <a:extLst xmlns:a="http://schemas.openxmlformats.org/drawingml/2006/main">
              <a:ext uri="{FF2B5EF4-FFF2-40B4-BE49-F238E27FC236}">
                <a16:creationId xmlns:a16="http://schemas.microsoft.com/office/drawing/2014/main" id="{E8405120-0C3C-4D51-83AA-0730FDA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327" y="6062249"/>
            <a:ext cx="815099" cy="4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433" name="path-386">
            <a:extLst xmlns:a="http://schemas.openxmlformats.org/drawingml/2006/main">
              <a:ext uri="{FF2B5EF4-FFF2-40B4-BE49-F238E27FC236}">
                <a16:creationId xmlns:a16="http://schemas.microsoft.com/office/drawing/2014/main" id="{03011B40-0878-4953-ACE2-6BA26FE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663" y="5743936"/>
            <a:ext cx="240328" cy="694883"/>
          </a:xfrm>
          <a:custGeom xmlns:a="http://schemas.openxmlformats.org/drawingml/2006/main">
            <a:pathLst>
              <a:path w="243221" h="703247">
                <a:moveTo>
                  <a:pt x="0" y="175812"/>
                </a:moveTo>
                <a:lnTo>
                  <a:pt x="121609" y="175812"/>
                </a:lnTo>
                <a:lnTo>
                  <a:pt x="121609" y="0"/>
                </a:lnTo>
                <a:lnTo>
                  <a:pt x="243221" y="351623"/>
                </a:lnTo>
                <a:lnTo>
                  <a:pt x="121609" y="703247"/>
                </a:lnTo>
                <a:lnTo>
                  <a:pt x="121609" y="527435"/>
                </a:lnTo>
                <a:lnTo>
                  <a:pt x="0" y="527435"/>
                </a:lnTo>
                <a:lnTo>
                  <a:pt x="0" y="175812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387">
            <a:extLst xmlns:a="http://schemas.openxmlformats.org/drawingml/2006/main">
              <a:ext uri="{FF2B5EF4-FFF2-40B4-BE49-F238E27FC236}">
                <a16:creationId xmlns:a16="http://schemas.microsoft.com/office/drawing/2014/main" id="{E645E972-34DE-4EF4-9940-E240620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663" y="5743936"/>
            <a:ext cx="240327" cy="694883"/>
          </a:xfrm>
          <a:custGeom xmlns:a="http://schemas.openxmlformats.org/drawingml/2006/main">
            <a:pathLst>
              <a:path w="243220" h="703247">
                <a:moveTo>
                  <a:pt x="0" y="175812"/>
                </a:moveTo>
                <a:lnTo>
                  <a:pt x="121609" y="175812"/>
                </a:lnTo>
                <a:lnTo>
                  <a:pt x="121609" y="0"/>
                </a:lnTo>
                <a:lnTo>
                  <a:pt x="243220" y="351623"/>
                </a:lnTo>
                <a:lnTo>
                  <a:pt x="121609" y="703247"/>
                </a:lnTo>
                <a:lnTo>
                  <a:pt x="121609" y="527435"/>
                </a:lnTo>
                <a:lnTo>
                  <a:pt x="0" y="527435"/>
                </a:lnTo>
                <a:lnTo>
                  <a:pt x="0" y="175812"/>
                </a:lnTo>
              </a:path>
            </a:pathLst>
          </a:custGeom>
          <a:noFill xmlns:a="http://schemas.openxmlformats.org/drawingml/2006/main"/>
          <a:ln xmlns:a="http://schemas.openxmlformats.org/drawingml/2006/main" w="25516">
            <a:solidFill>
              <a:srgbClr val="042433"/>
            </a:solidFill>
            <a:prstDash val="solid"/>
          </a:ln>
        </p:spPr>
      </p:sp>
      <p:sp>
        <p:nvSpPr>
          <p:cNvPr id="435" name="path-388">
            <a:extLst xmlns:a="http://schemas.openxmlformats.org/drawingml/2006/main">
              <a:ext uri="{FF2B5EF4-FFF2-40B4-BE49-F238E27FC236}">
                <a16:creationId xmlns:a16="http://schemas.microsoft.com/office/drawing/2014/main" id="{A83B3794-2D3D-4CB6-9579-EF23C0BC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1715" y="1342114"/>
            <a:ext cx="3954406" cy="2511822"/>
          </a:xfrm>
          <a:custGeom xmlns:a="http://schemas.openxmlformats.org/drawingml/2006/main">
            <a:pathLst>
              <a:path w="4002006" h="2542057">
                <a:moveTo>
                  <a:pt x="4002006" y="2542057"/>
                </a:moveTo>
                <a:lnTo>
                  <a:pt x="4002006" y="0"/>
                </a:lnTo>
                <a:lnTo>
                  <a:pt x="0" y="0"/>
                </a:lnTo>
                <a:lnTo>
                  <a:pt x="0" y="2542057"/>
                </a:lnTo>
                <a:lnTo>
                  <a:pt x="4002006" y="2542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389">
            <a:extLst xmlns:a="http://schemas.openxmlformats.org/drawingml/2006/main">
              <a:ext uri="{FF2B5EF4-FFF2-40B4-BE49-F238E27FC236}">
                <a16:creationId xmlns:a16="http://schemas.microsoft.com/office/drawing/2014/main" id="{10A55DFE-77D3-4475-9765-FDB9B548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727" y="1379994"/>
            <a:ext cx="3811641" cy="2402454"/>
          </a:xfrm>
          <a:custGeom xmlns:a="http://schemas.openxmlformats.org/drawingml/2006/main">
            <a:pathLst>
              <a:path w="3857522" h="2431372">
                <a:moveTo>
                  <a:pt x="42286" y="2431372"/>
                </a:moveTo>
                <a:lnTo>
                  <a:pt x="3815236" y="2431372"/>
                </a:lnTo>
                <a:cubicBezTo>
                  <a:pt x="3843428" y="2431372"/>
                  <a:pt x="3857522" y="2417278"/>
                  <a:pt x="3857522" y="2389094"/>
                </a:cubicBezTo>
                <a:lnTo>
                  <a:pt x="3857522" y="42278"/>
                </a:lnTo>
                <a:cubicBezTo>
                  <a:pt x="3857522" y="14092"/>
                  <a:pt x="3843428" y="0"/>
                  <a:pt x="3815236" y="0"/>
                </a:cubicBezTo>
                <a:lnTo>
                  <a:pt x="42286" y="0"/>
                </a:lnTo>
                <a:cubicBezTo>
                  <a:pt x="14095" y="0"/>
                  <a:pt x="0" y="14092"/>
                  <a:pt x="0" y="42278"/>
                </a:cubicBezTo>
                <a:lnTo>
                  <a:pt x="0" y="2389094"/>
                </a:lnTo>
                <a:cubicBezTo>
                  <a:pt x="0" y="2417278"/>
                  <a:pt x="14095" y="2431372"/>
                  <a:pt x="42286" y="2431372"/>
                </a:cubicBezTo>
              </a:path>
            </a:pathLst>
          </a:cu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3211">
            <a:solidFill>
              <a:srgbClr val="D5DBDB">
                <a:alpha val="95000"/>
              </a:srgbClr>
            </a:solidFill>
            <a:prstDash val="solid"/>
          </a:ln>
        </p:spPr>
      </p:sp>
      <p:sp>
        <p:nvSpPr>
          <p:cNvPr id="437" name="path-390">
            <a:extLst xmlns:a="http://schemas.openxmlformats.org/drawingml/2006/main">
              <a:ext uri="{FF2B5EF4-FFF2-40B4-BE49-F238E27FC236}">
                <a16:creationId xmlns:a16="http://schemas.microsoft.com/office/drawing/2014/main" id="{26C93769-8081-47FB-8A77-6B353AB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1602376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E09090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438" name="path-391">
            <a:extLst xmlns:a="http://schemas.openxmlformats.org/drawingml/2006/main">
              <a:ext uri="{FF2B5EF4-FFF2-40B4-BE49-F238E27FC236}">
                <a16:creationId xmlns:a16="http://schemas.microsoft.com/office/drawing/2014/main" id="{92E98B80-171D-40B4-A5AE-71C5CA3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317" y="1600497"/>
            <a:ext cx="124095" cy="163340"/>
          </a:xfrm>
          <a:custGeom xmlns:a="http://schemas.openxmlformats.org/drawingml/2006/main">
            <a:pathLst>
              <a:path w="125588" h="165306">
                <a:moveTo>
                  <a:pt x="125588" y="40162"/>
                </a:moveTo>
                <a:cubicBezTo>
                  <a:pt x="111633" y="28747"/>
                  <a:pt x="97046" y="22830"/>
                  <a:pt x="81401" y="22830"/>
                </a:cubicBezTo>
                <a:cubicBezTo>
                  <a:pt x="65755" y="22830"/>
                  <a:pt x="52223" y="28747"/>
                  <a:pt x="41019" y="40373"/>
                </a:cubicBezTo>
                <a:cubicBezTo>
                  <a:pt x="29602" y="52211"/>
                  <a:pt x="24104" y="66375"/>
                  <a:pt x="24104" y="83287"/>
                </a:cubicBezTo>
                <a:cubicBezTo>
                  <a:pt x="24104" y="100198"/>
                  <a:pt x="29602" y="114361"/>
                  <a:pt x="41019" y="125776"/>
                </a:cubicBezTo>
                <a:cubicBezTo>
                  <a:pt x="52434" y="137191"/>
                  <a:pt x="66178" y="142899"/>
                  <a:pt x="82669" y="142899"/>
                </a:cubicBezTo>
                <a:cubicBezTo>
                  <a:pt x="91125" y="142899"/>
                  <a:pt x="98315" y="141631"/>
                  <a:pt x="104235" y="138883"/>
                </a:cubicBezTo>
                <a:cubicBezTo>
                  <a:pt x="110577" y="136345"/>
                  <a:pt x="117555" y="131482"/>
                  <a:pt x="125588" y="124720"/>
                </a:cubicBezTo>
                <a:lnTo>
                  <a:pt x="125588" y="153680"/>
                </a:lnTo>
                <a:cubicBezTo>
                  <a:pt x="111846" y="161502"/>
                  <a:pt x="97470" y="165306"/>
                  <a:pt x="82246" y="165306"/>
                </a:cubicBezTo>
                <a:cubicBezTo>
                  <a:pt x="59412" y="165306"/>
                  <a:pt x="40171" y="157484"/>
                  <a:pt x="24104" y="141631"/>
                </a:cubicBezTo>
                <a:cubicBezTo>
                  <a:pt x="8033" y="125564"/>
                  <a:pt x="0" y="106962"/>
                  <a:pt x="0" y="85402"/>
                </a:cubicBezTo>
                <a:cubicBezTo>
                  <a:pt x="0" y="63840"/>
                  <a:pt x="6555" y="45236"/>
                  <a:pt x="20086" y="29381"/>
                </a:cubicBezTo>
                <a:cubicBezTo>
                  <a:pt x="36577" y="9933"/>
                  <a:pt x="57932" y="0"/>
                  <a:pt x="84147" y="0"/>
                </a:cubicBezTo>
                <a:cubicBezTo>
                  <a:pt x="98526" y="0"/>
                  <a:pt x="112269" y="4014"/>
                  <a:pt x="125588" y="11836"/>
                </a:cubicBezTo>
                <a:lnTo>
                  <a:pt x="125588" y="401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392">
            <a:extLst xmlns:a="http://schemas.openxmlformats.org/drawingml/2006/main">
              <a:ext uri="{FF2B5EF4-FFF2-40B4-BE49-F238E27FC236}">
                <a16:creationId xmlns:a16="http://schemas.microsoft.com/office/drawing/2014/main" id="{A15D401B-7C01-4590-8F3B-52FABAF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110" y="1588798"/>
            <a:ext cx="22980" cy="172324"/>
          </a:xfrm>
          <a:custGeom xmlns:a="http://schemas.openxmlformats.org/drawingml/2006/main">
            <a:pathLst>
              <a:path w="23257" h="174398">
                <a:moveTo>
                  <a:pt x="0" y="0"/>
                </a:moveTo>
                <a:lnTo>
                  <a:pt x="23257" y="0"/>
                </a:lnTo>
                <a:lnTo>
                  <a:pt x="23257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393">
            <a:extLst xmlns:a="http://schemas.openxmlformats.org/drawingml/2006/main">
              <a:ext uri="{FF2B5EF4-FFF2-40B4-BE49-F238E27FC236}">
                <a16:creationId xmlns:a16="http://schemas.microsoft.com/office/drawing/2014/main" id="{0E11539C-A594-4552-9FB0-566E9F0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530" y="1658981"/>
            <a:ext cx="100906" cy="104856"/>
          </a:xfrm>
          <a:custGeom xmlns:a="http://schemas.openxmlformats.org/drawingml/2006/main">
            <a:pathLst>
              <a:path w="102121" h="106118">
                <a:moveTo>
                  <a:pt x="31716" y="30017"/>
                </a:moveTo>
                <a:cubicBezTo>
                  <a:pt x="26219" y="36148"/>
                  <a:pt x="23680" y="43969"/>
                  <a:pt x="23680" y="53271"/>
                </a:cubicBezTo>
                <a:cubicBezTo>
                  <a:pt x="23680" y="62572"/>
                  <a:pt x="26219" y="70394"/>
                  <a:pt x="31505" y="76313"/>
                </a:cubicBezTo>
                <a:cubicBezTo>
                  <a:pt x="36578" y="82443"/>
                  <a:pt x="43345" y="85614"/>
                  <a:pt x="51802" y="85614"/>
                </a:cubicBezTo>
                <a:cubicBezTo>
                  <a:pt x="60258" y="85614"/>
                  <a:pt x="67025" y="82655"/>
                  <a:pt x="72310" y="76525"/>
                </a:cubicBezTo>
                <a:cubicBezTo>
                  <a:pt x="77596" y="70605"/>
                  <a:pt x="80344" y="62784"/>
                  <a:pt x="80344" y="53271"/>
                </a:cubicBezTo>
                <a:cubicBezTo>
                  <a:pt x="80344" y="43969"/>
                  <a:pt x="77596" y="36148"/>
                  <a:pt x="72310" y="30017"/>
                </a:cubicBezTo>
                <a:cubicBezTo>
                  <a:pt x="67025" y="24099"/>
                  <a:pt x="60258" y="20927"/>
                  <a:pt x="52014" y="20927"/>
                </a:cubicBezTo>
                <a:cubicBezTo>
                  <a:pt x="43556" y="20927"/>
                  <a:pt x="36792" y="24099"/>
                  <a:pt x="31716" y="30017"/>
                </a:cubicBezTo>
                <a:moveTo>
                  <a:pt x="78864" y="2749"/>
                </a:moveTo>
                <a:lnTo>
                  <a:pt x="102121" y="2749"/>
                </a:lnTo>
                <a:lnTo>
                  <a:pt x="102121" y="103370"/>
                </a:lnTo>
                <a:lnTo>
                  <a:pt x="78864" y="103370"/>
                </a:lnTo>
                <a:lnTo>
                  <a:pt x="78864" y="92801"/>
                </a:lnTo>
                <a:cubicBezTo>
                  <a:pt x="69140" y="101678"/>
                  <a:pt x="58990" y="106118"/>
                  <a:pt x="47996" y="106118"/>
                </a:cubicBezTo>
                <a:cubicBezTo>
                  <a:pt x="34040" y="106118"/>
                  <a:pt x="22412" y="101255"/>
                  <a:pt x="13532" y="91109"/>
                </a:cubicBezTo>
                <a:cubicBezTo>
                  <a:pt x="4441" y="80964"/>
                  <a:pt x="0" y="68279"/>
                  <a:pt x="0" y="53060"/>
                </a:cubicBezTo>
                <a:cubicBezTo>
                  <a:pt x="0" y="37839"/>
                  <a:pt x="4441" y="25367"/>
                  <a:pt x="13532" y="15221"/>
                </a:cubicBezTo>
                <a:cubicBezTo>
                  <a:pt x="22412" y="5072"/>
                  <a:pt x="33195" y="0"/>
                  <a:pt x="45881" y="0"/>
                </a:cubicBezTo>
                <a:cubicBezTo>
                  <a:pt x="58567" y="0"/>
                  <a:pt x="69560" y="4863"/>
                  <a:pt x="78864" y="14586"/>
                </a:cubicBezTo>
                <a:lnTo>
                  <a:pt x="78864" y="27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394">
            <a:extLst xmlns:a="http://schemas.openxmlformats.org/drawingml/2006/main">
              <a:ext uri="{FF2B5EF4-FFF2-40B4-BE49-F238E27FC236}">
                <a16:creationId xmlns:a16="http://schemas.microsoft.com/office/drawing/2014/main" id="{85D9D12C-E608-41BB-9B11-B5692220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475" y="1661697"/>
            <a:ext cx="85028" cy="102140"/>
          </a:xfrm>
          <a:custGeom xmlns:a="http://schemas.openxmlformats.org/drawingml/2006/main">
            <a:pathLst>
              <a:path w="86051" h="103369">
                <a:moveTo>
                  <a:pt x="23258" y="0"/>
                </a:moveTo>
                <a:lnTo>
                  <a:pt x="23258" y="57709"/>
                </a:lnTo>
                <a:cubicBezTo>
                  <a:pt x="23258" y="74619"/>
                  <a:pt x="29811" y="82865"/>
                  <a:pt x="42918" y="82865"/>
                </a:cubicBezTo>
                <a:cubicBezTo>
                  <a:pt x="56029" y="82865"/>
                  <a:pt x="62795" y="74619"/>
                  <a:pt x="62795" y="57709"/>
                </a:cubicBezTo>
                <a:lnTo>
                  <a:pt x="62795" y="0"/>
                </a:lnTo>
                <a:lnTo>
                  <a:pt x="86051" y="0"/>
                </a:lnTo>
                <a:lnTo>
                  <a:pt x="86051" y="58344"/>
                </a:lnTo>
                <a:cubicBezTo>
                  <a:pt x="86051" y="66375"/>
                  <a:pt x="84995" y="73352"/>
                  <a:pt x="83092" y="78847"/>
                </a:cubicBezTo>
                <a:cubicBezTo>
                  <a:pt x="80977" y="84345"/>
                  <a:pt x="77594" y="89208"/>
                  <a:pt x="72943" y="93223"/>
                </a:cubicBezTo>
                <a:cubicBezTo>
                  <a:pt x="64906" y="99986"/>
                  <a:pt x="54971" y="103369"/>
                  <a:pt x="42918" y="103369"/>
                </a:cubicBezTo>
                <a:cubicBezTo>
                  <a:pt x="30871" y="103369"/>
                  <a:pt x="20930" y="99986"/>
                  <a:pt x="13109" y="93223"/>
                </a:cubicBezTo>
                <a:cubicBezTo>
                  <a:pt x="8247" y="89208"/>
                  <a:pt x="4863" y="84767"/>
                  <a:pt x="2960" y="79694"/>
                </a:cubicBezTo>
                <a:cubicBezTo>
                  <a:pt x="845" y="74619"/>
                  <a:pt x="0" y="67645"/>
                  <a:pt x="0" y="58344"/>
                </a:cubicBezTo>
                <a:lnTo>
                  <a:pt x="0" y="0"/>
                </a:lnTo>
                <a:lnTo>
                  <a:pt x="2325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395">
            <a:extLst xmlns:a="http://schemas.openxmlformats.org/drawingml/2006/main">
              <a:ext uri="{FF2B5EF4-FFF2-40B4-BE49-F238E27FC236}">
                <a16:creationId xmlns:a16="http://schemas.microsoft.com/office/drawing/2014/main" id="{847A2945-63CD-4994-9F61-C8E013C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737" y="1588798"/>
            <a:ext cx="100904" cy="175039"/>
          </a:xfrm>
          <a:custGeom xmlns:a="http://schemas.openxmlformats.org/drawingml/2006/main">
            <a:pathLst>
              <a:path w="102118" h="177146">
                <a:moveTo>
                  <a:pt x="31713" y="101046"/>
                </a:moveTo>
                <a:cubicBezTo>
                  <a:pt x="26216" y="107176"/>
                  <a:pt x="23680" y="114997"/>
                  <a:pt x="23680" y="124299"/>
                </a:cubicBezTo>
                <a:cubicBezTo>
                  <a:pt x="23680" y="133600"/>
                  <a:pt x="26216" y="141422"/>
                  <a:pt x="31502" y="147341"/>
                </a:cubicBezTo>
                <a:cubicBezTo>
                  <a:pt x="36576" y="153471"/>
                  <a:pt x="43341" y="156642"/>
                  <a:pt x="51799" y="156642"/>
                </a:cubicBezTo>
                <a:cubicBezTo>
                  <a:pt x="60257" y="156642"/>
                  <a:pt x="67021" y="153683"/>
                  <a:pt x="72308" y="147553"/>
                </a:cubicBezTo>
                <a:cubicBezTo>
                  <a:pt x="77594" y="141633"/>
                  <a:pt x="80341" y="133812"/>
                  <a:pt x="80341" y="124299"/>
                </a:cubicBezTo>
                <a:cubicBezTo>
                  <a:pt x="80341" y="114997"/>
                  <a:pt x="77594" y="107176"/>
                  <a:pt x="72308" y="101046"/>
                </a:cubicBezTo>
                <a:cubicBezTo>
                  <a:pt x="67021" y="95127"/>
                  <a:pt x="60257" y="91955"/>
                  <a:pt x="52011" y="91955"/>
                </a:cubicBezTo>
                <a:cubicBezTo>
                  <a:pt x="43554" y="91955"/>
                  <a:pt x="36788" y="95127"/>
                  <a:pt x="31713" y="101046"/>
                </a:cubicBezTo>
                <a:moveTo>
                  <a:pt x="78862" y="0"/>
                </a:moveTo>
                <a:lnTo>
                  <a:pt x="102118" y="0"/>
                </a:lnTo>
                <a:lnTo>
                  <a:pt x="102118" y="174398"/>
                </a:lnTo>
                <a:lnTo>
                  <a:pt x="78862" y="174398"/>
                </a:lnTo>
                <a:lnTo>
                  <a:pt x="78862" y="163829"/>
                </a:lnTo>
                <a:cubicBezTo>
                  <a:pt x="69560" y="172706"/>
                  <a:pt x="58777" y="177146"/>
                  <a:pt x="46089" y="177146"/>
                </a:cubicBezTo>
                <a:cubicBezTo>
                  <a:pt x="33405" y="177146"/>
                  <a:pt x="22409" y="172283"/>
                  <a:pt x="13531" y="162137"/>
                </a:cubicBezTo>
                <a:cubicBezTo>
                  <a:pt x="4439" y="151993"/>
                  <a:pt x="0" y="139307"/>
                  <a:pt x="0" y="124088"/>
                </a:cubicBezTo>
                <a:cubicBezTo>
                  <a:pt x="0" y="108867"/>
                  <a:pt x="4439" y="96395"/>
                  <a:pt x="13320" y="86249"/>
                </a:cubicBezTo>
                <a:cubicBezTo>
                  <a:pt x="22199" y="76313"/>
                  <a:pt x="33193" y="71240"/>
                  <a:pt x="45881" y="71028"/>
                </a:cubicBezTo>
                <a:cubicBezTo>
                  <a:pt x="58565" y="71028"/>
                  <a:pt x="69560" y="75891"/>
                  <a:pt x="78862" y="85614"/>
                </a:cubicBezTo>
                <a:lnTo>
                  <a:pt x="788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396">
            <a:extLst xmlns:a="http://schemas.openxmlformats.org/drawingml/2006/main">
              <a:ext uri="{FF2B5EF4-FFF2-40B4-BE49-F238E27FC236}">
                <a16:creationId xmlns:a16="http://schemas.microsoft.com/office/drawing/2014/main" id="{21EC1F66-91D9-4678-98B4-3F534745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1084" y="1658981"/>
            <a:ext cx="96099" cy="104856"/>
          </a:xfrm>
          <a:custGeom xmlns:a="http://schemas.openxmlformats.org/drawingml/2006/main">
            <a:pathLst>
              <a:path w="97256" h="106118">
                <a:moveTo>
                  <a:pt x="49051" y="20927"/>
                </a:moveTo>
                <a:cubicBezTo>
                  <a:pt x="40170" y="20927"/>
                  <a:pt x="33617" y="24734"/>
                  <a:pt x="29179" y="31920"/>
                </a:cubicBezTo>
                <a:cubicBezTo>
                  <a:pt x="27487" y="34245"/>
                  <a:pt x="26427" y="36783"/>
                  <a:pt x="25795" y="39531"/>
                </a:cubicBezTo>
                <a:lnTo>
                  <a:pt x="72520" y="39531"/>
                </a:lnTo>
                <a:cubicBezTo>
                  <a:pt x="69136" y="27270"/>
                  <a:pt x="61315" y="20927"/>
                  <a:pt x="49051" y="20927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5"/>
                </a:cubicBezTo>
                <a:cubicBezTo>
                  <a:pt x="68501" y="78637"/>
                  <a:pt x="72731" y="73566"/>
                  <a:pt x="77594" y="66164"/>
                </a:cubicBezTo>
                <a:lnTo>
                  <a:pt x="97256" y="76945"/>
                </a:lnTo>
                <a:cubicBezTo>
                  <a:pt x="88377" y="92165"/>
                  <a:pt x="77382" y="101467"/>
                  <a:pt x="64273" y="104427"/>
                </a:cubicBezTo>
                <a:cubicBezTo>
                  <a:pt x="59623" y="105485"/>
                  <a:pt x="54759" y="106118"/>
                  <a:pt x="49684" y="106118"/>
                </a:cubicBezTo>
                <a:cubicBezTo>
                  <a:pt x="34673" y="106118"/>
                  <a:pt x="22622" y="101467"/>
                  <a:pt x="13532" y="91744"/>
                </a:cubicBezTo>
                <a:cubicBezTo>
                  <a:pt x="4440" y="82232"/>
                  <a:pt x="0" y="69335"/>
                  <a:pt x="0" y="53271"/>
                </a:cubicBezTo>
                <a:cubicBezTo>
                  <a:pt x="0" y="37416"/>
                  <a:pt x="4229" y="24522"/>
                  <a:pt x="13108" y="14586"/>
                </a:cubicBezTo>
                <a:cubicBezTo>
                  <a:pt x="21988" y="4863"/>
                  <a:pt x="33829" y="0"/>
                  <a:pt x="48627" y="0"/>
                </a:cubicBezTo>
                <a:cubicBezTo>
                  <a:pt x="63427" y="212"/>
                  <a:pt x="75057" y="5072"/>
                  <a:pt x="83515" y="14374"/>
                </a:cubicBezTo>
                <a:cubicBezTo>
                  <a:pt x="91972" y="23675"/>
                  <a:pt x="96411" y="36571"/>
                  <a:pt x="96411" y="53060"/>
                </a:cubicBezTo>
                <a:lnTo>
                  <a:pt x="96200" y="58555"/>
                </a:lnTo>
                <a:lnTo>
                  <a:pt x="24312" y="58555"/>
                </a:lnTo>
                <a:cubicBezTo>
                  <a:pt x="24737" y="67011"/>
                  <a:pt x="27487" y="73566"/>
                  <a:pt x="32136" y="78216"/>
                </a:cubicBezTo>
                <a:cubicBezTo>
                  <a:pt x="36788" y="83076"/>
                  <a:pt x="42498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397">
            <a:extLst xmlns:a="http://schemas.openxmlformats.org/drawingml/2006/main">
              <a:ext uri="{FF2B5EF4-FFF2-40B4-BE49-F238E27FC236}">
                <a16:creationId xmlns:a16="http://schemas.microsoft.com/office/drawing/2014/main" id="{569B4952-5B6A-4E82-9A21-E3E67F20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2421" y="1600703"/>
            <a:ext cx="164622" cy="163134"/>
          </a:xfrm>
          <a:custGeom xmlns:a="http://schemas.openxmlformats.org/drawingml/2006/main">
            <a:pathLst>
              <a:path w="166604" h="165097">
                <a:moveTo>
                  <a:pt x="24100" y="82866"/>
                </a:moveTo>
                <a:cubicBezTo>
                  <a:pt x="24100" y="100201"/>
                  <a:pt x="30022" y="114362"/>
                  <a:pt x="41862" y="125779"/>
                </a:cubicBezTo>
                <a:cubicBezTo>
                  <a:pt x="53702" y="137195"/>
                  <a:pt x="67656" y="142690"/>
                  <a:pt x="83724" y="142690"/>
                </a:cubicBezTo>
                <a:cubicBezTo>
                  <a:pt x="99794" y="142690"/>
                  <a:pt x="113538" y="136983"/>
                  <a:pt x="124953" y="125356"/>
                </a:cubicBezTo>
                <a:cubicBezTo>
                  <a:pt x="136371" y="113730"/>
                  <a:pt x="142290" y="99355"/>
                  <a:pt x="142290" y="82442"/>
                </a:cubicBezTo>
                <a:cubicBezTo>
                  <a:pt x="142290" y="65530"/>
                  <a:pt x="136582" y="51369"/>
                  <a:pt x="125377" y="39954"/>
                </a:cubicBezTo>
                <a:cubicBezTo>
                  <a:pt x="113959" y="28539"/>
                  <a:pt x="99794" y="22622"/>
                  <a:pt x="83301" y="22622"/>
                </a:cubicBezTo>
                <a:cubicBezTo>
                  <a:pt x="66599" y="22622"/>
                  <a:pt x="52646" y="28328"/>
                  <a:pt x="41440" y="39742"/>
                </a:cubicBezTo>
                <a:cubicBezTo>
                  <a:pt x="29811" y="51369"/>
                  <a:pt x="24100" y="65742"/>
                  <a:pt x="24100" y="82866"/>
                </a:cubicBezTo>
                <a:moveTo>
                  <a:pt x="0" y="82021"/>
                </a:moveTo>
                <a:cubicBezTo>
                  <a:pt x="0" y="59612"/>
                  <a:pt x="8033" y="40165"/>
                  <a:pt x="24524" y="24100"/>
                </a:cubicBezTo>
                <a:cubicBezTo>
                  <a:pt x="40806" y="8033"/>
                  <a:pt x="60468" y="0"/>
                  <a:pt x="83301" y="0"/>
                </a:cubicBezTo>
                <a:cubicBezTo>
                  <a:pt x="106136" y="0"/>
                  <a:pt x="125798" y="8246"/>
                  <a:pt x="142079" y="24312"/>
                </a:cubicBezTo>
                <a:cubicBezTo>
                  <a:pt x="158360" y="40589"/>
                  <a:pt x="166604" y="60248"/>
                  <a:pt x="166604" y="83078"/>
                </a:cubicBezTo>
                <a:cubicBezTo>
                  <a:pt x="166604" y="105908"/>
                  <a:pt x="158360" y="125356"/>
                  <a:pt x="141868" y="141212"/>
                </a:cubicBezTo>
                <a:cubicBezTo>
                  <a:pt x="125377" y="157276"/>
                  <a:pt x="105712" y="165097"/>
                  <a:pt x="82457" y="165097"/>
                </a:cubicBezTo>
                <a:cubicBezTo>
                  <a:pt x="61737" y="165097"/>
                  <a:pt x="43343" y="158122"/>
                  <a:pt x="27064" y="143958"/>
                </a:cubicBezTo>
                <a:cubicBezTo>
                  <a:pt x="8878" y="128314"/>
                  <a:pt x="0" y="107599"/>
                  <a:pt x="0" y="820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398">
            <a:extLst xmlns:a="http://schemas.openxmlformats.org/drawingml/2006/main">
              <a:ext uri="{FF2B5EF4-FFF2-40B4-BE49-F238E27FC236}">
                <a16:creationId xmlns:a16="http://schemas.microsoft.com/office/drawing/2014/main" id="{5EA0F3A7-9061-4D00-839F-148DEB73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2531" y="1658981"/>
            <a:ext cx="101114" cy="156030"/>
          </a:xfrm>
          <a:custGeom xmlns:a="http://schemas.openxmlformats.org/drawingml/2006/main">
            <a:pathLst>
              <a:path w="102332" h="157909">
                <a:moveTo>
                  <a:pt x="29813" y="29805"/>
                </a:moveTo>
                <a:cubicBezTo>
                  <a:pt x="24526" y="35724"/>
                  <a:pt x="21989" y="43546"/>
                  <a:pt x="21989" y="53060"/>
                </a:cubicBezTo>
                <a:cubicBezTo>
                  <a:pt x="21989" y="62572"/>
                  <a:pt x="24526" y="70394"/>
                  <a:pt x="29813" y="76525"/>
                </a:cubicBezTo>
                <a:cubicBezTo>
                  <a:pt x="34887" y="82655"/>
                  <a:pt x="41862" y="85614"/>
                  <a:pt x="50319" y="85614"/>
                </a:cubicBezTo>
                <a:cubicBezTo>
                  <a:pt x="58354" y="85614"/>
                  <a:pt x="65121" y="82655"/>
                  <a:pt x="70406" y="76525"/>
                </a:cubicBezTo>
                <a:cubicBezTo>
                  <a:pt x="75693" y="70605"/>
                  <a:pt x="78440" y="62784"/>
                  <a:pt x="78440" y="53271"/>
                </a:cubicBezTo>
                <a:cubicBezTo>
                  <a:pt x="78440" y="43969"/>
                  <a:pt x="75693" y="36148"/>
                  <a:pt x="70616" y="30017"/>
                </a:cubicBezTo>
                <a:cubicBezTo>
                  <a:pt x="65332" y="24099"/>
                  <a:pt x="58567" y="20927"/>
                  <a:pt x="50319" y="20927"/>
                </a:cubicBezTo>
                <a:cubicBezTo>
                  <a:pt x="41862" y="20927"/>
                  <a:pt x="35096" y="23887"/>
                  <a:pt x="29813" y="29805"/>
                </a:cubicBezTo>
                <a:moveTo>
                  <a:pt x="23255" y="157909"/>
                </a:moveTo>
                <a:lnTo>
                  <a:pt x="0" y="157909"/>
                </a:lnTo>
                <a:lnTo>
                  <a:pt x="0" y="2749"/>
                </a:lnTo>
                <a:lnTo>
                  <a:pt x="23255" y="2749"/>
                </a:lnTo>
                <a:lnTo>
                  <a:pt x="23255" y="13741"/>
                </a:lnTo>
                <a:cubicBezTo>
                  <a:pt x="32348" y="4652"/>
                  <a:pt x="43343" y="0"/>
                  <a:pt x="56028" y="0"/>
                </a:cubicBezTo>
                <a:cubicBezTo>
                  <a:pt x="68716" y="0"/>
                  <a:pt x="79708" y="5072"/>
                  <a:pt x="88800" y="15221"/>
                </a:cubicBezTo>
                <a:cubicBezTo>
                  <a:pt x="97681" y="25367"/>
                  <a:pt x="102332" y="38263"/>
                  <a:pt x="102332" y="53483"/>
                </a:cubicBezTo>
                <a:cubicBezTo>
                  <a:pt x="102332" y="68702"/>
                  <a:pt x="97681" y="81385"/>
                  <a:pt x="88800" y="91109"/>
                </a:cubicBezTo>
                <a:cubicBezTo>
                  <a:pt x="79920" y="101255"/>
                  <a:pt x="68924" y="106118"/>
                  <a:pt x="56240" y="106118"/>
                </a:cubicBezTo>
                <a:cubicBezTo>
                  <a:pt x="43552" y="106118"/>
                  <a:pt x="32562" y="101467"/>
                  <a:pt x="23255" y="92165"/>
                </a:cubicBezTo>
                <a:lnTo>
                  <a:pt x="23255" y="157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399">
            <a:extLst xmlns:a="http://schemas.openxmlformats.org/drawingml/2006/main">
              <a:ext uri="{FF2B5EF4-FFF2-40B4-BE49-F238E27FC236}">
                <a16:creationId xmlns:a16="http://schemas.microsoft.com/office/drawing/2014/main" id="{8694C0EA-FA1D-45A5-9838-A054D4D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7877" y="1661697"/>
            <a:ext cx="85030" cy="102140"/>
          </a:xfrm>
          <a:custGeom xmlns:a="http://schemas.openxmlformats.org/drawingml/2006/main">
            <a:pathLst>
              <a:path w="86054" h="103369">
                <a:moveTo>
                  <a:pt x="23259" y="0"/>
                </a:moveTo>
                <a:lnTo>
                  <a:pt x="23259" y="57709"/>
                </a:lnTo>
                <a:cubicBezTo>
                  <a:pt x="23259" y="74619"/>
                  <a:pt x="29814" y="82865"/>
                  <a:pt x="42921" y="82865"/>
                </a:cubicBezTo>
                <a:cubicBezTo>
                  <a:pt x="56030" y="82865"/>
                  <a:pt x="62795" y="74619"/>
                  <a:pt x="62795" y="57709"/>
                </a:cubicBezTo>
                <a:lnTo>
                  <a:pt x="62795" y="0"/>
                </a:lnTo>
                <a:lnTo>
                  <a:pt x="86054" y="0"/>
                </a:lnTo>
                <a:lnTo>
                  <a:pt x="86054" y="58344"/>
                </a:lnTo>
                <a:cubicBezTo>
                  <a:pt x="86054" y="66375"/>
                  <a:pt x="84996" y="73352"/>
                  <a:pt x="83092" y="78847"/>
                </a:cubicBezTo>
                <a:cubicBezTo>
                  <a:pt x="80980" y="84345"/>
                  <a:pt x="77597" y="89208"/>
                  <a:pt x="72943" y="93223"/>
                </a:cubicBezTo>
                <a:cubicBezTo>
                  <a:pt x="64910" y="99986"/>
                  <a:pt x="54973" y="103369"/>
                  <a:pt x="42921" y="103369"/>
                </a:cubicBezTo>
                <a:cubicBezTo>
                  <a:pt x="30871" y="103369"/>
                  <a:pt x="20933" y="99986"/>
                  <a:pt x="13111" y="93223"/>
                </a:cubicBezTo>
                <a:cubicBezTo>
                  <a:pt x="8247" y="89208"/>
                  <a:pt x="4863" y="84767"/>
                  <a:pt x="2963" y="79694"/>
                </a:cubicBezTo>
                <a:cubicBezTo>
                  <a:pt x="848" y="74619"/>
                  <a:pt x="0" y="67645"/>
                  <a:pt x="0" y="58344"/>
                </a:cubicBezTo>
                <a:lnTo>
                  <a:pt x="0" y="0"/>
                </a:lnTo>
                <a:lnTo>
                  <a:pt x="232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00">
            <a:extLst xmlns:a="http://schemas.openxmlformats.org/drawingml/2006/main">
              <a:ext uri="{FF2B5EF4-FFF2-40B4-BE49-F238E27FC236}">
                <a16:creationId xmlns:a16="http://schemas.microsoft.com/office/drawing/2014/main" id="{9D0C8CBC-594E-4B11-B569-E292468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049" y="1658981"/>
            <a:ext cx="70823" cy="104856"/>
          </a:xfrm>
          <a:custGeom xmlns:a="http://schemas.openxmlformats.org/drawingml/2006/main">
            <a:pathLst>
              <a:path w="71675" h="106118">
                <a:moveTo>
                  <a:pt x="34887" y="20927"/>
                </a:moveTo>
                <a:cubicBezTo>
                  <a:pt x="32772" y="20927"/>
                  <a:pt x="30871" y="21774"/>
                  <a:pt x="29391" y="23042"/>
                </a:cubicBezTo>
                <a:cubicBezTo>
                  <a:pt x="27699" y="24522"/>
                  <a:pt x="27064" y="26423"/>
                  <a:pt x="27064" y="28538"/>
                </a:cubicBezTo>
                <a:cubicBezTo>
                  <a:pt x="27064" y="32343"/>
                  <a:pt x="31506" y="36148"/>
                  <a:pt x="40595" y="39954"/>
                </a:cubicBezTo>
                <a:cubicBezTo>
                  <a:pt x="52858" y="45237"/>
                  <a:pt x="61104" y="50100"/>
                  <a:pt x="65334" y="54538"/>
                </a:cubicBezTo>
                <a:cubicBezTo>
                  <a:pt x="69560" y="59190"/>
                  <a:pt x="71675" y="65744"/>
                  <a:pt x="71675" y="74198"/>
                </a:cubicBezTo>
                <a:cubicBezTo>
                  <a:pt x="71675" y="83076"/>
                  <a:pt x="68080" y="90477"/>
                  <a:pt x="61104" y="96817"/>
                </a:cubicBezTo>
                <a:cubicBezTo>
                  <a:pt x="53918" y="103159"/>
                  <a:pt x="45669" y="106118"/>
                  <a:pt x="35944" y="106118"/>
                </a:cubicBezTo>
                <a:cubicBezTo>
                  <a:pt x="19030" y="106118"/>
                  <a:pt x="6978" y="98087"/>
                  <a:pt x="0" y="81596"/>
                </a:cubicBezTo>
                <a:lnTo>
                  <a:pt x="19876" y="72507"/>
                </a:lnTo>
                <a:cubicBezTo>
                  <a:pt x="22413" y="77368"/>
                  <a:pt x="24952" y="80752"/>
                  <a:pt x="27064" y="82655"/>
                </a:cubicBezTo>
                <a:cubicBezTo>
                  <a:pt x="29179" y="84556"/>
                  <a:pt x="32351" y="85614"/>
                  <a:pt x="36156" y="85614"/>
                </a:cubicBezTo>
                <a:cubicBezTo>
                  <a:pt x="43978" y="85614"/>
                  <a:pt x="47997" y="82020"/>
                  <a:pt x="47997" y="74834"/>
                </a:cubicBezTo>
                <a:cubicBezTo>
                  <a:pt x="47997" y="70605"/>
                  <a:pt x="44825" y="66799"/>
                  <a:pt x="38904" y="63206"/>
                </a:cubicBezTo>
                <a:cubicBezTo>
                  <a:pt x="36579" y="62149"/>
                  <a:pt x="34252" y="61093"/>
                  <a:pt x="31929" y="59825"/>
                </a:cubicBezTo>
                <a:cubicBezTo>
                  <a:pt x="29391" y="58766"/>
                  <a:pt x="26008" y="57075"/>
                  <a:pt x="21357" y="54963"/>
                </a:cubicBezTo>
                <a:cubicBezTo>
                  <a:pt x="16706" y="52848"/>
                  <a:pt x="12900" y="49677"/>
                  <a:pt x="9941" y="45872"/>
                </a:cubicBezTo>
                <a:cubicBezTo>
                  <a:pt x="6767" y="42066"/>
                  <a:pt x="5287" y="36360"/>
                  <a:pt x="5287" y="28538"/>
                </a:cubicBezTo>
                <a:cubicBezTo>
                  <a:pt x="5287" y="20927"/>
                  <a:pt x="8248" y="14374"/>
                  <a:pt x="14168" y="8666"/>
                </a:cubicBezTo>
                <a:cubicBezTo>
                  <a:pt x="20298" y="2960"/>
                  <a:pt x="27699" y="0"/>
                  <a:pt x="36579" y="0"/>
                </a:cubicBezTo>
                <a:cubicBezTo>
                  <a:pt x="49263" y="0"/>
                  <a:pt x="58991" y="6763"/>
                  <a:pt x="65334" y="19871"/>
                </a:cubicBezTo>
                <a:lnTo>
                  <a:pt x="46093" y="30228"/>
                </a:lnTo>
                <a:cubicBezTo>
                  <a:pt x="42921" y="24099"/>
                  <a:pt x="39115" y="20927"/>
                  <a:pt x="34887" y="209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01">
            <a:extLst xmlns:a="http://schemas.openxmlformats.org/drawingml/2006/main">
              <a:ext uri="{FF2B5EF4-FFF2-40B4-BE49-F238E27FC236}">
                <a16:creationId xmlns:a16="http://schemas.microsoft.com/office/drawing/2014/main" id="{20559E5D-6E4B-466D-99B5-B4CB5BD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8575" y="1591931"/>
            <a:ext cx="117825" cy="169191"/>
          </a:xfrm>
          <a:custGeom xmlns:a="http://schemas.openxmlformats.org/drawingml/2006/main">
            <a:pathLst>
              <a:path w="119243" h="171228">
                <a:moveTo>
                  <a:pt x="78228" y="126835"/>
                </a:moveTo>
                <a:lnTo>
                  <a:pt x="78228" y="73353"/>
                </a:lnTo>
                <a:lnTo>
                  <a:pt x="41651" y="126835"/>
                </a:lnTo>
                <a:lnTo>
                  <a:pt x="78228" y="126835"/>
                </a:lnTo>
                <a:moveTo>
                  <a:pt x="102329" y="126835"/>
                </a:moveTo>
                <a:lnTo>
                  <a:pt x="119243" y="126835"/>
                </a:lnTo>
                <a:lnTo>
                  <a:pt x="119243" y="148610"/>
                </a:lnTo>
                <a:lnTo>
                  <a:pt x="102329" y="148610"/>
                </a:lnTo>
                <a:lnTo>
                  <a:pt x="102329" y="171228"/>
                </a:lnTo>
                <a:lnTo>
                  <a:pt x="78228" y="171228"/>
                </a:lnTo>
                <a:lnTo>
                  <a:pt x="78228" y="148610"/>
                </a:lnTo>
                <a:lnTo>
                  <a:pt x="0" y="148610"/>
                </a:lnTo>
                <a:lnTo>
                  <a:pt x="102329" y="0"/>
                </a:lnTo>
                <a:lnTo>
                  <a:pt x="102329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02">
            <a:extLst xmlns:a="http://schemas.openxmlformats.org/drawingml/2006/main">
              <a:ext uri="{FF2B5EF4-FFF2-40B4-BE49-F238E27FC236}">
                <a16:creationId xmlns:a16="http://schemas.microsoft.com/office/drawing/2014/main" id="{60469127-5A77-419C-BCA8-48DF927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3559" y="1735639"/>
            <a:ext cx="28413" cy="28198"/>
          </a:xfrm>
          <a:custGeom xmlns:a="http://schemas.openxmlformats.org/drawingml/2006/main">
            <a:pathLst>
              <a:path w="28755" h="28538">
                <a:moveTo>
                  <a:pt x="4230" y="24522"/>
                </a:moveTo>
                <a:cubicBezTo>
                  <a:pt x="1269" y="21986"/>
                  <a:pt x="0" y="18604"/>
                  <a:pt x="0" y="14585"/>
                </a:cubicBezTo>
                <a:cubicBezTo>
                  <a:pt x="0" y="10570"/>
                  <a:pt x="1269" y="7186"/>
                  <a:pt x="4230" y="4228"/>
                </a:cubicBezTo>
                <a:cubicBezTo>
                  <a:pt x="6978" y="1480"/>
                  <a:pt x="10362" y="0"/>
                  <a:pt x="14378" y="0"/>
                </a:cubicBezTo>
                <a:cubicBezTo>
                  <a:pt x="18185" y="0"/>
                  <a:pt x="21567" y="1480"/>
                  <a:pt x="24527" y="4228"/>
                </a:cubicBezTo>
                <a:cubicBezTo>
                  <a:pt x="27275" y="7186"/>
                  <a:pt x="28755" y="10570"/>
                  <a:pt x="28755" y="14376"/>
                </a:cubicBezTo>
                <a:cubicBezTo>
                  <a:pt x="28755" y="18604"/>
                  <a:pt x="27275" y="21986"/>
                  <a:pt x="24527" y="24522"/>
                </a:cubicBezTo>
                <a:cubicBezTo>
                  <a:pt x="21777" y="27058"/>
                  <a:pt x="18395" y="28538"/>
                  <a:pt x="14378" y="28538"/>
                </a:cubicBezTo>
                <a:cubicBezTo>
                  <a:pt x="10362" y="28538"/>
                  <a:pt x="6978" y="27058"/>
                  <a:pt x="4230" y="245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03">
            <a:extLst xmlns:a="http://schemas.openxmlformats.org/drawingml/2006/main">
              <a:ext uri="{FF2B5EF4-FFF2-40B4-BE49-F238E27FC236}">
                <a16:creationId xmlns:a16="http://schemas.microsoft.com/office/drawing/2014/main" id="{5393CC4C-1C46-4F95-A870-53F185C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4981" y="1600913"/>
            <a:ext cx="99022" cy="162508"/>
          </a:xfrm>
          <a:custGeom xmlns:a="http://schemas.openxmlformats.org/drawingml/2006/main">
            <a:pathLst>
              <a:path w="100214" h="164465">
                <a:moveTo>
                  <a:pt x="68924" y="97451"/>
                </a:moveTo>
                <a:cubicBezTo>
                  <a:pt x="63638" y="92380"/>
                  <a:pt x="57297" y="89840"/>
                  <a:pt x="50106" y="89840"/>
                </a:cubicBezTo>
                <a:cubicBezTo>
                  <a:pt x="42917" y="89840"/>
                  <a:pt x="36787" y="92380"/>
                  <a:pt x="31713" y="97451"/>
                </a:cubicBezTo>
                <a:cubicBezTo>
                  <a:pt x="26426" y="102526"/>
                  <a:pt x="23889" y="108867"/>
                  <a:pt x="23889" y="116054"/>
                </a:cubicBezTo>
                <a:cubicBezTo>
                  <a:pt x="23889" y="123453"/>
                  <a:pt x="26426" y="129794"/>
                  <a:pt x="31502" y="135080"/>
                </a:cubicBezTo>
                <a:cubicBezTo>
                  <a:pt x="36576" y="140363"/>
                  <a:pt x="42917" y="142902"/>
                  <a:pt x="50319" y="142902"/>
                </a:cubicBezTo>
                <a:cubicBezTo>
                  <a:pt x="57508" y="142902"/>
                  <a:pt x="63638" y="140363"/>
                  <a:pt x="68924" y="135080"/>
                </a:cubicBezTo>
                <a:cubicBezTo>
                  <a:pt x="73999" y="130006"/>
                  <a:pt x="76745" y="123664"/>
                  <a:pt x="76745" y="116265"/>
                </a:cubicBezTo>
                <a:cubicBezTo>
                  <a:pt x="76745" y="109079"/>
                  <a:pt x="73999" y="102736"/>
                  <a:pt x="68924" y="97451"/>
                </a:cubicBezTo>
                <a:moveTo>
                  <a:pt x="26850" y="45660"/>
                </a:moveTo>
                <a:cubicBezTo>
                  <a:pt x="26639" y="52426"/>
                  <a:pt x="28965" y="57920"/>
                  <a:pt x="33617" y="62572"/>
                </a:cubicBezTo>
                <a:cubicBezTo>
                  <a:pt x="38267" y="67222"/>
                  <a:pt x="43977" y="69549"/>
                  <a:pt x="50741" y="69549"/>
                </a:cubicBezTo>
                <a:cubicBezTo>
                  <a:pt x="57084" y="69549"/>
                  <a:pt x="62794" y="67222"/>
                  <a:pt x="67445" y="62572"/>
                </a:cubicBezTo>
                <a:cubicBezTo>
                  <a:pt x="72095" y="57920"/>
                  <a:pt x="74423" y="52426"/>
                  <a:pt x="74423" y="45872"/>
                </a:cubicBezTo>
                <a:cubicBezTo>
                  <a:pt x="74423" y="39321"/>
                  <a:pt x="72095" y="33611"/>
                  <a:pt x="67445" y="28961"/>
                </a:cubicBezTo>
                <a:cubicBezTo>
                  <a:pt x="62794" y="24310"/>
                  <a:pt x="57084" y="21773"/>
                  <a:pt x="50530" y="21773"/>
                </a:cubicBezTo>
                <a:cubicBezTo>
                  <a:pt x="43977" y="21773"/>
                  <a:pt x="38479" y="24100"/>
                  <a:pt x="33828" y="28748"/>
                </a:cubicBezTo>
                <a:cubicBezTo>
                  <a:pt x="29174" y="33399"/>
                  <a:pt x="26850" y="39109"/>
                  <a:pt x="26850" y="45660"/>
                </a:cubicBezTo>
                <a:moveTo>
                  <a:pt x="21776" y="79271"/>
                </a:moveTo>
                <a:cubicBezTo>
                  <a:pt x="9936" y="71240"/>
                  <a:pt x="4228" y="60247"/>
                  <a:pt x="4228" y="46507"/>
                </a:cubicBezTo>
                <a:cubicBezTo>
                  <a:pt x="4228" y="32978"/>
                  <a:pt x="8665" y="21773"/>
                  <a:pt x="17547" y="13107"/>
                </a:cubicBezTo>
                <a:cubicBezTo>
                  <a:pt x="26426" y="4439"/>
                  <a:pt x="37632" y="0"/>
                  <a:pt x="50741" y="0"/>
                </a:cubicBezTo>
                <a:cubicBezTo>
                  <a:pt x="63850" y="0"/>
                  <a:pt x="74844" y="4439"/>
                  <a:pt x="83723" y="13107"/>
                </a:cubicBezTo>
                <a:cubicBezTo>
                  <a:pt x="92605" y="21773"/>
                  <a:pt x="97043" y="32766"/>
                  <a:pt x="97043" y="46084"/>
                </a:cubicBezTo>
                <a:cubicBezTo>
                  <a:pt x="97043" y="59612"/>
                  <a:pt x="91125" y="70605"/>
                  <a:pt x="79708" y="79059"/>
                </a:cubicBezTo>
                <a:cubicBezTo>
                  <a:pt x="86049" y="82654"/>
                  <a:pt x="90912" y="87728"/>
                  <a:pt x="94719" y="94282"/>
                </a:cubicBezTo>
                <a:cubicBezTo>
                  <a:pt x="98523" y="101046"/>
                  <a:pt x="100214" y="108444"/>
                  <a:pt x="100214" y="116477"/>
                </a:cubicBezTo>
                <a:cubicBezTo>
                  <a:pt x="100214" y="130641"/>
                  <a:pt x="95564" y="142267"/>
                  <a:pt x="86473" y="151144"/>
                </a:cubicBezTo>
                <a:cubicBezTo>
                  <a:pt x="77170" y="160022"/>
                  <a:pt x="65330" y="164465"/>
                  <a:pt x="50741" y="164465"/>
                </a:cubicBezTo>
                <a:cubicBezTo>
                  <a:pt x="36152" y="164465"/>
                  <a:pt x="24100" y="160022"/>
                  <a:pt x="14376" y="150932"/>
                </a:cubicBezTo>
                <a:cubicBezTo>
                  <a:pt x="4651" y="142055"/>
                  <a:pt x="0" y="130641"/>
                  <a:pt x="210" y="116900"/>
                </a:cubicBezTo>
                <a:cubicBezTo>
                  <a:pt x="210" y="99143"/>
                  <a:pt x="7398" y="86461"/>
                  <a:pt x="21776" y="792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04">
            <a:extLst xmlns:a="http://schemas.openxmlformats.org/drawingml/2006/main">
              <a:ext uri="{FF2B5EF4-FFF2-40B4-BE49-F238E27FC236}">
                <a16:creationId xmlns:a16="http://schemas.microsoft.com/office/drawing/2014/main" id="{64D76A03-BBD6-42B5-ABF3-321D7DC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1953987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9E9E9E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452" name="path-405">
            <a:extLst xmlns:a="http://schemas.openxmlformats.org/drawingml/2006/main">
              <a:ext uri="{FF2B5EF4-FFF2-40B4-BE49-F238E27FC236}">
                <a16:creationId xmlns:a16="http://schemas.microsoft.com/office/drawing/2014/main" id="{75578BE4-FCBF-41B0-A477-64EB3D7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317" y="1952106"/>
            <a:ext cx="153969" cy="163340"/>
          </a:xfrm>
          <a:custGeom xmlns:a="http://schemas.openxmlformats.org/drawingml/2006/main">
            <a:pathLst>
              <a:path w="155823" h="165306">
                <a:moveTo>
                  <a:pt x="89857" y="79483"/>
                </a:moveTo>
                <a:lnTo>
                  <a:pt x="155823" y="79483"/>
                </a:lnTo>
                <a:lnTo>
                  <a:pt x="155823" y="84768"/>
                </a:lnTo>
                <a:cubicBezTo>
                  <a:pt x="155611" y="96816"/>
                  <a:pt x="154132" y="107174"/>
                  <a:pt x="151383" y="116054"/>
                </a:cubicBezTo>
                <a:cubicBezTo>
                  <a:pt x="148633" y="124933"/>
                  <a:pt x="143983" y="133174"/>
                  <a:pt x="137641" y="140575"/>
                </a:cubicBezTo>
                <a:cubicBezTo>
                  <a:pt x="122841" y="157064"/>
                  <a:pt x="104024" y="165306"/>
                  <a:pt x="81401" y="165306"/>
                </a:cubicBezTo>
                <a:cubicBezTo>
                  <a:pt x="58777" y="165306"/>
                  <a:pt x="39538" y="157275"/>
                  <a:pt x="23681" y="141208"/>
                </a:cubicBezTo>
                <a:cubicBezTo>
                  <a:pt x="7823" y="125143"/>
                  <a:pt x="0" y="105694"/>
                  <a:pt x="0" y="82864"/>
                </a:cubicBezTo>
                <a:cubicBezTo>
                  <a:pt x="0" y="60034"/>
                  <a:pt x="8033" y="40586"/>
                  <a:pt x="24104" y="24309"/>
                </a:cubicBezTo>
                <a:cubicBezTo>
                  <a:pt x="40171" y="8242"/>
                  <a:pt x="60047" y="0"/>
                  <a:pt x="83304" y="0"/>
                </a:cubicBezTo>
                <a:cubicBezTo>
                  <a:pt x="95566" y="0"/>
                  <a:pt x="107196" y="2748"/>
                  <a:pt x="117768" y="7823"/>
                </a:cubicBezTo>
                <a:cubicBezTo>
                  <a:pt x="128337" y="12894"/>
                  <a:pt x="138697" y="21139"/>
                  <a:pt x="148633" y="32553"/>
                </a:cubicBezTo>
                <a:lnTo>
                  <a:pt x="131508" y="48831"/>
                </a:lnTo>
                <a:cubicBezTo>
                  <a:pt x="118400" y="31496"/>
                  <a:pt x="102333" y="22830"/>
                  <a:pt x="83727" y="22830"/>
                </a:cubicBezTo>
                <a:cubicBezTo>
                  <a:pt x="66814" y="22830"/>
                  <a:pt x="52645" y="28748"/>
                  <a:pt x="41230" y="40162"/>
                </a:cubicBezTo>
                <a:cubicBezTo>
                  <a:pt x="29811" y="51791"/>
                  <a:pt x="24104" y="66164"/>
                  <a:pt x="24104" y="83499"/>
                </a:cubicBezTo>
                <a:cubicBezTo>
                  <a:pt x="24104" y="101046"/>
                  <a:pt x="30234" y="115419"/>
                  <a:pt x="42499" y="126411"/>
                </a:cubicBezTo>
                <a:cubicBezTo>
                  <a:pt x="54761" y="137617"/>
                  <a:pt x="67445" y="143112"/>
                  <a:pt x="80344" y="143112"/>
                </a:cubicBezTo>
                <a:cubicBezTo>
                  <a:pt x="93029" y="143112"/>
                  <a:pt x="104235" y="139097"/>
                  <a:pt x="113749" y="131063"/>
                </a:cubicBezTo>
                <a:cubicBezTo>
                  <a:pt x="123050" y="123030"/>
                  <a:pt x="128337" y="113516"/>
                  <a:pt x="129607" y="102103"/>
                </a:cubicBezTo>
                <a:lnTo>
                  <a:pt x="89857" y="102103"/>
                </a:lnTo>
                <a:lnTo>
                  <a:pt x="89857" y="794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06">
            <a:extLst xmlns:a="http://schemas.openxmlformats.org/drawingml/2006/main">
              <a:ext uri="{FF2B5EF4-FFF2-40B4-BE49-F238E27FC236}">
                <a16:creationId xmlns:a16="http://schemas.microsoft.com/office/drawing/2014/main" id="{06F59249-5FCA-4840-9C29-56C25E6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951" y="1955239"/>
            <a:ext cx="88372" cy="157493"/>
          </a:xfrm>
          <a:custGeom xmlns:a="http://schemas.openxmlformats.org/drawingml/2006/main">
            <a:pathLst>
              <a:path w="89435" h="159389">
                <a:moveTo>
                  <a:pt x="24104" y="72295"/>
                </a:moveTo>
                <a:lnTo>
                  <a:pt x="33194" y="72295"/>
                </a:lnTo>
                <a:cubicBezTo>
                  <a:pt x="55183" y="72295"/>
                  <a:pt x="66176" y="63841"/>
                  <a:pt x="66176" y="46929"/>
                </a:cubicBezTo>
                <a:cubicBezTo>
                  <a:pt x="66176" y="30442"/>
                  <a:pt x="54760" y="22195"/>
                  <a:pt x="32137" y="22195"/>
                </a:cubicBezTo>
                <a:lnTo>
                  <a:pt x="24104" y="22195"/>
                </a:lnTo>
                <a:lnTo>
                  <a:pt x="24104" y="72295"/>
                </a:lnTo>
                <a:moveTo>
                  <a:pt x="24104" y="94704"/>
                </a:moveTo>
                <a:lnTo>
                  <a:pt x="24104" y="159389"/>
                </a:lnTo>
                <a:lnTo>
                  <a:pt x="0" y="159389"/>
                </a:lnTo>
                <a:lnTo>
                  <a:pt x="0" y="0"/>
                </a:lnTo>
                <a:lnTo>
                  <a:pt x="27275" y="0"/>
                </a:lnTo>
                <a:cubicBezTo>
                  <a:pt x="40384" y="0"/>
                  <a:pt x="50534" y="1057"/>
                  <a:pt x="57510" y="2748"/>
                </a:cubicBezTo>
                <a:cubicBezTo>
                  <a:pt x="64276" y="4652"/>
                  <a:pt x="70406" y="8243"/>
                  <a:pt x="75693" y="13318"/>
                </a:cubicBezTo>
                <a:cubicBezTo>
                  <a:pt x="84782" y="22407"/>
                  <a:pt x="89435" y="34033"/>
                  <a:pt x="89435" y="47985"/>
                </a:cubicBezTo>
                <a:cubicBezTo>
                  <a:pt x="89435" y="62149"/>
                  <a:pt x="84573" y="73564"/>
                  <a:pt x="74845" y="82019"/>
                </a:cubicBezTo>
                <a:cubicBezTo>
                  <a:pt x="65121" y="90474"/>
                  <a:pt x="51800" y="94704"/>
                  <a:pt x="35309" y="94704"/>
                </a:cubicBezTo>
                <a:lnTo>
                  <a:pt x="24104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07">
            <a:extLst xmlns:a="http://schemas.openxmlformats.org/drawingml/2006/main">
              <a:ext uri="{FF2B5EF4-FFF2-40B4-BE49-F238E27FC236}">
                <a16:creationId xmlns:a16="http://schemas.microsoft.com/office/drawing/2014/main" id="{11CB8839-3496-45D6-9BE8-9112C28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261" y="1955239"/>
            <a:ext cx="96100" cy="157493"/>
          </a:xfrm>
          <a:custGeom xmlns:a="http://schemas.openxmlformats.org/drawingml/2006/main">
            <a:pathLst>
              <a:path w="97257" h="159389">
                <a:moveTo>
                  <a:pt x="60679" y="22619"/>
                </a:moveTo>
                <a:lnTo>
                  <a:pt x="60679" y="159389"/>
                </a:lnTo>
                <a:lnTo>
                  <a:pt x="36788" y="159389"/>
                </a:lnTo>
                <a:lnTo>
                  <a:pt x="36788" y="22619"/>
                </a:lnTo>
                <a:lnTo>
                  <a:pt x="0" y="22619"/>
                </a:lnTo>
                <a:lnTo>
                  <a:pt x="0" y="0"/>
                </a:lnTo>
                <a:lnTo>
                  <a:pt x="97257" y="0"/>
                </a:lnTo>
                <a:lnTo>
                  <a:pt x="97257" y="22619"/>
                </a:lnTo>
                <a:lnTo>
                  <a:pt x="60679" y="226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08">
            <a:extLst xmlns:a="http://schemas.openxmlformats.org/drawingml/2006/main">
              <a:ext uri="{FF2B5EF4-FFF2-40B4-BE49-F238E27FC236}">
                <a16:creationId xmlns:a16="http://schemas.microsoft.com/office/drawing/2014/main" id="{EBB104A4-78E8-4BBE-A35C-6C928D5D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658" y="2052158"/>
            <a:ext cx="45545" cy="20052"/>
          </a:xfrm>
          <a:custGeom xmlns:a="http://schemas.openxmlformats.org/drawingml/2006/main">
            <a:pathLst>
              <a:path w="46093" h="20293">
                <a:moveTo>
                  <a:pt x="0" y="0"/>
                </a:moveTo>
                <a:lnTo>
                  <a:pt x="46093" y="0"/>
                </a:lnTo>
                <a:lnTo>
                  <a:pt x="46093" y="20293"/>
                </a:lnTo>
                <a:lnTo>
                  <a:pt x="0" y="20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09">
            <a:extLst xmlns:a="http://schemas.openxmlformats.org/drawingml/2006/main">
              <a:ext uri="{FF2B5EF4-FFF2-40B4-BE49-F238E27FC236}">
                <a16:creationId xmlns:a16="http://schemas.microsoft.com/office/drawing/2014/main" id="{BB58FE59-15F2-4FA6-9F49-791BF86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7172" y="1955239"/>
            <a:ext cx="108215" cy="159792"/>
          </a:xfrm>
          <a:custGeom xmlns:a="http://schemas.openxmlformats.org/drawingml/2006/main">
            <a:pathLst>
              <a:path w="109518" h="161716">
                <a:moveTo>
                  <a:pt x="56448" y="48620"/>
                </a:moveTo>
                <a:cubicBezTo>
                  <a:pt x="71884" y="48620"/>
                  <a:pt x="84572" y="53904"/>
                  <a:pt x="94508" y="64264"/>
                </a:cubicBezTo>
                <a:cubicBezTo>
                  <a:pt x="104445" y="74834"/>
                  <a:pt x="109518" y="88149"/>
                  <a:pt x="109518" y="104638"/>
                </a:cubicBezTo>
                <a:cubicBezTo>
                  <a:pt x="109518" y="121127"/>
                  <a:pt x="103809" y="134866"/>
                  <a:pt x="92605" y="145649"/>
                </a:cubicBezTo>
                <a:cubicBezTo>
                  <a:pt x="81188" y="156429"/>
                  <a:pt x="67021" y="161716"/>
                  <a:pt x="49895" y="161716"/>
                </a:cubicBezTo>
                <a:cubicBezTo>
                  <a:pt x="28755" y="161716"/>
                  <a:pt x="12051" y="151990"/>
                  <a:pt x="0" y="132331"/>
                </a:cubicBezTo>
                <a:lnTo>
                  <a:pt x="18182" y="116899"/>
                </a:lnTo>
                <a:cubicBezTo>
                  <a:pt x="23255" y="125353"/>
                  <a:pt x="28332" y="131484"/>
                  <a:pt x="33404" y="134866"/>
                </a:cubicBezTo>
                <a:cubicBezTo>
                  <a:pt x="38480" y="138251"/>
                  <a:pt x="45244" y="140153"/>
                  <a:pt x="53702" y="140153"/>
                </a:cubicBezTo>
                <a:cubicBezTo>
                  <a:pt x="62160" y="140153"/>
                  <a:pt x="69771" y="136769"/>
                  <a:pt x="76325" y="130004"/>
                </a:cubicBezTo>
                <a:cubicBezTo>
                  <a:pt x="82667" y="123241"/>
                  <a:pt x="86050" y="114784"/>
                  <a:pt x="86050" y="104638"/>
                </a:cubicBezTo>
                <a:cubicBezTo>
                  <a:pt x="86050" y="94492"/>
                  <a:pt x="82667" y="86247"/>
                  <a:pt x="76325" y="79483"/>
                </a:cubicBezTo>
                <a:cubicBezTo>
                  <a:pt x="69771" y="72930"/>
                  <a:pt x="61315" y="69759"/>
                  <a:pt x="51165" y="69759"/>
                </a:cubicBezTo>
                <a:cubicBezTo>
                  <a:pt x="41016" y="69759"/>
                  <a:pt x="31926" y="74621"/>
                  <a:pt x="24100" y="83922"/>
                </a:cubicBezTo>
                <a:lnTo>
                  <a:pt x="16279" y="83922"/>
                </a:lnTo>
                <a:lnTo>
                  <a:pt x="41226" y="0"/>
                </a:lnTo>
                <a:lnTo>
                  <a:pt x="107192" y="0"/>
                </a:lnTo>
                <a:lnTo>
                  <a:pt x="107192" y="22619"/>
                </a:lnTo>
                <a:lnTo>
                  <a:pt x="57932" y="22619"/>
                </a:lnTo>
                <a:lnTo>
                  <a:pt x="50107" y="49044"/>
                </a:lnTo>
                <a:cubicBezTo>
                  <a:pt x="52434" y="48832"/>
                  <a:pt x="54549" y="48620"/>
                  <a:pt x="56448" y="486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10">
            <a:extLst xmlns:a="http://schemas.openxmlformats.org/drawingml/2006/main">
              <a:ext uri="{FF2B5EF4-FFF2-40B4-BE49-F238E27FC236}">
                <a16:creationId xmlns:a16="http://schemas.microsoft.com/office/drawing/2014/main" id="{1D5A8C8B-E1C7-4FB0-B3DB-28660F0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067" y="2087249"/>
            <a:ext cx="28411" cy="28197"/>
          </a:xfrm>
          <a:custGeom xmlns:a="http://schemas.openxmlformats.org/drawingml/2006/main">
            <a:pathLst>
              <a:path w="28753" h="28536">
                <a:moveTo>
                  <a:pt x="4229" y="24522"/>
                </a:moveTo>
                <a:cubicBezTo>
                  <a:pt x="1270" y="21986"/>
                  <a:pt x="0" y="18602"/>
                  <a:pt x="0" y="14588"/>
                </a:cubicBezTo>
                <a:cubicBezTo>
                  <a:pt x="0" y="10569"/>
                  <a:pt x="1270" y="7186"/>
                  <a:pt x="4229" y="4228"/>
                </a:cubicBezTo>
                <a:cubicBezTo>
                  <a:pt x="6978" y="1480"/>
                  <a:pt x="10361" y="0"/>
                  <a:pt x="14377" y="0"/>
                </a:cubicBezTo>
                <a:cubicBezTo>
                  <a:pt x="18184" y="0"/>
                  <a:pt x="21568" y="1480"/>
                  <a:pt x="24527" y="4228"/>
                </a:cubicBezTo>
                <a:cubicBezTo>
                  <a:pt x="27273" y="7186"/>
                  <a:pt x="28753" y="10569"/>
                  <a:pt x="28753" y="14376"/>
                </a:cubicBezTo>
                <a:cubicBezTo>
                  <a:pt x="28753" y="18602"/>
                  <a:pt x="27273" y="21986"/>
                  <a:pt x="24527" y="24522"/>
                </a:cubicBezTo>
                <a:cubicBezTo>
                  <a:pt x="21779" y="27058"/>
                  <a:pt x="18396" y="28536"/>
                  <a:pt x="14377" y="28536"/>
                </a:cubicBezTo>
                <a:cubicBezTo>
                  <a:pt x="10361" y="28536"/>
                  <a:pt x="6978" y="27058"/>
                  <a:pt x="4229" y="245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11">
            <a:extLst xmlns:a="http://schemas.openxmlformats.org/drawingml/2006/main">
              <a:ext uri="{FF2B5EF4-FFF2-40B4-BE49-F238E27FC236}">
                <a16:creationId xmlns:a16="http://schemas.microsoft.com/office/drawing/2014/main" id="{6609C5C8-85DA-4E80-9A93-B8C5E0F9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8533" y="1943541"/>
            <a:ext cx="117829" cy="169191"/>
          </a:xfrm>
          <a:custGeom xmlns:a="http://schemas.openxmlformats.org/drawingml/2006/main">
            <a:pathLst>
              <a:path w="119247" h="171228">
                <a:moveTo>
                  <a:pt x="78229" y="126835"/>
                </a:moveTo>
                <a:lnTo>
                  <a:pt x="78229" y="73353"/>
                </a:lnTo>
                <a:lnTo>
                  <a:pt x="41653" y="126835"/>
                </a:lnTo>
                <a:lnTo>
                  <a:pt x="78229" y="126835"/>
                </a:lnTo>
                <a:moveTo>
                  <a:pt x="102333" y="126835"/>
                </a:moveTo>
                <a:lnTo>
                  <a:pt x="119247" y="126835"/>
                </a:lnTo>
                <a:lnTo>
                  <a:pt x="119247" y="148609"/>
                </a:lnTo>
                <a:lnTo>
                  <a:pt x="102333" y="148609"/>
                </a:lnTo>
                <a:lnTo>
                  <a:pt x="102333" y="171228"/>
                </a:lnTo>
                <a:lnTo>
                  <a:pt x="78229" y="171228"/>
                </a:lnTo>
                <a:lnTo>
                  <a:pt x="78229" y="148609"/>
                </a:lnTo>
                <a:lnTo>
                  <a:pt x="0" y="148609"/>
                </a:lnTo>
                <a:lnTo>
                  <a:pt x="102333" y="0"/>
                </a:lnTo>
                <a:lnTo>
                  <a:pt x="102333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12">
            <a:extLst xmlns:a="http://schemas.openxmlformats.org/drawingml/2006/main">
              <a:ext uri="{FF2B5EF4-FFF2-40B4-BE49-F238E27FC236}">
                <a16:creationId xmlns:a16="http://schemas.microsoft.com/office/drawing/2014/main" id="{D334C51A-0D71-41EF-9277-1C8C63A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2305596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6CABA4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460" name="path-413">
            <a:extLst xmlns:a="http://schemas.openxmlformats.org/drawingml/2006/main">
              <a:ext uri="{FF2B5EF4-FFF2-40B4-BE49-F238E27FC236}">
                <a16:creationId xmlns:a16="http://schemas.microsoft.com/office/drawing/2014/main" id="{E3D2F408-5B76-4BAC-9994-11EBB1EA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317" y="2303716"/>
            <a:ext cx="153969" cy="163343"/>
          </a:xfrm>
          <a:custGeom xmlns:a="http://schemas.openxmlformats.org/drawingml/2006/main">
            <a:pathLst>
              <a:path w="155823" h="165309">
                <a:moveTo>
                  <a:pt x="89857" y="79483"/>
                </a:moveTo>
                <a:lnTo>
                  <a:pt x="155823" y="79483"/>
                </a:lnTo>
                <a:lnTo>
                  <a:pt x="155823" y="84767"/>
                </a:lnTo>
                <a:cubicBezTo>
                  <a:pt x="155611" y="96817"/>
                  <a:pt x="154132" y="107176"/>
                  <a:pt x="151383" y="116054"/>
                </a:cubicBezTo>
                <a:cubicBezTo>
                  <a:pt x="148633" y="124931"/>
                  <a:pt x="143983" y="133177"/>
                  <a:pt x="137641" y="140575"/>
                </a:cubicBezTo>
                <a:cubicBezTo>
                  <a:pt x="122841" y="157064"/>
                  <a:pt x="104024" y="165309"/>
                  <a:pt x="81401" y="165309"/>
                </a:cubicBezTo>
                <a:cubicBezTo>
                  <a:pt x="58777" y="165309"/>
                  <a:pt x="39538" y="157276"/>
                  <a:pt x="23681" y="141209"/>
                </a:cubicBezTo>
                <a:cubicBezTo>
                  <a:pt x="7823" y="125143"/>
                  <a:pt x="0" y="105696"/>
                  <a:pt x="0" y="82866"/>
                </a:cubicBezTo>
                <a:cubicBezTo>
                  <a:pt x="0" y="60036"/>
                  <a:pt x="8033" y="40585"/>
                  <a:pt x="24104" y="24310"/>
                </a:cubicBezTo>
                <a:cubicBezTo>
                  <a:pt x="40171" y="8243"/>
                  <a:pt x="60047" y="0"/>
                  <a:pt x="83304" y="0"/>
                </a:cubicBezTo>
                <a:cubicBezTo>
                  <a:pt x="95566" y="0"/>
                  <a:pt x="107196" y="2748"/>
                  <a:pt x="117768" y="7821"/>
                </a:cubicBezTo>
                <a:cubicBezTo>
                  <a:pt x="128337" y="12894"/>
                  <a:pt x="138697" y="21139"/>
                  <a:pt x="148633" y="32554"/>
                </a:cubicBezTo>
                <a:lnTo>
                  <a:pt x="131508" y="48832"/>
                </a:lnTo>
                <a:cubicBezTo>
                  <a:pt x="118400" y="31496"/>
                  <a:pt x="102333" y="22830"/>
                  <a:pt x="83727" y="22830"/>
                </a:cubicBezTo>
                <a:cubicBezTo>
                  <a:pt x="66814" y="22830"/>
                  <a:pt x="52645" y="28748"/>
                  <a:pt x="41230" y="40165"/>
                </a:cubicBezTo>
                <a:cubicBezTo>
                  <a:pt x="29811" y="51791"/>
                  <a:pt x="24104" y="66167"/>
                  <a:pt x="24104" y="83499"/>
                </a:cubicBezTo>
                <a:cubicBezTo>
                  <a:pt x="24104" y="101046"/>
                  <a:pt x="30234" y="115419"/>
                  <a:pt x="42499" y="126412"/>
                </a:cubicBezTo>
                <a:cubicBezTo>
                  <a:pt x="54761" y="137617"/>
                  <a:pt x="67445" y="143112"/>
                  <a:pt x="80344" y="143112"/>
                </a:cubicBezTo>
                <a:cubicBezTo>
                  <a:pt x="93029" y="143112"/>
                  <a:pt x="104235" y="139097"/>
                  <a:pt x="113749" y="131062"/>
                </a:cubicBezTo>
                <a:cubicBezTo>
                  <a:pt x="123050" y="123028"/>
                  <a:pt x="128337" y="113516"/>
                  <a:pt x="129607" y="102101"/>
                </a:cubicBezTo>
                <a:lnTo>
                  <a:pt x="89857" y="102101"/>
                </a:lnTo>
                <a:lnTo>
                  <a:pt x="89857" y="794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14">
            <a:extLst xmlns:a="http://schemas.openxmlformats.org/drawingml/2006/main">
              <a:ext uri="{FF2B5EF4-FFF2-40B4-BE49-F238E27FC236}">
                <a16:creationId xmlns:a16="http://schemas.microsoft.com/office/drawing/2014/main" id="{20F8FD81-D390-4C1D-979D-436E3F35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3970" y="2362201"/>
            <a:ext cx="96096" cy="104858"/>
          </a:xfrm>
          <a:custGeom xmlns:a="http://schemas.openxmlformats.org/drawingml/2006/main">
            <a:pathLst>
              <a:path w="97253" h="106120">
                <a:moveTo>
                  <a:pt x="49050" y="20926"/>
                </a:moveTo>
                <a:cubicBezTo>
                  <a:pt x="40170" y="20926"/>
                  <a:pt x="33615" y="24733"/>
                  <a:pt x="29176" y="31920"/>
                </a:cubicBezTo>
                <a:cubicBezTo>
                  <a:pt x="27486" y="34246"/>
                  <a:pt x="26426" y="36782"/>
                  <a:pt x="25795" y="39531"/>
                </a:cubicBezTo>
                <a:lnTo>
                  <a:pt x="72518" y="39531"/>
                </a:lnTo>
                <a:cubicBezTo>
                  <a:pt x="69136" y="27270"/>
                  <a:pt x="61314" y="20926"/>
                  <a:pt x="49050" y="20926"/>
                </a:cubicBezTo>
                <a:moveTo>
                  <a:pt x="49261" y="85614"/>
                </a:moveTo>
                <a:cubicBezTo>
                  <a:pt x="55816" y="85614"/>
                  <a:pt x="61100" y="84345"/>
                  <a:pt x="64905" y="81386"/>
                </a:cubicBezTo>
                <a:cubicBezTo>
                  <a:pt x="68499" y="78639"/>
                  <a:pt x="72730" y="73565"/>
                  <a:pt x="77591" y="66167"/>
                </a:cubicBezTo>
                <a:lnTo>
                  <a:pt x="97253" y="76947"/>
                </a:lnTo>
                <a:cubicBezTo>
                  <a:pt x="88375" y="92167"/>
                  <a:pt x="77380" y="101469"/>
                  <a:pt x="64272" y="104428"/>
                </a:cubicBezTo>
                <a:cubicBezTo>
                  <a:pt x="59623" y="105485"/>
                  <a:pt x="54756" y="106120"/>
                  <a:pt x="49682" y="106120"/>
                </a:cubicBezTo>
                <a:cubicBezTo>
                  <a:pt x="34670" y="106120"/>
                  <a:pt x="22620" y="101469"/>
                  <a:pt x="13530" y="91743"/>
                </a:cubicBezTo>
                <a:cubicBezTo>
                  <a:pt x="4437" y="82231"/>
                  <a:pt x="0" y="69337"/>
                  <a:pt x="0" y="53271"/>
                </a:cubicBezTo>
                <a:cubicBezTo>
                  <a:pt x="0" y="37417"/>
                  <a:pt x="4226" y="24522"/>
                  <a:pt x="13107" y="14587"/>
                </a:cubicBezTo>
                <a:cubicBezTo>
                  <a:pt x="21988" y="4862"/>
                  <a:pt x="33828" y="0"/>
                  <a:pt x="48626" y="0"/>
                </a:cubicBezTo>
                <a:cubicBezTo>
                  <a:pt x="63425" y="212"/>
                  <a:pt x="75056" y="5075"/>
                  <a:pt x="83513" y="14376"/>
                </a:cubicBezTo>
                <a:cubicBezTo>
                  <a:pt x="91971" y="23677"/>
                  <a:pt x="96408" y="36571"/>
                  <a:pt x="96408" y="53060"/>
                </a:cubicBezTo>
                <a:lnTo>
                  <a:pt x="96197" y="58556"/>
                </a:lnTo>
                <a:lnTo>
                  <a:pt x="24311" y="58556"/>
                </a:lnTo>
                <a:cubicBezTo>
                  <a:pt x="24735" y="67010"/>
                  <a:pt x="27486" y="73565"/>
                  <a:pt x="32136" y="78216"/>
                </a:cubicBezTo>
                <a:cubicBezTo>
                  <a:pt x="36786" y="83077"/>
                  <a:pt x="42497" y="85614"/>
                  <a:pt x="49261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15">
            <a:extLst xmlns:a="http://schemas.openxmlformats.org/drawingml/2006/main">
              <a:ext uri="{FF2B5EF4-FFF2-40B4-BE49-F238E27FC236}">
                <a16:creationId xmlns:a16="http://schemas.microsoft.com/office/drawing/2014/main" id="{A9A08EFC-1915-4A76-9D91-A9561D75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4092" y="2362201"/>
            <a:ext cx="136422" cy="102141"/>
          </a:xfrm>
          <a:custGeom xmlns:a="http://schemas.openxmlformats.org/drawingml/2006/main">
            <a:pathLst>
              <a:path w="138064" h="103370">
                <a:moveTo>
                  <a:pt x="0" y="2748"/>
                </a:moveTo>
                <a:lnTo>
                  <a:pt x="23258" y="2748"/>
                </a:lnTo>
                <a:lnTo>
                  <a:pt x="23258" y="12049"/>
                </a:lnTo>
                <a:cubicBezTo>
                  <a:pt x="27699" y="7398"/>
                  <a:pt x="31506" y="4440"/>
                  <a:pt x="34887" y="2748"/>
                </a:cubicBezTo>
                <a:cubicBezTo>
                  <a:pt x="38270" y="1056"/>
                  <a:pt x="42286" y="212"/>
                  <a:pt x="47359" y="0"/>
                </a:cubicBezTo>
                <a:cubicBezTo>
                  <a:pt x="58777" y="0"/>
                  <a:pt x="67657" y="5075"/>
                  <a:pt x="74423" y="15009"/>
                </a:cubicBezTo>
                <a:cubicBezTo>
                  <a:pt x="81612" y="5075"/>
                  <a:pt x="91549" y="0"/>
                  <a:pt x="104025" y="0"/>
                </a:cubicBezTo>
                <a:cubicBezTo>
                  <a:pt x="126645" y="0"/>
                  <a:pt x="138064" y="13741"/>
                  <a:pt x="138064" y="41222"/>
                </a:cubicBezTo>
                <a:lnTo>
                  <a:pt x="138064" y="103370"/>
                </a:lnTo>
                <a:lnTo>
                  <a:pt x="114595" y="103370"/>
                </a:lnTo>
                <a:lnTo>
                  <a:pt x="114595" y="47564"/>
                </a:lnTo>
                <a:cubicBezTo>
                  <a:pt x="114595" y="37839"/>
                  <a:pt x="113325" y="31076"/>
                  <a:pt x="111001" y="27058"/>
                </a:cubicBezTo>
                <a:cubicBezTo>
                  <a:pt x="108675" y="23042"/>
                  <a:pt x="104448" y="20926"/>
                  <a:pt x="98527" y="20926"/>
                </a:cubicBezTo>
                <a:cubicBezTo>
                  <a:pt x="92605" y="20926"/>
                  <a:pt x="88165" y="23466"/>
                  <a:pt x="85207" y="28328"/>
                </a:cubicBezTo>
                <a:cubicBezTo>
                  <a:pt x="82247" y="33188"/>
                  <a:pt x="80977" y="40797"/>
                  <a:pt x="80977" y="51368"/>
                </a:cubicBezTo>
                <a:lnTo>
                  <a:pt x="80977" y="103370"/>
                </a:lnTo>
                <a:lnTo>
                  <a:pt x="57508" y="103370"/>
                </a:lnTo>
                <a:lnTo>
                  <a:pt x="57508" y="47775"/>
                </a:lnTo>
                <a:cubicBezTo>
                  <a:pt x="57508" y="30016"/>
                  <a:pt x="52223" y="20926"/>
                  <a:pt x="42075" y="20926"/>
                </a:cubicBezTo>
                <a:cubicBezTo>
                  <a:pt x="35520" y="20926"/>
                  <a:pt x="30657" y="23466"/>
                  <a:pt x="27699" y="28328"/>
                </a:cubicBezTo>
                <a:cubicBezTo>
                  <a:pt x="24739" y="33399"/>
                  <a:pt x="23258" y="41009"/>
                  <a:pt x="23258" y="51368"/>
                </a:cubicBezTo>
                <a:lnTo>
                  <a:pt x="23258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16">
            <a:extLst xmlns:a="http://schemas.openxmlformats.org/drawingml/2006/main">
              <a:ext uri="{FF2B5EF4-FFF2-40B4-BE49-F238E27FC236}">
                <a16:creationId xmlns:a16="http://schemas.microsoft.com/office/drawing/2014/main" id="{C482B690-1088-49A3-8583-73CED3F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6001" y="2308937"/>
            <a:ext cx="29876" cy="155405"/>
          </a:xfrm>
          <a:custGeom xmlns:a="http://schemas.openxmlformats.org/drawingml/2006/main">
            <a:pathLst>
              <a:path w="30236" h="157276">
                <a:moveTo>
                  <a:pt x="4441" y="25790"/>
                </a:moveTo>
                <a:cubicBezTo>
                  <a:pt x="1481" y="22830"/>
                  <a:pt x="0" y="19238"/>
                  <a:pt x="0" y="15010"/>
                </a:cubicBezTo>
                <a:cubicBezTo>
                  <a:pt x="0" y="10993"/>
                  <a:pt x="1481" y="7401"/>
                  <a:pt x="4441" y="4439"/>
                </a:cubicBezTo>
                <a:cubicBezTo>
                  <a:pt x="7400" y="1480"/>
                  <a:pt x="10784" y="0"/>
                  <a:pt x="15012" y="0"/>
                </a:cubicBezTo>
                <a:cubicBezTo>
                  <a:pt x="19028" y="0"/>
                  <a:pt x="22623" y="1480"/>
                  <a:pt x="25795" y="4230"/>
                </a:cubicBezTo>
                <a:cubicBezTo>
                  <a:pt x="28756" y="7190"/>
                  <a:pt x="30236" y="10781"/>
                  <a:pt x="30236" y="15010"/>
                </a:cubicBezTo>
                <a:cubicBezTo>
                  <a:pt x="30024" y="19238"/>
                  <a:pt x="28542" y="22830"/>
                  <a:pt x="25581" y="25790"/>
                </a:cubicBezTo>
                <a:cubicBezTo>
                  <a:pt x="22623" y="28752"/>
                  <a:pt x="19239" y="30231"/>
                  <a:pt x="15012" y="30231"/>
                </a:cubicBezTo>
                <a:cubicBezTo>
                  <a:pt x="10784" y="30231"/>
                  <a:pt x="7400" y="28752"/>
                  <a:pt x="4441" y="25790"/>
                </a:cubicBezTo>
                <a:moveTo>
                  <a:pt x="26641" y="56653"/>
                </a:moveTo>
                <a:lnTo>
                  <a:pt x="26641" y="157276"/>
                </a:lnTo>
                <a:lnTo>
                  <a:pt x="3382" y="157276"/>
                </a:lnTo>
                <a:lnTo>
                  <a:pt x="3382" y="56653"/>
                </a:lnTo>
                <a:lnTo>
                  <a:pt x="26641" y="566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17">
            <a:extLst xmlns:a="http://schemas.openxmlformats.org/drawingml/2006/main">
              <a:ext uri="{FF2B5EF4-FFF2-40B4-BE49-F238E27FC236}">
                <a16:creationId xmlns:a16="http://schemas.microsoft.com/office/drawing/2014/main" id="{82A79F3C-6652-4822-BE4D-16604E2F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61" y="2362201"/>
            <a:ext cx="85654" cy="102141"/>
          </a:xfrm>
          <a:custGeom xmlns:a="http://schemas.openxmlformats.org/drawingml/2006/main">
            <a:pathLst>
              <a:path w="86685" h="103370">
                <a:moveTo>
                  <a:pt x="0" y="2748"/>
                </a:moveTo>
                <a:lnTo>
                  <a:pt x="23470" y="2748"/>
                </a:lnTo>
                <a:lnTo>
                  <a:pt x="23470" y="12049"/>
                </a:lnTo>
                <a:cubicBezTo>
                  <a:pt x="31503" y="4015"/>
                  <a:pt x="41018" y="0"/>
                  <a:pt x="52014" y="0"/>
                </a:cubicBezTo>
                <a:cubicBezTo>
                  <a:pt x="63006" y="0"/>
                  <a:pt x="71463" y="3595"/>
                  <a:pt x="77596" y="10357"/>
                </a:cubicBezTo>
                <a:cubicBezTo>
                  <a:pt x="83515" y="17124"/>
                  <a:pt x="86685" y="27693"/>
                  <a:pt x="86685" y="41645"/>
                </a:cubicBezTo>
                <a:lnTo>
                  <a:pt x="86685" y="103370"/>
                </a:lnTo>
                <a:lnTo>
                  <a:pt x="63430" y="103370"/>
                </a:lnTo>
                <a:lnTo>
                  <a:pt x="63430" y="47140"/>
                </a:lnTo>
                <a:cubicBezTo>
                  <a:pt x="63430" y="37417"/>
                  <a:pt x="61950" y="30440"/>
                  <a:pt x="59202" y="26637"/>
                </a:cubicBezTo>
                <a:cubicBezTo>
                  <a:pt x="56452" y="22830"/>
                  <a:pt x="51379" y="20926"/>
                  <a:pt x="43980" y="20926"/>
                </a:cubicBezTo>
                <a:cubicBezTo>
                  <a:pt x="36579" y="20926"/>
                  <a:pt x="31293" y="23466"/>
                  <a:pt x="28122" y="28538"/>
                </a:cubicBezTo>
                <a:cubicBezTo>
                  <a:pt x="24950" y="33611"/>
                  <a:pt x="23470" y="42489"/>
                  <a:pt x="23470" y="54963"/>
                </a:cubicBezTo>
                <a:lnTo>
                  <a:pt x="23470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18">
            <a:extLst xmlns:a="http://schemas.openxmlformats.org/drawingml/2006/main">
              <a:ext uri="{FF2B5EF4-FFF2-40B4-BE49-F238E27FC236}">
                <a16:creationId xmlns:a16="http://schemas.microsoft.com/office/drawing/2014/main" id="{8F210593-C039-4530-B737-37117305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03" y="2308937"/>
            <a:ext cx="29875" cy="155405"/>
          </a:xfrm>
          <a:custGeom xmlns:a="http://schemas.openxmlformats.org/drawingml/2006/main">
            <a:pathLst>
              <a:path w="30234" h="157276">
                <a:moveTo>
                  <a:pt x="4442" y="25790"/>
                </a:moveTo>
                <a:cubicBezTo>
                  <a:pt x="1480" y="22830"/>
                  <a:pt x="0" y="19238"/>
                  <a:pt x="0" y="15010"/>
                </a:cubicBezTo>
                <a:cubicBezTo>
                  <a:pt x="0" y="10993"/>
                  <a:pt x="1480" y="7401"/>
                  <a:pt x="4442" y="4439"/>
                </a:cubicBezTo>
                <a:cubicBezTo>
                  <a:pt x="7402" y="1480"/>
                  <a:pt x="10784" y="0"/>
                  <a:pt x="15011" y="0"/>
                </a:cubicBezTo>
                <a:cubicBezTo>
                  <a:pt x="19030" y="0"/>
                  <a:pt x="22624" y="1480"/>
                  <a:pt x="25795" y="4230"/>
                </a:cubicBezTo>
                <a:cubicBezTo>
                  <a:pt x="28755" y="7190"/>
                  <a:pt x="30234" y="10781"/>
                  <a:pt x="30234" y="15010"/>
                </a:cubicBezTo>
                <a:cubicBezTo>
                  <a:pt x="30022" y="19238"/>
                  <a:pt x="28544" y="22830"/>
                  <a:pt x="25584" y="25790"/>
                </a:cubicBezTo>
                <a:cubicBezTo>
                  <a:pt x="22624" y="28752"/>
                  <a:pt x="19241" y="30231"/>
                  <a:pt x="15011" y="30231"/>
                </a:cubicBezTo>
                <a:cubicBezTo>
                  <a:pt x="10784" y="30231"/>
                  <a:pt x="7402" y="28752"/>
                  <a:pt x="4442" y="25790"/>
                </a:cubicBezTo>
                <a:moveTo>
                  <a:pt x="26639" y="56653"/>
                </a:moveTo>
                <a:lnTo>
                  <a:pt x="26639" y="157276"/>
                </a:lnTo>
                <a:lnTo>
                  <a:pt x="3384" y="157276"/>
                </a:lnTo>
                <a:lnTo>
                  <a:pt x="3384" y="56653"/>
                </a:lnTo>
                <a:lnTo>
                  <a:pt x="26639" y="566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19">
            <a:extLst xmlns:a="http://schemas.openxmlformats.org/drawingml/2006/main">
              <a:ext uri="{FF2B5EF4-FFF2-40B4-BE49-F238E27FC236}">
                <a16:creationId xmlns:a16="http://schemas.microsoft.com/office/drawing/2014/main" id="{4FE3F03F-B4A7-47F4-955D-55773493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6780" y="2304134"/>
            <a:ext cx="100487" cy="162506"/>
          </a:xfrm>
          <a:custGeom xmlns:a="http://schemas.openxmlformats.org/drawingml/2006/main">
            <a:pathLst>
              <a:path w="101696" h="164462">
                <a:moveTo>
                  <a:pt x="45879" y="88149"/>
                </a:moveTo>
                <a:lnTo>
                  <a:pt x="45879" y="67644"/>
                </a:lnTo>
                <a:cubicBezTo>
                  <a:pt x="56028" y="67644"/>
                  <a:pt x="62795" y="66587"/>
                  <a:pt x="66388" y="64260"/>
                </a:cubicBezTo>
                <a:cubicBezTo>
                  <a:pt x="72519" y="60458"/>
                  <a:pt x="75691" y="54538"/>
                  <a:pt x="75691" y="46505"/>
                </a:cubicBezTo>
                <a:cubicBezTo>
                  <a:pt x="75691" y="38684"/>
                  <a:pt x="73365" y="32553"/>
                  <a:pt x="68924" y="28325"/>
                </a:cubicBezTo>
                <a:cubicBezTo>
                  <a:pt x="64275" y="24098"/>
                  <a:pt x="58565" y="21984"/>
                  <a:pt x="51798" y="21772"/>
                </a:cubicBezTo>
                <a:cubicBezTo>
                  <a:pt x="44824" y="21772"/>
                  <a:pt x="39537" y="23463"/>
                  <a:pt x="35944" y="26633"/>
                </a:cubicBezTo>
                <a:cubicBezTo>
                  <a:pt x="32560" y="30017"/>
                  <a:pt x="29809" y="35724"/>
                  <a:pt x="28118" y="43334"/>
                </a:cubicBezTo>
                <a:lnTo>
                  <a:pt x="4228" y="43334"/>
                </a:lnTo>
                <a:cubicBezTo>
                  <a:pt x="6766" y="28538"/>
                  <a:pt x="11840" y="17546"/>
                  <a:pt x="19450" y="10358"/>
                </a:cubicBezTo>
                <a:cubicBezTo>
                  <a:pt x="27063" y="3380"/>
                  <a:pt x="38056" y="0"/>
                  <a:pt x="52011" y="0"/>
                </a:cubicBezTo>
                <a:cubicBezTo>
                  <a:pt x="65753" y="0"/>
                  <a:pt x="76961" y="4017"/>
                  <a:pt x="85839" y="12261"/>
                </a:cubicBezTo>
                <a:cubicBezTo>
                  <a:pt x="94719" y="20716"/>
                  <a:pt x="99158" y="31708"/>
                  <a:pt x="99158" y="45449"/>
                </a:cubicBezTo>
                <a:cubicBezTo>
                  <a:pt x="99158" y="59189"/>
                  <a:pt x="93239" y="70182"/>
                  <a:pt x="81823" y="78213"/>
                </a:cubicBezTo>
                <a:cubicBezTo>
                  <a:pt x="94932" y="86036"/>
                  <a:pt x="101696" y="98720"/>
                  <a:pt x="101696" y="116054"/>
                </a:cubicBezTo>
                <a:cubicBezTo>
                  <a:pt x="101696" y="130428"/>
                  <a:pt x="96834" y="142054"/>
                  <a:pt x="87110" y="150933"/>
                </a:cubicBezTo>
                <a:cubicBezTo>
                  <a:pt x="77382" y="160024"/>
                  <a:pt x="65121" y="164462"/>
                  <a:pt x="50107" y="164462"/>
                </a:cubicBezTo>
                <a:cubicBezTo>
                  <a:pt x="30868" y="164462"/>
                  <a:pt x="16703" y="157486"/>
                  <a:pt x="7401" y="143535"/>
                </a:cubicBezTo>
                <a:cubicBezTo>
                  <a:pt x="3594" y="137614"/>
                  <a:pt x="1057" y="129583"/>
                  <a:pt x="0" y="119013"/>
                </a:cubicBezTo>
                <a:lnTo>
                  <a:pt x="23255" y="119013"/>
                </a:lnTo>
                <a:cubicBezTo>
                  <a:pt x="24524" y="126833"/>
                  <a:pt x="27487" y="132754"/>
                  <a:pt x="32348" y="136769"/>
                </a:cubicBezTo>
                <a:cubicBezTo>
                  <a:pt x="37000" y="140997"/>
                  <a:pt x="43343" y="142900"/>
                  <a:pt x="51166" y="142900"/>
                </a:cubicBezTo>
                <a:cubicBezTo>
                  <a:pt x="58776" y="142900"/>
                  <a:pt x="65330" y="140364"/>
                  <a:pt x="70404" y="135077"/>
                </a:cubicBezTo>
                <a:cubicBezTo>
                  <a:pt x="75479" y="129795"/>
                  <a:pt x="78017" y="123030"/>
                  <a:pt x="78017" y="114996"/>
                </a:cubicBezTo>
                <a:cubicBezTo>
                  <a:pt x="78017" y="104427"/>
                  <a:pt x="74210" y="96605"/>
                  <a:pt x="66601" y="91954"/>
                </a:cubicBezTo>
                <a:cubicBezTo>
                  <a:pt x="61946" y="89417"/>
                  <a:pt x="55182" y="88149"/>
                  <a:pt x="45879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20">
            <a:extLst xmlns:a="http://schemas.openxmlformats.org/drawingml/2006/main">
              <a:ext uri="{FF2B5EF4-FFF2-40B4-BE49-F238E27FC236}">
                <a16:creationId xmlns:a16="http://schemas.microsoft.com/office/drawing/2014/main" id="{0269D55D-FA6A-4996-A967-DA87185B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872" y="2438859"/>
            <a:ext cx="28413" cy="28201"/>
          </a:xfrm>
          <a:custGeom xmlns:a="http://schemas.openxmlformats.org/drawingml/2006/main">
            <a:pathLst>
              <a:path w="28755" h="28540">
                <a:moveTo>
                  <a:pt x="4228" y="24521"/>
                </a:moveTo>
                <a:cubicBezTo>
                  <a:pt x="1268" y="21985"/>
                  <a:pt x="0" y="18602"/>
                  <a:pt x="0" y="14587"/>
                </a:cubicBezTo>
                <a:cubicBezTo>
                  <a:pt x="0" y="10569"/>
                  <a:pt x="1268" y="7189"/>
                  <a:pt x="4228" y="4226"/>
                </a:cubicBezTo>
                <a:cubicBezTo>
                  <a:pt x="6974" y="1480"/>
                  <a:pt x="10358" y="0"/>
                  <a:pt x="14376" y="0"/>
                </a:cubicBezTo>
                <a:cubicBezTo>
                  <a:pt x="18182" y="0"/>
                  <a:pt x="21565" y="1480"/>
                  <a:pt x="24524" y="4226"/>
                </a:cubicBezTo>
                <a:cubicBezTo>
                  <a:pt x="27272" y="7189"/>
                  <a:pt x="28755" y="10569"/>
                  <a:pt x="28755" y="14376"/>
                </a:cubicBezTo>
                <a:cubicBezTo>
                  <a:pt x="28755" y="18602"/>
                  <a:pt x="27272" y="21985"/>
                  <a:pt x="24524" y="24521"/>
                </a:cubicBezTo>
                <a:cubicBezTo>
                  <a:pt x="21777" y="27060"/>
                  <a:pt x="18394" y="28540"/>
                  <a:pt x="14376" y="28540"/>
                </a:cubicBezTo>
                <a:cubicBezTo>
                  <a:pt x="10358" y="28540"/>
                  <a:pt x="6974" y="27060"/>
                  <a:pt x="4228" y="245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21">
            <a:extLst xmlns:a="http://schemas.openxmlformats.org/drawingml/2006/main">
              <a:ext uri="{FF2B5EF4-FFF2-40B4-BE49-F238E27FC236}">
                <a16:creationId xmlns:a16="http://schemas.microsoft.com/office/drawing/2014/main" id="{72BA3DE9-415C-446F-AC02-D92CD43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0916" y="2306851"/>
            <a:ext cx="50976" cy="157492"/>
          </a:xfrm>
          <a:custGeom xmlns:a="http://schemas.openxmlformats.org/drawingml/2006/main">
            <a:pathLst>
              <a:path w="51589" h="159387">
                <a:moveTo>
                  <a:pt x="27486" y="22617"/>
                </a:moveTo>
                <a:lnTo>
                  <a:pt x="0" y="22617"/>
                </a:lnTo>
                <a:lnTo>
                  <a:pt x="13107" y="0"/>
                </a:lnTo>
                <a:lnTo>
                  <a:pt x="51589" y="0"/>
                </a:lnTo>
                <a:lnTo>
                  <a:pt x="51589" y="159387"/>
                </a:lnTo>
                <a:lnTo>
                  <a:pt x="27486" y="159387"/>
                </a:lnTo>
                <a:lnTo>
                  <a:pt x="27486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22">
            <a:extLst xmlns:a="http://schemas.openxmlformats.org/drawingml/2006/main">
              <a:ext uri="{FF2B5EF4-FFF2-40B4-BE49-F238E27FC236}">
                <a16:creationId xmlns:a16="http://schemas.microsoft.com/office/drawing/2014/main" id="{0D91E7F5-2CE9-48ED-AA27-187EE6B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3713" y="2306851"/>
            <a:ext cx="88371" cy="157492"/>
          </a:xfrm>
          <a:custGeom xmlns:a="http://schemas.openxmlformats.org/drawingml/2006/main">
            <a:pathLst>
              <a:path w="89434" h="159387">
                <a:moveTo>
                  <a:pt x="24104" y="72294"/>
                </a:moveTo>
                <a:lnTo>
                  <a:pt x="33197" y="72294"/>
                </a:lnTo>
                <a:cubicBezTo>
                  <a:pt x="55186" y="72294"/>
                  <a:pt x="66176" y="63838"/>
                  <a:pt x="66176" y="46928"/>
                </a:cubicBezTo>
                <a:cubicBezTo>
                  <a:pt x="66176" y="30439"/>
                  <a:pt x="54761" y="22195"/>
                  <a:pt x="32137" y="22195"/>
                </a:cubicBezTo>
                <a:lnTo>
                  <a:pt x="24104" y="22195"/>
                </a:lnTo>
                <a:lnTo>
                  <a:pt x="24104" y="72294"/>
                </a:lnTo>
                <a:moveTo>
                  <a:pt x="24104" y="94702"/>
                </a:moveTo>
                <a:lnTo>
                  <a:pt x="24104" y="159387"/>
                </a:lnTo>
                <a:lnTo>
                  <a:pt x="0" y="159387"/>
                </a:lnTo>
                <a:lnTo>
                  <a:pt x="0" y="0"/>
                </a:lnTo>
                <a:lnTo>
                  <a:pt x="27276" y="0"/>
                </a:lnTo>
                <a:cubicBezTo>
                  <a:pt x="40384" y="0"/>
                  <a:pt x="50531" y="1054"/>
                  <a:pt x="57508" y="2746"/>
                </a:cubicBezTo>
                <a:cubicBezTo>
                  <a:pt x="64275" y="4649"/>
                  <a:pt x="70408" y="8242"/>
                  <a:pt x="75691" y="13316"/>
                </a:cubicBezTo>
                <a:cubicBezTo>
                  <a:pt x="84782" y="22406"/>
                  <a:pt x="89434" y="34032"/>
                  <a:pt x="89434" y="47984"/>
                </a:cubicBezTo>
                <a:cubicBezTo>
                  <a:pt x="89434" y="62146"/>
                  <a:pt x="84572" y="73564"/>
                  <a:pt x="74847" y="82018"/>
                </a:cubicBezTo>
                <a:cubicBezTo>
                  <a:pt x="65121" y="90473"/>
                  <a:pt x="51803" y="94702"/>
                  <a:pt x="35309" y="94702"/>
                </a:cubicBezTo>
                <a:lnTo>
                  <a:pt x="24104" y="947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23">
            <a:extLst xmlns:a="http://schemas.openxmlformats.org/drawingml/2006/main">
              <a:ext uri="{FF2B5EF4-FFF2-40B4-BE49-F238E27FC236}">
                <a16:creationId xmlns:a16="http://schemas.microsoft.com/office/drawing/2014/main" id="{EB9222CB-00DB-4C3B-B145-2AFC4C01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2139" y="2362201"/>
            <a:ext cx="64974" cy="102141"/>
          </a:xfrm>
          <a:custGeom xmlns:a="http://schemas.openxmlformats.org/drawingml/2006/main">
            <a:pathLst>
              <a:path w="65756" h="103370">
                <a:moveTo>
                  <a:pt x="0" y="2748"/>
                </a:moveTo>
                <a:lnTo>
                  <a:pt x="23259" y="2748"/>
                </a:lnTo>
                <a:lnTo>
                  <a:pt x="23259" y="11838"/>
                </a:lnTo>
                <a:cubicBezTo>
                  <a:pt x="27487" y="7398"/>
                  <a:pt x="31293" y="4440"/>
                  <a:pt x="34675" y="2748"/>
                </a:cubicBezTo>
                <a:cubicBezTo>
                  <a:pt x="38057" y="1056"/>
                  <a:pt x="42286" y="212"/>
                  <a:pt x="47784" y="0"/>
                </a:cubicBezTo>
                <a:cubicBezTo>
                  <a:pt x="53068" y="0"/>
                  <a:pt x="58990" y="2115"/>
                  <a:pt x="65756" y="6129"/>
                </a:cubicBezTo>
                <a:lnTo>
                  <a:pt x="55183" y="27270"/>
                </a:lnTo>
                <a:cubicBezTo>
                  <a:pt x="50742" y="24310"/>
                  <a:pt x="46515" y="22618"/>
                  <a:pt x="42286" y="22618"/>
                </a:cubicBezTo>
                <a:cubicBezTo>
                  <a:pt x="29602" y="22618"/>
                  <a:pt x="23259" y="32131"/>
                  <a:pt x="23259" y="51158"/>
                </a:cubicBezTo>
                <a:lnTo>
                  <a:pt x="23259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24">
            <a:extLst xmlns:a="http://schemas.openxmlformats.org/drawingml/2006/main">
              <a:ext uri="{FF2B5EF4-FFF2-40B4-BE49-F238E27FC236}">
                <a16:creationId xmlns:a16="http://schemas.microsoft.com/office/drawing/2014/main" id="{325A2E1D-1FDC-4464-9811-577BBCB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678" y="2362201"/>
            <a:ext cx="105917" cy="104858"/>
          </a:xfrm>
          <a:custGeom xmlns:a="http://schemas.openxmlformats.org/drawingml/2006/main">
            <a:pathLst>
              <a:path w="107192" h="106120">
                <a:moveTo>
                  <a:pt x="31926" y="29808"/>
                </a:moveTo>
                <a:cubicBezTo>
                  <a:pt x="26427" y="35726"/>
                  <a:pt x="23680" y="43548"/>
                  <a:pt x="23680" y="53271"/>
                </a:cubicBezTo>
                <a:cubicBezTo>
                  <a:pt x="23680" y="62996"/>
                  <a:pt x="26215" y="70817"/>
                  <a:pt x="31713" y="76736"/>
                </a:cubicBezTo>
                <a:cubicBezTo>
                  <a:pt x="37211" y="82655"/>
                  <a:pt x="44398" y="85614"/>
                  <a:pt x="53702" y="85614"/>
                </a:cubicBezTo>
                <a:cubicBezTo>
                  <a:pt x="62583" y="85614"/>
                  <a:pt x="69769" y="82866"/>
                  <a:pt x="75268" y="76947"/>
                </a:cubicBezTo>
                <a:cubicBezTo>
                  <a:pt x="80765" y="71029"/>
                  <a:pt x="83512" y="63207"/>
                  <a:pt x="83512" y="53271"/>
                </a:cubicBezTo>
                <a:cubicBezTo>
                  <a:pt x="83512" y="43548"/>
                  <a:pt x="80765" y="35726"/>
                  <a:pt x="75268" y="29808"/>
                </a:cubicBezTo>
                <a:cubicBezTo>
                  <a:pt x="69769" y="23886"/>
                  <a:pt x="62371" y="20926"/>
                  <a:pt x="53490" y="20926"/>
                </a:cubicBezTo>
                <a:cubicBezTo>
                  <a:pt x="44609" y="20926"/>
                  <a:pt x="37421" y="23886"/>
                  <a:pt x="31926" y="29808"/>
                </a:cubicBezTo>
                <a:moveTo>
                  <a:pt x="91549" y="91108"/>
                </a:moveTo>
                <a:cubicBezTo>
                  <a:pt x="80977" y="101258"/>
                  <a:pt x="68290" y="106120"/>
                  <a:pt x="53067" y="106120"/>
                </a:cubicBezTo>
                <a:cubicBezTo>
                  <a:pt x="37845" y="106120"/>
                  <a:pt x="25370" y="101046"/>
                  <a:pt x="15222" y="90900"/>
                </a:cubicBezTo>
                <a:cubicBezTo>
                  <a:pt x="5075" y="80751"/>
                  <a:pt x="0" y="68067"/>
                  <a:pt x="0" y="53060"/>
                </a:cubicBezTo>
                <a:cubicBezTo>
                  <a:pt x="0" y="38050"/>
                  <a:pt x="5075" y="25366"/>
                  <a:pt x="15432" y="15220"/>
                </a:cubicBezTo>
                <a:cubicBezTo>
                  <a:pt x="25792" y="5075"/>
                  <a:pt x="38480" y="0"/>
                  <a:pt x="53490" y="0"/>
                </a:cubicBezTo>
                <a:cubicBezTo>
                  <a:pt x="68501" y="0"/>
                  <a:pt x="81188" y="5286"/>
                  <a:pt x="91549" y="15432"/>
                </a:cubicBezTo>
                <a:cubicBezTo>
                  <a:pt x="101905" y="25790"/>
                  <a:pt x="107192" y="38474"/>
                  <a:pt x="107192" y="53481"/>
                </a:cubicBezTo>
                <a:cubicBezTo>
                  <a:pt x="107192" y="68491"/>
                  <a:pt x="101905" y="80963"/>
                  <a:pt x="91549" y="911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25">
            <a:extLst xmlns:a="http://schemas.openxmlformats.org/drawingml/2006/main">
              <a:ext uri="{FF2B5EF4-FFF2-40B4-BE49-F238E27FC236}">
                <a16:creationId xmlns:a16="http://schemas.microsoft.com/office/drawing/2014/main" id="{0BCCEBCA-B773-4FF5-891E-BB719E58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2657207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7EAACA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473" name="path-426">
            <a:extLst xmlns:a="http://schemas.openxmlformats.org/drawingml/2006/main">
              <a:ext uri="{FF2B5EF4-FFF2-40B4-BE49-F238E27FC236}">
                <a16:creationId xmlns:a16="http://schemas.microsoft.com/office/drawing/2014/main" id="{DC5D569F-D0B0-427A-89E5-B603682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046" y="2658460"/>
            <a:ext cx="121799" cy="157493"/>
          </a:xfrm>
          <a:custGeom xmlns:a="http://schemas.openxmlformats.org/drawingml/2006/main">
            <a:pathLst>
              <a:path w="123265" h="159389">
                <a:moveTo>
                  <a:pt x="24104" y="136769"/>
                </a:moveTo>
                <a:lnTo>
                  <a:pt x="34887" y="136769"/>
                </a:lnTo>
                <a:cubicBezTo>
                  <a:pt x="45667" y="136769"/>
                  <a:pt x="54760" y="135712"/>
                  <a:pt x="61949" y="133388"/>
                </a:cubicBezTo>
                <a:cubicBezTo>
                  <a:pt x="69140" y="131061"/>
                  <a:pt x="75481" y="127260"/>
                  <a:pt x="81400" y="121973"/>
                </a:cubicBezTo>
                <a:cubicBezTo>
                  <a:pt x="93240" y="111190"/>
                  <a:pt x="99161" y="97026"/>
                  <a:pt x="99161" y="79694"/>
                </a:cubicBezTo>
                <a:cubicBezTo>
                  <a:pt x="99161" y="62360"/>
                  <a:pt x="93451" y="48409"/>
                  <a:pt x="82247" y="38048"/>
                </a:cubicBezTo>
                <a:cubicBezTo>
                  <a:pt x="71040" y="27904"/>
                  <a:pt x="55184" y="22617"/>
                  <a:pt x="34887" y="22617"/>
                </a:cubicBezTo>
                <a:lnTo>
                  <a:pt x="24104" y="22617"/>
                </a:lnTo>
                <a:lnTo>
                  <a:pt x="24104" y="136769"/>
                </a:lnTo>
                <a:moveTo>
                  <a:pt x="0" y="159389"/>
                </a:moveTo>
                <a:lnTo>
                  <a:pt x="0" y="0"/>
                </a:lnTo>
                <a:lnTo>
                  <a:pt x="33618" y="0"/>
                </a:lnTo>
                <a:cubicBezTo>
                  <a:pt x="49474" y="0"/>
                  <a:pt x="62162" y="1692"/>
                  <a:pt x="71462" y="4863"/>
                </a:cubicBezTo>
                <a:cubicBezTo>
                  <a:pt x="81400" y="8033"/>
                  <a:pt x="90492" y="13318"/>
                  <a:pt x="98738" y="20503"/>
                </a:cubicBezTo>
                <a:cubicBezTo>
                  <a:pt x="115018" y="35515"/>
                  <a:pt x="123265" y="55172"/>
                  <a:pt x="123265" y="79694"/>
                </a:cubicBezTo>
                <a:cubicBezTo>
                  <a:pt x="123265" y="104216"/>
                  <a:pt x="114595" y="124089"/>
                  <a:pt x="97681" y="139097"/>
                </a:cubicBezTo>
                <a:cubicBezTo>
                  <a:pt x="88800" y="146706"/>
                  <a:pt x="79920" y="151990"/>
                  <a:pt x="70831" y="154948"/>
                </a:cubicBezTo>
                <a:cubicBezTo>
                  <a:pt x="61738" y="157907"/>
                  <a:pt x="49263" y="159389"/>
                  <a:pt x="33197" y="159389"/>
                </a:cubicBezTo>
                <a:lnTo>
                  <a:pt x="0" y="1593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27">
            <a:extLst xmlns:a="http://schemas.openxmlformats.org/drawingml/2006/main">
              <a:ext uri="{FF2B5EF4-FFF2-40B4-BE49-F238E27FC236}">
                <a16:creationId xmlns:a16="http://schemas.microsoft.com/office/drawing/2014/main" id="{545881F7-8AD7-4DC9-8F45-13175F8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734" y="2713812"/>
            <a:ext cx="96101" cy="104857"/>
          </a:xfrm>
          <a:custGeom xmlns:a="http://schemas.openxmlformats.org/drawingml/2006/main">
            <a:pathLst>
              <a:path w="97258" h="106119">
                <a:moveTo>
                  <a:pt x="49051" y="20930"/>
                </a:moveTo>
                <a:cubicBezTo>
                  <a:pt x="40173" y="20930"/>
                  <a:pt x="33617" y="24733"/>
                  <a:pt x="29178" y="31920"/>
                </a:cubicBezTo>
                <a:cubicBezTo>
                  <a:pt x="27486" y="34245"/>
                  <a:pt x="26430" y="36781"/>
                  <a:pt x="25795" y="39530"/>
                </a:cubicBezTo>
                <a:lnTo>
                  <a:pt x="72519" y="39530"/>
                </a:lnTo>
                <a:cubicBezTo>
                  <a:pt x="69136" y="27269"/>
                  <a:pt x="61314" y="20930"/>
                  <a:pt x="49051" y="20930"/>
                </a:cubicBezTo>
                <a:moveTo>
                  <a:pt x="49263" y="85614"/>
                </a:moveTo>
                <a:cubicBezTo>
                  <a:pt x="55817" y="85614"/>
                  <a:pt x="61103" y="84346"/>
                  <a:pt x="64910" y="81386"/>
                </a:cubicBezTo>
                <a:cubicBezTo>
                  <a:pt x="68505" y="78640"/>
                  <a:pt x="72731" y="73564"/>
                  <a:pt x="77594" y="66165"/>
                </a:cubicBezTo>
                <a:lnTo>
                  <a:pt x="97258" y="76948"/>
                </a:lnTo>
                <a:cubicBezTo>
                  <a:pt x="88377" y="92166"/>
                  <a:pt x="77384" y="101470"/>
                  <a:pt x="64275" y="104427"/>
                </a:cubicBezTo>
                <a:cubicBezTo>
                  <a:pt x="59623" y="105484"/>
                  <a:pt x="54760" y="106119"/>
                  <a:pt x="49688" y="106119"/>
                </a:cubicBezTo>
                <a:cubicBezTo>
                  <a:pt x="34677" y="106119"/>
                  <a:pt x="22624" y="101470"/>
                  <a:pt x="13531" y="91744"/>
                </a:cubicBezTo>
                <a:cubicBezTo>
                  <a:pt x="4442" y="82232"/>
                  <a:pt x="0" y="69336"/>
                  <a:pt x="0" y="53269"/>
                </a:cubicBezTo>
                <a:cubicBezTo>
                  <a:pt x="0" y="37416"/>
                  <a:pt x="4230" y="24522"/>
                  <a:pt x="13108" y="14586"/>
                </a:cubicBezTo>
                <a:cubicBezTo>
                  <a:pt x="21989" y="4863"/>
                  <a:pt x="33828" y="0"/>
                  <a:pt x="48630" y="0"/>
                </a:cubicBezTo>
                <a:cubicBezTo>
                  <a:pt x="63430" y="211"/>
                  <a:pt x="75058" y="5074"/>
                  <a:pt x="83516" y="14375"/>
                </a:cubicBezTo>
                <a:cubicBezTo>
                  <a:pt x="91971" y="23676"/>
                  <a:pt x="96411" y="36570"/>
                  <a:pt x="96411" y="53058"/>
                </a:cubicBezTo>
                <a:lnTo>
                  <a:pt x="96201" y="58556"/>
                </a:lnTo>
                <a:lnTo>
                  <a:pt x="24315" y="58556"/>
                </a:lnTo>
                <a:cubicBezTo>
                  <a:pt x="24739" y="67009"/>
                  <a:pt x="27486" y="73564"/>
                  <a:pt x="32137" y="78216"/>
                </a:cubicBezTo>
                <a:cubicBezTo>
                  <a:pt x="36790" y="83078"/>
                  <a:pt x="42497" y="85614"/>
                  <a:pt x="49263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28">
            <a:extLst xmlns:a="http://schemas.openxmlformats.org/drawingml/2006/main">
              <a:ext uri="{FF2B5EF4-FFF2-40B4-BE49-F238E27FC236}">
                <a16:creationId xmlns:a16="http://schemas.microsoft.com/office/drawing/2014/main" id="{23619462-0122-42FC-99EC-795038BC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263" y="2713812"/>
            <a:ext cx="96100" cy="104857"/>
          </a:xfrm>
          <a:custGeom xmlns:a="http://schemas.openxmlformats.org/drawingml/2006/main">
            <a:pathLst>
              <a:path w="97257" h="106119">
                <a:moveTo>
                  <a:pt x="49050" y="20930"/>
                </a:moveTo>
                <a:cubicBezTo>
                  <a:pt x="40173" y="20930"/>
                  <a:pt x="33617" y="24733"/>
                  <a:pt x="29176" y="31920"/>
                </a:cubicBezTo>
                <a:cubicBezTo>
                  <a:pt x="27486" y="34245"/>
                  <a:pt x="26430" y="36781"/>
                  <a:pt x="25795" y="39530"/>
                </a:cubicBezTo>
                <a:lnTo>
                  <a:pt x="72521" y="39530"/>
                </a:lnTo>
                <a:cubicBezTo>
                  <a:pt x="69137" y="27269"/>
                  <a:pt x="61314" y="20930"/>
                  <a:pt x="49050" y="20930"/>
                </a:cubicBezTo>
                <a:moveTo>
                  <a:pt x="49263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2" y="78640"/>
                  <a:pt x="72730" y="73564"/>
                  <a:pt x="77595" y="66165"/>
                </a:cubicBezTo>
                <a:lnTo>
                  <a:pt x="97257" y="76948"/>
                </a:lnTo>
                <a:cubicBezTo>
                  <a:pt x="88377" y="92166"/>
                  <a:pt x="77384" y="101470"/>
                  <a:pt x="64273" y="104427"/>
                </a:cubicBezTo>
                <a:cubicBezTo>
                  <a:pt x="59623" y="105484"/>
                  <a:pt x="54760" y="106119"/>
                  <a:pt x="49685" y="106119"/>
                </a:cubicBezTo>
                <a:cubicBezTo>
                  <a:pt x="34674" y="106119"/>
                  <a:pt x="22623" y="101470"/>
                  <a:pt x="13531" y="91744"/>
                </a:cubicBezTo>
                <a:cubicBezTo>
                  <a:pt x="4441" y="82232"/>
                  <a:pt x="0" y="69336"/>
                  <a:pt x="0" y="53269"/>
                </a:cubicBezTo>
                <a:cubicBezTo>
                  <a:pt x="0" y="37416"/>
                  <a:pt x="4230" y="24522"/>
                  <a:pt x="13109" y="14586"/>
                </a:cubicBezTo>
                <a:cubicBezTo>
                  <a:pt x="21988" y="4863"/>
                  <a:pt x="33828" y="0"/>
                  <a:pt x="48630" y="0"/>
                </a:cubicBezTo>
                <a:cubicBezTo>
                  <a:pt x="63429" y="211"/>
                  <a:pt x="75058" y="5074"/>
                  <a:pt x="83513" y="14375"/>
                </a:cubicBezTo>
                <a:cubicBezTo>
                  <a:pt x="91971" y="23676"/>
                  <a:pt x="96411" y="36570"/>
                  <a:pt x="96411" y="53058"/>
                </a:cubicBezTo>
                <a:lnTo>
                  <a:pt x="96201" y="58556"/>
                </a:lnTo>
                <a:lnTo>
                  <a:pt x="24315" y="58556"/>
                </a:lnTo>
                <a:cubicBezTo>
                  <a:pt x="24739" y="67009"/>
                  <a:pt x="27486" y="73564"/>
                  <a:pt x="32137" y="78216"/>
                </a:cubicBezTo>
                <a:cubicBezTo>
                  <a:pt x="36789" y="83078"/>
                  <a:pt x="42497" y="85614"/>
                  <a:pt x="49263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29">
            <a:extLst xmlns:a="http://schemas.openxmlformats.org/drawingml/2006/main">
              <a:ext uri="{FF2B5EF4-FFF2-40B4-BE49-F238E27FC236}">
                <a16:creationId xmlns:a16="http://schemas.microsoft.com/office/drawing/2014/main" id="{38CA0F01-73E2-46AC-BE5F-13971AF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5389" y="2713812"/>
            <a:ext cx="101113" cy="156032"/>
          </a:xfrm>
          <a:custGeom xmlns:a="http://schemas.openxmlformats.org/drawingml/2006/main">
            <a:pathLst>
              <a:path w="102330" h="157910">
                <a:moveTo>
                  <a:pt x="29811" y="29807"/>
                </a:moveTo>
                <a:cubicBezTo>
                  <a:pt x="24524" y="35726"/>
                  <a:pt x="21989" y="43549"/>
                  <a:pt x="21989" y="53058"/>
                </a:cubicBezTo>
                <a:cubicBezTo>
                  <a:pt x="21989" y="62571"/>
                  <a:pt x="24524" y="70393"/>
                  <a:pt x="29811" y="76524"/>
                </a:cubicBezTo>
                <a:cubicBezTo>
                  <a:pt x="34885" y="82654"/>
                  <a:pt x="41862" y="85614"/>
                  <a:pt x="50319" y="85614"/>
                </a:cubicBezTo>
                <a:cubicBezTo>
                  <a:pt x="58353" y="85614"/>
                  <a:pt x="65119" y="82654"/>
                  <a:pt x="70405" y="76524"/>
                </a:cubicBezTo>
                <a:cubicBezTo>
                  <a:pt x="75690" y="70606"/>
                  <a:pt x="78439" y="62784"/>
                  <a:pt x="78439" y="53269"/>
                </a:cubicBezTo>
                <a:cubicBezTo>
                  <a:pt x="78439" y="43968"/>
                  <a:pt x="75690" y="36150"/>
                  <a:pt x="70617" y="30020"/>
                </a:cubicBezTo>
                <a:cubicBezTo>
                  <a:pt x="65330" y="24098"/>
                  <a:pt x="58565" y="20930"/>
                  <a:pt x="50319" y="20930"/>
                </a:cubicBezTo>
                <a:cubicBezTo>
                  <a:pt x="41862" y="20930"/>
                  <a:pt x="35097" y="23889"/>
                  <a:pt x="29811" y="29807"/>
                </a:cubicBezTo>
                <a:moveTo>
                  <a:pt x="23258" y="157910"/>
                </a:moveTo>
                <a:lnTo>
                  <a:pt x="0" y="157910"/>
                </a:lnTo>
                <a:lnTo>
                  <a:pt x="0" y="2746"/>
                </a:lnTo>
                <a:lnTo>
                  <a:pt x="23258" y="2746"/>
                </a:lnTo>
                <a:lnTo>
                  <a:pt x="23258" y="13740"/>
                </a:lnTo>
                <a:cubicBezTo>
                  <a:pt x="32348" y="4652"/>
                  <a:pt x="43341" y="0"/>
                  <a:pt x="56030" y="0"/>
                </a:cubicBezTo>
                <a:cubicBezTo>
                  <a:pt x="68713" y="0"/>
                  <a:pt x="79709" y="5074"/>
                  <a:pt x="88799" y="15221"/>
                </a:cubicBezTo>
                <a:cubicBezTo>
                  <a:pt x="97679" y="25368"/>
                  <a:pt x="102330" y="38262"/>
                  <a:pt x="102330" y="53483"/>
                </a:cubicBezTo>
                <a:cubicBezTo>
                  <a:pt x="102330" y="68701"/>
                  <a:pt x="97679" y="81386"/>
                  <a:pt x="88799" y="91112"/>
                </a:cubicBezTo>
                <a:cubicBezTo>
                  <a:pt x="79917" y="101257"/>
                  <a:pt x="68925" y="106119"/>
                  <a:pt x="56238" y="106119"/>
                </a:cubicBezTo>
                <a:cubicBezTo>
                  <a:pt x="43554" y="106119"/>
                  <a:pt x="32558" y="101470"/>
                  <a:pt x="23258" y="92166"/>
                </a:cubicBezTo>
                <a:lnTo>
                  <a:pt x="23258" y="1579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30">
            <a:extLst xmlns:a="http://schemas.openxmlformats.org/drawingml/2006/main">
              <a:ext uri="{FF2B5EF4-FFF2-40B4-BE49-F238E27FC236}">
                <a16:creationId xmlns:a16="http://schemas.microsoft.com/office/drawing/2014/main" id="{36C1F7A6-C618-4AB2-96F0-E58C1B4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7393" y="2655327"/>
            <a:ext cx="100905" cy="163342"/>
          </a:xfrm>
          <a:custGeom xmlns:a="http://schemas.openxmlformats.org/drawingml/2006/main">
            <a:pathLst>
              <a:path w="102119" h="165308">
                <a:moveTo>
                  <a:pt x="68080" y="26001"/>
                </a:moveTo>
                <a:cubicBezTo>
                  <a:pt x="64698" y="23887"/>
                  <a:pt x="59836" y="22830"/>
                  <a:pt x="53914" y="22830"/>
                </a:cubicBezTo>
                <a:cubicBezTo>
                  <a:pt x="47784" y="22830"/>
                  <a:pt x="42497" y="24733"/>
                  <a:pt x="38056" y="28536"/>
                </a:cubicBezTo>
                <a:cubicBezTo>
                  <a:pt x="33617" y="32342"/>
                  <a:pt x="31502" y="36994"/>
                  <a:pt x="31502" y="42489"/>
                </a:cubicBezTo>
                <a:cubicBezTo>
                  <a:pt x="31502" y="50309"/>
                  <a:pt x="37212" y="56653"/>
                  <a:pt x="48839" y="61303"/>
                </a:cubicBezTo>
                <a:lnTo>
                  <a:pt x="64698" y="67857"/>
                </a:lnTo>
                <a:cubicBezTo>
                  <a:pt x="77594" y="73140"/>
                  <a:pt x="87107" y="79483"/>
                  <a:pt x="93029" y="87093"/>
                </a:cubicBezTo>
                <a:cubicBezTo>
                  <a:pt x="98948" y="94704"/>
                  <a:pt x="102119" y="103792"/>
                  <a:pt x="102119" y="114574"/>
                </a:cubicBezTo>
                <a:cubicBezTo>
                  <a:pt x="102119" y="129371"/>
                  <a:pt x="97046" y="141421"/>
                  <a:pt x="87318" y="150933"/>
                </a:cubicBezTo>
                <a:cubicBezTo>
                  <a:pt x="77594" y="160659"/>
                  <a:pt x="65541" y="165308"/>
                  <a:pt x="51379" y="165308"/>
                </a:cubicBezTo>
                <a:cubicBezTo>
                  <a:pt x="37000" y="165308"/>
                  <a:pt x="25373" y="161291"/>
                  <a:pt x="16491" y="153260"/>
                </a:cubicBezTo>
                <a:cubicBezTo>
                  <a:pt x="7612" y="145014"/>
                  <a:pt x="2115" y="133388"/>
                  <a:pt x="0" y="118591"/>
                </a:cubicBezTo>
                <a:lnTo>
                  <a:pt x="24314" y="113307"/>
                </a:lnTo>
                <a:cubicBezTo>
                  <a:pt x="25373" y="122608"/>
                  <a:pt x="27275" y="129158"/>
                  <a:pt x="30022" y="132542"/>
                </a:cubicBezTo>
                <a:cubicBezTo>
                  <a:pt x="34884" y="139518"/>
                  <a:pt x="41651" y="142900"/>
                  <a:pt x="50319" y="142900"/>
                </a:cubicBezTo>
                <a:cubicBezTo>
                  <a:pt x="58777" y="142900"/>
                  <a:pt x="65541" y="140575"/>
                  <a:pt x="70405" y="135502"/>
                </a:cubicBezTo>
                <a:cubicBezTo>
                  <a:pt x="75268" y="130430"/>
                  <a:pt x="77805" y="123876"/>
                  <a:pt x="77805" y="115418"/>
                </a:cubicBezTo>
                <a:cubicBezTo>
                  <a:pt x="77805" y="106963"/>
                  <a:pt x="73576" y="100197"/>
                  <a:pt x="65541" y="94704"/>
                </a:cubicBezTo>
                <a:cubicBezTo>
                  <a:pt x="62583" y="92799"/>
                  <a:pt x="58988" y="90896"/>
                  <a:pt x="55182" y="89209"/>
                </a:cubicBezTo>
                <a:lnTo>
                  <a:pt x="39748" y="82865"/>
                </a:lnTo>
                <a:cubicBezTo>
                  <a:pt x="17760" y="73564"/>
                  <a:pt x="6978" y="60035"/>
                  <a:pt x="6978" y="42276"/>
                </a:cubicBezTo>
                <a:cubicBezTo>
                  <a:pt x="6978" y="30439"/>
                  <a:pt x="11417" y="20505"/>
                  <a:pt x="20721" y="12261"/>
                </a:cubicBezTo>
                <a:cubicBezTo>
                  <a:pt x="29810" y="4228"/>
                  <a:pt x="41230" y="0"/>
                  <a:pt x="54970" y="0"/>
                </a:cubicBezTo>
                <a:cubicBezTo>
                  <a:pt x="73154" y="0"/>
                  <a:pt x="87530" y="9090"/>
                  <a:pt x="98103" y="26844"/>
                </a:cubicBezTo>
                <a:lnTo>
                  <a:pt x="78440" y="38473"/>
                </a:lnTo>
                <a:cubicBezTo>
                  <a:pt x="74634" y="32131"/>
                  <a:pt x="71251" y="28115"/>
                  <a:pt x="68080" y="260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31">
            <a:extLst xmlns:a="http://schemas.openxmlformats.org/drawingml/2006/main">
              <a:ext uri="{FF2B5EF4-FFF2-40B4-BE49-F238E27FC236}">
                <a16:creationId xmlns:a16="http://schemas.microsoft.com/office/drawing/2014/main" id="{24B1DA5C-37ED-4E4E-942F-E9610DD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937" y="2713812"/>
            <a:ext cx="96101" cy="104857"/>
          </a:xfrm>
          <a:custGeom xmlns:a="http://schemas.openxmlformats.org/drawingml/2006/main">
            <a:pathLst>
              <a:path w="97258" h="106119">
                <a:moveTo>
                  <a:pt x="49050" y="20930"/>
                </a:moveTo>
                <a:cubicBezTo>
                  <a:pt x="40171" y="20930"/>
                  <a:pt x="33616" y="24733"/>
                  <a:pt x="29178" y="31920"/>
                </a:cubicBezTo>
                <a:cubicBezTo>
                  <a:pt x="27486" y="34245"/>
                  <a:pt x="26427" y="36781"/>
                  <a:pt x="25795" y="39530"/>
                </a:cubicBezTo>
                <a:lnTo>
                  <a:pt x="72519" y="39530"/>
                </a:lnTo>
                <a:cubicBezTo>
                  <a:pt x="69135" y="27269"/>
                  <a:pt x="61314" y="20930"/>
                  <a:pt x="49050" y="20930"/>
                </a:cubicBezTo>
                <a:moveTo>
                  <a:pt x="49261" y="85614"/>
                </a:moveTo>
                <a:cubicBezTo>
                  <a:pt x="55817" y="85614"/>
                  <a:pt x="61102" y="84346"/>
                  <a:pt x="64907" y="81386"/>
                </a:cubicBezTo>
                <a:cubicBezTo>
                  <a:pt x="68500" y="78640"/>
                  <a:pt x="72730" y="73564"/>
                  <a:pt x="77593" y="66165"/>
                </a:cubicBezTo>
                <a:lnTo>
                  <a:pt x="97258" y="76948"/>
                </a:lnTo>
                <a:cubicBezTo>
                  <a:pt x="88376" y="92166"/>
                  <a:pt x="77382" y="101470"/>
                  <a:pt x="64272" y="104427"/>
                </a:cubicBezTo>
                <a:cubicBezTo>
                  <a:pt x="59623" y="105484"/>
                  <a:pt x="54759" y="106119"/>
                  <a:pt x="49685" y="106119"/>
                </a:cubicBezTo>
                <a:cubicBezTo>
                  <a:pt x="34672" y="106119"/>
                  <a:pt x="22624" y="101470"/>
                  <a:pt x="13531" y="91744"/>
                </a:cubicBezTo>
                <a:cubicBezTo>
                  <a:pt x="4439" y="82232"/>
                  <a:pt x="0" y="69336"/>
                  <a:pt x="0" y="53269"/>
                </a:cubicBezTo>
                <a:cubicBezTo>
                  <a:pt x="0" y="37416"/>
                  <a:pt x="4228" y="24522"/>
                  <a:pt x="13107" y="14586"/>
                </a:cubicBezTo>
                <a:cubicBezTo>
                  <a:pt x="21989" y="4863"/>
                  <a:pt x="33828" y="0"/>
                  <a:pt x="48626" y="0"/>
                </a:cubicBezTo>
                <a:cubicBezTo>
                  <a:pt x="63426" y="211"/>
                  <a:pt x="75057" y="5074"/>
                  <a:pt x="83513" y="14375"/>
                </a:cubicBezTo>
                <a:cubicBezTo>
                  <a:pt x="91971" y="23676"/>
                  <a:pt x="96410" y="36570"/>
                  <a:pt x="96410" y="53058"/>
                </a:cubicBezTo>
                <a:lnTo>
                  <a:pt x="96199" y="58556"/>
                </a:lnTo>
                <a:lnTo>
                  <a:pt x="24315" y="58556"/>
                </a:lnTo>
                <a:cubicBezTo>
                  <a:pt x="24735" y="67009"/>
                  <a:pt x="27486" y="73564"/>
                  <a:pt x="32136" y="78216"/>
                </a:cubicBezTo>
                <a:cubicBezTo>
                  <a:pt x="36787" y="83078"/>
                  <a:pt x="42497" y="85614"/>
                  <a:pt x="49261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32">
            <a:extLst xmlns:a="http://schemas.openxmlformats.org/drawingml/2006/main">
              <a:ext uri="{FF2B5EF4-FFF2-40B4-BE49-F238E27FC236}">
                <a16:creationId xmlns:a16="http://schemas.microsoft.com/office/drawing/2014/main" id="{37926AD9-7FB6-4CC9-88EE-4DE47658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465" y="2713812"/>
            <a:ext cx="96100" cy="104857"/>
          </a:xfrm>
          <a:custGeom xmlns:a="http://schemas.openxmlformats.org/drawingml/2006/main">
            <a:pathLst>
              <a:path w="97257" h="106119">
                <a:moveTo>
                  <a:pt x="49051" y="20930"/>
                </a:moveTo>
                <a:cubicBezTo>
                  <a:pt x="40170" y="20930"/>
                  <a:pt x="33616" y="24733"/>
                  <a:pt x="29179" y="31920"/>
                </a:cubicBezTo>
                <a:cubicBezTo>
                  <a:pt x="27487" y="34245"/>
                  <a:pt x="26427" y="36781"/>
                  <a:pt x="25795" y="39530"/>
                </a:cubicBezTo>
                <a:lnTo>
                  <a:pt x="72520" y="39530"/>
                </a:lnTo>
                <a:cubicBezTo>
                  <a:pt x="69136" y="27269"/>
                  <a:pt x="61315" y="20930"/>
                  <a:pt x="49051" y="20930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3" y="78640"/>
                  <a:pt x="72731" y="73564"/>
                  <a:pt x="77594" y="66165"/>
                </a:cubicBezTo>
                <a:lnTo>
                  <a:pt x="97257" y="76948"/>
                </a:lnTo>
                <a:cubicBezTo>
                  <a:pt x="88377" y="92166"/>
                  <a:pt x="77382" y="101470"/>
                  <a:pt x="64273" y="104427"/>
                </a:cubicBezTo>
                <a:cubicBezTo>
                  <a:pt x="59623" y="105484"/>
                  <a:pt x="54760" y="106119"/>
                  <a:pt x="49687" y="106119"/>
                </a:cubicBezTo>
                <a:cubicBezTo>
                  <a:pt x="34675" y="106119"/>
                  <a:pt x="22623" y="101470"/>
                  <a:pt x="13532" y="91744"/>
                </a:cubicBezTo>
                <a:cubicBezTo>
                  <a:pt x="4440" y="82232"/>
                  <a:pt x="0" y="69336"/>
                  <a:pt x="0" y="53269"/>
                </a:cubicBezTo>
                <a:cubicBezTo>
                  <a:pt x="0" y="37416"/>
                  <a:pt x="4226" y="24522"/>
                  <a:pt x="13108" y="14586"/>
                </a:cubicBezTo>
                <a:cubicBezTo>
                  <a:pt x="21988" y="4863"/>
                  <a:pt x="33828" y="0"/>
                  <a:pt x="48627" y="0"/>
                </a:cubicBezTo>
                <a:cubicBezTo>
                  <a:pt x="63429" y="211"/>
                  <a:pt x="75057" y="5074"/>
                  <a:pt x="83515" y="14375"/>
                </a:cubicBezTo>
                <a:cubicBezTo>
                  <a:pt x="91972" y="23676"/>
                  <a:pt x="96411" y="36570"/>
                  <a:pt x="96411" y="53058"/>
                </a:cubicBezTo>
                <a:lnTo>
                  <a:pt x="96200" y="58556"/>
                </a:lnTo>
                <a:lnTo>
                  <a:pt x="24316" y="58556"/>
                </a:lnTo>
                <a:cubicBezTo>
                  <a:pt x="24737" y="67009"/>
                  <a:pt x="27487" y="73564"/>
                  <a:pt x="32136" y="78216"/>
                </a:cubicBezTo>
                <a:cubicBezTo>
                  <a:pt x="36788" y="83078"/>
                  <a:pt x="42498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33">
            <a:extLst xmlns:a="http://schemas.openxmlformats.org/drawingml/2006/main">
              <a:ext uri="{FF2B5EF4-FFF2-40B4-BE49-F238E27FC236}">
                <a16:creationId xmlns:a16="http://schemas.microsoft.com/office/drawing/2014/main" id="{6F9A7705-D5EA-4359-AFFA-C675C40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3589" y="2643631"/>
            <a:ext cx="89415" cy="172322"/>
          </a:xfrm>
          <a:custGeom xmlns:a="http://schemas.openxmlformats.org/drawingml/2006/main">
            <a:pathLst>
              <a:path w="90491" h="174396">
                <a:moveTo>
                  <a:pt x="23259" y="0"/>
                </a:moveTo>
                <a:lnTo>
                  <a:pt x="23259" y="106328"/>
                </a:lnTo>
                <a:lnTo>
                  <a:pt x="56028" y="73772"/>
                </a:lnTo>
                <a:lnTo>
                  <a:pt x="87108" y="73772"/>
                </a:lnTo>
                <a:lnTo>
                  <a:pt x="43556" y="116053"/>
                </a:lnTo>
                <a:lnTo>
                  <a:pt x="90491" y="174396"/>
                </a:lnTo>
                <a:lnTo>
                  <a:pt x="60258" y="174396"/>
                </a:lnTo>
                <a:lnTo>
                  <a:pt x="27061" y="131907"/>
                </a:lnTo>
                <a:lnTo>
                  <a:pt x="23259" y="135712"/>
                </a:lnTo>
                <a:lnTo>
                  <a:pt x="23259" y="174396"/>
                </a:lnTo>
                <a:lnTo>
                  <a:pt x="0" y="174396"/>
                </a:lnTo>
                <a:lnTo>
                  <a:pt x="0" y="0"/>
                </a:lnTo>
                <a:lnTo>
                  <a:pt x="232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34">
            <a:extLst xmlns:a="http://schemas.openxmlformats.org/drawingml/2006/main">
              <a:ext uri="{FF2B5EF4-FFF2-40B4-BE49-F238E27FC236}">
                <a16:creationId xmlns:a16="http://schemas.microsoft.com/office/drawing/2014/main" id="{FBE6978A-833C-43D7-B51D-D4ED6C5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214" y="2755379"/>
            <a:ext cx="45545" cy="20051"/>
          </a:xfrm>
          <a:custGeom xmlns:a="http://schemas.openxmlformats.org/drawingml/2006/main">
            <a:pathLst>
              <a:path w="46093" h="20292">
                <a:moveTo>
                  <a:pt x="0" y="0"/>
                </a:moveTo>
                <a:lnTo>
                  <a:pt x="46093" y="0"/>
                </a:lnTo>
                <a:lnTo>
                  <a:pt x="46093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35">
            <a:extLst xmlns:a="http://schemas.openxmlformats.org/drawingml/2006/main">
              <a:ext uri="{FF2B5EF4-FFF2-40B4-BE49-F238E27FC236}">
                <a16:creationId xmlns:a16="http://schemas.microsoft.com/office/drawing/2014/main" id="{F5BAF770-CA68-4A66-8BFA-F74A18C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9591" y="2658460"/>
            <a:ext cx="139766" cy="169191"/>
          </a:xfrm>
          <a:custGeom xmlns:a="http://schemas.openxmlformats.org/drawingml/2006/main">
            <a:pathLst>
              <a:path w="141448" h="171228">
                <a:moveTo>
                  <a:pt x="26219" y="0"/>
                </a:moveTo>
                <a:lnTo>
                  <a:pt x="70408" y="110555"/>
                </a:lnTo>
                <a:lnTo>
                  <a:pt x="115018" y="0"/>
                </a:lnTo>
                <a:lnTo>
                  <a:pt x="141448" y="0"/>
                </a:lnTo>
                <a:lnTo>
                  <a:pt x="69772" y="171228"/>
                </a:lnTo>
                <a:lnTo>
                  <a:pt x="0" y="0"/>
                </a:lnTo>
                <a:lnTo>
                  <a:pt x="2621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36">
            <a:extLst xmlns:a="http://schemas.openxmlformats.org/drawingml/2006/main">
              <a:ext uri="{FF2B5EF4-FFF2-40B4-BE49-F238E27FC236}">
                <a16:creationId xmlns:a16="http://schemas.microsoft.com/office/drawing/2014/main" id="{93B9624B-A2F5-4211-A535-701739B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862" y="2646764"/>
            <a:ext cx="117827" cy="169189"/>
          </a:xfrm>
          <a:custGeom xmlns:a="http://schemas.openxmlformats.org/drawingml/2006/main">
            <a:pathLst>
              <a:path w="119246" h="171225">
                <a:moveTo>
                  <a:pt x="78228" y="126835"/>
                </a:moveTo>
                <a:lnTo>
                  <a:pt x="78228" y="73353"/>
                </a:lnTo>
                <a:lnTo>
                  <a:pt x="41652" y="126835"/>
                </a:lnTo>
                <a:lnTo>
                  <a:pt x="78228" y="126835"/>
                </a:lnTo>
                <a:moveTo>
                  <a:pt x="102330" y="126835"/>
                </a:moveTo>
                <a:lnTo>
                  <a:pt x="119246" y="126835"/>
                </a:lnTo>
                <a:lnTo>
                  <a:pt x="119246" y="148606"/>
                </a:lnTo>
                <a:lnTo>
                  <a:pt x="102330" y="148606"/>
                </a:lnTo>
                <a:lnTo>
                  <a:pt x="102330" y="171225"/>
                </a:lnTo>
                <a:lnTo>
                  <a:pt x="78228" y="171225"/>
                </a:lnTo>
                <a:lnTo>
                  <a:pt x="78228" y="148606"/>
                </a:lnTo>
                <a:lnTo>
                  <a:pt x="0" y="148606"/>
                </a:lnTo>
                <a:lnTo>
                  <a:pt x="102330" y="0"/>
                </a:lnTo>
                <a:lnTo>
                  <a:pt x="102330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37">
            <a:extLst xmlns:a="http://schemas.openxmlformats.org/drawingml/2006/main">
              <a:ext uri="{FF2B5EF4-FFF2-40B4-BE49-F238E27FC236}">
                <a16:creationId xmlns:a16="http://schemas.microsoft.com/office/drawing/2014/main" id="{F7F0923D-460F-41B7-95E3-87F765D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880" y="2755379"/>
            <a:ext cx="45543" cy="20051"/>
          </a:xfrm>
          <a:custGeom xmlns:a="http://schemas.openxmlformats.org/drawingml/2006/main">
            <a:pathLst>
              <a:path w="46092" h="20292">
                <a:moveTo>
                  <a:pt x="0" y="0"/>
                </a:moveTo>
                <a:lnTo>
                  <a:pt x="46092" y="0"/>
                </a:lnTo>
                <a:lnTo>
                  <a:pt x="46092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38">
            <a:extLst xmlns:a="http://schemas.openxmlformats.org/drawingml/2006/main">
              <a:ext uri="{FF2B5EF4-FFF2-40B4-BE49-F238E27FC236}">
                <a16:creationId xmlns:a16="http://schemas.microsoft.com/office/drawing/2014/main" id="{A64BE323-0C0D-47CD-A4E4-EEEA20D7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3226" y="2658460"/>
            <a:ext cx="88369" cy="157493"/>
          </a:xfrm>
          <a:custGeom xmlns:a="http://schemas.openxmlformats.org/drawingml/2006/main">
            <a:pathLst>
              <a:path w="89433" h="159389">
                <a:moveTo>
                  <a:pt x="24103" y="72296"/>
                </a:moveTo>
                <a:lnTo>
                  <a:pt x="33193" y="72296"/>
                </a:lnTo>
                <a:cubicBezTo>
                  <a:pt x="55181" y="72296"/>
                  <a:pt x="66178" y="63841"/>
                  <a:pt x="66178" y="46928"/>
                </a:cubicBezTo>
                <a:cubicBezTo>
                  <a:pt x="66178" y="30442"/>
                  <a:pt x="54760" y="22195"/>
                  <a:pt x="32136" y="22195"/>
                </a:cubicBezTo>
                <a:lnTo>
                  <a:pt x="24103" y="22195"/>
                </a:lnTo>
                <a:lnTo>
                  <a:pt x="24103" y="72296"/>
                </a:lnTo>
                <a:moveTo>
                  <a:pt x="24103" y="94704"/>
                </a:moveTo>
                <a:lnTo>
                  <a:pt x="24103" y="159389"/>
                </a:lnTo>
                <a:lnTo>
                  <a:pt x="0" y="159389"/>
                </a:lnTo>
                <a:lnTo>
                  <a:pt x="0" y="0"/>
                </a:lnTo>
                <a:lnTo>
                  <a:pt x="27275" y="0"/>
                </a:lnTo>
                <a:cubicBezTo>
                  <a:pt x="40383" y="0"/>
                  <a:pt x="50531" y="1057"/>
                  <a:pt x="57509" y="2746"/>
                </a:cubicBezTo>
                <a:cubicBezTo>
                  <a:pt x="64273" y="4649"/>
                  <a:pt x="70406" y="8244"/>
                  <a:pt x="75690" y="13318"/>
                </a:cubicBezTo>
                <a:cubicBezTo>
                  <a:pt x="84782" y="22406"/>
                  <a:pt x="89433" y="34034"/>
                  <a:pt x="89433" y="47985"/>
                </a:cubicBezTo>
                <a:cubicBezTo>
                  <a:pt x="89433" y="62149"/>
                  <a:pt x="84570" y="73564"/>
                  <a:pt x="74846" y="82019"/>
                </a:cubicBezTo>
                <a:cubicBezTo>
                  <a:pt x="65122" y="90477"/>
                  <a:pt x="51798" y="94704"/>
                  <a:pt x="35308" y="94704"/>
                </a:cubicBezTo>
                <a:lnTo>
                  <a:pt x="24103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39">
            <a:extLst xmlns:a="http://schemas.openxmlformats.org/drawingml/2006/main">
              <a:ext uri="{FF2B5EF4-FFF2-40B4-BE49-F238E27FC236}">
                <a16:creationId xmlns:a16="http://schemas.microsoft.com/office/drawing/2014/main" id="{7B0E0D47-B283-4BAC-8DE9-06990B8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1651" y="2713812"/>
            <a:ext cx="64974" cy="102141"/>
          </a:xfrm>
          <a:custGeom xmlns:a="http://schemas.openxmlformats.org/drawingml/2006/main">
            <a:pathLst>
              <a:path w="65756" h="103370">
                <a:moveTo>
                  <a:pt x="0" y="2746"/>
                </a:moveTo>
                <a:lnTo>
                  <a:pt x="23259" y="2746"/>
                </a:lnTo>
                <a:lnTo>
                  <a:pt x="23259" y="11837"/>
                </a:lnTo>
                <a:cubicBezTo>
                  <a:pt x="27487" y="7398"/>
                  <a:pt x="31293" y="4439"/>
                  <a:pt x="34675" y="2746"/>
                </a:cubicBezTo>
                <a:cubicBezTo>
                  <a:pt x="38059" y="1059"/>
                  <a:pt x="42286" y="211"/>
                  <a:pt x="47784" y="0"/>
                </a:cubicBezTo>
                <a:cubicBezTo>
                  <a:pt x="53069" y="0"/>
                  <a:pt x="58990" y="2114"/>
                  <a:pt x="65756" y="6131"/>
                </a:cubicBezTo>
                <a:lnTo>
                  <a:pt x="55183" y="27269"/>
                </a:lnTo>
                <a:cubicBezTo>
                  <a:pt x="50742" y="24309"/>
                  <a:pt x="46515" y="22619"/>
                  <a:pt x="42286" y="22619"/>
                </a:cubicBezTo>
                <a:cubicBezTo>
                  <a:pt x="29602" y="22619"/>
                  <a:pt x="23259" y="32131"/>
                  <a:pt x="23259" y="51158"/>
                </a:cubicBezTo>
                <a:lnTo>
                  <a:pt x="23259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40">
            <a:extLst xmlns:a="http://schemas.openxmlformats.org/drawingml/2006/main">
              <a:ext uri="{FF2B5EF4-FFF2-40B4-BE49-F238E27FC236}">
                <a16:creationId xmlns:a16="http://schemas.microsoft.com/office/drawing/2014/main" id="{37BD06F5-FCF6-4465-B141-5B2726B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189" y="2713812"/>
            <a:ext cx="105918" cy="104857"/>
          </a:xfrm>
          <a:custGeom xmlns:a="http://schemas.openxmlformats.org/drawingml/2006/main">
            <a:pathLst>
              <a:path w="107193" h="106119">
                <a:moveTo>
                  <a:pt x="31928" y="29807"/>
                </a:moveTo>
                <a:cubicBezTo>
                  <a:pt x="26430" y="35726"/>
                  <a:pt x="23680" y="43549"/>
                  <a:pt x="23680" y="53269"/>
                </a:cubicBezTo>
                <a:cubicBezTo>
                  <a:pt x="23680" y="62995"/>
                  <a:pt x="26216" y="70817"/>
                  <a:pt x="31714" y="76734"/>
                </a:cubicBezTo>
                <a:cubicBezTo>
                  <a:pt x="37213" y="82654"/>
                  <a:pt x="44400" y="85614"/>
                  <a:pt x="53703" y="85614"/>
                </a:cubicBezTo>
                <a:cubicBezTo>
                  <a:pt x="62584" y="85614"/>
                  <a:pt x="69770" y="82867"/>
                  <a:pt x="75269" y="76948"/>
                </a:cubicBezTo>
                <a:cubicBezTo>
                  <a:pt x="80767" y="71028"/>
                  <a:pt x="83513" y="63208"/>
                  <a:pt x="83513" y="53269"/>
                </a:cubicBezTo>
                <a:cubicBezTo>
                  <a:pt x="83513" y="43549"/>
                  <a:pt x="80767" y="35726"/>
                  <a:pt x="75269" y="29807"/>
                </a:cubicBezTo>
                <a:cubicBezTo>
                  <a:pt x="69770" y="23889"/>
                  <a:pt x="62372" y="20930"/>
                  <a:pt x="53491" y="20930"/>
                </a:cubicBezTo>
                <a:cubicBezTo>
                  <a:pt x="44612" y="20930"/>
                  <a:pt x="37422" y="23889"/>
                  <a:pt x="31928" y="29807"/>
                </a:cubicBezTo>
                <a:moveTo>
                  <a:pt x="91547" y="91112"/>
                </a:moveTo>
                <a:cubicBezTo>
                  <a:pt x="80978" y="101257"/>
                  <a:pt x="68291" y="106119"/>
                  <a:pt x="53068" y="106119"/>
                </a:cubicBezTo>
                <a:cubicBezTo>
                  <a:pt x="37846" y="106119"/>
                  <a:pt x="25370" y="101046"/>
                  <a:pt x="15222" y="90901"/>
                </a:cubicBezTo>
                <a:cubicBezTo>
                  <a:pt x="5074" y="80751"/>
                  <a:pt x="0" y="68071"/>
                  <a:pt x="0" y="53058"/>
                </a:cubicBezTo>
                <a:cubicBezTo>
                  <a:pt x="0" y="38051"/>
                  <a:pt x="5074" y="25368"/>
                  <a:pt x="15433" y="15221"/>
                </a:cubicBezTo>
                <a:cubicBezTo>
                  <a:pt x="25795" y="5074"/>
                  <a:pt x="38481" y="0"/>
                  <a:pt x="53491" y="0"/>
                </a:cubicBezTo>
                <a:cubicBezTo>
                  <a:pt x="68502" y="0"/>
                  <a:pt x="81189" y="5287"/>
                  <a:pt x="91547" y="15432"/>
                </a:cubicBezTo>
                <a:cubicBezTo>
                  <a:pt x="101907" y="25790"/>
                  <a:pt x="107193" y="38473"/>
                  <a:pt x="107193" y="53483"/>
                </a:cubicBezTo>
                <a:cubicBezTo>
                  <a:pt x="107193" y="68490"/>
                  <a:pt x="101907" y="80962"/>
                  <a:pt x="91547" y="911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41">
            <a:extLst xmlns:a="http://schemas.openxmlformats.org/drawingml/2006/main">
              <a:ext uri="{FF2B5EF4-FFF2-40B4-BE49-F238E27FC236}">
                <a16:creationId xmlns:a16="http://schemas.microsoft.com/office/drawing/2014/main" id="{2853AFE6-77A4-4DEC-889A-28E77A6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3008816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C4B5D8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489" name="path-442">
            <a:extLst xmlns:a="http://schemas.openxmlformats.org/drawingml/2006/main">
              <a:ext uri="{FF2B5EF4-FFF2-40B4-BE49-F238E27FC236}">
                <a16:creationId xmlns:a16="http://schemas.microsoft.com/office/drawing/2014/main" id="{02A14736-F3A5-4846-A13C-4E35B60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317" y="3007144"/>
            <a:ext cx="167967" cy="163134"/>
          </a:xfrm>
          <a:custGeom xmlns:a="http://schemas.openxmlformats.org/drawingml/2006/main">
            <a:pathLst>
              <a:path w="169989" h="165097">
                <a:moveTo>
                  <a:pt x="127068" y="122397"/>
                </a:moveTo>
                <a:cubicBezTo>
                  <a:pt x="137217" y="111828"/>
                  <a:pt x="142291" y="98299"/>
                  <a:pt x="142291" y="81810"/>
                </a:cubicBezTo>
                <a:cubicBezTo>
                  <a:pt x="142291" y="65533"/>
                  <a:pt x="136582" y="51580"/>
                  <a:pt x="125377" y="39954"/>
                </a:cubicBezTo>
                <a:cubicBezTo>
                  <a:pt x="113749" y="28539"/>
                  <a:pt x="99583" y="22619"/>
                  <a:pt x="82669" y="22619"/>
                </a:cubicBezTo>
                <a:cubicBezTo>
                  <a:pt x="65755" y="22619"/>
                  <a:pt x="51799" y="28539"/>
                  <a:pt x="40806" y="39954"/>
                </a:cubicBezTo>
                <a:cubicBezTo>
                  <a:pt x="29811" y="51580"/>
                  <a:pt x="24104" y="65957"/>
                  <a:pt x="24104" y="83289"/>
                </a:cubicBezTo>
                <a:cubicBezTo>
                  <a:pt x="24104" y="100624"/>
                  <a:pt x="29811" y="114999"/>
                  <a:pt x="41651" y="125989"/>
                </a:cubicBezTo>
                <a:cubicBezTo>
                  <a:pt x="53283" y="137194"/>
                  <a:pt x="66814" y="142691"/>
                  <a:pt x="82036" y="142691"/>
                </a:cubicBezTo>
                <a:cubicBezTo>
                  <a:pt x="92395" y="142691"/>
                  <a:pt x="101909" y="140364"/>
                  <a:pt x="110366" y="135715"/>
                </a:cubicBezTo>
                <a:lnTo>
                  <a:pt x="72731" y="99356"/>
                </a:lnTo>
                <a:lnTo>
                  <a:pt x="103813" y="99356"/>
                </a:lnTo>
                <a:lnTo>
                  <a:pt x="127068" y="122397"/>
                </a:lnTo>
                <a:moveTo>
                  <a:pt x="82881" y="165097"/>
                </a:moveTo>
                <a:cubicBezTo>
                  <a:pt x="61738" y="165097"/>
                  <a:pt x="42921" y="158121"/>
                  <a:pt x="26639" y="143748"/>
                </a:cubicBezTo>
                <a:cubicBezTo>
                  <a:pt x="8882" y="128106"/>
                  <a:pt x="0" y="108022"/>
                  <a:pt x="0" y="83711"/>
                </a:cubicBezTo>
                <a:cubicBezTo>
                  <a:pt x="0" y="59613"/>
                  <a:pt x="8247" y="39532"/>
                  <a:pt x="24949" y="23676"/>
                </a:cubicBezTo>
                <a:cubicBezTo>
                  <a:pt x="41441" y="7823"/>
                  <a:pt x="60468" y="0"/>
                  <a:pt x="81612" y="0"/>
                </a:cubicBezTo>
                <a:cubicBezTo>
                  <a:pt x="102753" y="0"/>
                  <a:pt x="121570" y="6977"/>
                  <a:pt x="137641" y="20508"/>
                </a:cubicBezTo>
                <a:cubicBezTo>
                  <a:pt x="156878" y="36996"/>
                  <a:pt x="166606" y="58345"/>
                  <a:pt x="166606" y="84559"/>
                </a:cubicBezTo>
                <a:cubicBezTo>
                  <a:pt x="166606" y="105276"/>
                  <a:pt x="158995" y="123454"/>
                  <a:pt x="143770" y="139521"/>
                </a:cubicBezTo>
                <a:lnTo>
                  <a:pt x="169989" y="165097"/>
                </a:lnTo>
                <a:lnTo>
                  <a:pt x="139756" y="165097"/>
                </a:lnTo>
                <a:lnTo>
                  <a:pt x="127282" y="152414"/>
                </a:lnTo>
                <a:cubicBezTo>
                  <a:pt x="113961" y="160872"/>
                  <a:pt x="99162" y="165097"/>
                  <a:pt x="82881" y="1650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43">
            <a:extLst xmlns:a="http://schemas.openxmlformats.org/drawingml/2006/main">
              <a:ext uri="{FF2B5EF4-FFF2-40B4-BE49-F238E27FC236}">
                <a16:creationId xmlns:a16="http://schemas.microsoft.com/office/drawing/2014/main" id="{0A817B5B-F251-4162-84C3-C552D390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6058" y="3059157"/>
            <a:ext cx="159609" cy="115717"/>
          </a:xfrm>
          <a:custGeom xmlns:a="http://schemas.openxmlformats.org/drawingml/2006/main">
            <a:pathLst>
              <a:path w="161530" h="117110">
                <a:moveTo>
                  <a:pt x="26218" y="9090"/>
                </a:moveTo>
                <a:lnTo>
                  <a:pt x="52434" y="66587"/>
                </a:lnTo>
                <a:lnTo>
                  <a:pt x="80977" y="0"/>
                </a:lnTo>
                <a:lnTo>
                  <a:pt x="109520" y="66587"/>
                </a:lnTo>
                <a:lnTo>
                  <a:pt x="135526" y="9090"/>
                </a:lnTo>
                <a:lnTo>
                  <a:pt x="161530" y="9090"/>
                </a:lnTo>
                <a:lnTo>
                  <a:pt x="108885" y="117110"/>
                </a:lnTo>
                <a:lnTo>
                  <a:pt x="80977" y="52423"/>
                </a:lnTo>
                <a:lnTo>
                  <a:pt x="52644" y="117110"/>
                </a:lnTo>
                <a:lnTo>
                  <a:pt x="0" y="9090"/>
                </a:lnTo>
                <a:lnTo>
                  <a:pt x="26218" y="90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444">
            <a:extLst xmlns:a="http://schemas.openxmlformats.org/drawingml/2006/main">
              <a:ext uri="{FF2B5EF4-FFF2-40B4-BE49-F238E27FC236}">
                <a16:creationId xmlns:a16="http://schemas.microsoft.com/office/drawing/2014/main" id="{9C54D49E-2F48-48DD-B647-DEEF2AF8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532" y="3065421"/>
            <a:ext cx="96098" cy="104857"/>
          </a:xfrm>
          <a:custGeom xmlns:a="http://schemas.openxmlformats.org/drawingml/2006/main">
            <a:pathLst>
              <a:path w="97254" h="106119">
                <a:moveTo>
                  <a:pt x="49050" y="20930"/>
                </a:moveTo>
                <a:cubicBezTo>
                  <a:pt x="40170" y="20930"/>
                  <a:pt x="33616" y="24733"/>
                  <a:pt x="29176" y="31920"/>
                </a:cubicBezTo>
                <a:cubicBezTo>
                  <a:pt x="27486" y="34247"/>
                  <a:pt x="26426" y="36783"/>
                  <a:pt x="25795" y="39530"/>
                </a:cubicBezTo>
                <a:lnTo>
                  <a:pt x="72518" y="39530"/>
                </a:lnTo>
                <a:cubicBezTo>
                  <a:pt x="69136" y="27269"/>
                  <a:pt x="61314" y="20930"/>
                  <a:pt x="49050" y="20930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1" y="78640"/>
                  <a:pt x="72731" y="73566"/>
                  <a:pt x="77594" y="66168"/>
                </a:cubicBezTo>
                <a:lnTo>
                  <a:pt x="97254" y="76948"/>
                </a:lnTo>
                <a:cubicBezTo>
                  <a:pt x="88377" y="92169"/>
                  <a:pt x="77380" y="101470"/>
                  <a:pt x="64273" y="104430"/>
                </a:cubicBezTo>
                <a:cubicBezTo>
                  <a:pt x="59623" y="105484"/>
                  <a:pt x="54760" y="106119"/>
                  <a:pt x="49685" y="106119"/>
                </a:cubicBezTo>
                <a:cubicBezTo>
                  <a:pt x="34673" y="106119"/>
                  <a:pt x="22620" y="101470"/>
                  <a:pt x="13530" y="91744"/>
                </a:cubicBezTo>
                <a:cubicBezTo>
                  <a:pt x="4437" y="82232"/>
                  <a:pt x="0" y="69339"/>
                  <a:pt x="0" y="53269"/>
                </a:cubicBezTo>
                <a:cubicBezTo>
                  <a:pt x="0" y="37418"/>
                  <a:pt x="4226" y="24522"/>
                  <a:pt x="13107" y="14588"/>
                </a:cubicBezTo>
                <a:cubicBezTo>
                  <a:pt x="21988" y="4863"/>
                  <a:pt x="33828" y="0"/>
                  <a:pt x="48627" y="0"/>
                </a:cubicBezTo>
                <a:cubicBezTo>
                  <a:pt x="63425" y="211"/>
                  <a:pt x="75057" y="5074"/>
                  <a:pt x="83513" y="14377"/>
                </a:cubicBezTo>
                <a:cubicBezTo>
                  <a:pt x="91971" y="23678"/>
                  <a:pt x="96411" y="36572"/>
                  <a:pt x="96411" y="53061"/>
                </a:cubicBezTo>
                <a:lnTo>
                  <a:pt x="96197" y="58556"/>
                </a:lnTo>
                <a:lnTo>
                  <a:pt x="24312" y="58556"/>
                </a:lnTo>
                <a:cubicBezTo>
                  <a:pt x="24735" y="67011"/>
                  <a:pt x="27486" y="73566"/>
                  <a:pt x="32136" y="78216"/>
                </a:cubicBezTo>
                <a:cubicBezTo>
                  <a:pt x="36788" y="83078"/>
                  <a:pt x="42497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45">
            <a:extLst xmlns:a="http://schemas.openxmlformats.org/drawingml/2006/main">
              <a:ext uri="{FF2B5EF4-FFF2-40B4-BE49-F238E27FC236}">
                <a16:creationId xmlns:a16="http://schemas.microsoft.com/office/drawing/2014/main" id="{E5BCDB0B-3ED2-45A5-8932-AE42189A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656" y="3065421"/>
            <a:ext cx="85653" cy="102143"/>
          </a:xfrm>
          <a:custGeom xmlns:a="http://schemas.openxmlformats.org/drawingml/2006/main">
            <a:pathLst>
              <a:path w="86684" h="103373">
                <a:moveTo>
                  <a:pt x="0" y="2751"/>
                </a:moveTo>
                <a:lnTo>
                  <a:pt x="23466" y="2751"/>
                </a:lnTo>
                <a:lnTo>
                  <a:pt x="23466" y="12050"/>
                </a:lnTo>
                <a:cubicBezTo>
                  <a:pt x="31503" y="4019"/>
                  <a:pt x="41017" y="0"/>
                  <a:pt x="52010" y="0"/>
                </a:cubicBezTo>
                <a:cubicBezTo>
                  <a:pt x="63004" y="0"/>
                  <a:pt x="71462" y="3595"/>
                  <a:pt x="77591" y="10361"/>
                </a:cubicBezTo>
                <a:cubicBezTo>
                  <a:pt x="83513" y="17124"/>
                  <a:pt x="86684" y="27693"/>
                  <a:pt x="86684" y="41646"/>
                </a:cubicBezTo>
                <a:lnTo>
                  <a:pt x="86684" y="103373"/>
                </a:lnTo>
                <a:lnTo>
                  <a:pt x="63429" y="103373"/>
                </a:lnTo>
                <a:lnTo>
                  <a:pt x="63429" y="47141"/>
                </a:lnTo>
                <a:cubicBezTo>
                  <a:pt x="63429" y="37418"/>
                  <a:pt x="61949" y="30439"/>
                  <a:pt x="59199" y="26638"/>
                </a:cubicBezTo>
                <a:cubicBezTo>
                  <a:pt x="56451" y="22832"/>
                  <a:pt x="51376" y="20930"/>
                  <a:pt x="43977" y="20930"/>
                </a:cubicBezTo>
                <a:cubicBezTo>
                  <a:pt x="36578" y="20930"/>
                  <a:pt x="31293" y="23468"/>
                  <a:pt x="28121" y="28541"/>
                </a:cubicBezTo>
                <a:cubicBezTo>
                  <a:pt x="24946" y="33612"/>
                  <a:pt x="23466" y="42492"/>
                  <a:pt x="23466" y="54961"/>
                </a:cubicBezTo>
                <a:lnTo>
                  <a:pt x="23466" y="103373"/>
                </a:lnTo>
                <a:lnTo>
                  <a:pt x="0" y="103373"/>
                </a:lnTo>
                <a:lnTo>
                  <a:pt x="0" y="27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46">
            <a:extLst xmlns:a="http://schemas.openxmlformats.org/drawingml/2006/main">
              <a:ext uri="{FF2B5EF4-FFF2-40B4-BE49-F238E27FC236}">
                <a16:creationId xmlns:a16="http://schemas.microsoft.com/office/drawing/2014/main" id="{D1486023-3BA8-4505-A113-78A255CE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5499" y="3007355"/>
            <a:ext cx="100486" cy="162506"/>
          </a:xfrm>
          <a:custGeom xmlns:a="http://schemas.openxmlformats.org/drawingml/2006/main">
            <a:pathLst>
              <a:path w="101695" h="164462">
                <a:moveTo>
                  <a:pt x="45879" y="88149"/>
                </a:moveTo>
                <a:lnTo>
                  <a:pt x="45879" y="67647"/>
                </a:lnTo>
                <a:cubicBezTo>
                  <a:pt x="56028" y="67647"/>
                  <a:pt x="62794" y="66587"/>
                  <a:pt x="66387" y="64263"/>
                </a:cubicBezTo>
                <a:cubicBezTo>
                  <a:pt x="72519" y="60457"/>
                  <a:pt x="75693" y="54537"/>
                  <a:pt x="75693" y="46504"/>
                </a:cubicBezTo>
                <a:cubicBezTo>
                  <a:pt x="75693" y="38686"/>
                  <a:pt x="73365" y="32555"/>
                  <a:pt x="68926" y="28325"/>
                </a:cubicBezTo>
                <a:cubicBezTo>
                  <a:pt x="64275" y="24098"/>
                  <a:pt x="58567" y="21984"/>
                  <a:pt x="51800" y="21773"/>
                </a:cubicBezTo>
                <a:cubicBezTo>
                  <a:pt x="44824" y="21773"/>
                  <a:pt x="39537" y="23463"/>
                  <a:pt x="35943" y="26633"/>
                </a:cubicBezTo>
                <a:cubicBezTo>
                  <a:pt x="32559" y="30017"/>
                  <a:pt x="29813" y="35724"/>
                  <a:pt x="28121" y="43333"/>
                </a:cubicBezTo>
                <a:lnTo>
                  <a:pt x="4229" y="43333"/>
                </a:lnTo>
                <a:cubicBezTo>
                  <a:pt x="6764" y="28536"/>
                  <a:pt x="11839" y="17543"/>
                  <a:pt x="19452" y="10358"/>
                </a:cubicBezTo>
                <a:cubicBezTo>
                  <a:pt x="27063" y="3382"/>
                  <a:pt x="38058" y="0"/>
                  <a:pt x="52012" y="0"/>
                </a:cubicBezTo>
                <a:cubicBezTo>
                  <a:pt x="65752" y="0"/>
                  <a:pt x="76960" y="4017"/>
                  <a:pt x="85841" y="12261"/>
                </a:cubicBezTo>
                <a:cubicBezTo>
                  <a:pt x="94719" y="20714"/>
                  <a:pt x="99160" y="31707"/>
                  <a:pt x="99160" y="45449"/>
                </a:cubicBezTo>
                <a:cubicBezTo>
                  <a:pt x="99160" y="59189"/>
                  <a:pt x="93240" y="70182"/>
                  <a:pt x="81823" y="78216"/>
                </a:cubicBezTo>
                <a:cubicBezTo>
                  <a:pt x="94931" y="86033"/>
                  <a:pt x="101695" y="98718"/>
                  <a:pt x="101695" y="116053"/>
                </a:cubicBezTo>
                <a:cubicBezTo>
                  <a:pt x="101695" y="130428"/>
                  <a:pt x="96834" y="142054"/>
                  <a:pt x="87108" y="150933"/>
                </a:cubicBezTo>
                <a:cubicBezTo>
                  <a:pt x="77384" y="160021"/>
                  <a:pt x="65121" y="164462"/>
                  <a:pt x="50110" y="164462"/>
                </a:cubicBezTo>
                <a:cubicBezTo>
                  <a:pt x="30868" y="164462"/>
                  <a:pt x="16702" y="157486"/>
                  <a:pt x="7400" y="143535"/>
                </a:cubicBezTo>
                <a:cubicBezTo>
                  <a:pt x="3594" y="137615"/>
                  <a:pt x="1059" y="129582"/>
                  <a:pt x="0" y="119013"/>
                </a:cubicBezTo>
                <a:lnTo>
                  <a:pt x="23255" y="119013"/>
                </a:lnTo>
                <a:cubicBezTo>
                  <a:pt x="24526" y="126835"/>
                  <a:pt x="27486" y="132753"/>
                  <a:pt x="32348" y="136769"/>
                </a:cubicBezTo>
                <a:cubicBezTo>
                  <a:pt x="36999" y="140997"/>
                  <a:pt x="43343" y="142900"/>
                  <a:pt x="51165" y="142900"/>
                </a:cubicBezTo>
                <a:cubicBezTo>
                  <a:pt x="58778" y="142900"/>
                  <a:pt x="65332" y="140364"/>
                  <a:pt x="70406" y="135077"/>
                </a:cubicBezTo>
                <a:cubicBezTo>
                  <a:pt x="75480" y="129793"/>
                  <a:pt x="78017" y="123030"/>
                  <a:pt x="78017" y="114999"/>
                </a:cubicBezTo>
                <a:cubicBezTo>
                  <a:pt x="78017" y="104427"/>
                  <a:pt x="74210" y="96607"/>
                  <a:pt x="66601" y="91955"/>
                </a:cubicBezTo>
                <a:cubicBezTo>
                  <a:pt x="61949" y="89417"/>
                  <a:pt x="55183" y="88149"/>
                  <a:pt x="45879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47">
            <a:extLst xmlns:a="http://schemas.openxmlformats.org/drawingml/2006/main">
              <a:ext uri="{FF2B5EF4-FFF2-40B4-BE49-F238E27FC236}">
                <a16:creationId xmlns:a16="http://schemas.microsoft.com/office/drawing/2014/main" id="{DBD4901C-558F-4EA9-B452-32A73CA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3591" y="3142081"/>
            <a:ext cx="28413" cy="28197"/>
          </a:xfrm>
          <a:custGeom xmlns:a="http://schemas.openxmlformats.org/drawingml/2006/main">
            <a:pathLst>
              <a:path w="28755" h="28536">
                <a:moveTo>
                  <a:pt x="4226" y="24520"/>
                </a:moveTo>
                <a:cubicBezTo>
                  <a:pt x="1267" y="21984"/>
                  <a:pt x="0" y="18600"/>
                  <a:pt x="0" y="14586"/>
                </a:cubicBezTo>
                <a:cubicBezTo>
                  <a:pt x="0" y="10569"/>
                  <a:pt x="1267" y="7187"/>
                  <a:pt x="4226" y="4228"/>
                </a:cubicBezTo>
                <a:cubicBezTo>
                  <a:pt x="6977" y="1481"/>
                  <a:pt x="10359" y="0"/>
                  <a:pt x="14375" y="0"/>
                </a:cubicBezTo>
                <a:cubicBezTo>
                  <a:pt x="18182" y="0"/>
                  <a:pt x="21565" y="1481"/>
                  <a:pt x="24524" y="4228"/>
                </a:cubicBezTo>
                <a:cubicBezTo>
                  <a:pt x="27275" y="7187"/>
                  <a:pt x="28755" y="10569"/>
                  <a:pt x="28755" y="14375"/>
                </a:cubicBezTo>
                <a:cubicBezTo>
                  <a:pt x="28755" y="18600"/>
                  <a:pt x="27275" y="21984"/>
                  <a:pt x="24524" y="24520"/>
                </a:cubicBezTo>
                <a:cubicBezTo>
                  <a:pt x="21777" y="27058"/>
                  <a:pt x="18393" y="28536"/>
                  <a:pt x="14375" y="28536"/>
                </a:cubicBezTo>
                <a:cubicBezTo>
                  <a:pt x="10359" y="28536"/>
                  <a:pt x="6977" y="27058"/>
                  <a:pt x="4226" y="245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path-448">
            <a:extLst xmlns:a="http://schemas.openxmlformats.org/drawingml/2006/main">
              <a:ext uri="{FF2B5EF4-FFF2-40B4-BE49-F238E27FC236}">
                <a16:creationId xmlns:a16="http://schemas.microsoft.com/office/drawing/2014/main" id="{1101DFE4-3B8E-49CF-9834-93D0102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668" y="3004641"/>
            <a:ext cx="105919" cy="165220"/>
          </a:xfrm>
          <a:custGeom xmlns:a="http://schemas.openxmlformats.org/drawingml/2006/main">
            <a:pathLst>
              <a:path w="107194" h="167209">
                <a:moveTo>
                  <a:pt x="53702" y="145646"/>
                </a:moveTo>
                <a:cubicBezTo>
                  <a:pt x="61950" y="145646"/>
                  <a:pt x="68924" y="142687"/>
                  <a:pt x="74846" y="136767"/>
                </a:cubicBezTo>
                <a:cubicBezTo>
                  <a:pt x="80765" y="130850"/>
                  <a:pt x="83726" y="123871"/>
                  <a:pt x="83726" y="115629"/>
                </a:cubicBezTo>
                <a:cubicBezTo>
                  <a:pt x="83726" y="107382"/>
                  <a:pt x="80765" y="100197"/>
                  <a:pt x="74846" y="94278"/>
                </a:cubicBezTo>
                <a:cubicBezTo>
                  <a:pt x="68924" y="88360"/>
                  <a:pt x="61737" y="85614"/>
                  <a:pt x="53702" y="85614"/>
                </a:cubicBezTo>
                <a:cubicBezTo>
                  <a:pt x="45244" y="85614"/>
                  <a:pt x="38057" y="88571"/>
                  <a:pt x="32137" y="94491"/>
                </a:cubicBezTo>
                <a:cubicBezTo>
                  <a:pt x="26218" y="100411"/>
                  <a:pt x="23468" y="107382"/>
                  <a:pt x="23468" y="115629"/>
                </a:cubicBezTo>
                <a:cubicBezTo>
                  <a:pt x="23468" y="124084"/>
                  <a:pt x="26218" y="131061"/>
                  <a:pt x="32137" y="136980"/>
                </a:cubicBezTo>
                <a:cubicBezTo>
                  <a:pt x="38057" y="142897"/>
                  <a:pt x="45244" y="145646"/>
                  <a:pt x="53702" y="145646"/>
                </a:cubicBezTo>
                <a:moveTo>
                  <a:pt x="59624" y="64049"/>
                </a:moveTo>
                <a:cubicBezTo>
                  <a:pt x="72519" y="64049"/>
                  <a:pt x="83726" y="69120"/>
                  <a:pt x="93028" y="78846"/>
                </a:cubicBezTo>
                <a:cubicBezTo>
                  <a:pt x="102332" y="88780"/>
                  <a:pt x="107194" y="100832"/>
                  <a:pt x="107194" y="114994"/>
                </a:cubicBezTo>
                <a:cubicBezTo>
                  <a:pt x="107194" y="129158"/>
                  <a:pt x="102121" y="141419"/>
                  <a:pt x="91548" y="151777"/>
                </a:cubicBezTo>
                <a:cubicBezTo>
                  <a:pt x="80977" y="162346"/>
                  <a:pt x="68503" y="167209"/>
                  <a:pt x="54125" y="167209"/>
                </a:cubicBezTo>
                <a:cubicBezTo>
                  <a:pt x="39538" y="167209"/>
                  <a:pt x="26852" y="162133"/>
                  <a:pt x="16069" y="151988"/>
                </a:cubicBezTo>
                <a:cubicBezTo>
                  <a:pt x="5286" y="141843"/>
                  <a:pt x="0" y="130215"/>
                  <a:pt x="0" y="116897"/>
                </a:cubicBezTo>
                <a:cubicBezTo>
                  <a:pt x="0" y="103581"/>
                  <a:pt x="5074" y="89839"/>
                  <a:pt x="15646" y="75675"/>
                </a:cubicBezTo>
                <a:lnTo>
                  <a:pt x="71463" y="0"/>
                </a:lnTo>
                <a:lnTo>
                  <a:pt x="89011" y="13105"/>
                </a:lnTo>
                <a:lnTo>
                  <a:pt x="50954" y="64895"/>
                </a:lnTo>
                <a:cubicBezTo>
                  <a:pt x="54972" y="64471"/>
                  <a:pt x="57931" y="64049"/>
                  <a:pt x="59624" y="640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449">
            <a:extLst xmlns:a="http://schemas.openxmlformats.org/drawingml/2006/main">
              <a:ext uri="{FF2B5EF4-FFF2-40B4-BE49-F238E27FC236}">
                <a16:creationId xmlns:a16="http://schemas.microsoft.com/office/drawing/2014/main" id="{7A16CB7F-2969-416D-9448-870F98C0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9077" y="3106988"/>
            <a:ext cx="45543" cy="20051"/>
          </a:xfrm>
          <a:custGeom xmlns:a="http://schemas.openxmlformats.org/drawingml/2006/main">
            <a:pathLst>
              <a:path w="46092" h="20292">
                <a:moveTo>
                  <a:pt x="0" y="0"/>
                </a:moveTo>
                <a:lnTo>
                  <a:pt x="46092" y="0"/>
                </a:lnTo>
                <a:lnTo>
                  <a:pt x="46092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50">
            <a:extLst xmlns:a="http://schemas.openxmlformats.org/drawingml/2006/main">
              <a:ext uri="{FF2B5EF4-FFF2-40B4-BE49-F238E27FC236}">
                <a16:creationId xmlns:a16="http://schemas.microsoft.com/office/drawing/2014/main" id="{3DD28181-8C51-442A-9B50-1F3EE4C1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423" y="3010069"/>
            <a:ext cx="88369" cy="157495"/>
          </a:xfrm>
          <a:custGeom xmlns:a="http://schemas.openxmlformats.org/drawingml/2006/main">
            <a:pathLst>
              <a:path w="89433" h="159391">
                <a:moveTo>
                  <a:pt x="24100" y="72298"/>
                </a:moveTo>
                <a:lnTo>
                  <a:pt x="33193" y="72298"/>
                </a:lnTo>
                <a:cubicBezTo>
                  <a:pt x="55181" y="72298"/>
                  <a:pt x="66176" y="63841"/>
                  <a:pt x="66176" y="46930"/>
                </a:cubicBezTo>
                <a:cubicBezTo>
                  <a:pt x="66176" y="30442"/>
                  <a:pt x="54756" y="22200"/>
                  <a:pt x="32136" y="22200"/>
                </a:cubicBezTo>
                <a:lnTo>
                  <a:pt x="24100" y="22200"/>
                </a:lnTo>
                <a:lnTo>
                  <a:pt x="24100" y="72298"/>
                </a:lnTo>
                <a:moveTo>
                  <a:pt x="24100" y="94704"/>
                </a:moveTo>
                <a:lnTo>
                  <a:pt x="24100" y="159391"/>
                </a:lnTo>
                <a:lnTo>
                  <a:pt x="0" y="159391"/>
                </a:lnTo>
                <a:lnTo>
                  <a:pt x="0" y="0"/>
                </a:lnTo>
                <a:lnTo>
                  <a:pt x="27275" y="0"/>
                </a:lnTo>
                <a:cubicBezTo>
                  <a:pt x="40382" y="0"/>
                  <a:pt x="50530" y="1057"/>
                  <a:pt x="57508" y="2749"/>
                </a:cubicBezTo>
                <a:cubicBezTo>
                  <a:pt x="64273" y="4652"/>
                  <a:pt x="70403" y="8247"/>
                  <a:pt x="75690" y="13318"/>
                </a:cubicBezTo>
                <a:cubicBezTo>
                  <a:pt x="84782" y="22408"/>
                  <a:pt x="89433" y="34037"/>
                  <a:pt x="89433" y="47987"/>
                </a:cubicBezTo>
                <a:cubicBezTo>
                  <a:pt x="89433" y="62149"/>
                  <a:pt x="84570" y="73566"/>
                  <a:pt x="74846" y="82019"/>
                </a:cubicBezTo>
                <a:cubicBezTo>
                  <a:pt x="65118" y="90477"/>
                  <a:pt x="51799" y="94704"/>
                  <a:pt x="35308" y="94704"/>
                </a:cubicBezTo>
                <a:lnTo>
                  <a:pt x="24100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451">
            <a:extLst xmlns:a="http://schemas.openxmlformats.org/drawingml/2006/main">
              <a:ext uri="{FF2B5EF4-FFF2-40B4-BE49-F238E27FC236}">
                <a16:creationId xmlns:a16="http://schemas.microsoft.com/office/drawing/2014/main" id="{8493A55E-B891-41A4-A7F0-DEBA0A23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848" y="2995240"/>
            <a:ext cx="22981" cy="172324"/>
          </a:xfrm>
          <a:custGeom xmlns:a="http://schemas.openxmlformats.org/drawingml/2006/main">
            <a:pathLst>
              <a:path w="23258" h="174398">
                <a:moveTo>
                  <a:pt x="0" y="0"/>
                </a:moveTo>
                <a:lnTo>
                  <a:pt x="23258" y="0"/>
                </a:lnTo>
                <a:lnTo>
                  <a:pt x="23258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452">
            <a:extLst xmlns:a="http://schemas.openxmlformats.org/drawingml/2006/main">
              <a:ext uri="{FF2B5EF4-FFF2-40B4-BE49-F238E27FC236}">
                <a16:creationId xmlns:a16="http://schemas.microsoft.com/office/drawing/2014/main" id="{D4479B95-C26C-4DA0-A66F-F52D2F6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868" y="3068139"/>
            <a:ext cx="85026" cy="102138"/>
          </a:xfrm>
          <a:custGeom xmlns:a="http://schemas.openxmlformats.org/drawingml/2006/main">
            <a:pathLst>
              <a:path w="86049" h="103368">
                <a:moveTo>
                  <a:pt x="23255" y="0"/>
                </a:moveTo>
                <a:lnTo>
                  <a:pt x="23255" y="57708"/>
                </a:lnTo>
                <a:cubicBezTo>
                  <a:pt x="23255" y="74621"/>
                  <a:pt x="29809" y="82863"/>
                  <a:pt x="42921" y="82863"/>
                </a:cubicBezTo>
                <a:cubicBezTo>
                  <a:pt x="56028" y="82863"/>
                  <a:pt x="62794" y="74621"/>
                  <a:pt x="62794" y="57708"/>
                </a:cubicBezTo>
                <a:lnTo>
                  <a:pt x="62794" y="0"/>
                </a:lnTo>
                <a:lnTo>
                  <a:pt x="86049" y="0"/>
                </a:lnTo>
                <a:lnTo>
                  <a:pt x="86049" y="58343"/>
                </a:lnTo>
                <a:cubicBezTo>
                  <a:pt x="86049" y="66376"/>
                  <a:pt x="84993" y="73350"/>
                  <a:pt x="83090" y="78848"/>
                </a:cubicBezTo>
                <a:cubicBezTo>
                  <a:pt x="80975" y="84344"/>
                  <a:pt x="77591" y="89206"/>
                  <a:pt x="72942" y="93221"/>
                </a:cubicBezTo>
                <a:cubicBezTo>
                  <a:pt x="64909" y="99986"/>
                  <a:pt x="54971" y="103368"/>
                  <a:pt x="42921" y="103368"/>
                </a:cubicBezTo>
                <a:cubicBezTo>
                  <a:pt x="30868" y="103368"/>
                  <a:pt x="20932" y="99986"/>
                  <a:pt x="13107" y="93221"/>
                </a:cubicBezTo>
                <a:cubicBezTo>
                  <a:pt x="8244" y="89206"/>
                  <a:pt x="4862" y="84765"/>
                  <a:pt x="2957" y="79692"/>
                </a:cubicBezTo>
                <a:cubicBezTo>
                  <a:pt x="842" y="74621"/>
                  <a:pt x="0" y="67642"/>
                  <a:pt x="0" y="58343"/>
                </a:cubicBezTo>
                <a:lnTo>
                  <a:pt x="0" y="0"/>
                </a:lnTo>
                <a:lnTo>
                  <a:pt x="232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53">
            <a:extLst xmlns:a="http://schemas.openxmlformats.org/drawingml/2006/main">
              <a:ext uri="{FF2B5EF4-FFF2-40B4-BE49-F238E27FC236}">
                <a16:creationId xmlns:a16="http://schemas.microsoft.com/office/drawing/2014/main" id="{4088B383-F526-4C5D-8DCB-9EF7D7AD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1040" y="3065421"/>
            <a:ext cx="70820" cy="104857"/>
          </a:xfrm>
          <a:custGeom xmlns:a="http://schemas.openxmlformats.org/drawingml/2006/main">
            <a:pathLst>
              <a:path w="71673" h="106119">
                <a:moveTo>
                  <a:pt x="34884" y="20930"/>
                </a:moveTo>
                <a:cubicBezTo>
                  <a:pt x="32771" y="20930"/>
                  <a:pt x="30868" y="21776"/>
                  <a:pt x="29388" y="23041"/>
                </a:cubicBezTo>
                <a:cubicBezTo>
                  <a:pt x="27696" y="24522"/>
                  <a:pt x="27061" y="26425"/>
                  <a:pt x="27061" y="28541"/>
                </a:cubicBezTo>
                <a:cubicBezTo>
                  <a:pt x="27061" y="32345"/>
                  <a:pt x="31501" y="36150"/>
                  <a:pt x="40593" y="39954"/>
                </a:cubicBezTo>
                <a:cubicBezTo>
                  <a:pt x="52856" y="45241"/>
                  <a:pt x="61103" y="50103"/>
                  <a:pt x="65329" y="54542"/>
                </a:cubicBezTo>
                <a:cubicBezTo>
                  <a:pt x="69558" y="59191"/>
                  <a:pt x="71673" y="65744"/>
                  <a:pt x="71673" y="74201"/>
                </a:cubicBezTo>
                <a:cubicBezTo>
                  <a:pt x="71673" y="83078"/>
                  <a:pt x="68080" y="90477"/>
                  <a:pt x="61103" y="96818"/>
                </a:cubicBezTo>
                <a:cubicBezTo>
                  <a:pt x="53912" y="103162"/>
                  <a:pt x="45667" y="106119"/>
                  <a:pt x="35943" y="106119"/>
                </a:cubicBezTo>
                <a:cubicBezTo>
                  <a:pt x="19028" y="106119"/>
                  <a:pt x="6977" y="98086"/>
                  <a:pt x="0" y="81600"/>
                </a:cubicBezTo>
                <a:lnTo>
                  <a:pt x="19873" y="72509"/>
                </a:lnTo>
                <a:cubicBezTo>
                  <a:pt x="22411" y="77372"/>
                  <a:pt x="24946" y="80751"/>
                  <a:pt x="27061" y="82654"/>
                </a:cubicBezTo>
                <a:cubicBezTo>
                  <a:pt x="29176" y="84559"/>
                  <a:pt x="32348" y="85614"/>
                  <a:pt x="36154" y="85614"/>
                </a:cubicBezTo>
                <a:cubicBezTo>
                  <a:pt x="43977" y="85614"/>
                  <a:pt x="47994" y="82021"/>
                  <a:pt x="47994" y="74834"/>
                </a:cubicBezTo>
                <a:cubicBezTo>
                  <a:pt x="47994" y="70606"/>
                  <a:pt x="44823" y="66803"/>
                  <a:pt x="38902" y="63208"/>
                </a:cubicBezTo>
                <a:cubicBezTo>
                  <a:pt x="36575" y="62151"/>
                  <a:pt x="34251" y="61094"/>
                  <a:pt x="31924" y="59824"/>
                </a:cubicBezTo>
                <a:cubicBezTo>
                  <a:pt x="29388" y="58770"/>
                  <a:pt x="26006" y="57078"/>
                  <a:pt x="21353" y="54961"/>
                </a:cubicBezTo>
                <a:cubicBezTo>
                  <a:pt x="16702" y="52850"/>
                  <a:pt x="12895" y="49679"/>
                  <a:pt x="9935" y="45871"/>
                </a:cubicBezTo>
                <a:cubicBezTo>
                  <a:pt x="6764" y="42070"/>
                  <a:pt x="5286" y="36361"/>
                  <a:pt x="5286" y="28541"/>
                </a:cubicBezTo>
                <a:cubicBezTo>
                  <a:pt x="5286" y="20930"/>
                  <a:pt x="8244" y="14377"/>
                  <a:pt x="14165" y="8671"/>
                </a:cubicBezTo>
                <a:cubicBezTo>
                  <a:pt x="20297" y="2960"/>
                  <a:pt x="27696" y="0"/>
                  <a:pt x="36575" y="0"/>
                </a:cubicBezTo>
                <a:cubicBezTo>
                  <a:pt x="49262" y="0"/>
                  <a:pt x="58988" y="6766"/>
                  <a:pt x="65329" y="19870"/>
                </a:cubicBezTo>
                <a:lnTo>
                  <a:pt x="46092" y="30231"/>
                </a:lnTo>
                <a:cubicBezTo>
                  <a:pt x="42921" y="24103"/>
                  <a:pt x="39114" y="20930"/>
                  <a:pt x="34884" y="209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54">
            <a:extLst xmlns:a="http://schemas.openxmlformats.org/drawingml/2006/main">
              <a:ext uri="{FF2B5EF4-FFF2-40B4-BE49-F238E27FC236}">
                <a16:creationId xmlns:a16="http://schemas.microsoft.com/office/drawing/2014/main" id="{FE3259DD-47DB-4858-AB5B-48236D1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639" y="3360427"/>
            <a:ext cx="292479" cy="173369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7B52AB"/>
          </a:solidFill>
          <a:ln xmlns:a="http://schemas.openxmlformats.org/drawingml/2006/main" w="11605">
            <a:solidFill>
              <a:srgbClr val="FFFFFF"/>
            </a:solidFill>
            <a:prstDash val="solid"/>
          </a:ln>
        </p:spPr>
      </p:sp>
      <p:sp>
        <p:nvSpPr>
          <p:cNvPr id="502" name="path-455">
            <a:extLst xmlns:a="http://schemas.openxmlformats.org/drawingml/2006/main">
              <a:ext uri="{FF2B5EF4-FFF2-40B4-BE49-F238E27FC236}">
                <a16:creationId xmlns:a16="http://schemas.microsoft.com/office/drawing/2014/main" id="{AA408469-A495-4FE0-B950-512BC12B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317" y="3358756"/>
            <a:ext cx="167967" cy="163134"/>
          </a:xfrm>
          <a:custGeom xmlns:a="http://schemas.openxmlformats.org/drawingml/2006/main">
            <a:pathLst>
              <a:path w="169989" h="165097">
                <a:moveTo>
                  <a:pt x="127068" y="122397"/>
                </a:moveTo>
                <a:cubicBezTo>
                  <a:pt x="137217" y="111826"/>
                  <a:pt x="142291" y="98297"/>
                  <a:pt x="142291" y="81810"/>
                </a:cubicBezTo>
                <a:cubicBezTo>
                  <a:pt x="142291" y="65530"/>
                  <a:pt x="136582" y="51580"/>
                  <a:pt x="125377" y="39954"/>
                </a:cubicBezTo>
                <a:cubicBezTo>
                  <a:pt x="113749" y="28536"/>
                  <a:pt x="99583" y="22617"/>
                  <a:pt x="82669" y="22617"/>
                </a:cubicBezTo>
                <a:cubicBezTo>
                  <a:pt x="65755" y="22617"/>
                  <a:pt x="51799" y="28536"/>
                  <a:pt x="40806" y="39954"/>
                </a:cubicBezTo>
                <a:cubicBezTo>
                  <a:pt x="29811" y="51580"/>
                  <a:pt x="24104" y="65955"/>
                  <a:pt x="24104" y="83289"/>
                </a:cubicBezTo>
                <a:cubicBezTo>
                  <a:pt x="24104" y="100621"/>
                  <a:pt x="29811" y="114999"/>
                  <a:pt x="41651" y="125992"/>
                </a:cubicBezTo>
                <a:cubicBezTo>
                  <a:pt x="53283" y="137194"/>
                  <a:pt x="66814" y="142691"/>
                  <a:pt x="82036" y="142691"/>
                </a:cubicBezTo>
                <a:cubicBezTo>
                  <a:pt x="92395" y="142691"/>
                  <a:pt x="101909" y="140364"/>
                  <a:pt x="110366" y="135712"/>
                </a:cubicBezTo>
                <a:lnTo>
                  <a:pt x="72731" y="99354"/>
                </a:lnTo>
                <a:lnTo>
                  <a:pt x="103813" y="99354"/>
                </a:lnTo>
                <a:lnTo>
                  <a:pt x="127068" y="122397"/>
                </a:lnTo>
                <a:moveTo>
                  <a:pt x="82881" y="165097"/>
                </a:moveTo>
                <a:cubicBezTo>
                  <a:pt x="61738" y="165097"/>
                  <a:pt x="42921" y="158123"/>
                  <a:pt x="26639" y="143746"/>
                </a:cubicBezTo>
                <a:cubicBezTo>
                  <a:pt x="8882" y="128103"/>
                  <a:pt x="0" y="108020"/>
                  <a:pt x="0" y="83711"/>
                </a:cubicBezTo>
                <a:cubicBezTo>
                  <a:pt x="0" y="59613"/>
                  <a:pt x="8247" y="39530"/>
                  <a:pt x="24949" y="23678"/>
                </a:cubicBezTo>
                <a:cubicBezTo>
                  <a:pt x="41441" y="7823"/>
                  <a:pt x="60468" y="0"/>
                  <a:pt x="81612" y="0"/>
                </a:cubicBezTo>
                <a:cubicBezTo>
                  <a:pt x="102753" y="0"/>
                  <a:pt x="121570" y="6977"/>
                  <a:pt x="137641" y="20505"/>
                </a:cubicBezTo>
                <a:cubicBezTo>
                  <a:pt x="156878" y="36994"/>
                  <a:pt x="166606" y="58345"/>
                  <a:pt x="166606" y="84557"/>
                </a:cubicBezTo>
                <a:cubicBezTo>
                  <a:pt x="166606" y="105273"/>
                  <a:pt x="158995" y="123454"/>
                  <a:pt x="143770" y="139521"/>
                </a:cubicBezTo>
                <a:lnTo>
                  <a:pt x="169989" y="165097"/>
                </a:lnTo>
                <a:lnTo>
                  <a:pt x="139756" y="165097"/>
                </a:lnTo>
                <a:lnTo>
                  <a:pt x="127282" y="152412"/>
                </a:lnTo>
                <a:cubicBezTo>
                  <a:pt x="113961" y="160870"/>
                  <a:pt x="99162" y="165097"/>
                  <a:pt x="82881" y="1650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56">
            <a:extLst xmlns:a="http://schemas.openxmlformats.org/drawingml/2006/main">
              <a:ext uri="{FF2B5EF4-FFF2-40B4-BE49-F238E27FC236}">
                <a16:creationId xmlns:a16="http://schemas.microsoft.com/office/drawing/2014/main" id="{E452285D-0D98-4F28-B516-296FC13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6058" y="3410766"/>
            <a:ext cx="159609" cy="115720"/>
          </a:xfrm>
          <a:custGeom xmlns:a="http://schemas.openxmlformats.org/drawingml/2006/main">
            <a:pathLst>
              <a:path w="161530" h="117112">
                <a:moveTo>
                  <a:pt x="26218" y="9090"/>
                </a:moveTo>
                <a:lnTo>
                  <a:pt x="52434" y="66587"/>
                </a:lnTo>
                <a:lnTo>
                  <a:pt x="80977" y="0"/>
                </a:lnTo>
                <a:lnTo>
                  <a:pt x="109520" y="66587"/>
                </a:lnTo>
                <a:lnTo>
                  <a:pt x="135526" y="9090"/>
                </a:lnTo>
                <a:lnTo>
                  <a:pt x="161530" y="9090"/>
                </a:lnTo>
                <a:lnTo>
                  <a:pt x="108885" y="117112"/>
                </a:lnTo>
                <a:lnTo>
                  <a:pt x="80977" y="52423"/>
                </a:lnTo>
                <a:lnTo>
                  <a:pt x="52644" y="117112"/>
                </a:lnTo>
                <a:lnTo>
                  <a:pt x="0" y="9090"/>
                </a:lnTo>
                <a:lnTo>
                  <a:pt x="26218" y="90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57">
            <a:extLst xmlns:a="http://schemas.openxmlformats.org/drawingml/2006/main">
              <a:ext uri="{FF2B5EF4-FFF2-40B4-BE49-F238E27FC236}">
                <a16:creationId xmlns:a16="http://schemas.microsoft.com/office/drawing/2014/main" id="{E08D6C37-E3E9-4111-BB55-AE49010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532" y="3417034"/>
            <a:ext cx="96098" cy="104855"/>
          </a:xfrm>
          <a:custGeom xmlns:a="http://schemas.openxmlformats.org/drawingml/2006/main">
            <a:pathLst>
              <a:path w="97254" h="106117">
                <a:moveTo>
                  <a:pt x="49050" y="20927"/>
                </a:moveTo>
                <a:cubicBezTo>
                  <a:pt x="40170" y="20927"/>
                  <a:pt x="33616" y="24731"/>
                  <a:pt x="29176" y="31918"/>
                </a:cubicBezTo>
                <a:cubicBezTo>
                  <a:pt x="27486" y="34243"/>
                  <a:pt x="26426" y="36778"/>
                  <a:pt x="25795" y="39530"/>
                </a:cubicBezTo>
                <a:lnTo>
                  <a:pt x="72518" y="39530"/>
                </a:lnTo>
                <a:cubicBezTo>
                  <a:pt x="69136" y="27269"/>
                  <a:pt x="61314" y="20927"/>
                  <a:pt x="49050" y="20927"/>
                </a:cubicBezTo>
                <a:moveTo>
                  <a:pt x="49262" y="85611"/>
                </a:moveTo>
                <a:cubicBezTo>
                  <a:pt x="55816" y="85611"/>
                  <a:pt x="61103" y="84341"/>
                  <a:pt x="64909" y="81384"/>
                </a:cubicBezTo>
                <a:cubicBezTo>
                  <a:pt x="68501" y="78635"/>
                  <a:pt x="72731" y="73561"/>
                  <a:pt x="77594" y="66163"/>
                </a:cubicBezTo>
                <a:lnTo>
                  <a:pt x="97254" y="76943"/>
                </a:lnTo>
                <a:cubicBezTo>
                  <a:pt x="88377" y="92164"/>
                  <a:pt x="77380" y="101465"/>
                  <a:pt x="64273" y="104425"/>
                </a:cubicBezTo>
                <a:cubicBezTo>
                  <a:pt x="59623" y="105482"/>
                  <a:pt x="54760" y="106117"/>
                  <a:pt x="49685" y="106117"/>
                </a:cubicBezTo>
                <a:cubicBezTo>
                  <a:pt x="34673" y="106117"/>
                  <a:pt x="22620" y="101465"/>
                  <a:pt x="13530" y="91742"/>
                </a:cubicBezTo>
                <a:cubicBezTo>
                  <a:pt x="4437" y="82230"/>
                  <a:pt x="0" y="69334"/>
                  <a:pt x="0" y="53269"/>
                </a:cubicBezTo>
                <a:cubicBezTo>
                  <a:pt x="0" y="37413"/>
                  <a:pt x="4226" y="24520"/>
                  <a:pt x="13107" y="14583"/>
                </a:cubicBezTo>
                <a:cubicBezTo>
                  <a:pt x="21988" y="4860"/>
                  <a:pt x="33828" y="0"/>
                  <a:pt x="48627" y="0"/>
                </a:cubicBezTo>
                <a:cubicBezTo>
                  <a:pt x="63425" y="208"/>
                  <a:pt x="75057" y="5071"/>
                  <a:pt x="83513" y="14372"/>
                </a:cubicBezTo>
                <a:cubicBezTo>
                  <a:pt x="91971" y="23674"/>
                  <a:pt x="96411" y="36570"/>
                  <a:pt x="96411" y="53058"/>
                </a:cubicBezTo>
                <a:lnTo>
                  <a:pt x="96197" y="58554"/>
                </a:lnTo>
                <a:lnTo>
                  <a:pt x="24312" y="58554"/>
                </a:lnTo>
                <a:cubicBezTo>
                  <a:pt x="24735" y="67011"/>
                  <a:pt x="27486" y="73561"/>
                  <a:pt x="32136" y="78213"/>
                </a:cubicBezTo>
                <a:cubicBezTo>
                  <a:pt x="36788" y="83076"/>
                  <a:pt x="42497" y="85611"/>
                  <a:pt x="49262" y="856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path-458">
            <a:extLst xmlns:a="http://schemas.openxmlformats.org/drawingml/2006/main">
              <a:ext uri="{FF2B5EF4-FFF2-40B4-BE49-F238E27FC236}">
                <a16:creationId xmlns:a16="http://schemas.microsoft.com/office/drawing/2014/main" id="{7E61396E-D826-48D1-BF04-5C1E5AB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656" y="3417034"/>
            <a:ext cx="85653" cy="102141"/>
          </a:xfrm>
          <a:custGeom xmlns:a="http://schemas.openxmlformats.org/drawingml/2006/main">
            <a:pathLst>
              <a:path w="86684" h="103370">
                <a:moveTo>
                  <a:pt x="0" y="2746"/>
                </a:moveTo>
                <a:lnTo>
                  <a:pt x="23466" y="2746"/>
                </a:lnTo>
                <a:lnTo>
                  <a:pt x="23466" y="12048"/>
                </a:lnTo>
                <a:cubicBezTo>
                  <a:pt x="31503" y="4014"/>
                  <a:pt x="41017" y="0"/>
                  <a:pt x="52010" y="0"/>
                </a:cubicBezTo>
                <a:cubicBezTo>
                  <a:pt x="63004" y="0"/>
                  <a:pt x="71462" y="3590"/>
                  <a:pt x="77591" y="10358"/>
                </a:cubicBezTo>
                <a:cubicBezTo>
                  <a:pt x="83513" y="17121"/>
                  <a:pt x="86684" y="27690"/>
                  <a:pt x="86684" y="41641"/>
                </a:cubicBezTo>
                <a:lnTo>
                  <a:pt x="86684" y="103370"/>
                </a:lnTo>
                <a:lnTo>
                  <a:pt x="63429" y="103370"/>
                </a:lnTo>
                <a:lnTo>
                  <a:pt x="63429" y="47139"/>
                </a:lnTo>
                <a:cubicBezTo>
                  <a:pt x="63429" y="37413"/>
                  <a:pt x="61949" y="30439"/>
                  <a:pt x="59199" y="26633"/>
                </a:cubicBezTo>
                <a:cubicBezTo>
                  <a:pt x="56451" y="22830"/>
                  <a:pt x="51376" y="20927"/>
                  <a:pt x="43977" y="20927"/>
                </a:cubicBezTo>
                <a:cubicBezTo>
                  <a:pt x="36578" y="20927"/>
                  <a:pt x="31293" y="23463"/>
                  <a:pt x="28121" y="28536"/>
                </a:cubicBezTo>
                <a:cubicBezTo>
                  <a:pt x="24946" y="33608"/>
                  <a:pt x="23466" y="42489"/>
                  <a:pt x="23466" y="54959"/>
                </a:cubicBezTo>
                <a:lnTo>
                  <a:pt x="23466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59">
            <a:extLst xmlns:a="http://schemas.openxmlformats.org/drawingml/2006/main">
              <a:ext uri="{FF2B5EF4-FFF2-40B4-BE49-F238E27FC236}">
                <a16:creationId xmlns:a16="http://schemas.microsoft.com/office/drawing/2014/main" id="{862F7610-74F2-4CD1-A3F3-563BC86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723" y="3458599"/>
            <a:ext cx="45545" cy="20053"/>
          </a:xfrm>
          <a:custGeom xmlns:a="http://schemas.openxmlformats.org/drawingml/2006/main">
            <a:pathLst>
              <a:path w="46093" h="20294">
                <a:moveTo>
                  <a:pt x="0" y="0"/>
                </a:moveTo>
                <a:lnTo>
                  <a:pt x="46093" y="0"/>
                </a:lnTo>
                <a:lnTo>
                  <a:pt x="46093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path-460">
            <a:extLst xmlns:a="http://schemas.openxmlformats.org/drawingml/2006/main">
              <a:ext uri="{FF2B5EF4-FFF2-40B4-BE49-F238E27FC236}">
                <a16:creationId xmlns:a16="http://schemas.microsoft.com/office/drawing/2014/main" id="{C507AEA5-19C2-4D9C-B6FA-FAA66608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104" y="3351864"/>
            <a:ext cx="153130" cy="167311"/>
          </a:xfrm>
          <a:custGeom xmlns:a="http://schemas.openxmlformats.org/drawingml/2006/main">
            <a:pathLst>
              <a:path w="154973" h="169325">
                <a:moveTo>
                  <a:pt x="102121" y="108020"/>
                </a:moveTo>
                <a:lnTo>
                  <a:pt x="78437" y="53902"/>
                </a:lnTo>
                <a:lnTo>
                  <a:pt x="53702" y="108020"/>
                </a:lnTo>
                <a:lnTo>
                  <a:pt x="102121" y="108020"/>
                </a:lnTo>
                <a:moveTo>
                  <a:pt x="111845" y="130639"/>
                </a:moveTo>
                <a:lnTo>
                  <a:pt x="43554" y="130639"/>
                </a:lnTo>
                <a:lnTo>
                  <a:pt x="25795" y="169325"/>
                </a:lnTo>
                <a:lnTo>
                  <a:pt x="0" y="169325"/>
                </a:lnTo>
                <a:lnTo>
                  <a:pt x="78862" y="0"/>
                </a:lnTo>
                <a:lnTo>
                  <a:pt x="154973" y="169325"/>
                </a:lnTo>
                <a:lnTo>
                  <a:pt x="128547" y="169325"/>
                </a:lnTo>
                <a:lnTo>
                  <a:pt x="111845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61">
            <a:extLst xmlns:a="http://schemas.openxmlformats.org/drawingml/2006/main">
              <a:ext uri="{FF2B5EF4-FFF2-40B4-BE49-F238E27FC236}">
                <a16:creationId xmlns:a16="http://schemas.microsoft.com/office/drawing/2014/main" id="{A80C66A5-F2C3-4A7E-8050-0598E19D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891" y="3417034"/>
            <a:ext cx="100697" cy="156240"/>
          </a:xfrm>
          <a:custGeom xmlns:a="http://schemas.openxmlformats.org/drawingml/2006/main">
            <a:pathLst>
              <a:path w="101909" h="158121">
                <a:moveTo>
                  <a:pt x="51589" y="85611"/>
                </a:moveTo>
                <a:cubicBezTo>
                  <a:pt x="60468" y="85611"/>
                  <a:pt x="67233" y="82652"/>
                  <a:pt x="72307" y="76308"/>
                </a:cubicBezTo>
                <a:cubicBezTo>
                  <a:pt x="77172" y="70182"/>
                  <a:pt x="79709" y="62360"/>
                  <a:pt x="79709" y="52845"/>
                </a:cubicBezTo>
                <a:cubicBezTo>
                  <a:pt x="79709" y="43333"/>
                  <a:pt x="76961" y="35724"/>
                  <a:pt x="71886" y="29804"/>
                </a:cubicBezTo>
                <a:cubicBezTo>
                  <a:pt x="66601" y="23885"/>
                  <a:pt x="59623" y="20927"/>
                  <a:pt x="51166" y="20927"/>
                </a:cubicBezTo>
                <a:cubicBezTo>
                  <a:pt x="42498" y="20927"/>
                  <a:pt x="35732" y="24098"/>
                  <a:pt x="30870" y="30228"/>
                </a:cubicBezTo>
                <a:cubicBezTo>
                  <a:pt x="26007" y="36570"/>
                  <a:pt x="23681" y="44179"/>
                  <a:pt x="23681" y="53478"/>
                </a:cubicBezTo>
                <a:cubicBezTo>
                  <a:pt x="23681" y="62781"/>
                  <a:pt x="26007" y="70391"/>
                  <a:pt x="30870" y="76521"/>
                </a:cubicBezTo>
                <a:cubicBezTo>
                  <a:pt x="35732" y="82652"/>
                  <a:pt x="42709" y="85611"/>
                  <a:pt x="51589" y="85611"/>
                </a:cubicBezTo>
                <a:moveTo>
                  <a:pt x="101909" y="101043"/>
                </a:moveTo>
                <a:cubicBezTo>
                  <a:pt x="101909" y="109712"/>
                  <a:pt x="101061" y="117321"/>
                  <a:pt x="99794" y="124084"/>
                </a:cubicBezTo>
                <a:cubicBezTo>
                  <a:pt x="98526" y="130850"/>
                  <a:pt x="95355" y="136980"/>
                  <a:pt x="90492" y="142476"/>
                </a:cubicBezTo>
                <a:cubicBezTo>
                  <a:pt x="81400" y="152834"/>
                  <a:pt x="68925" y="158121"/>
                  <a:pt x="53069" y="158121"/>
                </a:cubicBezTo>
                <a:cubicBezTo>
                  <a:pt x="39538" y="158121"/>
                  <a:pt x="28544" y="154312"/>
                  <a:pt x="19662" y="147125"/>
                </a:cubicBezTo>
                <a:cubicBezTo>
                  <a:pt x="10784" y="139727"/>
                  <a:pt x="5710" y="129582"/>
                  <a:pt x="4440" y="116475"/>
                </a:cubicBezTo>
                <a:lnTo>
                  <a:pt x="27699" y="116475"/>
                </a:lnTo>
                <a:cubicBezTo>
                  <a:pt x="28544" y="121338"/>
                  <a:pt x="30021" y="125141"/>
                  <a:pt x="32136" y="127890"/>
                </a:cubicBezTo>
                <a:cubicBezTo>
                  <a:pt x="36788" y="134020"/>
                  <a:pt x="43977" y="137191"/>
                  <a:pt x="53281" y="137191"/>
                </a:cubicBezTo>
                <a:cubicBezTo>
                  <a:pt x="70195" y="137191"/>
                  <a:pt x="78653" y="126622"/>
                  <a:pt x="78653" y="105906"/>
                </a:cubicBezTo>
                <a:lnTo>
                  <a:pt x="78653" y="92164"/>
                </a:lnTo>
                <a:cubicBezTo>
                  <a:pt x="69348" y="101465"/>
                  <a:pt x="58355" y="106117"/>
                  <a:pt x="45669" y="106117"/>
                </a:cubicBezTo>
                <a:cubicBezTo>
                  <a:pt x="32771" y="106117"/>
                  <a:pt x="21988" y="101254"/>
                  <a:pt x="13108" y="91320"/>
                </a:cubicBezTo>
                <a:cubicBezTo>
                  <a:pt x="4230" y="81384"/>
                  <a:pt x="0" y="68910"/>
                  <a:pt x="0" y="54113"/>
                </a:cubicBezTo>
                <a:cubicBezTo>
                  <a:pt x="0" y="39316"/>
                  <a:pt x="4230" y="26420"/>
                  <a:pt x="12688" y="15851"/>
                </a:cubicBezTo>
                <a:cubicBezTo>
                  <a:pt x="21145" y="5282"/>
                  <a:pt x="32349" y="0"/>
                  <a:pt x="45881" y="0"/>
                </a:cubicBezTo>
                <a:cubicBezTo>
                  <a:pt x="59411" y="0"/>
                  <a:pt x="70195" y="4860"/>
                  <a:pt x="78653" y="14162"/>
                </a:cubicBezTo>
                <a:lnTo>
                  <a:pt x="78653" y="2746"/>
                </a:lnTo>
                <a:lnTo>
                  <a:pt x="101909" y="2746"/>
                </a:lnTo>
                <a:lnTo>
                  <a:pt x="101909" y="1010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462">
            <a:extLst xmlns:a="http://schemas.openxmlformats.org/drawingml/2006/main">
              <a:ext uri="{FF2B5EF4-FFF2-40B4-BE49-F238E27FC236}">
                <a16:creationId xmlns:a16="http://schemas.microsoft.com/office/drawing/2014/main" id="{8C1B6A4C-8B1C-44E3-A867-FF6EB264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028" y="3417034"/>
            <a:ext cx="96102" cy="104855"/>
          </a:xfrm>
          <a:custGeom xmlns:a="http://schemas.openxmlformats.org/drawingml/2006/main">
            <a:pathLst>
              <a:path w="97259" h="106117">
                <a:moveTo>
                  <a:pt x="49051" y="20927"/>
                </a:moveTo>
                <a:cubicBezTo>
                  <a:pt x="40173" y="20927"/>
                  <a:pt x="33620" y="24731"/>
                  <a:pt x="29179" y="31918"/>
                </a:cubicBezTo>
                <a:cubicBezTo>
                  <a:pt x="27487" y="34243"/>
                  <a:pt x="26431" y="36778"/>
                  <a:pt x="25795" y="39530"/>
                </a:cubicBezTo>
                <a:lnTo>
                  <a:pt x="72521" y="39530"/>
                </a:lnTo>
                <a:cubicBezTo>
                  <a:pt x="69140" y="27269"/>
                  <a:pt x="61315" y="20927"/>
                  <a:pt x="49051" y="20927"/>
                </a:cubicBezTo>
                <a:moveTo>
                  <a:pt x="49262" y="85611"/>
                </a:moveTo>
                <a:cubicBezTo>
                  <a:pt x="55816" y="85611"/>
                  <a:pt x="61103" y="84341"/>
                  <a:pt x="64909" y="81384"/>
                </a:cubicBezTo>
                <a:cubicBezTo>
                  <a:pt x="68505" y="78635"/>
                  <a:pt x="72731" y="73561"/>
                  <a:pt x="77596" y="66163"/>
                </a:cubicBezTo>
                <a:lnTo>
                  <a:pt x="97259" y="76943"/>
                </a:lnTo>
                <a:cubicBezTo>
                  <a:pt x="88377" y="92164"/>
                  <a:pt x="77384" y="101465"/>
                  <a:pt x="64273" y="104425"/>
                </a:cubicBezTo>
                <a:cubicBezTo>
                  <a:pt x="59624" y="105482"/>
                  <a:pt x="54760" y="106117"/>
                  <a:pt x="49687" y="106117"/>
                </a:cubicBezTo>
                <a:cubicBezTo>
                  <a:pt x="34675" y="106117"/>
                  <a:pt x="22625" y="101465"/>
                  <a:pt x="13532" y="91742"/>
                </a:cubicBezTo>
                <a:cubicBezTo>
                  <a:pt x="4443" y="82230"/>
                  <a:pt x="0" y="69334"/>
                  <a:pt x="0" y="53269"/>
                </a:cubicBezTo>
                <a:cubicBezTo>
                  <a:pt x="0" y="37413"/>
                  <a:pt x="4230" y="24520"/>
                  <a:pt x="13112" y="14583"/>
                </a:cubicBezTo>
                <a:cubicBezTo>
                  <a:pt x="21988" y="4860"/>
                  <a:pt x="33829" y="0"/>
                  <a:pt x="48631" y="0"/>
                </a:cubicBezTo>
                <a:cubicBezTo>
                  <a:pt x="63431" y="208"/>
                  <a:pt x="75057" y="5071"/>
                  <a:pt x="83515" y="14372"/>
                </a:cubicBezTo>
                <a:cubicBezTo>
                  <a:pt x="91972" y="23674"/>
                  <a:pt x="96411" y="36570"/>
                  <a:pt x="96411" y="53058"/>
                </a:cubicBezTo>
                <a:lnTo>
                  <a:pt x="96201" y="58554"/>
                </a:lnTo>
                <a:lnTo>
                  <a:pt x="24316" y="58554"/>
                </a:lnTo>
                <a:cubicBezTo>
                  <a:pt x="24739" y="67011"/>
                  <a:pt x="27487" y="73561"/>
                  <a:pt x="32137" y="78213"/>
                </a:cubicBezTo>
                <a:cubicBezTo>
                  <a:pt x="36792" y="83076"/>
                  <a:pt x="42498" y="85611"/>
                  <a:pt x="49262" y="856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63">
            <a:extLst xmlns:a="http://schemas.openxmlformats.org/drawingml/2006/main">
              <a:ext uri="{FF2B5EF4-FFF2-40B4-BE49-F238E27FC236}">
                <a16:creationId xmlns:a16="http://schemas.microsoft.com/office/drawing/2014/main" id="{2761E3D1-2A6F-4EB9-9086-BE20363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156" y="3417034"/>
            <a:ext cx="85653" cy="102141"/>
          </a:xfrm>
          <a:custGeom xmlns:a="http://schemas.openxmlformats.org/drawingml/2006/main">
            <a:pathLst>
              <a:path w="86684" h="103370">
                <a:moveTo>
                  <a:pt x="0" y="2746"/>
                </a:moveTo>
                <a:lnTo>
                  <a:pt x="23466" y="2746"/>
                </a:lnTo>
                <a:lnTo>
                  <a:pt x="23466" y="12048"/>
                </a:lnTo>
                <a:cubicBezTo>
                  <a:pt x="31501" y="4014"/>
                  <a:pt x="41013" y="0"/>
                  <a:pt x="52010" y="0"/>
                </a:cubicBezTo>
                <a:cubicBezTo>
                  <a:pt x="63004" y="0"/>
                  <a:pt x="71462" y="3590"/>
                  <a:pt x="77591" y="10358"/>
                </a:cubicBezTo>
                <a:cubicBezTo>
                  <a:pt x="83512" y="17121"/>
                  <a:pt x="86684" y="27690"/>
                  <a:pt x="86684" y="41641"/>
                </a:cubicBezTo>
                <a:lnTo>
                  <a:pt x="86684" y="103370"/>
                </a:lnTo>
                <a:lnTo>
                  <a:pt x="63425" y="103370"/>
                </a:lnTo>
                <a:lnTo>
                  <a:pt x="63425" y="47139"/>
                </a:lnTo>
                <a:cubicBezTo>
                  <a:pt x="63425" y="37413"/>
                  <a:pt x="61945" y="30439"/>
                  <a:pt x="59199" y="26633"/>
                </a:cubicBezTo>
                <a:cubicBezTo>
                  <a:pt x="56448" y="22830"/>
                  <a:pt x="51375" y="20927"/>
                  <a:pt x="43977" y="20927"/>
                </a:cubicBezTo>
                <a:cubicBezTo>
                  <a:pt x="36575" y="20927"/>
                  <a:pt x="31289" y="23463"/>
                  <a:pt x="28117" y="28536"/>
                </a:cubicBezTo>
                <a:cubicBezTo>
                  <a:pt x="24946" y="33608"/>
                  <a:pt x="23466" y="42489"/>
                  <a:pt x="23466" y="54959"/>
                </a:cubicBezTo>
                <a:lnTo>
                  <a:pt x="23466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64">
            <a:extLst xmlns:a="http://schemas.openxmlformats.org/drawingml/2006/main">
              <a:ext uri="{FF2B5EF4-FFF2-40B4-BE49-F238E27FC236}">
                <a16:creationId xmlns:a16="http://schemas.microsoft.com/office/drawing/2014/main" id="{A804CE04-1BC1-4B92-A3A2-F24A69B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657" y="3383403"/>
            <a:ext cx="50557" cy="135773"/>
          </a:xfrm>
          <a:custGeom xmlns:a="http://schemas.openxmlformats.org/drawingml/2006/main">
            <a:pathLst>
              <a:path w="51165" h="137407">
                <a:moveTo>
                  <a:pt x="33193" y="58556"/>
                </a:moveTo>
                <a:lnTo>
                  <a:pt x="33193" y="137407"/>
                </a:lnTo>
                <a:lnTo>
                  <a:pt x="9936" y="137407"/>
                </a:lnTo>
                <a:lnTo>
                  <a:pt x="9936" y="58556"/>
                </a:lnTo>
                <a:lnTo>
                  <a:pt x="0" y="58556"/>
                </a:lnTo>
                <a:lnTo>
                  <a:pt x="0" y="36783"/>
                </a:lnTo>
                <a:lnTo>
                  <a:pt x="9936" y="36783"/>
                </a:lnTo>
                <a:lnTo>
                  <a:pt x="9936" y="0"/>
                </a:lnTo>
                <a:lnTo>
                  <a:pt x="33193" y="0"/>
                </a:lnTo>
                <a:lnTo>
                  <a:pt x="33193" y="36783"/>
                </a:lnTo>
                <a:lnTo>
                  <a:pt x="51165" y="36783"/>
                </a:lnTo>
                <a:lnTo>
                  <a:pt x="51165" y="58556"/>
                </a:lnTo>
                <a:lnTo>
                  <a:pt x="33193" y="585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65">
            <a:extLst xmlns:a="http://schemas.openxmlformats.org/drawingml/2006/main">
              <a:ext uri="{FF2B5EF4-FFF2-40B4-BE49-F238E27FC236}">
                <a16:creationId xmlns:a16="http://schemas.microsoft.com/office/drawing/2014/main" id="{09F6E3FA-75E6-42BE-AF68-60E9E5D5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0092" y="3353951"/>
            <a:ext cx="219985" cy="175040"/>
          </a:xfrm>
          <a:custGeom xmlns:a="http://schemas.openxmlformats.org/drawingml/2006/main">
            <a:pathLst>
              <a:path w="222633" h="177147">
                <a:moveTo>
                  <a:pt x="26006" y="7823"/>
                </a:moveTo>
                <a:lnTo>
                  <a:pt x="67657" y="114364"/>
                </a:lnTo>
                <a:lnTo>
                  <a:pt x="110999" y="0"/>
                </a:lnTo>
                <a:lnTo>
                  <a:pt x="152440" y="114364"/>
                </a:lnTo>
                <a:lnTo>
                  <a:pt x="196626" y="7823"/>
                </a:lnTo>
                <a:lnTo>
                  <a:pt x="222633" y="7823"/>
                </a:lnTo>
                <a:lnTo>
                  <a:pt x="151383" y="177147"/>
                </a:lnTo>
                <a:lnTo>
                  <a:pt x="110364" y="64476"/>
                </a:lnTo>
                <a:lnTo>
                  <a:pt x="67657" y="177147"/>
                </a:lnTo>
                <a:lnTo>
                  <a:pt x="0" y="7823"/>
                </a:lnTo>
                <a:lnTo>
                  <a:pt x="26006" y="78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466">
            <a:extLst xmlns:a="http://schemas.openxmlformats.org/drawingml/2006/main">
              <a:ext uri="{FF2B5EF4-FFF2-40B4-BE49-F238E27FC236}">
                <a16:creationId xmlns:a16="http://schemas.microsoft.com/office/drawing/2014/main" id="{44228443-E09F-4FDD-A4FA-A0CB5AFE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733" y="3417034"/>
            <a:ext cx="105919" cy="104855"/>
          </a:xfrm>
          <a:custGeom xmlns:a="http://schemas.openxmlformats.org/drawingml/2006/main">
            <a:pathLst>
              <a:path w="107194" h="106117">
                <a:moveTo>
                  <a:pt x="31925" y="29804"/>
                </a:moveTo>
                <a:cubicBezTo>
                  <a:pt x="26429" y="35724"/>
                  <a:pt x="23681" y="43544"/>
                  <a:pt x="23681" y="53269"/>
                </a:cubicBezTo>
                <a:cubicBezTo>
                  <a:pt x="23681" y="62992"/>
                  <a:pt x="26215" y="70815"/>
                  <a:pt x="31714" y="76732"/>
                </a:cubicBezTo>
                <a:cubicBezTo>
                  <a:pt x="37212" y="82652"/>
                  <a:pt x="44401" y="85611"/>
                  <a:pt x="53703" y="85611"/>
                </a:cubicBezTo>
                <a:cubicBezTo>
                  <a:pt x="62583" y="85611"/>
                  <a:pt x="69771" y="82863"/>
                  <a:pt x="75267" y="76943"/>
                </a:cubicBezTo>
                <a:cubicBezTo>
                  <a:pt x="80765" y="71026"/>
                  <a:pt x="83515" y="63203"/>
                  <a:pt x="83515" y="53269"/>
                </a:cubicBezTo>
                <a:cubicBezTo>
                  <a:pt x="83515" y="43544"/>
                  <a:pt x="80765" y="35724"/>
                  <a:pt x="75267" y="29804"/>
                </a:cubicBezTo>
                <a:cubicBezTo>
                  <a:pt x="69771" y="23885"/>
                  <a:pt x="62372" y="20927"/>
                  <a:pt x="53490" y="20927"/>
                </a:cubicBezTo>
                <a:cubicBezTo>
                  <a:pt x="44610" y="20927"/>
                  <a:pt x="37423" y="23885"/>
                  <a:pt x="31925" y="29804"/>
                </a:cubicBezTo>
                <a:moveTo>
                  <a:pt x="91548" y="91109"/>
                </a:moveTo>
                <a:cubicBezTo>
                  <a:pt x="80975" y="101254"/>
                  <a:pt x="68293" y="106117"/>
                  <a:pt x="53066" y="106117"/>
                </a:cubicBezTo>
                <a:cubicBezTo>
                  <a:pt x="37844" y="106117"/>
                  <a:pt x="25372" y="101043"/>
                  <a:pt x="15223" y="90896"/>
                </a:cubicBezTo>
                <a:cubicBezTo>
                  <a:pt x="5075" y="80751"/>
                  <a:pt x="0" y="68066"/>
                  <a:pt x="0" y="53058"/>
                </a:cubicBezTo>
                <a:cubicBezTo>
                  <a:pt x="0" y="38051"/>
                  <a:pt x="5075" y="25366"/>
                  <a:pt x="15434" y="15221"/>
                </a:cubicBezTo>
                <a:cubicBezTo>
                  <a:pt x="25795" y="5071"/>
                  <a:pt x="38479" y="0"/>
                  <a:pt x="53490" y="0"/>
                </a:cubicBezTo>
                <a:cubicBezTo>
                  <a:pt x="68501" y="0"/>
                  <a:pt x="81189" y="5282"/>
                  <a:pt x="91548" y="15429"/>
                </a:cubicBezTo>
                <a:cubicBezTo>
                  <a:pt x="101909" y="25790"/>
                  <a:pt x="107194" y="38470"/>
                  <a:pt x="107194" y="53478"/>
                </a:cubicBezTo>
                <a:cubicBezTo>
                  <a:pt x="107194" y="68490"/>
                  <a:pt x="101909" y="80960"/>
                  <a:pt x="91548" y="911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67">
            <a:extLst xmlns:a="http://schemas.openxmlformats.org/drawingml/2006/main">
              <a:ext uri="{FF2B5EF4-FFF2-40B4-BE49-F238E27FC236}">
                <a16:creationId xmlns:a16="http://schemas.microsoft.com/office/drawing/2014/main" id="{8987DC7C-B914-4D75-B226-0275F67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885" y="3417034"/>
            <a:ext cx="64970" cy="102141"/>
          </a:xfrm>
          <a:custGeom xmlns:a="http://schemas.openxmlformats.org/drawingml/2006/main">
            <a:pathLst>
              <a:path w="65752" h="103370">
                <a:moveTo>
                  <a:pt x="0" y="2746"/>
                </a:moveTo>
                <a:lnTo>
                  <a:pt x="23255" y="2746"/>
                </a:lnTo>
                <a:lnTo>
                  <a:pt x="23255" y="11837"/>
                </a:lnTo>
                <a:cubicBezTo>
                  <a:pt x="27486" y="7398"/>
                  <a:pt x="31293" y="4439"/>
                  <a:pt x="34675" y="2746"/>
                </a:cubicBezTo>
                <a:cubicBezTo>
                  <a:pt x="38058" y="1054"/>
                  <a:pt x="42286" y="208"/>
                  <a:pt x="47784" y="0"/>
                </a:cubicBezTo>
                <a:cubicBezTo>
                  <a:pt x="53069" y="0"/>
                  <a:pt x="58988" y="2111"/>
                  <a:pt x="65752" y="6126"/>
                </a:cubicBezTo>
                <a:lnTo>
                  <a:pt x="55183" y="27269"/>
                </a:lnTo>
                <a:cubicBezTo>
                  <a:pt x="50742" y="24309"/>
                  <a:pt x="46515" y="22619"/>
                  <a:pt x="42286" y="22619"/>
                </a:cubicBezTo>
                <a:cubicBezTo>
                  <a:pt x="29602" y="22619"/>
                  <a:pt x="23255" y="32129"/>
                  <a:pt x="23255" y="51155"/>
                </a:cubicBezTo>
                <a:lnTo>
                  <a:pt x="23255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68">
            <a:extLst xmlns:a="http://schemas.openxmlformats.org/drawingml/2006/main">
              <a:ext uri="{FF2B5EF4-FFF2-40B4-BE49-F238E27FC236}">
                <a16:creationId xmlns:a16="http://schemas.microsoft.com/office/drawing/2014/main" id="{6260E983-7ADC-46DE-840A-B56ACBC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9017" y="3346851"/>
            <a:ext cx="22980" cy="172324"/>
          </a:xfrm>
          <a:custGeom xmlns:a="http://schemas.openxmlformats.org/drawingml/2006/main">
            <a:pathLst>
              <a:path w="23257" h="174398">
                <a:moveTo>
                  <a:pt x="0" y="0"/>
                </a:moveTo>
                <a:lnTo>
                  <a:pt x="23257" y="0"/>
                </a:lnTo>
                <a:lnTo>
                  <a:pt x="23257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69">
            <a:extLst xmlns:a="http://schemas.openxmlformats.org/drawingml/2006/main">
              <a:ext uri="{FF2B5EF4-FFF2-40B4-BE49-F238E27FC236}">
                <a16:creationId xmlns:a16="http://schemas.microsoft.com/office/drawing/2014/main" id="{EB31FE60-DE45-429B-A816-096F475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442" y="3346849"/>
            <a:ext cx="100905" cy="175040"/>
          </a:xfrm>
          <a:custGeom xmlns:a="http://schemas.openxmlformats.org/drawingml/2006/main">
            <a:pathLst>
              <a:path w="102119" h="177147">
                <a:moveTo>
                  <a:pt x="31714" y="101046"/>
                </a:moveTo>
                <a:cubicBezTo>
                  <a:pt x="26218" y="107176"/>
                  <a:pt x="23680" y="114999"/>
                  <a:pt x="23680" y="124300"/>
                </a:cubicBezTo>
                <a:cubicBezTo>
                  <a:pt x="23680" y="133599"/>
                  <a:pt x="26218" y="141421"/>
                  <a:pt x="31503" y="147338"/>
                </a:cubicBezTo>
                <a:cubicBezTo>
                  <a:pt x="36578" y="153469"/>
                  <a:pt x="43344" y="156642"/>
                  <a:pt x="51800" y="156642"/>
                </a:cubicBezTo>
                <a:cubicBezTo>
                  <a:pt x="60258" y="156642"/>
                  <a:pt x="67022" y="153682"/>
                  <a:pt x="72309" y="147552"/>
                </a:cubicBezTo>
                <a:cubicBezTo>
                  <a:pt x="77593" y="141632"/>
                  <a:pt x="80343" y="133812"/>
                  <a:pt x="80343" y="124300"/>
                </a:cubicBezTo>
                <a:cubicBezTo>
                  <a:pt x="80343" y="114999"/>
                  <a:pt x="77593" y="107176"/>
                  <a:pt x="72309" y="101046"/>
                </a:cubicBezTo>
                <a:cubicBezTo>
                  <a:pt x="67022" y="95128"/>
                  <a:pt x="60258" y="91958"/>
                  <a:pt x="52012" y="91958"/>
                </a:cubicBezTo>
                <a:cubicBezTo>
                  <a:pt x="43556" y="91958"/>
                  <a:pt x="36790" y="95128"/>
                  <a:pt x="31714" y="101046"/>
                </a:cubicBezTo>
                <a:moveTo>
                  <a:pt x="78863" y="0"/>
                </a:moveTo>
                <a:lnTo>
                  <a:pt x="102119" y="0"/>
                </a:lnTo>
                <a:lnTo>
                  <a:pt x="102119" y="174401"/>
                </a:lnTo>
                <a:lnTo>
                  <a:pt x="78863" y="174401"/>
                </a:lnTo>
                <a:lnTo>
                  <a:pt x="78863" y="163829"/>
                </a:lnTo>
                <a:cubicBezTo>
                  <a:pt x="69559" y="172709"/>
                  <a:pt x="58778" y="177147"/>
                  <a:pt x="46090" y="177147"/>
                </a:cubicBezTo>
                <a:cubicBezTo>
                  <a:pt x="33408" y="177147"/>
                  <a:pt x="22411" y="172285"/>
                  <a:pt x="13531" y="162140"/>
                </a:cubicBezTo>
                <a:cubicBezTo>
                  <a:pt x="4442" y="151990"/>
                  <a:pt x="0" y="139310"/>
                  <a:pt x="0" y="124089"/>
                </a:cubicBezTo>
                <a:cubicBezTo>
                  <a:pt x="0" y="108868"/>
                  <a:pt x="4442" y="96396"/>
                  <a:pt x="13318" y="86251"/>
                </a:cubicBezTo>
                <a:cubicBezTo>
                  <a:pt x="22200" y="76313"/>
                  <a:pt x="33194" y="71239"/>
                  <a:pt x="45879" y="71031"/>
                </a:cubicBezTo>
                <a:cubicBezTo>
                  <a:pt x="58567" y="71031"/>
                  <a:pt x="69559" y="75891"/>
                  <a:pt x="78863" y="85614"/>
                </a:cubicBezTo>
                <a:lnTo>
                  <a:pt x="7886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70">
            <a:extLst xmlns:a="http://schemas.openxmlformats.org/drawingml/2006/main">
              <a:ext uri="{FF2B5EF4-FFF2-40B4-BE49-F238E27FC236}">
                <a16:creationId xmlns:a16="http://schemas.microsoft.com/office/drawing/2014/main" id="{EBF0116A-E261-4C59-9FC6-FE09533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970" y="3458599"/>
            <a:ext cx="45543" cy="20053"/>
          </a:xfrm>
          <a:custGeom xmlns:a="http://schemas.openxmlformats.org/drawingml/2006/main">
            <a:pathLst>
              <a:path w="46092" h="20294">
                <a:moveTo>
                  <a:pt x="0" y="0"/>
                </a:moveTo>
                <a:lnTo>
                  <a:pt x="46092" y="0"/>
                </a:lnTo>
                <a:lnTo>
                  <a:pt x="46092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71">
            <a:extLst xmlns:a="http://schemas.openxmlformats.org/drawingml/2006/main">
              <a:ext uri="{FF2B5EF4-FFF2-40B4-BE49-F238E27FC236}">
                <a16:creationId xmlns:a16="http://schemas.microsoft.com/office/drawing/2014/main" id="{35CD49B5-E39B-40B8-99D6-853C55F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6289" y="3358964"/>
            <a:ext cx="100486" cy="162506"/>
          </a:xfrm>
          <a:custGeom xmlns:a="http://schemas.openxmlformats.org/drawingml/2006/main">
            <a:pathLst>
              <a:path w="101695" h="164462">
                <a:moveTo>
                  <a:pt x="45878" y="88149"/>
                </a:moveTo>
                <a:lnTo>
                  <a:pt x="45878" y="67647"/>
                </a:lnTo>
                <a:cubicBezTo>
                  <a:pt x="56027" y="67647"/>
                  <a:pt x="62794" y="66587"/>
                  <a:pt x="66387" y="64265"/>
                </a:cubicBezTo>
                <a:cubicBezTo>
                  <a:pt x="72518" y="60459"/>
                  <a:pt x="75690" y="54540"/>
                  <a:pt x="75690" y="46509"/>
                </a:cubicBezTo>
                <a:cubicBezTo>
                  <a:pt x="75690" y="38686"/>
                  <a:pt x="73365" y="32555"/>
                  <a:pt x="68923" y="28325"/>
                </a:cubicBezTo>
                <a:cubicBezTo>
                  <a:pt x="64273" y="24098"/>
                  <a:pt x="58564" y="21986"/>
                  <a:pt x="51797" y="21776"/>
                </a:cubicBezTo>
                <a:cubicBezTo>
                  <a:pt x="44819" y="21776"/>
                  <a:pt x="39537" y="23468"/>
                  <a:pt x="35943" y="26638"/>
                </a:cubicBezTo>
                <a:cubicBezTo>
                  <a:pt x="32559" y="30017"/>
                  <a:pt x="29809" y="35729"/>
                  <a:pt x="28117" y="43335"/>
                </a:cubicBezTo>
                <a:lnTo>
                  <a:pt x="4226" y="43335"/>
                </a:lnTo>
                <a:cubicBezTo>
                  <a:pt x="6764" y="28539"/>
                  <a:pt x="11839" y="17548"/>
                  <a:pt x="19448" y="10358"/>
                </a:cubicBezTo>
                <a:cubicBezTo>
                  <a:pt x="27061" y="3384"/>
                  <a:pt x="38055" y="0"/>
                  <a:pt x="52010" y="0"/>
                </a:cubicBezTo>
                <a:cubicBezTo>
                  <a:pt x="65752" y="0"/>
                  <a:pt x="76956" y="4017"/>
                  <a:pt x="85838" y="12261"/>
                </a:cubicBezTo>
                <a:cubicBezTo>
                  <a:pt x="94718" y="20716"/>
                  <a:pt x="99157" y="31709"/>
                  <a:pt x="99157" y="45449"/>
                </a:cubicBezTo>
                <a:cubicBezTo>
                  <a:pt x="99157" y="59189"/>
                  <a:pt x="93238" y="70182"/>
                  <a:pt x="81821" y="78216"/>
                </a:cubicBezTo>
                <a:cubicBezTo>
                  <a:pt x="94931" y="86038"/>
                  <a:pt x="101695" y="98721"/>
                  <a:pt x="101695" y="116056"/>
                </a:cubicBezTo>
                <a:cubicBezTo>
                  <a:pt x="101695" y="130430"/>
                  <a:pt x="96833" y="142056"/>
                  <a:pt x="87105" y="150933"/>
                </a:cubicBezTo>
                <a:cubicBezTo>
                  <a:pt x="77380" y="160024"/>
                  <a:pt x="65117" y="164462"/>
                  <a:pt x="50106" y="164462"/>
                </a:cubicBezTo>
                <a:cubicBezTo>
                  <a:pt x="30867" y="164462"/>
                  <a:pt x="16702" y="157488"/>
                  <a:pt x="7398" y="143535"/>
                </a:cubicBezTo>
                <a:cubicBezTo>
                  <a:pt x="3592" y="137618"/>
                  <a:pt x="1056" y="129584"/>
                  <a:pt x="0" y="119013"/>
                </a:cubicBezTo>
                <a:lnTo>
                  <a:pt x="23255" y="119013"/>
                </a:lnTo>
                <a:cubicBezTo>
                  <a:pt x="24523" y="126835"/>
                  <a:pt x="27486" y="132755"/>
                  <a:pt x="32348" y="136769"/>
                </a:cubicBezTo>
                <a:cubicBezTo>
                  <a:pt x="36999" y="140999"/>
                  <a:pt x="43341" y="142900"/>
                  <a:pt x="51165" y="142900"/>
                </a:cubicBezTo>
                <a:cubicBezTo>
                  <a:pt x="58774" y="142900"/>
                  <a:pt x="65329" y="140364"/>
                  <a:pt x="70403" y="135077"/>
                </a:cubicBezTo>
                <a:cubicBezTo>
                  <a:pt x="75478" y="129795"/>
                  <a:pt x="78016" y="123030"/>
                  <a:pt x="78016" y="114999"/>
                </a:cubicBezTo>
                <a:cubicBezTo>
                  <a:pt x="78016" y="104430"/>
                  <a:pt x="74210" y="96607"/>
                  <a:pt x="66599" y="91958"/>
                </a:cubicBezTo>
                <a:cubicBezTo>
                  <a:pt x="61945" y="89417"/>
                  <a:pt x="55181" y="88149"/>
                  <a:pt x="45878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72">
            <a:extLst xmlns:a="http://schemas.openxmlformats.org/drawingml/2006/main">
              <a:ext uri="{FF2B5EF4-FFF2-40B4-BE49-F238E27FC236}">
                <a16:creationId xmlns:a16="http://schemas.microsoft.com/office/drawing/2014/main" id="{6A168DC3-419C-49A1-9633-57B5874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7902" y="3358964"/>
            <a:ext cx="105919" cy="165431"/>
          </a:xfrm>
          <a:custGeom xmlns:a="http://schemas.openxmlformats.org/drawingml/2006/main">
            <a:pathLst>
              <a:path w="107194" h="167422">
                <a:moveTo>
                  <a:pt x="74845" y="73353"/>
                </a:moveTo>
                <a:cubicBezTo>
                  <a:pt x="80766" y="67436"/>
                  <a:pt x="83726" y="60459"/>
                  <a:pt x="83726" y="52004"/>
                </a:cubicBezTo>
                <a:cubicBezTo>
                  <a:pt x="83726" y="43757"/>
                  <a:pt x="80766" y="36572"/>
                  <a:pt x="74845" y="30653"/>
                </a:cubicBezTo>
                <a:cubicBezTo>
                  <a:pt x="68926" y="24733"/>
                  <a:pt x="61738" y="21776"/>
                  <a:pt x="53704" y="21776"/>
                </a:cubicBezTo>
                <a:cubicBezTo>
                  <a:pt x="45247" y="21776"/>
                  <a:pt x="38269" y="24733"/>
                  <a:pt x="32348" y="30653"/>
                </a:cubicBezTo>
                <a:cubicBezTo>
                  <a:pt x="26430" y="36572"/>
                  <a:pt x="23468" y="43757"/>
                  <a:pt x="23468" y="52004"/>
                </a:cubicBezTo>
                <a:cubicBezTo>
                  <a:pt x="23468" y="60459"/>
                  <a:pt x="26430" y="67436"/>
                  <a:pt x="32348" y="73353"/>
                </a:cubicBezTo>
                <a:cubicBezTo>
                  <a:pt x="38269" y="79272"/>
                  <a:pt x="45247" y="82232"/>
                  <a:pt x="53704" y="82232"/>
                </a:cubicBezTo>
                <a:cubicBezTo>
                  <a:pt x="61738" y="82232"/>
                  <a:pt x="68926" y="79272"/>
                  <a:pt x="74845" y="73353"/>
                </a:cubicBezTo>
                <a:moveTo>
                  <a:pt x="47571" y="103370"/>
                </a:moveTo>
                <a:cubicBezTo>
                  <a:pt x="34463" y="103370"/>
                  <a:pt x="23468" y="98508"/>
                  <a:pt x="14165" y="88785"/>
                </a:cubicBezTo>
                <a:cubicBezTo>
                  <a:pt x="4862" y="79062"/>
                  <a:pt x="0" y="67011"/>
                  <a:pt x="0" y="52848"/>
                </a:cubicBezTo>
                <a:cubicBezTo>
                  <a:pt x="0" y="38686"/>
                  <a:pt x="5074" y="26425"/>
                  <a:pt x="15646" y="15856"/>
                </a:cubicBezTo>
                <a:cubicBezTo>
                  <a:pt x="26006" y="5287"/>
                  <a:pt x="38480" y="0"/>
                  <a:pt x="53069" y="0"/>
                </a:cubicBezTo>
                <a:cubicBezTo>
                  <a:pt x="67656" y="0"/>
                  <a:pt x="80344" y="5287"/>
                  <a:pt x="91127" y="15645"/>
                </a:cubicBezTo>
                <a:cubicBezTo>
                  <a:pt x="101696" y="26003"/>
                  <a:pt x="107194" y="37627"/>
                  <a:pt x="107194" y="50736"/>
                </a:cubicBezTo>
                <a:cubicBezTo>
                  <a:pt x="107194" y="63841"/>
                  <a:pt x="101909" y="77580"/>
                  <a:pt x="91548" y="91958"/>
                </a:cubicBezTo>
                <a:lnTo>
                  <a:pt x="35943" y="167422"/>
                </a:lnTo>
                <a:lnTo>
                  <a:pt x="18184" y="154528"/>
                </a:lnTo>
                <a:lnTo>
                  <a:pt x="56240" y="102527"/>
                </a:lnTo>
                <a:cubicBezTo>
                  <a:pt x="52014" y="103159"/>
                  <a:pt x="49262" y="103370"/>
                  <a:pt x="47571" y="1033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73">
            <a:extLst xmlns:a="http://schemas.openxmlformats.org/drawingml/2006/main">
              <a:ext uri="{FF2B5EF4-FFF2-40B4-BE49-F238E27FC236}">
                <a16:creationId xmlns:a16="http://schemas.microsoft.com/office/drawing/2014/main" id="{AD8FC608-F040-49B5-834A-E6DBEC82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5338" y="3361680"/>
            <a:ext cx="118247" cy="162714"/>
          </a:xfrm>
          <a:custGeom xmlns:a="http://schemas.openxmlformats.org/drawingml/2006/main">
            <a:pathLst>
              <a:path w="119670" h="164673">
                <a:moveTo>
                  <a:pt x="848" y="22617"/>
                </a:moveTo>
                <a:lnTo>
                  <a:pt x="848" y="0"/>
                </a:lnTo>
                <a:lnTo>
                  <a:pt x="119670" y="0"/>
                </a:lnTo>
                <a:lnTo>
                  <a:pt x="19030" y="164673"/>
                </a:lnTo>
                <a:lnTo>
                  <a:pt x="0" y="152836"/>
                </a:lnTo>
                <a:lnTo>
                  <a:pt x="79497" y="22617"/>
                </a:lnTo>
                <a:lnTo>
                  <a:pt x="848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74">
            <a:extLst xmlns:a="http://schemas.openxmlformats.org/drawingml/2006/main">
              <a:ext uri="{FF2B5EF4-FFF2-40B4-BE49-F238E27FC236}">
                <a16:creationId xmlns:a16="http://schemas.microsoft.com/office/drawing/2014/main" id="{2A92D0D8-B191-41FA-A2E5-A8FC601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3013" y="3361680"/>
            <a:ext cx="93592" cy="157495"/>
          </a:xfrm>
          <a:custGeom xmlns:a="http://schemas.openxmlformats.org/drawingml/2006/main">
            <a:pathLst>
              <a:path w="94719" h="159391">
                <a:moveTo>
                  <a:pt x="24104" y="136772"/>
                </a:moveTo>
                <a:lnTo>
                  <a:pt x="38902" y="136772"/>
                </a:lnTo>
                <a:cubicBezTo>
                  <a:pt x="49899" y="136772"/>
                  <a:pt x="57932" y="134656"/>
                  <a:pt x="63217" y="130217"/>
                </a:cubicBezTo>
                <a:cubicBezTo>
                  <a:pt x="68293" y="125779"/>
                  <a:pt x="71039" y="120072"/>
                  <a:pt x="71039" y="112882"/>
                </a:cubicBezTo>
                <a:cubicBezTo>
                  <a:pt x="71039" y="105908"/>
                  <a:pt x="68503" y="100200"/>
                  <a:pt x="63430" y="95550"/>
                </a:cubicBezTo>
                <a:cubicBezTo>
                  <a:pt x="58355" y="90898"/>
                  <a:pt x="49263" y="88574"/>
                  <a:pt x="36366" y="88574"/>
                </a:cubicBezTo>
                <a:lnTo>
                  <a:pt x="24104" y="88574"/>
                </a:lnTo>
                <a:lnTo>
                  <a:pt x="24104" y="136772"/>
                </a:lnTo>
                <a:moveTo>
                  <a:pt x="31713" y="68490"/>
                </a:moveTo>
                <a:cubicBezTo>
                  <a:pt x="48839" y="68490"/>
                  <a:pt x="57508" y="60668"/>
                  <a:pt x="57508" y="45027"/>
                </a:cubicBezTo>
                <a:cubicBezTo>
                  <a:pt x="57508" y="37418"/>
                  <a:pt x="55393" y="31707"/>
                  <a:pt x="51166" y="27904"/>
                </a:cubicBezTo>
                <a:cubicBezTo>
                  <a:pt x="46935" y="24098"/>
                  <a:pt x="40594" y="22197"/>
                  <a:pt x="32560" y="22197"/>
                </a:cubicBezTo>
                <a:lnTo>
                  <a:pt x="24104" y="22197"/>
                </a:lnTo>
                <a:lnTo>
                  <a:pt x="24104" y="68490"/>
                </a:lnTo>
                <a:lnTo>
                  <a:pt x="31713" y="68490"/>
                </a:lnTo>
                <a:moveTo>
                  <a:pt x="0" y="159391"/>
                </a:moveTo>
                <a:lnTo>
                  <a:pt x="0" y="0"/>
                </a:lnTo>
                <a:lnTo>
                  <a:pt x="24104" y="0"/>
                </a:lnTo>
                <a:cubicBezTo>
                  <a:pt x="34675" y="0"/>
                  <a:pt x="43133" y="846"/>
                  <a:pt x="49474" y="2538"/>
                </a:cubicBezTo>
                <a:cubicBezTo>
                  <a:pt x="61950" y="5917"/>
                  <a:pt x="70828" y="13740"/>
                  <a:pt x="76326" y="26001"/>
                </a:cubicBezTo>
                <a:cubicBezTo>
                  <a:pt x="78864" y="32342"/>
                  <a:pt x="80343" y="38473"/>
                  <a:pt x="80343" y="44603"/>
                </a:cubicBezTo>
                <a:cubicBezTo>
                  <a:pt x="80343" y="56021"/>
                  <a:pt x="75902" y="65744"/>
                  <a:pt x="67233" y="73564"/>
                </a:cubicBezTo>
                <a:cubicBezTo>
                  <a:pt x="75690" y="76524"/>
                  <a:pt x="82247" y="81597"/>
                  <a:pt x="87320" y="88785"/>
                </a:cubicBezTo>
                <a:cubicBezTo>
                  <a:pt x="92183" y="95972"/>
                  <a:pt x="94719" y="104427"/>
                  <a:pt x="94719" y="113731"/>
                </a:cubicBezTo>
                <a:cubicBezTo>
                  <a:pt x="94719" y="126411"/>
                  <a:pt x="90280" y="136980"/>
                  <a:pt x="81612" y="145438"/>
                </a:cubicBezTo>
                <a:cubicBezTo>
                  <a:pt x="76114" y="150722"/>
                  <a:pt x="69983" y="154315"/>
                  <a:pt x="63217" y="156431"/>
                </a:cubicBezTo>
                <a:cubicBezTo>
                  <a:pt x="56241" y="158543"/>
                  <a:pt x="47359" y="159391"/>
                  <a:pt x="36579" y="159391"/>
                </a:cubicBezTo>
                <a:lnTo>
                  <a:pt x="0" y="15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475">
            <a:extLst xmlns:a="http://schemas.openxmlformats.org/drawingml/2006/main">
              <a:ext uri="{FF2B5EF4-FFF2-40B4-BE49-F238E27FC236}">
                <a16:creationId xmlns:a16="http://schemas.microsoft.com/office/drawing/2014/main" id="{4EB04166-51A4-4BB7-933E-00494B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679" y="3458599"/>
            <a:ext cx="45543" cy="20053"/>
          </a:xfrm>
          <a:custGeom xmlns:a="http://schemas.openxmlformats.org/drawingml/2006/main">
            <a:pathLst>
              <a:path w="46092" h="20294">
                <a:moveTo>
                  <a:pt x="0" y="0"/>
                </a:moveTo>
                <a:lnTo>
                  <a:pt x="46092" y="0"/>
                </a:lnTo>
                <a:lnTo>
                  <a:pt x="46092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76">
            <a:extLst xmlns:a="http://schemas.openxmlformats.org/drawingml/2006/main">
              <a:ext uri="{FF2B5EF4-FFF2-40B4-BE49-F238E27FC236}">
                <a16:creationId xmlns:a16="http://schemas.microsoft.com/office/drawing/2014/main" id="{F2AE99A2-2C1F-44FE-9D50-FC3ED76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4058" y="3351864"/>
            <a:ext cx="153133" cy="167311"/>
          </a:xfrm>
          <a:custGeom xmlns:a="http://schemas.openxmlformats.org/drawingml/2006/main">
            <a:pathLst>
              <a:path w="154977" h="169325">
                <a:moveTo>
                  <a:pt x="102121" y="108020"/>
                </a:moveTo>
                <a:lnTo>
                  <a:pt x="78441" y="53902"/>
                </a:lnTo>
                <a:lnTo>
                  <a:pt x="53702" y="108020"/>
                </a:lnTo>
                <a:lnTo>
                  <a:pt x="102121" y="108020"/>
                </a:lnTo>
                <a:moveTo>
                  <a:pt x="111845" y="130639"/>
                </a:moveTo>
                <a:lnTo>
                  <a:pt x="43554" y="130639"/>
                </a:lnTo>
                <a:lnTo>
                  <a:pt x="25795" y="169325"/>
                </a:lnTo>
                <a:lnTo>
                  <a:pt x="0" y="169325"/>
                </a:lnTo>
                <a:lnTo>
                  <a:pt x="78862" y="0"/>
                </a:lnTo>
                <a:lnTo>
                  <a:pt x="154977" y="169325"/>
                </a:lnTo>
                <a:lnTo>
                  <a:pt x="128547" y="169325"/>
                </a:lnTo>
                <a:lnTo>
                  <a:pt x="111845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477">
            <a:extLst xmlns:a="http://schemas.openxmlformats.org/drawingml/2006/main">
              <a:ext uri="{FF2B5EF4-FFF2-40B4-BE49-F238E27FC236}">
                <a16:creationId xmlns:a16="http://schemas.microsoft.com/office/drawing/2014/main" id="{8532FFCD-BA4A-4CDD-9021-383365F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7484" y="3361680"/>
            <a:ext cx="50973" cy="157495"/>
          </a:xfrm>
          <a:custGeom xmlns:a="http://schemas.openxmlformats.org/drawingml/2006/main">
            <a:pathLst>
              <a:path w="51587" h="159391">
                <a:moveTo>
                  <a:pt x="27484" y="22617"/>
                </a:moveTo>
                <a:lnTo>
                  <a:pt x="0" y="22617"/>
                </a:lnTo>
                <a:lnTo>
                  <a:pt x="13109" y="0"/>
                </a:lnTo>
                <a:lnTo>
                  <a:pt x="51587" y="0"/>
                </a:lnTo>
                <a:lnTo>
                  <a:pt x="51587" y="159391"/>
                </a:lnTo>
                <a:lnTo>
                  <a:pt x="27484" y="159391"/>
                </a:lnTo>
                <a:lnTo>
                  <a:pt x="27484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78">
            <a:extLst xmlns:a="http://schemas.openxmlformats.org/drawingml/2006/main">
              <a:ext uri="{FF2B5EF4-FFF2-40B4-BE49-F238E27FC236}">
                <a16:creationId xmlns:a16="http://schemas.microsoft.com/office/drawing/2014/main" id="{31ABAA03-95D9-4CA6-A450-FBF93AF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6952" y="3361680"/>
            <a:ext cx="118247" cy="162714"/>
          </a:xfrm>
          <a:custGeom xmlns:a="http://schemas.openxmlformats.org/drawingml/2006/main">
            <a:pathLst>
              <a:path w="119670" h="164673">
                <a:moveTo>
                  <a:pt x="848" y="22617"/>
                </a:moveTo>
                <a:lnTo>
                  <a:pt x="848" y="0"/>
                </a:lnTo>
                <a:lnTo>
                  <a:pt x="119670" y="0"/>
                </a:lnTo>
                <a:lnTo>
                  <a:pt x="19029" y="164673"/>
                </a:lnTo>
                <a:lnTo>
                  <a:pt x="0" y="152836"/>
                </a:lnTo>
                <a:lnTo>
                  <a:pt x="79498" y="22617"/>
                </a:lnTo>
                <a:lnTo>
                  <a:pt x="848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479">
            <a:extLst xmlns:a="http://schemas.openxmlformats.org/drawingml/2006/main">
              <a:ext uri="{FF2B5EF4-FFF2-40B4-BE49-F238E27FC236}">
                <a16:creationId xmlns:a16="http://schemas.microsoft.com/office/drawing/2014/main" id="{4F3DFC9E-3079-4495-A4CB-5D220827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626" y="3361680"/>
            <a:ext cx="93592" cy="157495"/>
          </a:xfrm>
          <a:custGeom xmlns:a="http://schemas.openxmlformats.org/drawingml/2006/main">
            <a:pathLst>
              <a:path w="94719" h="159391">
                <a:moveTo>
                  <a:pt x="24103" y="136772"/>
                </a:moveTo>
                <a:lnTo>
                  <a:pt x="38902" y="136772"/>
                </a:lnTo>
                <a:cubicBezTo>
                  <a:pt x="49897" y="136772"/>
                  <a:pt x="57931" y="134656"/>
                  <a:pt x="63218" y="130217"/>
                </a:cubicBezTo>
                <a:cubicBezTo>
                  <a:pt x="68291" y="125779"/>
                  <a:pt x="71040" y="120072"/>
                  <a:pt x="71040" y="112882"/>
                </a:cubicBezTo>
                <a:cubicBezTo>
                  <a:pt x="71040" y="105908"/>
                  <a:pt x="68505" y="100200"/>
                  <a:pt x="63429" y="95550"/>
                </a:cubicBezTo>
                <a:cubicBezTo>
                  <a:pt x="58355" y="90898"/>
                  <a:pt x="49262" y="88574"/>
                  <a:pt x="36366" y="88574"/>
                </a:cubicBezTo>
                <a:lnTo>
                  <a:pt x="24103" y="88574"/>
                </a:lnTo>
                <a:lnTo>
                  <a:pt x="24103" y="136772"/>
                </a:lnTo>
                <a:moveTo>
                  <a:pt x="31714" y="68490"/>
                </a:moveTo>
                <a:cubicBezTo>
                  <a:pt x="48838" y="68490"/>
                  <a:pt x="57509" y="60668"/>
                  <a:pt x="57509" y="45027"/>
                </a:cubicBezTo>
                <a:cubicBezTo>
                  <a:pt x="57509" y="37418"/>
                  <a:pt x="55393" y="31707"/>
                  <a:pt x="51168" y="27904"/>
                </a:cubicBezTo>
                <a:cubicBezTo>
                  <a:pt x="46935" y="24098"/>
                  <a:pt x="40594" y="22197"/>
                  <a:pt x="32560" y="22197"/>
                </a:cubicBezTo>
                <a:lnTo>
                  <a:pt x="24103" y="22197"/>
                </a:lnTo>
                <a:lnTo>
                  <a:pt x="24103" y="68490"/>
                </a:lnTo>
                <a:lnTo>
                  <a:pt x="31714" y="68490"/>
                </a:lnTo>
                <a:moveTo>
                  <a:pt x="0" y="159391"/>
                </a:moveTo>
                <a:lnTo>
                  <a:pt x="0" y="0"/>
                </a:lnTo>
                <a:lnTo>
                  <a:pt x="24103" y="0"/>
                </a:lnTo>
                <a:cubicBezTo>
                  <a:pt x="34677" y="0"/>
                  <a:pt x="43134" y="846"/>
                  <a:pt x="49473" y="2538"/>
                </a:cubicBezTo>
                <a:cubicBezTo>
                  <a:pt x="61950" y="5917"/>
                  <a:pt x="70827" y="13740"/>
                  <a:pt x="76327" y="26001"/>
                </a:cubicBezTo>
                <a:cubicBezTo>
                  <a:pt x="78863" y="32342"/>
                  <a:pt x="80344" y="38473"/>
                  <a:pt x="80344" y="44603"/>
                </a:cubicBezTo>
                <a:cubicBezTo>
                  <a:pt x="80344" y="56021"/>
                  <a:pt x="75903" y="65744"/>
                  <a:pt x="67234" y="73564"/>
                </a:cubicBezTo>
                <a:cubicBezTo>
                  <a:pt x="75690" y="76524"/>
                  <a:pt x="82247" y="81597"/>
                  <a:pt x="87320" y="88785"/>
                </a:cubicBezTo>
                <a:cubicBezTo>
                  <a:pt x="92183" y="95972"/>
                  <a:pt x="94719" y="104427"/>
                  <a:pt x="94719" y="113731"/>
                </a:cubicBezTo>
                <a:cubicBezTo>
                  <a:pt x="94719" y="126411"/>
                  <a:pt x="90280" y="136980"/>
                  <a:pt x="81612" y="145438"/>
                </a:cubicBezTo>
                <a:cubicBezTo>
                  <a:pt x="76114" y="150722"/>
                  <a:pt x="69983" y="154315"/>
                  <a:pt x="63218" y="156431"/>
                </a:cubicBezTo>
                <a:cubicBezTo>
                  <a:pt x="56241" y="158543"/>
                  <a:pt x="47359" y="159391"/>
                  <a:pt x="36577" y="159391"/>
                </a:cubicBezTo>
                <a:lnTo>
                  <a:pt x="0" y="15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B6BBB15C-DED2-41B5-B7E8-3396CD1E1E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87c3b096f47ba"/>
          <a:stretch xmlns:a="http://schemas.openxmlformats.org/drawingml/2006/main"/>
        </p:blipFill>
        <p:spPr>
          <a:xfrm xmlns:a="http://schemas.openxmlformats.org/drawingml/2006/main">
            <a:off x="6927542" y="2908219"/>
            <a:ext cx="395292" cy="414115"/>
          </a:xfrm>
          <a:prstGeom xmlns:a="http://schemas.openxmlformats.org/drawingml/2006/main" prst="rect">
            <a:avLst/>
          </a:prstGeom>
        </p:spPr>
      </p:pic>
      <p:pic>
        <p:nvPic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C254A7D-48D9-4570-ACAD-3A2881A13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86e57aed4f2e"/>
          <a:stretch xmlns:a="http://schemas.openxmlformats.org/drawingml/2006/main"/>
        </p:blipFill>
        <p:spPr>
          <a:xfrm xmlns:a="http://schemas.openxmlformats.org/drawingml/2006/main">
            <a:off x="7934595" y="2908219"/>
            <a:ext cx="395292" cy="414115"/>
          </a:xfrm>
          <a:prstGeom xmlns:a="http://schemas.openxmlformats.org/drawingml/2006/main" prst="rect">
            <a:avLst/>
          </a:prstGeom>
        </p:spPr>
      </p:pic>
      <p:pic>
        <p:nvPic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167AA42C-D88E-49C1-9FD4-1C7786F2E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a1e864d6848e5"/>
          <a:stretch xmlns:a="http://schemas.openxmlformats.org/drawingml/2006/main"/>
        </p:blipFill>
        <p:spPr>
          <a:xfrm xmlns:a="http://schemas.openxmlformats.org/drawingml/2006/main">
            <a:off x="8941648" y="2908219"/>
            <a:ext cx="395292" cy="414115"/>
          </a:xfrm>
          <a:prstGeom xmlns:a="http://schemas.openxmlformats.org/drawingml/2006/main" prst="rect">
            <a:avLst/>
          </a:prstGeom>
        </p:spPr>
      </p:pic>
      <p:pic>
        <p:nvPic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7EDB0BF-3248-436B-8C3A-53FAB3E07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42cff2f9f44d4"/>
          <a:stretch xmlns:a="http://schemas.openxmlformats.org/drawingml/2006/main"/>
        </p:blipFill>
        <p:spPr>
          <a:xfrm xmlns:a="http://schemas.openxmlformats.org/drawingml/2006/main">
            <a:off x="9948701" y="2908219"/>
            <a:ext cx="395292" cy="414115"/>
          </a:xfrm>
          <a:prstGeom xmlns:a="http://schemas.openxmlformats.org/drawingml/2006/main" prst="rect">
            <a:avLst/>
          </a:prstGeom>
        </p:spPr>
      </p:pic>
      <p:pic>
        <p:nvPic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58B15E6C-5C0C-4EED-976C-56FA8C10AC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48fb7d7ae442b"/>
          <a:stretch xmlns:a="http://schemas.openxmlformats.org/drawingml/2006/main"/>
        </p:blipFill>
        <p:spPr>
          <a:xfrm xmlns:a="http://schemas.openxmlformats.org/drawingml/2006/main">
            <a:off x="10955754" y="2908219"/>
            <a:ext cx="395292" cy="414115"/>
          </a:xfrm>
          <a:prstGeom xmlns:a="http://schemas.openxmlformats.org/drawingml/2006/main" prst="rect">
            <a:avLst/>
          </a:prstGeom>
        </p:spPr>
      </p:pic>
      <p:pic>
        <p:nvPic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8DF9210-A1E6-48FA-8C78-0773EED9C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2262eccfc457e"/>
          <a:stretch xmlns:a="http://schemas.openxmlformats.org/drawingml/2006/main"/>
        </p:blipFill>
        <p:spPr>
          <a:xfrm xmlns:a="http://schemas.openxmlformats.org/drawingml/2006/main">
            <a:off x="11962807" y="2908219"/>
            <a:ext cx="395292" cy="4141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53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lavender-canvas">
            <a:extLst xmlns:a="http://schemas.openxmlformats.org/drawingml/2006/main">
              <a:ext uri="{FF2B5EF4-FFF2-40B4-BE49-F238E27FC236}">
                <a16:creationId xmlns:a16="http://schemas.microsoft.com/office/drawing/2014/main" id="{718AF46D-76F6-4E24-AC63-C2F88F8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46" y="96441"/>
            <a:ext cx="15197435" cy="10094119"/>
          </a:xfrm>
          <a:custGeom xmlns:a="http://schemas.openxmlformats.org/drawingml/2006/main">
            <a:pathLst>
              <a:path w="18011775" h="11963400">
                <a:moveTo>
                  <a:pt x="0" y="0"/>
                </a:moveTo>
                <a:lnTo>
                  <a:pt x="18011775" y="0"/>
                </a:lnTo>
                <a:lnTo>
                  <a:pt x="18011775" y="11963400"/>
                </a:lnTo>
                <a:lnTo>
                  <a:pt x="0" y="11963400"/>
                </a:lnTo>
                <a:close/>
              </a:path>
            </a:pathLst>
          </a:custGeom>
          <a:solidFill xmlns:a="http://schemas.openxmlformats.org/drawingml/2006/main">
            <a:srgbClr val="F6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cp-card-shadow-12">
            <a:extLst xmlns:a="http://schemas.openxmlformats.org/drawingml/2006/main">
              <a:ext uri="{FF2B5EF4-FFF2-40B4-BE49-F238E27FC236}">
                <a16:creationId xmlns:a16="http://schemas.microsoft.com/office/drawing/2014/main" id="{D527E270-425D-431B-9324-C15CF6B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490" y="723305"/>
            <a:ext cx="3463826" cy="900113"/>
          </a:xfrm>
          <a:custGeom xmlns:a="http://schemas.openxmlformats.org/drawingml/2006/main">
            <a:pathLst>
              <a:path w="4105275" h="1066800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895350"/>
                </a:lnTo>
                <a:cubicBezTo>
                  <a:pt x="4105275" y="990039"/>
                  <a:pt x="4028514" y="1066800"/>
                  <a:pt x="3933825" y="1066800"/>
                </a:cubicBezTo>
                <a:lnTo>
                  <a:pt x="171450" y="1066800"/>
                </a:lnTo>
                <a:cubicBezTo>
                  <a:pt x="76761" y="1066800"/>
                  <a:pt x="0" y="990039"/>
                  <a:pt x="0" y="8953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cp-card-shadow-7">
            <a:extLst xmlns:a="http://schemas.openxmlformats.org/drawingml/2006/main">
              <a:ext uri="{FF2B5EF4-FFF2-40B4-BE49-F238E27FC236}">
                <a16:creationId xmlns:a16="http://schemas.microsoft.com/office/drawing/2014/main" id="{85F23731-2AD2-449C-A85D-B08AE284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674" y="743396"/>
            <a:ext cx="3383459" cy="839837"/>
          </a:xfrm>
          <a:custGeom xmlns:a="http://schemas.openxmlformats.org/drawingml/2006/main">
            <a:pathLst>
              <a:path w="4010025" h="995363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47725"/>
                </a:lnTo>
                <a:cubicBezTo>
                  <a:pt x="4010025" y="929263"/>
                  <a:pt x="3943925" y="995363"/>
                  <a:pt x="3862388" y="995363"/>
                </a:cubicBezTo>
                <a:lnTo>
                  <a:pt x="147638" y="995363"/>
                </a:lnTo>
                <a:cubicBezTo>
                  <a:pt x="66100" y="995363"/>
                  <a:pt x="0" y="929263"/>
                  <a:pt x="0" y="847725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cp-card-shadow-3">
            <a:extLst xmlns:a="http://schemas.openxmlformats.org/drawingml/2006/main">
              <a:ext uri="{FF2B5EF4-FFF2-40B4-BE49-F238E27FC236}">
                <a16:creationId xmlns:a16="http://schemas.microsoft.com/office/drawing/2014/main" id="{F1B2680B-7E2C-4A1C-9DC3-68BE218B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21" y="759470"/>
            <a:ext cx="3319165" cy="791617"/>
          </a:xfrm>
          <a:custGeom xmlns:a="http://schemas.openxmlformats.org/drawingml/2006/main">
            <a:pathLst>
              <a:path w="3933825" h="938213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09625"/>
                </a:lnTo>
                <a:cubicBezTo>
                  <a:pt x="3933825" y="880642"/>
                  <a:pt x="3876254" y="938213"/>
                  <a:pt x="3805238" y="938213"/>
                </a:cubicBezTo>
                <a:lnTo>
                  <a:pt x="128588" y="938213"/>
                </a:lnTo>
                <a:cubicBezTo>
                  <a:pt x="57571" y="938213"/>
                  <a:pt x="0" y="880642"/>
                  <a:pt x="0" y="809625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cp-card">
            <a:extLst xmlns:a="http://schemas.openxmlformats.org/drawingml/2006/main">
              <a:ext uri="{FF2B5EF4-FFF2-40B4-BE49-F238E27FC236}">
                <a16:creationId xmlns:a16="http://schemas.microsoft.com/office/drawing/2014/main" id="{5CCA131B-CCDB-424A-B9D0-A91222C0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931" y="747415"/>
            <a:ext cx="3270945" cy="755452"/>
          </a:xfrm>
          <a:custGeom xmlns:a="http://schemas.openxmlformats.org/drawingml/2006/main">
            <a:pathLst>
              <a:path w="3876675" h="895350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790575"/>
                </a:lnTo>
                <a:cubicBezTo>
                  <a:pt x="3876675" y="848441"/>
                  <a:pt x="3829766" y="895350"/>
                  <a:pt x="3771900" y="895350"/>
                </a:cubicBezTo>
                <a:lnTo>
                  <a:pt x="104775" y="895350"/>
                </a:lnTo>
                <a:cubicBezTo>
                  <a:pt x="46909" y="895350"/>
                  <a:pt x="0" y="848441"/>
                  <a:pt x="0" y="7905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cp-card-accent">
            <a:extLst xmlns:a="http://schemas.openxmlformats.org/drawingml/2006/main">
              <a:ext uri="{FF2B5EF4-FFF2-40B4-BE49-F238E27FC236}">
                <a16:creationId xmlns:a16="http://schemas.microsoft.com/office/drawing/2014/main" id="{250364A1-BA2B-4768-BC62-53388D38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692" y="851892"/>
            <a:ext cx="40184" cy="546497"/>
          </a:xfrm>
          <a:custGeom xmlns:a="http://schemas.openxmlformats.org/drawingml/2006/main">
            <a:pathLst>
              <a:path w="47625" h="6477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28650"/>
                </a:lnTo>
                <a:cubicBezTo>
                  <a:pt x="47625" y="639171"/>
                  <a:pt x="39096" y="647700"/>
                  <a:pt x="28575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7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arch-card-shadow-12">
            <a:extLst xmlns:a="http://schemas.openxmlformats.org/drawingml/2006/main">
              <a:ext uri="{FF2B5EF4-FFF2-40B4-BE49-F238E27FC236}">
                <a16:creationId xmlns:a16="http://schemas.microsoft.com/office/drawing/2014/main" id="{7BDF34A7-0F0B-45A8-8550-5C95C7D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729" y="683121"/>
            <a:ext cx="3439716" cy="908149"/>
          </a:xfrm>
          <a:custGeom xmlns:a="http://schemas.openxmlformats.org/drawingml/2006/main">
            <a:pathLst>
              <a:path w="4076700" h="1076325">
                <a:moveTo>
                  <a:pt x="171450" y="0"/>
                </a:moveTo>
                <a:lnTo>
                  <a:pt x="3905250" y="0"/>
                </a:lnTo>
                <a:cubicBezTo>
                  <a:pt x="3999939" y="0"/>
                  <a:pt x="4076700" y="76761"/>
                  <a:pt x="4076700" y="171450"/>
                </a:cubicBezTo>
                <a:lnTo>
                  <a:pt x="4076700" y="904875"/>
                </a:lnTo>
                <a:cubicBezTo>
                  <a:pt x="4076700" y="999564"/>
                  <a:pt x="3999939" y="1076325"/>
                  <a:pt x="3905250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arch-card-shadow-7">
            <a:extLst xmlns:a="http://schemas.openxmlformats.org/drawingml/2006/main">
              <a:ext uri="{FF2B5EF4-FFF2-40B4-BE49-F238E27FC236}">
                <a16:creationId xmlns:a16="http://schemas.microsoft.com/office/drawing/2014/main" id="{4089863D-B165-4C80-86AC-D092891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913" y="703213"/>
            <a:ext cx="3359348" cy="847874"/>
          </a:xfrm>
          <a:custGeom xmlns:a="http://schemas.openxmlformats.org/drawingml/2006/main">
            <a:pathLst>
              <a:path w="3981450" h="1004888">
                <a:moveTo>
                  <a:pt x="147638" y="0"/>
                </a:moveTo>
                <a:lnTo>
                  <a:pt x="3833813" y="0"/>
                </a:lnTo>
                <a:cubicBezTo>
                  <a:pt x="3915350" y="0"/>
                  <a:pt x="3981450" y="66100"/>
                  <a:pt x="3981450" y="147638"/>
                </a:cubicBezTo>
                <a:lnTo>
                  <a:pt x="3981450" y="857250"/>
                </a:lnTo>
                <a:cubicBezTo>
                  <a:pt x="3981450" y="938788"/>
                  <a:pt x="3915350" y="1004888"/>
                  <a:pt x="3833813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arch-card-shadow-3">
            <a:extLst xmlns:a="http://schemas.openxmlformats.org/drawingml/2006/main">
              <a:ext uri="{FF2B5EF4-FFF2-40B4-BE49-F238E27FC236}">
                <a16:creationId xmlns:a16="http://schemas.microsoft.com/office/drawing/2014/main" id="{8A9E9A1C-0548-4FC6-ABC2-5CE8AD0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60" y="719286"/>
            <a:ext cx="3295055" cy="799654"/>
          </a:xfrm>
          <a:custGeom xmlns:a="http://schemas.openxmlformats.org/drawingml/2006/main">
            <a:pathLst>
              <a:path w="3905250" h="947738">
                <a:moveTo>
                  <a:pt x="128588" y="0"/>
                </a:moveTo>
                <a:lnTo>
                  <a:pt x="3776663" y="0"/>
                </a:lnTo>
                <a:cubicBezTo>
                  <a:pt x="3847679" y="0"/>
                  <a:pt x="3905250" y="57571"/>
                  <a:pt x="3905250" y="128588"/>
                </a:cubicBezTo>
                <a:lnTo>
                  <a:pt x="3905250" y="819150"/>
                </a:lnTo>
                <a:cubicBezTo>
                  <a:pt x="3905250" y="890167"/>
                  <a:pt x="3847679" y="947738"/>
                  <a:pt x="3776663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arch-card">
            <a:extLst xmlns:a="http://schemas.openxmlformats.org/drawingml/2006/main">
              <a:ext uri="{FF2B5EF4-FFF2-40B4-BE49-F238E27FC236}">
                <a16:creationId xmlns:a16="http://schemas.microsoft.com/office/drawing/2014/main" id="{A9632389-054B-4F5B-9EC4-ACA10850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170" y="707231"/>
            <a:ext cx="3246834" cy="763488"/>
          </a:xfrm>
          <a:custGeom xmlns:a="http://schemas.openxmlformats.org/drawingml/2006/main">
            <a:pathLst>
              <a:path w="3848100" h="904875">
                <a:moveTo>
                  <a:pt x="104775" y="0"/>
                </a:moveTo>
                <a:lnTo>
                  <a:pt x="3743325" y="0"/>
                </a:lnTo>
                <a:cubicBezTo>
                  <a:pt x="3801191" y="0"/>
                  <a:pt x="3848100" y="46909"/>
                  <a:pt x="3848100" y="104775"/>
                </a:cubicBezTo>
                <a:lnTo>
                  <a:pt x="3848100" y="800100"/>
                </a:lnTo>
                <a:cubicBezTo>
                  <a:pt x="3848100" y="857966"/>
                  <a:pt x="3801191" y="904875"/>
                  <a:pt x="3743325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arch-card-accent">
            <a:extLst xmlns:a="http://schemas.openxmlformats.org/drawingml/2006/main">
              <a:ext uri="{FF2B5EF4-FFF2-40B4-BE49-F238E27FC236}">
                <a16:creationId xmlns:a16="http://schemas.microsoft.com/office/drawing/2014/main" id="{70874883-77FC-48A4-A17D-DCD894B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170" y="811709"/>
            <a:ext cx="40184" cy="554534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486D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s-card-shadow-12">
            <a:extLst xmlns:a="http://schemas.openxmlformats.org/drawingml/2006/main">
              <a:ext uri="{FF2B5EF4-FFF2-40B4-BE49-F238E27FC236}">
                <a16:creationId xmlns:a16="http://schemas.microsoft.com/office/drawing/2014/main" id="{18F4428E-1252-4C59-95B8-16CC10E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099" y="3769221"/>
            <a:ext cx="3463826" cy="924223"/>
          </a:xfrm>
          <a:custGeom xmlns:a="http://schemas.openxmlformats.org/drawingml/2006/main">
            <a:pathLst>
              <a:path w="4105275" h="1095375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923925"/>
                </a:lnTo>
                <a:cubicBezTo>
                  <a:pt x="4105275" y="1018614"/>
                  <a:pt x="4028514" y="1095375"/>
                  <a:pt x="3933825" y="1095375"/>
                </a:cubicBezTo>
                <a:lnTo>
                  <a:pt x="171450" y="1095375"/>
                </a:lnTo>
                <a:cubicBezTo>
                  <a:pt x="76761" y="1095375"/>
                  <a:pt x="0" y="1018614"/>
                  <a:pt x="0" y="9239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s-card-shadow-7">
            <a:extLst xmlns:a="http://schemas.openxmlformats.org/drawingml/2006/main">
              <a:ext uri="{FF2B5EF4-FFF2-40B4-BE49-F238E27FC236}">
                <a16:creationId xmlns:a16="http://schemas.microsoft.com/office/drawing/2014/main" id="{375A1F10-A64F-4B18-BB8F-7086EABD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282" y="3789313"/>
            <a:ext cx="3383459" cy="863947"/>
          </a:xfrm>
          <a:custGeom xmlns:a="http://schemas.openxmlformats.org/drawingml/2006/main">
            <a:pathLst>
              <a:path w="4010025" h="1023938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76300"/>
                </a:lnTo>
                <a:cubicBezTo>
                  <a:pt x="4010025" y="957838"/>
                  <a:pt x="3943925" y="1023938"/>
                  <a:pt x="3862388" y="1023938"/>
                </a:cubicBezTo>
                <a:lnTo>
                  <a:pt x="147638" y="1023938"/>
                </a:lnTo>
                <a:cubicBezTo>
                  <a:pt x="66100" y="1023938"/>
                  <a:pt x="0" y="957838"/>
                  <a:pt x="0" y="87630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s-card-shadow-3">
            <a:extLst xmlns:a="http://schemas.openxmlformats.org/drawingml/2006/main">
              <a:ext uri="{FF2B5EF4-FFF2-40B4-BE49-F238E27FC236}">
                <a16:creationId xmlns:a16="http://schemas.microsoft.com/office/drawing/2014/main" id="{2D721502-6F66-4680-B22A-BE4422AB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429" y="3805386"/>
            <a:ext cx="3319165" cy="815727"/>
          </a:xfrm>
          <a:custGeom xmlns:a="http://schemas.openxmlformats.org/drawingml/2006/main">
            <a:pathLst>
              <a:path w="3933825" h="966788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38200"/>
                </a:lnTo>
                <a:cubicBezTo>
                  <a:pt x="3933825" y="909217"/>
                  <a:pt x="3876254" y="966788"/>
                  <a:pt x="3805238" y="966788"/>
                </a:cubicBezTo>
                <a:lnTo>
                  <a:pt x="128588" y="966788"/>
                </a:lnTo>
                <a:cubicBezTo>
                  <a:pt x="57571" y="966788"/>
                  <a:pt x="0" y="909217"/>
                  <a:pt x="0" y="83820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s-card">
            <a:extLst xmlns:a="http://schemas.openxmlformats.org/drawingml/2006/main">
              <a:ext uri="{FF2B5EF4-FFF2-40B4-BE49-F238E27FC236}">
                <a16:creationId xmlns:a16="http://schemas.microsoft.com/office/drawing/2014/main" id="{00D31401-69BF-4667-998A-F7B059C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39" y="3793331"/>
            <a:ext cx="3270945" cy="779562"/>
          </a:xfrm>
          <a:custGeom xmlns:a="http://schemas.openxmlformats.org/drawingml/2006/main">
            <a:pathLst>
              <a:path w="3876675" h="923925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819150"/>
                </a:lnTo>
                <a:cubicBezTo>
                  <a:pt x="3876675" y="877016"/>
                  <a:pt x="3829766" y="923925"/>
                  <a:pt x="3771900" y="923925"/>
                </a:cubicBezTo>
                <a:lnTo>
                  <a:pt x="104775" y="923925"/>
                </a:lnTo>
                <a:cubicBezTo>
                  <a:pt x="46909" y="923925"/>
                  <a:pt x="0" y="877016"/>
                  <a:pt x="0" y="8191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s-card-accent">
            <a:extLst xmlns:a="http://schemas.openxmlformats.org/drawingml/2006/main">
              <a:ext uri="{FF2B5EF4-FFF2-40B4-BE49-F238E27FC236}">
                <a16:creationId xmlns:a16="http://schemas.microsoft.com/office/drawing/2014/main" id="{73D17B72-3E9C-4B07-9624-D93BAA2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00" y="3897809"/>
            <a:ext cx="40184" cy="570607"/>
          </a:xfrm>
          <a:custGeom xmlns:a="http://schemas.openxmlformats.org/drawingml/2006/main">
            <a:pathLst>
              <a:path w="47625" h="67627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57225"/>
                </a:lnTo>
                <a:cubicBezTo>
                  <a:pt x="47625" y="667746"/>
                  <a:pt x="39096" y="676275"/>
                  <a:pt x="28575" y="676275"/>
                </a:cubicBezTo>
                <a:lnTo>
                  <a:pt x="19050" y="676275"/>
                </a:lnTo>
                <a:cubicBezTo>
                  <a:pt x="8529" y="676275"/>
                  <a:pt x="0" y="667746"/>
                  <a:pt x="0" y="6572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de-card-shadow-12">
            <a:extLst xmlns:a="http://schemas.openxmlformats.org/drawingml/2006/main">
              <a:ext uri="{FF2B5EF4-FFF2-40B4-BE49-F238E27FC236}">
                <a16:creationId xmlns:a16="http://schemas.microsoft.com/office/drawing/2014/main" id="{9CF2896D-7F8D-46CE-84E3-25CD20F2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855" y="3552230"/>
            <a:ext cx="3439716" cy="908149"/>
          </a:xfrm>
          <a:custGeom xmlns:a="http://schemas.openxmlformats.org/drawingml/2006/main">
            <a:pathLst>
              <a:path w="4076700" h="1076325">
                <a:moveTo>
                  <a:pt x="171450" y="0"/>
                </a:moveTo>
                <a:lnTo>
                  <a:pt x="3905250" y="0"/>
                </a:lnTo>
                <a:cubicBezTo>
                  <a:pt x="3999939" y="0"/>
                  <a:pt x="4076700" y="76761"/>
                  <a:pt x="4076700" y="171450"/>
                </a:cubicBezTo>
                <a:lnTo>
                  <a:pt x="4076700" y="904875"/>
                </a:lnTo>
                <a:cubicBezTo>
                  <a:pt x="4076700" y="999564"/>
                  <a:pt x="3999939" y="1076325"/>
                  <a:pt x="3905250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de-card-shadow-7">
            <a:extLst xmlns:a="http://schemas.openxmlformats.org/drawingml/2006/main">
              <a:ext uri="{FF2B5EF4-FFF2-40B4-BE49-F238E27FC236}">
                <a16:creationId xmlns:a16="http://schemas.microsoft.com/office/drawing/2014/main" id="{AB913586-89DD-4AEE-BB1E-15012FA9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039" y="3572321"/>
            <a:ext cx="3359348" cy="847874"/>
          </a:xfrm>
          <a:custGeom xmlns:a="http://schemas.openxmlformats.org/drawingml/2006/main">
            <a:pathLst>
              <a:path w="3981450" h="1004888">
                <a:moveTo>
                  <a:pt x="147638" y="0"/>
                </a:moveTo>
                <a:lnTo>
                  <a:pt x="3833813" y="0"/>
                </a:lnTo>
                <a:cubicBezTo>
                  <a:pt x="3915350" y="0"/>
                  <a:pt x="3981450" y="66100"/>
                  <a:pt x="3981450" y="147638"/>
                </a:cubicBezTo>
                <a:lnTo>
                  <a:pt x="3981450" y="857250"/>
                </a:lnTo>
                <a:cubicBezTo>
                  <a:pt x="3981450" y="938788"/>
                  <a:pt x="3915350" y="1004888"/>
                  <a:pt x="3833813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de-card-shadow-3">
            <a:extLst xmlns:a="http://schemas.openxmlformats.org/drawingml/2006/main">
              <a:ext uri="{FF2B5EF4-FFF2-40B4-BE49-F238E27FC236}">
                <a16:creationId xmlns:a16="http://schemas.microsoft.com/office/drawing/2014/main" id="{3EC85224-F467-4362-8BBB-6806065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186" y="3588395"/>
            <a:ext cx="3295055" cy="799654"/>
          </a:xfrm>
          <a:custGeom xmlns:a="http://schemas.openxmlformats.org/drawingml/2006/main">
            <a:pathLst>
              <a:path w="3905250" h="947738">
                <a:moveTo>
                  <a:pt x="128588" y="0"/>
                </a:moveTo>
                <a:lnTo>
                  <a:pt x="3776663" y="0"/>
                </a:lnTo>
                <a:cubicBezTo>
                  <a:pt x="3847679" y="0"/>
                  <a:pt x="3905250" y="57571"/>
                  <a:pt x="3905250" y="128588"/>
                </a:cubicBezTo>
                <a:lnTo>
                  <a:pt x="3905250" y="819150"/>
                </a:lnTo>
                <a:cubicBezTo>
                  <a:pt x="3905250" y="890167"/>
                  <a:pt x="3847679" y="947738"/>
                  <a:pt x="3776663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de-card">
            <a:extLst xmlns:a="http://schemas.openxmlformats.org/drawingml/2006/main">
              <a:ext uri="{FF2B5EF4-FFF2-40B4-BE49-F238E27FC236}">
                <a16:creationId xmlns:a16="http://schemas.microsoft.com/office/drawing/2014/main" id="{7E22D73E-55BE-430D-8952-FB801221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7296" y="3576340"/>
            <a:ext cx="3246834" cy="763488"/>
          </a:xfrm>
          <a:custGeom xmlns:a="http://schemas.openxmlformats.org/drawingml/2006/main">
            <a:pathLst>
              <a:path w="3848100" h="904875">
                <a:moveTo>
                  <a:pt x="104775" y="0"/>
                </a:moveTo>
                <a:lnTo>
                  <a:pt x="3743325" y="0"/>
                </a:lnTo>
                <a:cubicBezTo>
                  <a:pt x="3801191" y="0"/>
                  <a:pt x="3848100" y="46909"/>
                  <a:pt x="3848100" y="104775"/>
                </a:cubicBezTo>
                <a:lnTo>
                  <a:pt x="3848100" y="800100"/>
                </a:lnTo>
                <a:cubicBezTo>
                  <a:pt x="3848100" y="857966"/>
                  <a:pt x="3801191" y="904875"/>
                  <a:pt x="3743325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de-card-accent">
            <a:extLst xmlns:a="http://schemas.openxmlformats.org/drawingml/2006/main">
              <a:ext uri="{FF2B5EF4-FFF2-40B4-BE49-F238E27FC236}">
                <a16:creationId xmlns:a16="http://schemas.microsoft.com/office/drawing/2014/main" id="{88A03CC0-632F-4E2E-BAA8-2FB903D5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7296" y="3680817"/>
            <a:ext cx="40184" cy="554534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b-card-shadow-12">
            <a:extLst xmlns:a="http://schemas.openxmlformats.org/drawingml/2006/main">
              <a:ext uri="{FF2B5EF4-FFF2-40B4-BE49-F238E27FC236}">
                <a16:creationId xmlns:a16="http://schemas.microsoft.com/office/drawing/2014/main" id="{B2994D9A-B51F-443C-8B20-A4D64F5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432" y="7474148"/>
            <a:ext cx="2965549" cy="908149"/>
          </a:xfrm>
          <a:custGeom xmlns:a="http://schemas.openxmlformats.org/drawingml/2006/main">
            <a:pathLst>
              <a:path w="3514725" h="1076325">
                <a:moveTo>
                  <a:pt x="171450" y="0"/>
                </a:moveTo>
                <a:lnTo>
                  <a:pt x="3343275" y="0"/>
                </a:lnTo>
                <a:cubicBezTo>
                  <a:pt x="3437964" y="0"/>
                  <a:pt x="3514725" y="76761"/>
                  <a:pt x="3514725" y="171450"/>
                </a:cubicBezTo>
                <a:lnTo>
                  <a:pt x="3514725" y="904875"/>
                </a:lnTo>
                <a:cubicBezTo>
                  <a:pt x="3514725" y="999564"/>
                  <a:pt x="3437964" y="1076325"/>
                  <a:pt x="3343275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eb-card-shadow-7">
            <a:extLst xmlns:a="http://schemas.openxmlformats.org/drawingml/2006/main">
              <a:ext uri="{FF2B5EF4-FFF2-40B4-BE49-F238E27FC236}">
                <a16:creationId xmlns:a16="http://schemas.microsoft.com/office/drawing/2014/main" id="{01C5A572-B33D-4A0C-952C-32BBC3EC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15" y="7494240"/>
            <a:ext cx="2885182" cy="847874"/>
          </a:xfrm>
          <a:custGeom xmlns:a="http://schemas.openxmlformats.org/drawingml/2006/main">
            <a:pathLst>
              <a:path w="3419475" h="1004888">
                <a:moveTo>
                  <a:pt x="147638" y="0"/>
                </a:moveTo>
                <a:lnTo>
                  <a:pt x="3271838" y="0"/>
                </a:lnTo>
                <a:cubicBezTo>
                  <a:pt x="3353375" y="0"/>
                  <a:pt x="3419475" y="66100"/>
                  <a:pt x="3419475" y="147638"/>
                </a:cubicBezTo>
                <a:lnTo>
                  <a:pt x="3419475" y="857250"/>
                </a:lnTo>
                <a:cubicBezTo>
                  <a:pt x="3419475" y="938788"/>
                  <a:pt x="3353375" y="1004888"/>
                  <a:pt x="3271838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eb-card-shadow-3">
            <a:extLst xmlns:a="http://schemas.openxmlformats.org/drawingml/2006/main">
              <a:ext uri="{FF2B5EF4-FFF2-40B4-BE49-F238E27FC236}">
                <a16:creationId xmlns:a16="http://schemas.microsoft.com/office/drawing/2014/main" id="{2A28CF0A-6D8E-42B7-AB30-FF384DB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762" y="7510314"/>
            <a:ext cx="2820888" cy="799654"/>
          </a:xfrm>
          <a:custGeom xmlns:a="http://schemas.openxmlformats.org/drawingml/2006/main">
            <a:pathLst>
              <a:path w="3343275" h="947738">
                <a:moveTo>
                  <a:pt x="128588" y="0"/>
                </a:moveTo>
                <a:lnTo>
                  <a:pt x="3214688" y="0"/>
                </a:lnTo>
                <a:cubicBezTo>
                  <a:pt x="3285704" y="0"/>
                  <a:pt x="3343275" y="57571"/>
                  <a:pt x="3343275" y="128588"/>
                </a:cubicBezTo>
                <a:lnTo>
                  <a:pt x="3343275" y="819150"/>
                </a:lnTo>
                <a:cubicBezTo>
                  <a:pt x="3343275" y="890167"/>
                  <a:pt x="3285704" y="947738"/>
                  <a:pt x="3214688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eb-card">
            <a:extLst xmlns:a="http://schemas.openxmlformats.org/drawingml/2006/main">
              <a:ext uri="{FF2B5EF4-FFF2-40B4-BE49-F238E27FC236}">
                <a16:creationId xmlns:a16="http://schemas.microsoft.com/office/drawing/2014/main" id="{0B632493-1C0A-4FE9-AEFD-3AA4D271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72" y="7498259"/>
            <a:ext cx="2772668" cy="763488"/>
          </a:xfrm>
          <a:custGeom xmlns:a="http://schemas.openxmlformats.org/drawingml/2006/main">
            <a:pathLst>
              <a:path w="3286125" h="904875">
                <a:moveTo>
                  <a:pt x="104775" y="0"/>
                </a:moveTo>
                <a:lnTo>
                  <a:pt x="3181350" y="0"/>
                </a:lnTo>
                <a:cubicBezTo>
                  <a:pt x="3239216" y="0"/>
                  <a:pt x="3286125" y="46909"/>
                  <a:pt x="3286125" y="104775"/>
                </a:cubicBezTo>
                <a:lnTo>
                  <a:pt x="3286125" y="800100"/>
                </a:lnTo>
                <a:cubicBezTo>
                  <a:pt x="3286125" y="857966"/>
                  <a:pt x="3239216" y="904875"/>
                  <a:pt x="3181350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eb-card-accent">
            <a:extLst xmlns:a="http://schemas.openxmlformats.org/drawingml/2006/main">
              <a:ext uri="{FF2B5EF4-FFF2-40B4-BE49-F238E27FC236}">
                <a16:creationId xmlns:a16="http://schemas.microsoft.com/office/drawing/2014/main" id="{1296F86C-EBCB-4539-AECC-B672980E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357" y="7602736"/>
            <a:ext cx="40184" cy="554534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F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rminal-card-shadow-12">
            <a:extLst xmlns:a="http://schemas.openxmlformats.org/drawingml/2006/main">
              <a:ext uri="{FF2B5EF4-FFF2-40B4-BE49-F238E27FC236}">
                <a16:creationId xmlns:a16="http://schemas.microsoft.com/office/drawing/2014/main" id="{14E34CBF-5A4F-493E-9DD3-B856C474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0" y="7281267"/>
            <a:ext cx="3463826" cy="924223"/>
          </a:xfrm>
          <a:custGeom xmlns:a="http://schemas.openxmlformats.org/drawingml/2006/main">
            <a:pathLst>
              <a:path w="4105275" h="1095375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923925"/>
                </a:lnTo>
                <a:cubicBezTo>
                  <a:pt x="4105275" y="1018614"/>
                  <a:pt x="4028514" y="1095375"/>
                  <a:pt x="3933825" y="1095375"/>
                </a:cubicBezTo>
                <a:lnTo>
                  <a:pt x="171450" y="1095375"/>
                </a:lnTo>
                <a:cubicBezTo>
                  <a:pt x="76761" y="1095375"/>
                  <a:pt x="0" y="1018614"/>
                  <a:pt x="0" y="9239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rminal-card-shadow-7">
            <a:extLst xmlns:a="http://schemas.openxmlformats.org/drawingml/2006/main">
              <a:ext uri="{FF2B5EF4-FFF2-40B4-BE49-F238E27FC236}">
                <a16:creationId xmlns:a16="http://schemas.microsoft.com/office/drawing/2014/main" id="{A555F3A9-1E9C-4912-817A-8E8969A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624" y="7301359"/>
            <a:ext cx="3383459" cy="863947"/>
          </a:xfrm>
          <a:custGeom xmlns:a="http://schemas.openxmlformats.org/drawingml/2006/main">
            <a:pathLst>
              <a:path w="4010025" h="1023938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76300"/>
                </a:lnTo>
                <a:cubicBezTo>
                  <a:pt x="4010025" y="957838"/>
                  <a:pt x="3943925" y="1023938"/>
                  <a:pt x="3862388" y="1023938"/>
                </a:cubicBezTo>
                <a:lnTo>
                  <a:pt x="147638" y="1023938"/>
                </a:lnTo>
                <a:cubicBezTo>
                  <a:pt x="66100" y="1023938"/>
                  <a:pt x="0" y="957838"/>
                  <a:pt x="0" y="87630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rminal-card-shadow-3">
            <a:extLst xmlns:a="http://schemas.openxmlformats.org/drawingml/2006/main">
              <a:ext uri="{FF2B5EF4-FFF2-40B4-BE49-F238E27FC236}">
                <a16:creationId xmlns:a16="http://schemas.microsoft.com/office/drawing/2014/main" id="{06FF3590-ECA1-48F5-BB72-3BFA6015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5771" y="7317432"/>
            <a:ext cx="3319165" cy="815727"/>
          </a:xfrm>
          <a:custGeom xmlns:a="http://schemas.openxmlformats.org/drawingml/2006/main">
            <a:pathLst>
              <a:path w="3933825" h="966788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38200"/>
                </a:lnTo>
                <a:cubicBezTo>
                  <a:pt x="3933825" y="909217"/>
                  <a:pt x="3876254" y="966788"/>
                  <a:pt x="3805238" y="966788"/>
                </a:cubicBezTo>
                <a:lnTo>
                  <a:pt x="128588" y="966788"/>
                </a:lnTo>
                <a:cubicBezTo>
                  <a:pt x="57571" y="966788"/>
                  <a:pt x="0" y="909217"/>
                  <a:pt x="0" y="83820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rminal-card">
            <a:extLst xmlns:a="http://schemas.openxmlformats.org/drawingml/2006/main">
              <a:ext uri="{FF2B5EF4-FFF2-40B4-BE49-F238E27FC236}">
                <a16:creationId xmlns:a16="http://schemas.microsoft.com/office/drawing/2014/main" id="{EF1B7DC0-A89D-43AB-9AF7-067A03C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881" y="7305377"/>
            <a:ext cx="3270945" cy="779562"/>
          </a:xfrm>
          <a:custGeom xmlns:a="http://schemas.openxmlformats.org/drawingml/2006/main">
            <a:pathLst>
              <a:path w="3876675" h="923925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819150"/>
                </a:lnTo>
                <a:cubicBezTo>
                  <a:pt x="3876675" y="877016"/>
                  <a:pt x="3829766" y="923925"/>
                  <a:pt x="3771900" y="923925"/>
                </a:cubicBezTo>
                <a:lnTo>
                  <a:pt x="104775" y="923925"/>
                </a:lnTo>
                <a:cubicBezTo>
                  <a:pt x="46909" y="923925"/>
                  <a:pt x="0" y="877016"/>
                  <a:pt x="0" y="8191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rminal-card-accent">
            <a:extLst xmlns:a="http://schemas.openxmlformats.org/drawingml/2006/main">
              <a:ext uri="{FF2B5EF4-FFF2-40B4-BE49-F238E27FC236}">
                <a16:creationId xmlns:a16="http://schemas.microsoft.com/office/drawing/2014/main" id="{FC605A0B-9789-48C3-ADC8-05BA1D8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881" y="7409855"/>
            <a:ext cx="40184" cy="570607"/>
          </a:xfrm>
          <a:custGeom xmlns:a="http://schemas.openxmlformats.org/drawingml/2006/main">
            <a:pathLst>
              <a:path w="47625" h="67627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57225"/>
                </a:lnTo>
                <a:cubicBezTo>
                  <a:pt x="47625" y="667746"/>
                  <a:pt x="39096" y="676275"/>
                  <a:pt x="28575" y="676275"/>
                </a:cubicBezTo>
                <a:lnTo>
                  <a:pt x="19050" y="676275"/>
                </a:lnTo>
                <a:cubicBezTo>
                  <a:pt x="8529" y="676275"/>
                  <a:pt x="0" y="667746"/>
                  <a:pt x="0" y="6572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29A1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ndroid-card-shadow-12">
            <a:extLst xmlns:a="http://schemas.openxmlformats.org/drawingml/2006/main">
              <a:ext uri="{FF2B5EF4-FFF2-40B4-BE49-F238E27FC236}">
                <a16:creationId xmlns:a16="http://schemas.microsoft.com/office/drawing/2014/main" id="{AE2C38B8-48DA-46F0-9C8F-2503386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748" y="9065419"/>
            <a:ext cx="3447752" cy="884039"/>
          </a:xfrm>
          <a:custGeom xmlns:a="http://schemas.openxmlformats.org/drawingml/2006/main">
            <a:pathLst>
              <a:path w="4086225" h="1047750">
                <a:moveTo>
                  <a:pt x="171450" y="0"/>
                </a:moveTo>
                <a:lnTo>
                  <a:pt x="3914775" y="0"/>
                </a:lnTo>
                <a:cubicBezTo>
                  <a:pt x="4009464" y="0"/>
                  <a:pt x="4086225" y="76761"/>
                  <a:pt x="4086225" y="171450"/>
                </a:cubicBezTo>
                <a:lnTo>
                  <a:pt x="4086225" y="876300"/>
                </a:lnTo>
                <a:cubicBezTo>
                  <a:pt x="4086225" y="970989"/>
                  <a:pt x="4009464" y="1047750"/>
                  <a:pt x="3914775" y="1047750"/>
                </a:cubicBezTo>
                <a:lnTo>
                  <a:pt x="171450" y="1047750"/>
                </a:lnTo>
                <a:cubicBezTo>
                  <a:pt x="76761" y="1047750"/>
                  <a:pt x="0" y="970989"/>
                  <a:pt x="0" y="876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ndroid-card-shadow-7">
            <a:extLst xmlns:a="http://schemas.openxmlformats.org/drawingml/2006/main">
              <a:ext uri="{FF2B5EF4-FFF2-40B4-BE49-F238E27FC236}">
                <a16:creationId xmlns:a16="http://schemas.microsoft.com/office/drawing/2014/main" id="{02DA7FF4-B789-4F50-A5F9-AB235C4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932" y="9085511"/>
            <a:ext cx="3367385" cy="823764"/>
          </a:xfrm>
          <a:custGeom xmlns:a="http://schemas.openxmlformats.org/drawingml/2006/main">
            <a:pathLst>
              <a:path w="3990975" h="976313">
                <a:moveTo>
                  <a:pt x="147638" y="0"/>
                </a:moveTo>
                <a:lnTo>
                  <a:pt x="3843338" y="0"/>
                </a:lnTo>
                <a:cubicBezTo>
                  <a:pt x="3924875" y="0"/>
                  <a:pt x="3990975" y="66100"/>
                  <a:pt x="3990975" y="147638"/>
                </a:cubicBezTo>
                <a:lnTo>
                  <a:pt x="3990975" y="828675"/>
                </a:lnTo>
                <a:cubicBezTo>
                  <a:pt x="3990975" y="910213"/>
                  <a:pt x="3924875" y="976313"/>
                  <a:pt x="3843338" y="976313"/>
                </a:cubicBezTo>
                <a:lnTo>
                  <a:pt x="147638" y="976313"/>
                </a:lnTo>
                <a:cubicBezTo>
                  <a:pt x="66100" y="976313"/>
                  <a:pt x="0" y="910213"/>
                  <a:pt x="0" y="828675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ndroid-card-shadow-3">
            <a:extLst xmlns:a="http://schemas.openxmlformats.org/drawingml/2006/main">
              <a:ext uri="{FF2B5EF4-FFF2-40B4-BE49-F238E27FC236}">
                <a16:creationId xmlns:a16="http://schemas.microsoft.com/office/drawing/2014/main" id="{378CECC2-E779-4B0C-B84F-2545A92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079" y="9101584"/>
            <a:ext cx="3303091" cy="775543"/>
          </a:xfrm>
          <a:custGeom xmlns:a="http://schemas.openxmlformats.org/drawingml/2006/main">
            <a:pathLst>
              <a:path w="3914775" h="919163">
                <a:moveTo>
                  <a:pt x="128588" y="0"/>
                </a:moveTo>
                <a:lnTo>
                  <a:pt x="3786188" y="0"/>
                </a:lnTo>
                <a:cubicBezTo>
                  <a:pt x="3857204" y="0"/>
                  <a:pt x="3914775" y="57571"/>
                  <a:pt x="3914775" y="128588"/>
                </a:cubicBezTo>
                <a:lnTo>
                  <a:pt x="3914775" y="790575"/>
                </a:lnTo>
                <a:cubicBezTo>
                  <a:pt x="3914775" y="861592"/>
                  <a:pt x="3857204" y="919163"/>
                  <a:pt x="3786188" y="919163"/>
                </a:cubicBezTo>
                <a:lnTo>
                  <a:pt x="128588" y="919163"/>
                </a:lnTo>
                <a:cubicBezTo>
                  <a:pt x="57571" y="919163"/>
                  <a:pt x="0" y="861592"/>
                  <a:pt x="0" y="790575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ndroid-card">
            <a:extLst xmlns:a="http://schemas.openxmlformats.org/drawingml/2006/main">
              <a:ext uri="{FF2B5EF4-FFF2-40B4-BE49-F238E27FC236}">
                <a16:creationId xmlns:a16="http://schemas.microsoft.com/office/drawing/2014/main" id="{EC88FBB0-D806-4490-AFEC-E8AE930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189" y="9089529"/>
            <a:ext cx="3254871" cy="739378"/>
          </a:xfrm>
          <a:custGeom xmlns:a="http://schemas.openxmlformats.org/drawingml/2006/main">
            <a:pathLst>
              <a:path w="3857625" h="876300">
                <a:moveTo>
                  <a:pt x="104775" y="0"/>
                </a:moveTo>
                <a:lnTo>
                  <a:pt x="3752850" y="0"/>
                </a:lnTo>
                <a:cubicBezTo>
                  <a:pt x="3810716" y="0"/>
                  <a:pt x="3857625" y="46909"/>
                  <a:pt x="3857625" y="104775"/>
                </a:cubicBezTo>
                <a:lnTo>
                  <a:pt x="3857625" y="771525"/>
                </a:lnTo>
                <a:cubicBezTo>
                  <a:pt x="3857625" y="829391"/>
                  <a:pt x="3810716" y="876300"/>
                  <a:pt x="3752850" y="876300"/>
                </a:cubicBezTo>
                <a:lnTo>
                  <a:pt x="104775" y="876300"/>
                </a:lnTo>
                <a:cubicBezTo>
                  <a:pt x="46909" y="876300"/>
                  <a:pt x="0" y="829391"/>
                  <a:pt x="0" y="77152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ndroid-card-accent">
            <a:extLst xmlns:a="http://schemas.openxmlformats.org/drawingml/2006/main">
              <a:ext uri="{FF2B5EF4-FFF2-40B4-BE49-F238E27FC236}">
                <a16:creationId xmlns:a16="http://schemas.microsoft.com/office/drawing/2014/main" id="{365C1434-F379-480C-B40C-84366B55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468" y="9089529"/>
            <a:ext cx="458093" cy="32147"/>
          </a:xfrm>
          <a:custGeom xmlns:a="http://schemas.openxmlformats.org/drawingml/2006/main">
            <a:pathLst>
              <a:path w="542925" h="38100">
                <a:moveTo>
                  <a:pt x="19050" y="0"/>
                </a:moveTo>
                <a:lnTo>
                  <a:pt x="523875" y="0"/>
                </a:lnTo>
                <a:cubicBezTo>
                  <a:pt x="534396" y="0"/>
                  <a:pt x="542925" y="8529"/>
                  <a:pt x="542925" y="19050"/>
                </a:cubicBezTo>
                <a:lnTo>
                  <a:pt x="542925" y="19050"/>
                </a:lnTo>
                <a:cubicBezTo>
                  <a:pt x="542925" y="29571"/>
                  <a:pt x="534396" y="38100"/>
                  <a:pt x="5238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main-ring-search">
            <a:extLst xmlns:a="http://schemas.openxmlformats.org/drawingml/2006/main">
              <a:ext uri="{FF2B5EF4-FFF2-40B4-BE49-F238E27FC236}">
                <a16:creationId xmlns:a16="http://schemas.microsoft.com/office/drawing/2014/main" id="{490B4042-8C3C-49B8-97C9-09F3970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3733800" y="0"/>
                </a:moveTo>
                <a:cubicBezTo>
                  <a:pt x="4235099" y="0"/>
                  <a:pt x="4731264" y="100946"/>
                  <a:pt x="5192712" y="296819"/>
                </a:cubicBezTo>
                <a:cubicBezTo>
                  <a:pt x="5654160" y="492692"/>
                  <a:pt x="6071440" y="779481"/>
                  <a:pt x="6419671" y="1140085"/>
                </a:cubicBezTo>
                <a:lnTo>
                  <a:pt x="5446728" y="2079645"/>
                </a:lnTo>
                <a:cubicBezTo>
                  <a:pt x="5224642" y="1849668"/>
                  <a:pt x="4958519" y="1666767"/>
                  <a:pt x="4664228" y="1541848"/>
                </a:cubicBezTo>
                <a:cubicBezTo>
                  <a:pt x="4369938" y="1416929"/>
                  <a:pt x="4053506" y="1352550"/>
                  <a:pt x="3733800" y="1352550"/>
                </a:cubicBezTo>
                <a:close/>
              </a:path>
            </a:pathLst>
          </a:custGeom>
          <a:solidFill xmlns:a="http://schemas.openxmlformats.org/drawingml/2006/main">
            <a:srgbClr val="486D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main-ring-ide">
            <a:extLst xmlns:a="http://schemas.openxmlformats.org/drawingml/2006/main">
              <a:ext uri="{FF2B5EF4-FFF2-40B4-BE49-F238E27FC236}">
                <a16:creationId xmlns:a16="http://schemas.microsoft.com/office/drawing/2014/main" id="{8E792DD7-02C1-4ADE-A8A3-0BD4D70A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6594057" y="1333760"/>
                </a:moveTo>
                <a:cubicBezTo>
                  <a:pt x="6930396" y="1734593"/>
                  <a:pt x="7178731" y="2201644"/>
                  <a:pt x="7322959" y="2704625"/>
                </a:cubicBezTo>
                <a:cubicBezTo>
                  <a:pt x="7467186" y="3207606"/>
                  <a:pt x="7504085" y="3735286"/>
                  <a:pt x="7431263" y="4253445"/>
                </a:cubicBezTo>
                <a:lnTo>
                  <a:pt x="6091876" y="4065206"/>
                </a:lnTo>
                <a:cubicBezTo>
                  <a:pt x="6138319" y="3734748"/>
                  <a:pt x="6114786" y="3398217"/>
                  <a:pt x="6022804" y="3077439"/>
                </a:cubicBezTo>
                <a:cubicBezTo>
                  <a:pt x="5930823" y="2756660"/>
                  <a:pt x="5772445" y="2458796"/>
                  <a:pt x="5557943" y="2203162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main-ring-terminal">
            <a:extLst xmlns:a="http://schemas.openxmlformats.org/drawingml/2006/main">
              <a:ext uri="{FF2B5EF4-FFF2-40B4-BE49-F238E27FC236}">
                <a16:creationId xmlns:a16="http://schemas.microsoft.com/office/drawing/2014/main" id="{1D34E66F-08B4-4FEC-9F8D-589A4A7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7386008" y="4510101"/>
                </a:moveTo>
                <a:cubicBezTo>
                  <a:pt x="7268076" y="5064923"/>
                  <a:pt x="7025288" y="5585584"/>
                  <a:pt x="6676075" y="6032557"/>
                </a:cubicBezTo>
                <a:cubicBezTo>
                  <a:pt x="6326861" y="6479530"/>
                  <a:pt x="5880401" y="6841066"/>
                  <a:pt x="5370590" y="7089717"/>
                </a:cubicBezTo>
                <a:lnTo>
                  <a:pt x="4777671" y="5874053"/>
                </a:lnTo>
                <a:cubicBezTo>
                  <a:pt x="5102806" y="5715475"/>
                  <a:pt x="5387538" y="5484903"/>
                  <a:pt x="5610251" y="5199844"/>
                </a:cubicBezTo>
                <a:cubicBezTo>
                  <a:pt x="5832963" y="4914784"/>
                  <a:pt x="5987803" y="4582730"/>
                  <a:pt x="6063014" y="4228890"/>
                </a:cubicBezTo>
                <a:close/>
              </a:path>
            </a:pathLst>
          </a:custGeom>
          <a:solidFill xmlns:a="http://schemas.openxmlformats.org/drawingml/2006/main">
            <a:srgbClr val="29A1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main-ring-android">
            <a:extLst xmlns:a="http://schemas.openxmlformats.org/drawingml/2006/main">
              <a:ext uri="{FF2B5EF4-FFF2-40B4-BE49-F238E27FC236}">
                <a16:creationId xmlns:a16="http://schemas.microsoft.com/office/drawing/2014/main" id="{112F0E88-BEC6-4C05-9C3D-8BD442D5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5132506" y="7195719"/>
                </a:moveTo>
                <a:cubicBezTo>
                  <a:pt x="4235268" y="7558227"/>
                  <a:pt x="3232332" y="7558227"/>
                  <a:pt x="2335094" y="7195719"/>
                </a:cubicBezTo>
                <a:lnTo>
                  <a:pt x="2841768" y="5941657"/>
                </a:lnTo>
                <a:cubicBezTo>
                  <a:pt x="3413987" y="6172848"/>
                  <a:pt x="4053613" y="6172848"/>
                  <a:pt x="4625832" y="5941657"/>
                </a:cubicBezTo>
                <a:close/>
              </a:path>
            </a:pathLst>
          </a:custGeom>
          <a:solidFill xmlns:a="http://schemas.openxmlformats.org/drawingml/2006/main">
            <a:srgbClr val="DBA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main-ring-web">
            <a:extLst xmlns:a="http://schemas.openxmlformats.org/drawingml/2006/main">
              <a:ext uri="{FF2B5EF4-FFF2-40B4-BE49-F238E27FC236}">
                <a16:creationId xmlns:a16="http://schemas.microsoft.com/office/drawing/2014/main" id="{A6B70425-1BC5-41D6-AB7D-329D227E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2097010" y="7089717"/>
                </a:moveTo>
                <a:cubicBezTo>
                  <a:pt x="1626715" y="6860339"/>
                  <a:pt x="1209882" y="6534674"/>
                  <a:pt x="873543" y="6133840"/>
                </a:cubicBezTo>
                <a:cubicBezTo>
                  <a:pt x="537204" y="5733007"/>
                  <a:pt x="288869" y="5265956"/>
                  <a:pt x="144641" y="4762975"/>
                </a:cubicBezTo>
                <a:lnTo>
                  <a:pt x="1444796" y="4390161"/>
                </a:lnTo>
                <a:cubicBezTo>
                  <a:pt x="1536777" y="4710940"/>
                  <a:pt x="1695155" y="5008804"/>
                  <a:pt x="1909657" y="5264438"/>
                </a:cubicBezTo>
                <a:cubicBezTo>
                  <a:pt x="2124159" y="5520072"/>
                  <a:pt x="2389996" y="5727766"/>
                  <a:pt x="2689929" y="5874053"/>
                </a:cubicBezTo>
                <a:close/>
              </a:path>
            </a:pathLst>
          </a:custGeom>
          <a:solidFill xmlns:a="http://schemas.openxmlformats.org/drawingml/2006/main">
            <a:srgbClr val="EF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main-ring-os">
            <a:extLst xmlns:a="http://schemas.openxmlformats.org/drawingml/2006/main">
              <a:ext uri="{FF2B5EF4-FFF2-40B4-BE49-F238E27FC236}">
                <a16:creationId xmlns:a16="http://schemas.microsoft.com/office/drawing/2014/main" id="{BFE1CEB3-4C40-4190-A9F1-456F687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81592" y="4510101"/>
                </a:moveTo>
                <a:cubicBezTo>
                  <a:pt x="-27197" y="3998284"/>
                  <a:pt x="-27197" y="3469316"/>
                  <a:pt x="81592" y="2957499"/>
                </a:cubicBezTo>
                <a:cubicBezTo>
                  <a:pt x="190382" y="2445683"/>
                  <a:pt x="405533" y="1962446"/>
                  <a:pt x="713092" y="1539127"/>
                </a:cubicBezTo>
                <a:lnTo>
                  <a:pt x="1807328" y="2334136"/>
                </a:lnTo>
                <a:cubicBezTo>
                  <a:pt x="1611181" y="2604110"/>
                  <a:pt x="1473967" y="2912297"/>
                  <a:pt x="1404586" y="3238710"/>
                </a:cubicBezTo>
                <a:cubicBezTo>
                  <a:pt x="1335205" y="3565124"/>
                  <a:pt x="1335205" y="3902476"/>
                  <a:pt x="1404586" y="4228890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main-ring-mcp">
            <a:extLst xmlns:a="http://schemas.openxmlformats.org/drawingml/2006/main">
              <a:ext uri="{FF2B5EF4-FFF2-40B4-BE49-F238E27FC236}">
                <a16:creationId xmlns:a16="http://schemas.microsoft.com/office/drawing/2014/main" id="{DCD2426F-7C98-449D-926B-0F52744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1948904"/>
            <a:ext cx="6300788" cy="6300788"/>
          </a:xfrm>
          <a:custGeom xmlns:a="http://schemas.openxmlformats.org/drawingml/2006/main">
            <a:pathLst>
              <a:path w="7467600" h="7467600">
                <a:moveTo>
                  <a:pt x="873543" y="1333760"/>
                </a:moveTo>
                <a:cubicBezTo>
                  <a:pt x="1202826" y="941336"/>
                  <a:pt x="1609337" y="620869"/>
                  <a:pt x="2067787" y="392294"/>
                </a:cubicBezTo>
                <a:cubicBezTo>
                  <a:pt x="2526237" y="163719"/>
                  <a:pt x="3026818" y="31927"/>
                  <a:pt x="3538388" y="5117"/>
                </a:cubicBezTo>
                <a:lnTo>
                  <a:pt x="3609175" y="1355813"/>
                </a:lnTo>
                <a:cubicBezTo>
                  <a:pt x="3282918" y="1372912"/>
                  <a:pt x="2963670" y="1456963"/>
                  <a:pt x="2671291" y="1602738"/>
                </a:cubicBezTo>
                <a:cubicBezTo>
                  <a:pt x="2378913" y="1748512"/>
                  <a:pt x="2119658" y="1952892"/>
                  <a:pt x="1909657" y="2203162"/>
                </a:cubicBezTo>
                <a:close/>
              </a:path>
            </a:pathLst>
          </a:custGeom>
          <a:solidFill xmlns:a="http://schemas.openxmlformats.org/drawingml/2006/main">
            <a:srgbClr val="7968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enter-disc-shadow">
            <a:extLst xmlns:a="http://schemas.openxmlformats.org/drawingml/2006/main">
              <a:ext uri="{FF2B5EF4-FFF2-40B4-BE49-F238E27FC236}">
                <a16:creationId xmlns:a16="http://schemas.microsoft.com/office/drawing/2014/main" id="{15FCCDE2-2AD0-40F5-A579-9DB5488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784" y="3082082"/>
            <a:ext cx="4034433" cy="4034433"/>
          </a:xfrm>
          <a:custGeom xmlns:a="http://schemas.openxmlformats.org/drawingml/2006/main">
            <a:pathLst>
              <a:path w="4781550" h="4781550">
                <a:moveTo>
                  <a:pt x="4781550" y="2390775"/>
                </a:moveTo>
                <a:cubicBezTo>
                  <a:pt x="4781550" y="3711164"/>
                  <a:pt x="3711164" y="4781550"/>
                  <a:pt x="2390775" y="4781550"/>
                </a:cubicBezTo>
                <a:cubicBezTo>
                  <a:pt x="1070386" y="4781550"/>
                  <a:pt x="0" y="3711164"/>
                  <a:pt x="0" y="2390775"/>
                </a:cubicBezTo>
                <a:cubicBezTo>
                  <a:pt x="0" y="1070386"/>
                  <a:pt x="1070386" y="0"/>
                  <a:pt x="2390775" y="0"/>
                </a:cubicBezTo>
                <a:cubicBezTo>
                  <a:pt x="3711164" y="0"/>
                  <a:pt x="4781550" y="1070386"/>
                  <a:pt x="4781550" y="2390775"/>
                </a:cubicBezTo>
                <a:close/>
              </a:path>
            </a:pathLst>
          </a:custGeom>
          <a:solidFill xmlns:a="http://schemas.openxmlformats.org/drawingml/2006/main">
            <a:srgbClr val="CBC7CC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enter-disc">
            <a:extLst xmlns:a="http://schemas.openxmlformats.org/drawingml/2006/main">
              <a:ext uri="{FF2B5EF4-FFF2-40B4-BE49-F238E27FC236}">
                <a16:creationId xmlns:a16="http://schemas.microsoft.com/office/drawing/2014/main" id="{48C35587-B165-4989-B285-4970F1B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30" y="3114229"/>
            <a:ext cx="3970139" cy="3970139"/>
          </a:xfrm>
          <a:custGeom xmlns:a="http://schemas.openxmlformats.org/drawingml/2006/main">
            <a:pathLst>
              <a:path w="4705350" h="4705350">
                <a:moveTo>
                  <a:pt x="4705350" y="2352675"/>
                </a:moveTo>
                <a:cubicBezTo>
                  <a:pt x="4705350" y="3652022"/>
                  <a:pt x="3652022" y="4705350"/>
                  <a:pt x="2352675" y="4705350"/>
                </a:cubicBezTo>
                <a:cubicBezTo>
                  <a:pt x="1053328" y="4705350"/>
                  <a:pt x="0" y="3652022"/>
                  <a:pt x="0" y="2352675"/>
                </a:cubicBezTo>
                <a:cubicBezTo>
                  <a:pt x="0" y="1053328"/>
                  <a:pt x="1053328" y="0"/>
                  <a:pt x="2352675" y="0"/>
                </a:cubicBezTo>
                <a:cubicBezTo>
                  <a:pt x="3652022" y="0"/>
                  <a:pt x="4705350" y="1053328"/>
                  <a:pt x="4705350" y="2352675"/>
                </a:cubicBezTo>
                <a:close/>
              </a:path>
            </a:pathLst>
          </a:custGeom>
          <a:solidFill xmlns:a="http://schemas.openxmlformats.org/drawingml/2006/main">
            <a:srgbClr val="F8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er-disc-outline-outer">
            <a:extLst xmlns:a="http://schemas.openxmlformats.org/drawingml/2006/main">
              <a:ext uri="{FF2B5EF4-FFF2-40B4-BE49-F238E27FC236}">
                <a16:creationId xmlns:a16="http://schemas.microsoft.com/office/drawing/2014/main" id="{B0B7BD60-56EC-458D-A06E-150639C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30" y="3114229"/>
            <a:ext cx="3970139" cy="3970139"/>
          </a:xfrm>
          <a:custGeom xmlns:a="http://schemas.openxmlformats.org/drawingml/2006/main">
            <a:pathLst>
              <a:path w="4705350" h="4705350">
                <a:moveTo>
                  <a:pt x="4705350" y="2352675"/>
                </a:moveTo>
                <a:cubicBezTo>
                  <a:pt x="4705350" y="3652022"/>
                  <a:pt x="3652022" y="4705350"/>
                  <a:pt x="2352675" y="4705350"/>
                </a:cubicBezTo>
                <a:cubicBezTo>
                  <a:pt x="1053328" y="4705350"/>
                  <a:pt x="0" y="3652022"/>
                  <a:pt x="0" y="2352675"/>
                </a:cubicBezTo>
                <a:cubicBezTo>
                  <a:pt x="0" y="1053328"/>
                  <a:pt x="1053328" y="0"/>
                  <a:pt x="2352675" y="0"/>
                </a:cubicBezTo>
                <a:cubicBezTo>
                  <a:pt x="3652022" y="0"/>
                  <a:pt x="4705350" y="1053328"/>
                  <a:pt x="4705350" y="2352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644">
            <a:solidFill>
              <a:srgbClr val="DDD9DC"/>
            </a:solidFill>
            <a:prstDash val="solid"/>
          </a:ln>
        </p:spPr>
      </p:sp>
      <p:sp>
        <p:nvSpPr>
          <p:cNvPr id="47" name="center-disc-outline-inner">
            <a:extLst xmlns:a="http://schemas.openxmlformats.org/drawingml/2006/main">
              <a:ext uri="{FF2B5EF4-FFF2-40B4-BE49-F238E27FC236}">
                <a16:creationId xmlns:a16="http://schemas.microsoft.com/office/drawing/2014/main" id="{7C31340C-F59B-46BA-AD47-56008357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3170486"/>
            <a:ext cx="3857625" cy="3857625"/>
          </a:xfrm>
          <a:custGeom xmlns:a="http://schemas.openxmlformats.org/drawingml/2006/main">
            <a:pathLst>
              <a:path w="4572000" h="4572000">
                <a:moveTo>
                  <a:pt x="4572000" y="2286000"/>
                </a:move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ubicBezTo>
                  <a:pt x="3548523" y="0"/>
                  <a:pt x="4572000" y="1023477"/>
                  <a:pt x="4572000" y="22860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37">
            <a:solidFill>
              <a:srgbClr val="E9E5E9"/>
            </a:solidFill>
            <a:prstDash val="solid"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219BE9-D8AC-4A5A-B2FF-167A1B66A2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6695b4c694c4f"/>
          <a:stretch xmlns:a="http://schemas.openxmlformats.org/drawingml/2006/main"/>
        </p:blipFill>
        <p:spPr>
          <a:xfrm xmlns:a="http://schemas.openxmlformats.org/drawingml/2006/main">
            <a:off x="5652046" y="835819"/>
            <a:ext cx="3134320" cy="2394942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0BC04F-75E3-4220-A7BA-93B9BE2F5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22c854b3f4567"/>
          <a:stretch xmlns:a="http://schemas.openxmlformats.org/drawingml/2006/main"/>
        </p:blipFill>
        <p:spPr>
          <a:xfrm xmlns:a="http://schemas.openxmlformats.org/drawingml/2006/main">
            <a:off x="9774882" y="1052810"/>
            <a:ext cx="2306538" cy="2314575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C83F2B-A7E7-40BD-9B55-41B8F8104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9adc18fa4001"/>
          <a:stretch xmlns:a="http://schemas.openxmlformats.org/drawingml/2006/main"/>
        </p:blipFill>
        <p:spPr>
          <a:xfrm xmlns:a="http://schemas.openxmlformats.org/drawingml/2006/main">
            <a:off x="3811637" y="4251424"/>
            <a:ext cx="2282428" cy="2515493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5FBB08-2959-4C72-8E23-ED372EFEA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e826422174998"/>
          <a:stretch xmlns:a="http://schemas.openxmlformats.org/drawingml/2006/main"/>
        </p:blipFill>
        <p:spPr>
          <a:xfrm xmlns:a="http://schemas.openxmlformats.org/drawingml/2006/main">
            <a:off x="12145714" y="4219277"/>
            <a:ext cx="2595860" cy="25717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DD9578-2386-4B80-A5FC-932AC1ECA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fe2bfa86e4e23"/>
          <a:stretch xmlns:a="http://schemas.openxmlformats.org/drawingml/2006/main"/>
        </p:blipFill>
        <p:spPr>
          <a:xfrm xmlns:a="http://schemas.openxmlformats.org/drawingml/2006/main">
            <a:off x="4374207" y="6710660"/>
            <a:ext cx="3238798" cy="3447752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8A771A-E819-44E3-A048-140D71056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81429d2a04783"/>
          <a:stretch xmlns:a="http://schemas.openxmlformats.org/drawingml/2006/main"/>
        </p:blipFill>
        <p:spPr>
          <a:xfrm xmlns:a="http://schemas.openxmlformats.org/drawingml/2006/main">
            <a:off x="7998768" y="7056239"/>
            <a:ext cx="2443163" cy="203329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EAE1E3-5504-486A-AA77-066D30069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cc1b56b4941d3"/>
          <a:stretch xmlns:a="http://schemas.openxmlformats.org/drawingml/2006/main"/>
        </p:blipFill>
        <p:spPr>
          <a:xfrm xmlns:a="http://schemas.openxmlformats.org/drawingml/2006/main">
            <a:off x="10932170" y="6895505"/>
            <a:ext cx="2322612" cy="3254871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82E91C-A5D5-42EC-8DCA-AD2652340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f0e670a464cc6"/>
          <a:stretch xmlns:a="http://schemas.openxmlformats.org/drawingml/2006/main"/>
        </p:blipFill>
        <p:spPr>
          <a:xfrm xmlns:a="http://schemas.openxmlformats.org/drawingml/2006/main">
            <a:off x="8738146" y="3817441"/>
            <a:ext cx="835819" cy="835819"/>
          </a:xfrm>
          <a:prstGeom xmlns:a="http://schemas.openxmlformats.org/drawingml/2006/main" prst="rect">
            <a:avLst/>
          </a:prstGeom>
        </p:spPr>
      </p:pic>
      <p:sp>
        <p:nvSpPr>
          <p:cNvPr id="56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CAF08B66-7C0E-4079-B595-AEAA122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646" y="4660220"/>
            <a:ext cx="3680817" cy="633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6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6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6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rPr>
              <a:t>Qwen-AgentWorld</a:t>
            </a:r>
          </a:p>
        </p:txBody>
      </p:sp>
      <p:sp>
        <p:nvSpPr>
          <p:cNvPr id="57" name="central-divider-left">
            <a:extLst xmlns:a="http://schemas.openxmlformats.org/drawingml/2006/main">
              <a:ext uri="{FF2B5EF4-FFF2-40B4-BE49-F238E27FC236}">
                <a16:creationId xmlns:a16="http://schemas.microsoft.com/office/drawing/2014/main" id="{282E6E96-5CB9-4686-93BF-D50AA359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787" y="5280124"/>
            <a:ext cx="610791" cy="191"/>
          </a:xfrm>
          <a:custGeom xmlns:a="http://schemas.openxmlformats.org/drawingml/2006/main">
            <a:pathLst>
              <a:path w="723900" h="191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37">
            <a:solidFill>
              <a:srgbClr val="CFCBD0"/>
            </a:solidFill>
            <a:prstDash val="solid"/>
          </a:ln>
        </p:spPr>
      </p:sp>
      <p:sp>
        <p:nvSpPr>
          <p:cNvPr id="58" name="central-divider-right">
            <a:extLst xmlns:a="http://schemas.openxmlformats.org/drawingml/2006/main">
              <a:ext uri="{FF2B5EF4-FFF2-40B4-BE49-F238E27FC236}">
                <a16:creationId xmlns:a16="http://schemas.microsoft.com/office/drawing/2014/main" id="{9F94DE9D-8350-411D-9832-56F4918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569" y="5280124"/>
            <a:ext cx="594717" cy="191"/>
          </a:xfrm>
          <a:custGeom xmlns:a="http://schemas.openxmlformats.org/drawingml/2006/main">
            <a:pathLst>
              <a:path w="704850" h="191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37">
            <a:solidFill>
              <a:srgbClr val="CFCBD0"/>
            </a:solidFill>
            <a:prstDash val="solid"/>
          </a:ln>
        </p:spPr>
      </p:sp>
      <p:sp>
        <p:nvSpPr>
          <p:cNvPr id="59" name="central-divider-diamond">
            <a:extLst xmlns:a="http://schemas.openxmlformats.org/drawingml/2006/main">
              <a:ext uri="{FF2B5EF4-FFF2-40B4-BE49-F238E27FC236}">
                <a16:creationId xmlns:a16="http://schemas.microsoft.com/office/drawing/2014/main" id="{309C35B4-284D-430E-A5E9-A4C387E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761" y="5223867"/>
            <a:ext cx="112514" cy="112514"/>
          </a:xfrm>
          <a:custGeom xmlns:a="http://schemas.openxmlformats.org/drawingml/2006/main">
            <a:pathLst>
              <a:path w="133350" h="133350">
                <a:moveTo>
                  <a:pt x="66675" y="0"/>
                </a:moveTo>
                <a:lnTo>
                  <a:pt x="133350" y="66675"/>
                </a:lnTo>
                <a:lnTo>
                  <a:pt x="66675" y="13335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CB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all-in-one-0">
            <a:extLst xmlns:a="http://schemas.openxmlformats.org/drawingml/2006/main">
              <a:ext uri="{FF2B5EF4-FFF2-40B4-BE49-F238E27FC236}">
                <a16:creationId xmlns:a16="http://schemas.microsoft.com/office/drawing/2014/main" id="{F880B28F-B11C-4A92-9219-93FBA2CD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750" y="5383476"/>
            <a:ext cx="128588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1" name="all-in-one-1">
            <a:extLst xmlns:a="http://schemas.openxmlformats.org/drawingml/2006/main">
              <a:ext uri="{FF2B5EF4-FFF2-40B4-BE49-F238E27FC236}">
                <a16:creationId xmlns:a16="http://schemas.microsoft.com/office/drawing/2014/main" id="{42B24466-BFA7-409C-B114-8641C0A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8843" y="5383476"/>
            <a:ext cx="112514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2" name="all-in-one-2">
            <a:extLst xmlns:a="http://schemas.openxmlformats.org/drawingml/2006/main">
              <a:ext uri="{FF2B5EF4-FFF2-40B4-BE49-F238E27FC236}">
                <a16:creationId xmlns:a16="http://schemas.microsoft.com/office/drawing/2014/main" id="{170B40AD-D831-4702-B9B0-F521ACE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861" y="5383476"/>
            <a:ext cx="112514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3" name="all-in-one-3">
            <a:extLst xmlns:a="http://schemas.openxmlformats.org/drawingml/2006/main">
              <a:ext uri="{FF2B5EF4-FFF2-40B4-BE49-F238E27FC236}">
                <a16:creationId xmlns:a16="http://schemas.microsoft.com/office/drawing/2014/main" id="{0BB935ED-DCE2-486C-B51D-B0621A8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8880" y="5383476"/>
            <a:ext cx="72330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64" name="all-in-one-4">
            <a:extLst xmlns:a="http://schemas.openxmlformats.org/drawingml/2006/main">
              <a:ext uri="{FF2B5EF4-FFF2-40B4-BE49-F238E27FC236}">
                <a16:creationId xmlns:a16="http://schemas.microsoft.com/office/drawing/2014/main" id="{B0027DD2-0E07-40CC-B95A-1CD6388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8715" y="5383476"/>
            <a:ext cx="56257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all-in-one-5">
            <a:extLst xmlns:a="http://schemas.openxmlformats.org/drawingml/2006/main">
              <a:ext uri="{FF2B5EF4-FFF2-40B4-BE49-F238E27FC236}">
                <a16:creationId xmlns:a16="http://schemas.microsoft.com/office/drawing/2014/main" id="{C07ECDFA-75B5-46CB-AEF4-0B9D2EBF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2477" y="5383476"/>
            <a:ext cx="144661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6" name="all-in-one-6">
            <a:extLst xmlns:a="http://schemas.openxmlformats.org/drawingml/2006/main">
              <a:ext uri="{FF2B5EF4-FFF2-40B4-BE49-F238E27FC236}">
                <a16:creationId xmlns:a16="http://schemas.microsoft.com/office/drawing/2014/main" id="{ABD5634B-866A-40F4-B97E-FEB2FA5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4643" y="5383476"/>
            <a:ext cx="72330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67" name="all-in-one-7">
            <a:extLst xmlns:a="http://schemas.openxmlformats.org/drawingml/2006/main">
              <a:ext uri="{FF2B5EF4-FFF2-40B4-BE49-F238E27FC236}">
                <a16:creationId xmlns:a16="http://schemas.microsoft.com/office/drawing/2014/main" id="{3EBE35BC-4D82-4520-9135-2832F95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4478" y="5383476"/>
            <a:ext cx="152698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8" name="all-in-one-8">
            <a:extLst xmlns:a="http://schemas.openxmlformats.org/drawingml/2006/main">
              <a:ext uri="{FF2B5EF4-FFF2-40B4-BE49-F238E27FC236}">
                <a16:creationId xmlns:a16="http://schemas.microsoft.com/office/drawing/2014/main" id="{C0977EA5-511E-4D32-96C0-5221F69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4680" y="5383476"/>
            <a:ext cx="144661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9" name="all-in-one-9">
            <a:extLst xmlns:a="http://schemas.openxmlformats.org/drawingml/2006/main">
              <a:ext uri="{FF2B5EF4-FFF2-40B4-BE49-F238E27FC236}">
                <a16:creationId xmlns:a16="http://schemas.microsoft.com/office/drawing/2014/main" id="{CD24FCB5-FE5A-445B-B135-8DC5809E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6846" y="5383476"/>
            <a:ext cx="128588" cy="258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0" name="language-world-model-0">
            <a:extLst xmlns:a="http://schemas.openxmlformats.org/drawingml/2006/main">
              <a:ext uri="{FF2B5EF4-FFF2-40B4-BE49-F238E27FC236}">
                <a16:creationId xmlns:a16="http://schemas.microsoft.com/office/drawing/2014/main" id="{78988BE1-FB70-4BAC-B3B9-448CCAF5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3739" y="5609951"/>
            <a:ext cx="104477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71" name="language-world-model-1">
            <a:extLst xmlns:a="http://schemas.openxmlformats.org/drawingml/2006/main">
              <a:ext uri="{FF2B5EF4-FFF2-40B4-BE49-F238E27FC236}">
                <a16:creationId xmlns:a16="http://schemas.microsoft.com/office/drawing/2014/main" id="{813C031D-89BB-4445-BA59-854ECB61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329" y="5609951"/>
            <a:ext cx="12858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2" name="language-world-model-2">
            <a:extLst xmlns:a="http://schemas.openxmlformats.org/drawingml/2006/main">
              <a:ext uri="{FF2B5EF4-FFF2-40B4-BE49-F238E27FC236}">
                <a16:creationId xmlns:a16="http://schemas.microsoft.com/office/drawing/2014/main" id="{587F2B3A-7C85-4847-9E27-26D51BB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3029" y="5609951"/>
            <a:ext cx="136624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3" name="language-world-model-3">
            <a:extLst xmlns:a="http://schemas.openxmlformats.org/drawingml/2006/main">
              <a:ext uri="{FF2B5EF4-FFF2-40B4-BE49-F238E27FC236}">
                <a16:creationId xmlns:a16="http://schemas.microsoft.com/office/drawing/2014/main" id="{8971EFA6-BE75-4528-A2C7-372AE5B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766" y="5609951"/>
            <a:ext cx="144661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4" name="language-world-model-4">
            <a:extLst xmlns:a="http://schemas.openxmlformats.org/drawingml/2006/main">
              <a:ext uri="{FF2B5EF4-FFF2-40B4-BE49-F238E27FC236}">
                <a16:creationId xmlns:a16="http://schemas.microsoft.com/office/drawing/2014/main" id="{66B863DF-226F-4940-BD4C-CE36E282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0540" y="5609951"/>
            <a:ext cx="136624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75" name="language-world-model-5">
            <a:extLst xmlns:a="http://schemas.openxmlformats.org/drawingml/2006/main">
              <a:ext uri="{FF2B5EF4-FFF2-40B4-BE49-F238E27FC236}">
                <a16:creationId xmlns:a16="http://schemas.microsoft.com/office/drawing/2014/main" id="{64A492D0-78CA-445D-B962-C06876FE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0276" y="5609951"/>
            <a:ext cx="12858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6" name="language-world-model-6">
            <a:extLst xmlns:a="http://schemas.openxmlformats.org/drawingml/2006/main">
              <a:ext uri="{FF2B5EF4-FFF2-40B4-BE49-F238E27FC236}">
                <a16:creationId xmlns:a16="http://schemas.microsoft.com/office/drawing/2014/main" id="{06B0B4B4-74B0-49B0-AE03-6B42C2C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976" y="5609951"/>
            <a:ext cx="144661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7" name="language-world-model-7">
            <a:extLst xmlns:a="http://schemas.openxmlformats.org/drawingml/2006/main">
              <a:ext uri="{FF2B5EF4-FFF2-40B4-BE49-F238E27FC236}">
                <a16:creationId xmlns:a16="http://schemas.microsoft.com/office/drawing/2014/main" id="{0F4F591B-2078-46E8-850A-20E06FD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9750" y="5609951"/>
            <a:ext cx="12858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8" name="language-world-model-9">
            <a:extLst xmlns:a="http://schemas.openxmlformats.org/drawingml/2006/main">
              <a:ext uri="{FF2B5EF4-FFF2-40B4-BE49-F238E27FC236}">
                <a16:creationId xmlns:a16="http://schemas.microsoft.com/office/drawing/2014/main" id="{AB596EA6-F1AE-4E2B-8CFD-EE5E05B3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0820" y="5609951"/>
            <a:ext cx="17680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79" name="language-world-model-10">
            <a:extLst xmlns:a="http://schemas.openxmlformats.org/drawingml/2006/main">
              <a:ext uri="{FF2B5EF4-FFF2-40B4-BE49-F238E27FC236}">
                <a16:creationId xmlns:a16="http://schemas.microsoft.com/office/drawing/2014/main" id="{BBA69972-FBDE-4375-A296-EF5DBD2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740" y="5609951"/>
            <a:ext cx="144661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0" name="language-world-model-11">
            <a:extLst xmlns:a="http://schemas.openxmlformats.org/drawingml/2006/main">
              <a:ext uri="{FF2B5EF4-FFF2-40B4-BE49-F238E27FC236}">
                <a16:creationId xmlns:a16="http://schemas.microsoft.com/office/drawing/2014/main" id="{34A36510-D48D-4AF2-930F-4AD3807C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8513" y="5609951"/>
            <a:ext cx="136624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1" name="language-world-model-12">
            <a:extLst xmlns:a="http://schemas.openxmlformats.org/drawingml/2006/main">
              <a:ext uri="{FF2B5EF4-FFF2-40B4-BE49-F238E27FC236}">
                <a16:creationId xmlns:a16="http://schemas.microsoft.com/office/drawing/2014/main" id="{5F1D71DE-BDA7-4185-9861-7AB97C81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8250" y="5609951"/>
            <a:ext cx="104477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2" name="language-world-model-13">
            <a:extLst xmlns:a="http://schemas.openxmlformats.org/drawingml/2006/main">
              <a:ext uri="{FF2B5EF4-FFF2-40B4-BE49-F238E27FC236}">
                <a16:creationId xmlns:a16="http://schemas.microsoft.com/office/drawing/2014/main" id="{6F668049-1541-49D5-A3AE-91F4F84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840" y="5609951"/>
            <a:ext cx="136624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3" name="language-world-model-15">
            <a:extLst xmlns:a="http://schemas.openxmlformats.org/drawingml/2006/main">
              <a:ext uri="{FF2B5EF4-FFF2-40B4-BE49-F238E27FC236}">
                <a16:creationId xmlns:a16="http://schemas.microsoft.com/office/drawing/2014/main" id="{57020F80-E650-4B25-8262-D7B845E2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4946" y="5609951"/>
            <a:ext cx="15269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4" name="language-world-model-16">
            <a:extLst xmlns:a="http://schemas.openxmlformats.org/drawingml/2006/main">
              <a:ext uri="{FF2B5EF4-FFF2-40B4-BE49-F238E27FC236}">
                <a16:creationId xmlns:a16="http://schemas.microsoft.com/office/drawing/2014/main" id="{AAE7AB9F-D5EA-4A4B-B77C-1DBFA6E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0757" y="5609951"/>
            <a:ext cx="144661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5" name="language-world-model-17">
            <a:extLst xmlns:a="http://schemas.openxmlformats.org/drawingml/2006/main">
              <a:ext uri="{FF2B5EF4-FFF2-40B4-BE49-F238E27FC236}">
                <a16:creationId xmlns:a16="http://schemas.microsoft.com/office/drawing/2014/main" id="{E017AF1C-C2F3-4FFE-BD1F-D1DB876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8530" y="5609951"/>
            <a:ext cx="136624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6" name="language-world-model-18">
            <a:extLst xmlns:a="http://schemas.openxmlformats.org/drawingml/2006/main">
              <a:ext uri="{FF2B5EF4-FFF2-40B4-BE49-F238E27FC236}">
                <a16:creationId xmlns:a16="http://schemas.microsoft.com/office/drawing/2014/main" id="{A05107F7-EDFD-4BC8-9C89-8084776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267" y="5609951"/>
            <a:ext cx="128588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87" name="language-world-model-19">
            <a:extLst xmlns:a="http://schemas.openxmlformats.org/drawingml/2006/main">
              <a:ext uri="{FF2B5EF4-FFF2-40B4-BE49-F238E27FC236}">
                <a16:creationId xmlns:a16="http://schemas.microsoft.com/office/drawing/2014/main" id="{E8E2601C-D824-4255-A8FB-FD6BBED3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9967" y="5609951"/>
            <a:ext cx="104477" cy="24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8" name="mcp-domain-title">
            <a:extLst xmlns:a="http://schemas.openxmlformats.org/drawingml/2006/main">
              <a:ext uri="{FF2B5EF4-FFF2-40B4-BE49-F238E27FC236}">
                <a16:creationId xmlns:a16="http://schemas.microsoft.com/office/drawing/2014/main" id="{293AA9B5-B93C-49F9-AC46-119E01D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4320" y="834854"/>
            <a:ext cx="1824335" cy="382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52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MCP Servers</a:t>
            </a:r>
          </a:p>
        </p:txBody>
      </p:sp>
      <p:sp>
        <p:nvSpPr>
          <p:cNvPr id="89" name="mcp-domain-interface">
            <a:extLst xmlns:a="http://schemas.openxmlformats.org/drawingml/2006/main">
              <a:ext uri="{FF2B5EF4-FFF2-40B4-BE49-F238E27FC236}">
                <a16:creationId xmlns:a16="http://schemas.microsoft.com/office/drawing/2014/main" id="{14F7E52C-D699-42E6-A380-F4BD44AF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6538" y="1186284"/>
            <a:ext cx="2652117" cy="27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44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Tool Calls · Function Routing</a:t>
            </a:r>
          </a:p>
        </p:txBody>
      </p:sp>
      <p:sp>
        <p:nvSpPr>
          <p:cNvPr id="90" name="search-domain-title">
            <a:extLst xmlns:a="http://schemas.openxmlformats.org/drawingml/2006/main">
              <a:ext uri="{FF2B5EF4-FFF2-40B4-BE49-F238E27FC236}">
                <a16:creationId xmlns:a16="http://schemas.microsoft.com/office/drawing/2014/main" id="{EE942673-D62B-4F5E-9AED-BBBE901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3088" y="830000"/>
            <a:ext cx="2885182" cy="35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12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 Engine</a:t>
            </a:r>
          </a:p>
        </p:txBody>
      </p:sp>
      <p:sp>
        <p:nvSpPr>
          <p:cNvPr id="91" name="search-domain-interface">
            <a:extLst xmlns:a="http://schemas.openxmlformats.org/drawingml/2006/main">
              <a:ext uri="{FF2B5EF4-FFF2-40B4-BE49-F238E27FC236}">
                <a16:creationId xmlns:a16="http://schemas.microsoft.com/office/drawing/2014/main" id="{A856815F-B4C9-4B36-95B6-54B815C9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3088" y="1161885"/>
            <a:ext cx="2885182" cy="276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57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Queries · Results · Knowledge</a:t>
            </a:r>
          </a:p>
        </p:txBody>
      </p:sp>
      <p:sp>
        <p:nvSpPr>
          <p:cNvPr id="92" name="os-domain-title">
            <a:extLst xmlns:a="http://schemas.openxmlformats.org/drawingml/2006/main">
              <a:ext uri="{FF2B5EF4-FFF2-40B4-BE49-F238E27FC236}">
                <a16:creationId xmlns:a16="http://schemas.microsoft.com/office/drawing/2014/main" id="{E8CB2CE8-F246-445C-9677-C42B177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844" y="3880771"/>
            <a:ext cx="2475309" cy="382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52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Operating System</a:t>
            </a:r>
          </a:p>
        </p:txBody>
      </p:sp>
      <p:sp>
        <p:nvSpPr>
          <p:cNvPr id="93" name="os-domain-interface">
            <a:extLst xmlns:a="http://schemas.openxmlformats.org/drawingml/2006/main">
              <a:ext uri="{FF2B5EF4-FFF2-40B4-BE49-F238E27FC236}">
                <a16:creationId xmlns:a16="http://schemas.microsoft.com/office/drawing/2014/main" id="{17A3D2F5-5B0D-4A5B-8C7E-6C82463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2697" y="4232200"/>
            <a:ext cx="2507456" cy="27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44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Desktop · Files · Processes</a:t>
            </a:r>
          </a:p>
        </p:txBody>
      </p:sp>
      <p:sp>
        <p:nvSpPr>
          <p:cNvPr id="94" name="ide-domain-title">
            <a:extLst xmlns:a="http://schemas.openxmlformats.org/drawingml/2006/main">
              <a:ext uri="{FF2B5EF4-FFF2-40B4-BE49-F238E27FC236}">
                <a16:creationId xmlns:a16="http://schemas.microsoft.com/office/drawing/2014/main" id="{45CE2E0D-4F89-4F36-A125-4B3D411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0177" y="3692953"/>
            <a:ext cx="2893219" cy="3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</a:t>
            </a:r>
          </a:p>
        </p:txBody>
      </p:sp>
      <p:sp>
        <p:nvSpPr>
          <p:cNvPr id="95" name="ide-domain-interface">
            <a:extLst xmlns:a="http://schemas.openxmlformats.org/drawingml/2006/main">
              <a:ext uri="{FF2B5EF4-FFF2-40B4-BE49-F238E27FC236}">
                <a16:creationId xmlns:a16="http://schemas.microsoft.com/office/drawing/2014/main" id="{9EFF292F-78CC-4F82-ACCB-6451F6E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0177" y="4020931"/>
            <a:ext cx="2893219" cy="2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4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Code Editing · Git · CI/CD</a:t>
            </a:r>
          </a:p>
        </p:txBody>
      </p:sp>
      <p:sp>
        <p:nvSpPr>
          <p:cNvPr id="96" name="web-domain-title">
            <a:extLst xmlns:a="http://schemas.openxmlformats.org/drawingml/2006/main">
              <a:ext uri="{FF2B5EF4-FFF2-40B4-BE49-F238E27FC236}">
                <a16:creationId xmlns:a16="http://schemas.microsoft.com/office/drawing/2014/main" id="{C5F43006-A51A-486D-B283-6632E342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1525" y="7593735"/>
            <a:ext cx="2242245" cy="382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52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Browser</a:t>
            </a:r>
          </a:p>
        </p:txBody>
      </p:sp>
      <p:sp>
        <p:nvSpPr>
          <p:cNvPr id="97" name="web-domain-interface">
            <a:extLst xmlns:a="http://schemas.openxmlformats.org/drawingml/2006/main">
              <a:ext uri="{FF2B5EF4-FFF2-40B4-BE49-F238E27FC236}">
                <a16:creationId xmlns:a16="http://schemas.microsoft.com/office/drawing/2014/main" id="{F1A7B162-63B1-4716-9101-3DA28FEF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3121" y="7921488"/>
            <a:ext cx="2394942" cy="271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DOM · Forms · Navigation</a:t>
            </a:r>
          </a:p>
        </p:txBody>
      </p:sp>
      <p:sp>
        <p:nvSpPr>
          <p:cNvPr id="98" name="terminal-domain-title">
            <a:extLst xmlns:a="http://schemas.openxmlformats.org/drawingml/2006/main">
              <a:ext uri="{FF2B5EF4-FFF2-40B4-BE49-F238E27FC236}">
                <a16:creationId xmlns:a16="http://schemas.microsoft.com/office/drawing/2014/main" id="{27871BF8-10DA-4670-8FF0-5D346A78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4725" y="7426410"/>
            <a:ext cx="2917329" cy="37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Terminal / CLI</a:t>
            </a:r>
          </a:p>
        </p:txBody>
      </p:sp>
      <p:sp>
        <p:nvSpPr>
          <p:cNvPr id="99" name="terminal-domain-interface">
            <a:extLst xmlns:a="http://schemas.openxmlformats.org/drawingml/2006/main">
              <a:ext uri="{FF2B5EF4-FFF2-40B4-BE49-F238E27FC236}">
                <a16:creationId xmlns:a16="http://schemas.microsoft.com/office/drawing/2014/main" id="{BA05816E-B2FB-48BD-B1A4-B8112AD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4725" y="7753151"/>
            <a:ext cx="2917329" cy="267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6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Bash · Shell · File I/O</a:t>
            </a:r>
          </a:p>
        </p:txBody>
      </p:sp>
      <p:sp>
        <p:nvSpPr>
          <p:cNvPr id="100" name="android-domain-title">
            <a:extLst xmlns:a="http://schemas.openxmlformats.org/drawingml/2006/main">
              <a:ext uri="{FF2B5EF4-FFF2-40B4-BE49-F238E27FC236}">
                <a16:creationId xmlns:a16="http://schemas.microsoft.com/office/drawing/2014/main" id="{F00262BC-CF36-4D3E-8CBC-A7073834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539" y="9176968"/>
            <a:ext cx="2595860" cy="382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52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Android System</a:t>
            </a:r>
          </a:p>
        </p:txBody>
      </p:sp>
      <p:sp>
        <p:nvSpPr>
          <p:cNvPr id="101" name="android-domain-interface">
            <a:extLst xmlns:a="http://schemas.openxmlformats.org/drawingml/2006/main">
              <a:ext uri="{FF2B5EF4-FFF2-40B4-BE49-F238E27FC236}">
                <a16:creationId xmlns:a16="http://schemas.microsoft.com/office/drawing/2014/main" id="{5C24EB5D-1FDE-4626-B170-5231848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511" y="9504433"/>
            <a:ext cx="2853035" cy="27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8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Apps · UI Navigation · Settings</a:t>
            </a:r>
          </a:p>
        </p:txBody>
      </p:sp>
      <p:sp>
        <p:nvSpPr>
          <p:cNvPr id="102" name="os-dotted-link">
            <a:extLst xmlns:a="http://schemas.openxmlformats.org/drawingml/2006/main">
              <a:ext uri="{FF2B5EF4-FFF2-40B4-BE49-F238E27FC236}">
                <a16:creationId xmlns:a16="http://schemas.microsoft.com/office/drawing/2014/main" id="{04ECC2F4-23CB-4E78-BC74-FE2A4481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512" y="4187130"/>
            <a:ext cx="892076" cy="225028"/>
          </a:xfrm>
          <a:custGeom xmlns:a="http://schemas.openxmlformats.org/drawingml/2006/main">
            <a:pathLst>
              <a:path w="1057275" h="266700">
                <a:moveTo>
                  <a:pt x="0" y="0"/>
                </a:moveTo>
                <a:lnTo>
                  <a:pt x="1057275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2055">
            <a:solidFill>
              <a:srgbClr val="CC696E"/>
            </a:solidFill>
            <a:prstDash val="dash"/>
          </a:ln>
        </p:spPr>
      </p:sp>
      <p:sp>
        <p:nvSpPr>
          <p:cNvPr id="103" name="os-link-dot">
            <a:extLst xmlns:a="http://schemas.openxmlformats.org/drawingml/2006/main">
              <a:ext uri="{FF2B5EF4-FFF2-40B4-BE49-F238E27FC236}">
                <a16:creationId xmlns:a16="http://schemas.microsoft.com/office/drawing/2014/main" id="{2850F6F1-9E60-4339-8947-D5710A20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404" y="4371975"/>
            <a:ext cx="80367" cy="80367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ide-dotted-link">
            <a:extLst xmlns:a="http://schemas.openxmlformats.org/drawingml/2006/main">
              <a:ext uri="{FF2B5EF4-FFF2-40B4-BE49-F238E27FC236}">
                <a16:creationId xmlns:a16="http://schemas.microsoft.com/office/drawing/2014/main" id="{DF8A2772-C5CD-44D9-9F74-27E668D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229" y="3954066"/>
            <a:ext cx="892076" cy="281285"/>
          </a:xfrm>
          <a:custGeom xmlns:a="http://schemas.openxmlformats.org/drawingml/2006/main">
            <a:pathLst>
              <a:path w="1057275" h="333375">
                <a:moveTo>
                  <a:pt x="0" y="333375"/>
                </a:moveTo>
                <a:lnTo>
                  <a:pt x="1057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55">
            <a:solidFill>
              <a:srgbClr val="689380"/>
            </a:solidFill>
            <a:prstDash val="dash"/>
          </a:ln>
        </p:spPr>
      </p:sp>
      <p:sp>
        <p:nvSpPr>
          <p:cNvPr id="105" name="ide-link-dot">
            <a:extLst xmlns:a="http://schemas.openxmlformats.org/drawingml/2006/main">
              <a:ext uri="{FF2B5EF4-FFF2-40B4-BE49-F238E27FC236}">
                <a16:creationId xmlns:a16="http://schemas.microsoft.com/office/drawing/2014/main" id="{D22AD2EF-2CFE-4A50-B752-809E583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5" y="4195167"/>
            <a:ext cx="80367" cy="80367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2114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slogan-0">
            <a:extLst xmlns:a="http://schemas.openxmlformats.org/drawingml/2006/main">
              <a:ext uri="{FF2B5EF4-FFF2-40B4-BE49-F238E27FC236}">
                <a16:creationId xmlns:a16="http://schemas.microsoft.com/office/drawing/2014/main" id="{7B910030-CC80-4239-9A64-F15F4E2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1718" y="2829958"/>
            <a:ext cx="440675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886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CPT</a:t>
            </a:r>
          </a:p>
        </p:txBody>
      </p:sp>
      <p:sp>
        <p:nvSpPr>
          <p:cNvPr id="2" name="slogan-1">
            <a:extLst xmlns:a="http://schemas.openxmlformats.org/drawingml/2006/main">
              <a:ext uri="{FF2B5EF4-FFF2-40B4-BE49-F238E27FC236}">
                <a16:creationId xmlns:a16="http://schemas.microsoft.com/office/drawing/2014/main" id="{0DE7DFC0-E498-4DFF-B2D3-787DA86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452" y="2829958"/>
            <a:ext cx="756811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injects</a:t>
            </a:r>
          </a:p>
        </p:txBody>
      </p:sp>
      <p:sp>
        <p:nvSpPr>
          <p:cNvPr id="3" name="slogan-2">
            <a:extLst xmlns:a="http://schemas.openxmlformats.org/drawingml/2006/main">
              <a:ext uri="{FF2B5EF4-FFF2-40B4-BE49-F238E27FC236}">
                <a16:creationId xmlns:a16="http://schemas.microsoft.com/office/drawing/2014/main" id="{21B8F689-BF13-4CCB-88C5-B4A66F9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3322" y="2829958"/>
            <a:ext cx="95799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989CA5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4" name="slogan-3">
            <a:extLst xmlns:a="http://schemas.openxmlformats.org/drawingml/2006/main">
              <a:ext uri="{FF2B5EF4-FFF2-40B4-BE49-F238E27FC236}">
                <a16:creationId xmlns:a16="http://schemas.microsoft.com/office/drawing/2014/main" id="{80EDD746-C423-4D9D-92F2-2D23A29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5340" y="2829958"/>
            <a:ext cx="411935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886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SFT</a:t>
            </a:r>
          </a:p>
        </p:txBody>
      </p:sp>
      <p:sp>
        <p:nvSpPr>
          <p:cNvPr id="5" name="slogan-4">
            <a:extLst xmlns:a="http://schemas.openxmlformats.org/drawingml/2006/main">
              <a:ext uri="{FF2B5EF4-FFF2-40B4-BE49-F238E27FC236}">
                <a16:creationId xmlns:a16="http://schemas.microsoft.com/office/drawing/2014/main" id="{2D08A836-906E-4AE0-9CD9-1A331107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4334" y="2829958"/>
            <a:ext cx="1063367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activates</a:t>
            </a:r>
          </a:p>
        </p:txBody>
      </p:sp>
      <p:sp>
        <p:nvSpPr>
          <p:cNvPr id="6" name="slogan-5">
            <a:extLst xmlns:a="http://schemas.openxmlformats.org/drawingml/2006/main">
              <a:ext uri="{FF2B5EF4-FFF2-40B4-BE49-F238E27FC236}">
                <a16:creationId xmlns:a16="http://schemas.microsoft.com/office/drawing/2014/main" id="{7495CF11-DA42-40FE-8B9B-2A8029D0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5601" y="2829958"/>
            <a:ext cx="95799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989CA5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989CA5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7" name="slogan-6">
            <a:extLst xmlns:a="http://schemas.openxmlformats.org/drawingml/2006/main">
              <a:ext uri="{FF2B5EF4-FFF2-40B4-BE49-F238E27FC236}">
                <a16:creationId xmlns:a16="http://schemas.microsoft.com/office/drawing/2014/main" id="{7CDE32FC-23F4-496C-B14D-BE897A0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8039" y="2829958"/>
            <a:ext cx="296976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886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8" name="slogan-7">
            <a:extLst xmlns:a="http://schemas.openxmlformats.org/drawingml/2006/main">
              <a:ext uri="{FF2B5EF4-FFF2-40B4-BE49-F238E27FC236}">
                <a16:creationId xmlns:a16="http://schemas.microsoft.com/office/drawing/2014/main" id="{97117B16-CC84-42F0-A0BF-EEBFB6B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2074" y="2829958"/>
            <a:ext cx="1063367" cy="33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sharpens</a:t>
            </a:r>
          </a:p>
        </p:txBody>
      </p:sp>
      <p:sp>
        <p:nvSpPr>
          <p:cNvPr id="9" name="stage-1-shadow-8">
            <a:extLst xmlns:a="http://schemas.openxmlformats.org/drawingml/2006/main">
              <a:ext uri="{FF2B5EF4-FFF2-40B4-BE49-F238E27FC236}">
                <a16:creationId xmlns:a16="http://schemas.microsoft.com/office/drawing/2014/main" id="{A27BB4A1-29C1-445D-9C2B-897D365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16" y="3399961"/>
            <a:ext cx="5326416" cy="4282208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1-shadow-5">
            <a:extLst xmlns:a="http://schemas.openxmlformats.org/drawingml/2006/main">
              <a:ext uri="{FF2B5EF4-FFF2-40B4-BE49-F238E27FC236}">
                <a16:creationId xmlns:a16="http://schemas.microsoft.com/office/drawing/2014/main" id="{212D3605-F8E5-46FB-AC8A-2850194A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56" y="3399961"/>
            <a:ext cx="5268937" cy="4253469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1-shadow-2">
            <a:extLst xmlns:a="http://schemas.openxmlformats.org/drawingml/2006/main">
              <a:ext uri="{FF2B5EF4-FFF2-40B4-BE49-F238E27FC236}">
                <a16:creationId xmlns:a16="http://schemas.microsoft.com/office/drawing/2014/main" id="{A67ADCA2-8442-4EB8-B000-54CAE76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95" y="3399961"/>
            <a:ext cx="5211457" cy="4224729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card">
            <a:extLst xmlns:a="http://schemas.openxmlformats.org/drawingml/2006/main">
              <a:ext uri="{FF2B5EF4-FFF2-40B4-BE49-F238E27FC236}">
                <a16:creationId xmlns:a16="http://schemas.microsoft.com/office/drawing/2014/main" id="{40B8CEFA-758F-43F8-910B-ECE6D67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55" y="3342482"/>
            <a:ext cx="5173138" cy="4224729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3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1-header-round">
            <a:extLst xmlns:a="http://schemas.openxmlformats.org/drawingml/2006/main">
              <a:ext uri="{FF2B5EF4-FFF2-40B4-BE49-F238E27FC236}">
                <a16:creationId xmlns:a16="http://schemas.microsoft.com/office/drawing/2014/main" id="{14F455B5-E749-4E1B-9093-27D0F42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55" y="3342482"/>
            <a:ext cx="5173138" cy="967568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1-header-lower">
            <a:extLst xmlns:a="http://schemas.openxmlformats.org/drawingml/2006/main">
              <a:ext uri="{FF2B5EF4-FFF2-40B4-BE49-F238E27FC236}">
                <a16:creationId xmlns:a16="http://schemas.microsoft.com/office/drawing/2014/main" id="{936F7853-0E0E-4E84-8921-8CCCE171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55" y="3514920"/>
            <a:ext cx="5173138" cy="795130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1-number-box">
            <a:extLst xmlns:a="http://schemas.openxmlformats.org/drawingml/2006/main">
              <a:ext uri="{FF2B5EF4-FFF2-40B4-BE49-F238E27FC236}">
                <a16:creationId xmlns:a16="http://schemas.microsoft.com/office/drawing/2014/main" id="{BC9BE038-50BA-47AC-BB94-AEBA8FA5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2" y="3572399"/>
            <a:ext cx="526894" cy="536474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556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26AE4F7A-45A3-45CA-B21E-6C465419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52" y="3673946"/>
            <a:ext cx="526894" cy="402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stage-1-caption">
            <a:extLst xmlns:a="http://schemas.openxmlformats.org/drawingml/2006/main">
              <a:ext uri="{FF2B5EF4-FFF2-40B4-BE49-F238E27FC236}">
                <a16:creationId xmlns:a16="http://schemas.microsoft.com/office/drawing/2014/main" id="{61F96607-4A4D-4AAB-900F-9BA6EFA7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503" y="3554389"/>
            <a:ext cx="977148" cy="21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7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DF0534C7-0164-4062-AABF-01D1F31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503" y="3751275"/>
            <a:ext cx="3055983" cy="396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Continual Pre-Training</a:t>
            </a:r>
          </a:p>
        </p:txBody>
      </p:sp>
      <p:sp>
        <p:nvSpPr>
          <p:cNvPr id="19" name="stage-1-abbreviation">
            <a:extLst xmlns:a="http://schemas.openxmlformats.org/drawingml/2006/main">
              <a:ext uri="{FF2B5EF4-FFF2-40B4-BE49-F238E27FC236}">
                <a16:creationId xmlns:a16="http://schemas.microsoft.com/office/drawing/2014/main" id="{AF404B70-BC4C-422F-AFFA-1596257A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06" y="3789671"/>
            <a:ext cx="862190" cy="32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1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(CPT)</a:t>
            </a:r>
          </a:p>
        </p:txBody>
      </p:sp>
      <p:sp>
        <p:nvSpPr>
          <p:cNvPr id="20" name="stage-1-DATA-badge">
            <a:extLst xmlns:a="http://schemas.openxmlformats.org/drawingml/2006/main">
              <a:ext uri="{FF2B5EF4-FFF2-40B4-BE49-F238E27FC236}">
                <a16:creationId xmlns:a16="http://schemas.microsoft.com/office/drawing/2014/main" id="{B7BBC966-2E9D-4E35-910F-2862E21C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2" y="4559127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1-DATA-icon-letter">
            <a:extLst xmlns:a="http://schemas.openxmlformats.org/drawingml/2006/main">
              <a:ext uri="{FF2B5EF4-FFF2-40B4-BE49-F238E27FC236}">
                <a16:creationId xmlns:a16="http://schemas.microsoft.com/office/drawing/2014/main" id="{D618D34F-1EC2-4770-9F2B-B8B5A12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52" y="4586334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stage-1-DATA-heading">
            <a:extLst xmlns:a="http://schemas.openxmlformats.org/drawingml/2006/main">
              <a:ext uri="{FF2B5EF4-FFF2-40B4-BE49-F238E27FC236}">
                <a16:creationId xmlns:a16="http://schemas.microsoft.com/office/drawing/2014/main" id="{9FC154BE-7D38-4DCD-AF07-843C440B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4556483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3" name="stage-1-DATA-line-1">
            <a:extLst xmlns:a="http://schemas.openxmlformats.org/drawingml/2006/main">
              <a:ext uri="{FF2B5EF4-FFF2-40B4-BE49-F238E27FC236}">
                <a16:creationId xmlns:a16="http://schemas.microsoft.com/office/drawing/2014/main" id="{82F37481-7F59-461E-9D6F-A3E7C54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4846389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Environment interaction trajectories + world</a:t>
            </a:r>
          </a:p>
        </p:txBody>
      </p:sp>
      <p:sp>
        <p:nvSpPr>
          <p:cNvPr id="24" name="stage-1-DATA-line-2">
            <a:extLst xmlns:a="http://schemas.openxmlformats.org/drawingml/2006/main">
              <a:ext uri="{FF2B5EF4-FFF2-40B4-BE49-F238E27FC236}">
                <a16:creationId xmlns:a16="http://schemas.microsoft.com/office/drawing/2014/main" id="{8E986989-6507-4595-9B0F-DC5CDB08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5152946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knowledge corpora</a:t>
            </a:r>
          </a:p>
        </p:txBody>
      </p:sp>
      <p:sp>
        <p:nvSpPr>
          <p:cNvPr id="25" name="stage-1-OBJECTIVE-badge">
            <a:extLst xmlns:a="http://schemas.openxmlformats.org/drawingml/2006/main">
              <a:ext uri="{FF2B5EF4-FFF2-40B4-BE49-F238E27FC236}">
                <a16:creationId xmlns:a16="http://schemas.microsoft.com/office/drawing/2014/main" id="{AE2D3949-1AC5-4F00-9D10-AC6D7CA6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2" y="5641654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1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C97B09AF-D11A-46BB-855D-81883BD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52" y="5668861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7" name="stage-1-OBJECTIVE-heading">
            <a:extLst xmlns:a="http://schemas.openxmlformats.org/drawingml/2006/main">
              <a:ext uri="{FF2B5EF4-FFF2-40B4-BE49-F238E27FC236}">
                <a16:creationId xmlns:a16="http://schemas.microsoft.com/office/drawing/2014/main" id="{CC24C6FA-4108-41E0-8882-1B1E68C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5639010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8" name="stage-1-OBJECTIVE-line-1">
            <a:extLst xmlns:a="http://schemas.openxmlformats.org/drawingml/2006/main">
              <a:ext uri="{FF2B5EF4-FFF2-40B4-BE49-F238E27FC236}">
                <a16:creationId xmlns:a16="http://schemas.microsoft.com/office/drawing/2014/main" id="{6A1F74AD-8160-4B66-B45D-A602866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5928916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Next-token prediction (non-thinking)</a:t>
            </a:r>
          </a:p>
        </p:txBody>
      </p:sp>
      <p:sp>
        <p:nvSpPr>
          <p:cNvPr id="29" name="stage-1-TECHNIQUE-badge">
            <a:extLst xmlns:a="http://schemas.openxmlformats.org/drawingml/2006/main">
              <a:ext uri="{FF2B5EF4-FFF2-40B4-BE49-F238E27FC236}">
                <a16:creationId xmlns:a16="http://schemas.microsoft.com/office/drawing/2014/main" id="{A32ACA49-2DDC-44D9-8118-1417E71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2" y="6408045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2E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ge-1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08736D23-3D1A-4D40-8C92-A989CB6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52" y="6435252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1" name="stage-1-TECHNIQUE-heading">
            <a:extLst xmlns:a="http://schemas.openxmlformats.org/drawingml/2006/main">
              <a:ext uri="{FF2B5EF4-FFF2-40B4-BE49-F238E27FC236}">
                <a16:creationId xmlns:a16="http://schemas.microsoft.com/office/drawing/2014/main" id="{86C6817B-F6B8-43C7-9921-3A9D39C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6405401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2E4A6F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2E4A6F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32" name="stage-1-TECHNIQUE-line-1">
            <a:extLst xmlns:a="http://schemas.openxmlformats.org/drawingml/2006/main">
              <a:ext uri="{FF2B5EF4-FFF2-40B4-BE49-F238E27FC236}">
                <a16:creationId xmlns:a16="http://schemas.microsoft.com/office/drawing/2014/main" id="{C0AD93AE-2B57-4A36-91A8-6766DCF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8" y="6695307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Turn-level information-theoretic loss masking</a:t>
            </a:r>
          </a:p>
        </p:txBody>
      </p:sp>
      <p:sp>
        <p:nvSpPr>
          <p:cNvPr id="33" name="stage-2-shadow-8">
            <a:extLst xmlns:a="http://schemas.openxmlformats.org/drawingml/2006/main">
              <a:ext uri="{FF2B5EF4-FFF2-40B4-BE49-F238E27FC236}">
                <a16:creationId xmlns:a16="http://schemas.microsoft.com/office/drawing/2014/main" id="{221E0813-D9D3-410F-A0C8-42E78B4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422" y="3399961"/>
            <a:ext cx="5326416" cy="4282208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2-shadow-5">
            <a:extLst xmlns:a="http://schemas.openxmlformats.org/drawingml/2006/main">
              <a:ext uri="{FF2B5EF4-FFF2-40B4-BE49-F238E27FC236}">
                <a16:creationId xmlns:a16="http://schemas.microsoft.com/office/drawing/2014/main" id="{19BEA2CE-381F-465D-9F95-2F29922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162" y="3399961"/>
            <a:ext cx="5268937" cy="4253469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ge-2-shadow-2">
            <a:extLst xmlns:a="http://schemas.openxmlformats.org/drawingml/2006/main">
              <a:ext uri="{FF2B5EF4-FFF2-40B4-BE49-F238E27FC236}">
                <a16:creationId xmlns:a16="http://schemas.microsoft.com/office/drawing/2014/main" id="{95109AA5-5D7F-4D94-ADD0-28671A6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902" y="3399961"/>
            <a:ext cx="5211457" cy="4224729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tage-2-card">
            <a:extLst xmlns:a="http://schemas.openxmlformats.org/drawingml/2006/main">
              <a:ext uri="{FF2B5EF4-FFF2-40B4-BE49-F238E27FC236}">
                <a16:creationId xmlns:a16="http://schemas.microsoft.com/office/drawing/2014/main" id="{09362778-DDC8-4F4B-ABF3-969AC33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1" y="3342482"/>
            <a:ext cx="5173138" cy="4224729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2-header-round">
            <a:extLst xmlns:a="http://schemas.openxmlformats.org/drawingml/2006/main">
              <a:ext uri="{FF2B5EF4-FFF2-40B4-BE49-F238E27FC236}">
                <a16:creationId xmlns:a16="http://schemas.microsoft.com/office/drawing/2014/main" id="{6C644488-CACF-4315-91DE-2DCEE401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1" y="3342482"/>
            <a:ext cx="5173138" cy="967568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header-lower">
            <a:extLst xmlns:a="http://schemas.openxmlformats.org/drawingml/2006/main">
              <a:ext uri="{FF2B5EF4-FFF2-40B4-BE49-F238E27FC236}">
                <a16:creationId xmlns:a16="http://schemas.microsoft.com/office/drawing/2014/main" id="{CBCA8F53-D52F-45A0-BAD1-4E693C4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1" y="3514920"/>
            <a:ext cx="5173138" cy="795130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tage-2-number-box">
            <a:extLst xmlns:a="http://schemas.openxmlformats.org/drawingml/2006/main">
              <a:ext uri="{FF2B5EF4-FFF2-40B4-BE49-F238E27FC236}">
                <a16:creationId xmlns:a16="http://schemas.microsoft.com/office/drawing/2014/main" id="{5D3DEABF-326E-46C5-A122-77C7F17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58" y="3572399"/>
            <a:ext cx="526894" cy="536474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7A6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9B88F409-2995-4545-A12F-4E4DD85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458" y="3673946"/>
            <a:ext cx="526894" cy="402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stage-2-caption">
            <a:extLst xmlns:a="http://schemas.openxmlformats.org/drawingml/2006/main">
              <a:ext uri="{FF2B5EF4-FFF2-40B4-BE49-F238E27FC236}">
                <a16:creationId xmlns:a16="http://schemas.microsoft.com/office/drawing/2014/main" id="{97F72D33-1616-40A3-B461-D03E619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0210" y="3554389"/>
            <a:ext cx="977148" cy="21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7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42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1F13E366-E773-4951-A02E-939FB0D2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0210" y="3751275"/>
            <a:ext cx="3228421" cy="396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Supervised Fine-Tuning</a:t>
            </a:r>
          </a:p>
        </p:txBody>
      </p:sp>
      <p:sp>
        <p:nvSpPr>
          <p:cNvPr id="43" name="stage-2-abbreviation">
            <a:extLst xmlns:a="http://schemas.openxmlformats.org/drawingml/2006/main">
              <a:ext uri="{FF2B5EF4-FFF2-40B4-BE49-F238E27FC236}">
                <a16:creationId xmlns:a16="http://schemas.microsoft.com/office/drawing/2014/main" id="{AC80EB0C-03E1-4533-9033-F0512087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6950" y="3789671"/>
            <a:ext cx="689752" cy="32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1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(SFT)</a:t>
            </a:r>
          </a:p>
        </p:txBody>
      </p:sp>
      <p:sp>
        <p:nvSpPr>
          <p:cNvPr id="44" name="stage-2-DATA-badge">
            <a:extLst xmlns:a="http://schemas.openxmlformats.org/drawingml/2006/main">
              <a:ext uri="{FF2B5EF4-FFF2-40B4-BE49-F238E27FC236}">
                <a16:creationId xmlns:a16="http://schemas.microsoft.com/office/drawing/2014/main" id="{94CBCE24-D676-4DF8-9850-E43ED8F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58" y="4559127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tage-2-DATA-icon-letter">
            <a:extLst xmlns:a="http://schemas.openxmlformats.org/drawingml/2006/main">
              <a:ext uri="{FF2B5EF4-FFF2-40B4-BE49-F238E27FC236}">
                <a16:creationId xmlns:a16="http://schemas.microsoft.com/office/drawing/2014/main" id="{5788DAC0-05F6-42AE-9CC4-1EB97414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458" y="4586334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6" name="stage-2-DATA-heading">
            <a:extLst xmlns:a="http://schemas.openxmlformats.org/drawingml/2006/main">
              <a:ext uri="{FF2B5EF4-FFF2-40B4-BE49-F238E27FC236}">
                <a16:creationId xmlns:a16="http://schemas.microsoft.com/office/drawing/2014/main" id="{02F467F5-9D46-408C-9648-5744B84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4556483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47" name="stage-2-DATA-line-1">
            <a:extLst xmlns:a="http://schemas.openxmlformats.org/drawingml/2006/main">
              <a:ext uri="{FF2B5EF4-FFF2-40B4-BE49-F238E27FC236}">
                <a16:creationId xmlns:a16="http://schemas.microsoft.com/office/drawing/2014/main" id="{9EC1BE74-EC58-42F0-84C5-56F48CAF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4846389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Trajectories with explicit reasoning chains</a:t>
            </a:r>
          </a:p>
        </p:txBody>
      </p:sp>
      <p:sp>
        <p:nvSpPr>
          <p:cNvPr id="48" name="stage-2-OBJECTIVE-badge">
            <a:extLst xmlns:a="http://schemas.openxmlformats.org/drawingml/2006/main">
              <a:ext uri="{FF2B5EF4-FFF2-40B4-BE49-F238E27FC236}">
                <a16:creationId xmlns:a16="http://schemas.microsoft.com/office/drawing/2014/main" id="{8D85EAEE-C45A-4AC6-8F1A-95B6968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58" y="5335098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tage-2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ECF5A03E-5530-4412-B786-5F48BC6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458" y="5362305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0" name="stage-2-OBJECTIVE-heading">
            <a:extLst xmlns:a="http://schemas.openxmlformats.org/drawingml/2006/main">
              <a:ext uri="{FF2B5EF4-FFF2-40B4-BE49-F238E27FC236}">
                <a16:creationId xmlns:a16="http://schemas.microsoft.com/office/drawing/2014/main" id="{2C16A98C-D078-4BA3-BD1A-FC1D4539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5332454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1" name="stage-2-OBJECTIVE-line-1">
            <a:extLst xmlns:a="http://schemas.openxmlformats.org/drawingml/2006/main">
              <a:ext uri="{FF2B5EF4-FFF2-40B4-BE49-F238E27FC236}">
                <a16:creationId xmlns:a16="http://schemas.microsoft.com/office/drawing/2014/main" id="{59AF1016-40D7-4EEF-A53B-69D3785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5622360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Activate next-state prediction as explicit</a:t>
            </a:r>
          </a:p>
        </p:txBody>
      </p:sp>
      <p:sp>
        <p:nvSpPr>
          <p:cNvPr id="52" name="stage-2-OBJECTIVE-line-2">
            <a:extLst xmlns:a="http://schemas.openxmlformats.org/drawingml/2006/main">
              <a:ext uri="{FF2B5EF4-FFF2-40B4-BE49-F238E27FC236}">
                <a16:creationId xmlns:a16="http://schemas.microsoft.com/office/drawing/2014/main" id="{B4FECF03-7AD0-4FDE-AAF4-624E2E3A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5928916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thinking</a:t>
            </a:r>
          </a:p>
        </p:txBody>
      </p:sp>
      <p:sp>
        <p:nvSpPr>
          <p:cNvPr id="53" name="stage-2-TECHNIQUE-badge">
            <a:extLst xmlns:a="http://schemas.openxmlformats.org/drawingml/2006/main">
              <a:ext uri="{FF2B5EF4-FFF2-40B4-BE49-F238E27FC236}">
                <a16:creationId xmlns:a16="http://schemas.microsoft.com/office/drawing/2014/main" id="{5C2C07D4-EA43-4EBC-A9B5-FDA0966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58" y="6408045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5D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tage-2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6E37B698-E1C4-489D-A534-C28908DC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458" y="6435252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55" name="stage-2-TECHNIQUE-heading">
            <a:extLst xmlns:a="http://schemas.openxmlformats.org/drawingml/2006/main">
              <a:ext uri="{FF2B5EF4-FFF2-40B4-BE49-F238E27FC236}">
                <a16:creationId xmlns:a16="http://schemas.microsoft.com/office/drawing/2014/main" id="{3D20BC58-DA83-49AA-A498-63F7C305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6405401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5D4332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5D4332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56" name="stage-2-TECHNIQUE-line-1">
            <a:extLst xmlns:a="http://schemas.openxmlformats.org/drawingml/2006/main">
              <a:ext uri="{FF2B5EF4-FFF2-40B4-BE49-F238E27FC236}">
                <a16:creationId xmlns:a16="http://schemas.microsoft.com/office/drawing/2014/main" id="{278C780A-87AB-4F2B-A380-F5F596D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6695307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Rejection sampling with quality threshold</a:t>
            </a:r>
          </a:p>
        </p:txBody>
      </p:sp>
      <p:sp>
        <p:nvSpPr>
          <p:cNvPr id="57" name="stage-2-TECHNIQUE-line-2">
            <a:extLst xmlns:a="http://schemas.openxmlformats.org/drawingml/2006/main">
              <a:ext uri="{FF2B5EF4-FFF2-40B4-BE49-F238E27FC236}">
                <a16:creationId xmlns:a16="http://schemas.microsoft.com/office/drawing/2014/main" id="{E884857E-6072-4A2E-8732-77B1EE2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8274" y="7001864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filtering</a:t>
            </a:r>
          </a:p>
        </p:txBody>
      </p:sp>
      <p:sp>
        <p:nvSpPr>
          <p:cNvPr id="58" name="stage-3-shadow-8">
            <a:extLst xmlns:a="http://schemas.openxmlformats.org/drawingml/2006/main">
              <a:ext uri="{FF2B5EF4-FFF2-40B4-BE49-F238E27FC236}">
                <a16:creationId xmlns:a16="http://schemas.microsoft.com/office/drawing/2014/main" id="{3AC92313-F152-4EE5-9462-B8ACAE0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128" y="3399961"/>
            <a:ext cx="5326416" cy="4282208"/>
          </a:xfrm>
          <a:custGeom xmlns:a="http://schemas.openxmlformats.org/drawingml/2006/main">
            <a:pathLst>
              <a:path w="5295900" h="4257675">
                <a:moveTo>
                  <a:pt x="266700" y="0"/>
                </a:moveTo>
                <a:lnTo>
                  <a:pt x="5029200" y="0"/>
                </a:lnTo>
                <a:cubicBezTo>
                  <a:pt x="5176494" y="0"/>
                  <a:pt x="5295900" y="119406"/>
                  <a:pt x="5295900" y="266700"/>
                </a:cubicBezTo>
                <a:lnTo>
                  <a:pt x="5295900" y="3990975"/>
                </a:lnTo>
                <a:cubicBezTo>
                  <a:pt x="5295900" y="4138269"/>
                  <a:pt x="5176494" y="4257675"/>
                  <a:pt x="5029200" y="4257675"/>
                </a:cubicBezTo>
                <a:lnTo>
                  <a:pt x="266700" y="4257675"/>
                </a:lnTo>
                <a:cubicBezTo>
                  <a:pt x="119406" y="4257675"/>
                  <a:pt x="0" y="4138269"/>
                  <a:pt x="0" y="3990975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tage-3-shadow-5">
            <a:extLst xmlns:a="http://schemas.openxmlformats.org/drawingml/2006/main">
              <a:ext uri="{FF2B5EF4-FFF2-40B4-BE49-F238E27FC236}">
                <a16:creationId xmlns:a16="http://schemas.microsoft.com/office/drawing/2014/main" id="{33CF7B67-8EB3-45C8-91D1-2820AE9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868" y="3399961"/>
            <a:ext cx="5268937" cy="4253469"/>
          </a:xfrm>
          <a:custGeom xmlns:a="http://schemas.openxmlformats.org/drawingml/2006/main">
            <a:pathLst>
              <a:path w="5238750" h="4229100">
                <a:moveTo>
                  <a:pt x="238125" y="0"/>
                </a:moveTo>
                <a:lnTo>
                  <a:pt x="5000625" y="0"/>
                </a:lnTo>
                <a:cubicBezTo>
                  <a:pt x="5132138" y="0"/>
                  <a:pt x="5238750" y="106612"/>
                  <a:pt x="5238750" y="238125"/>
                </a:cubicBezTo>
                <a:lnTo>
                  <a:pt x="5238750" y="3990975"/>
                </a:lnTo>
                <a:cubicBezTo>
                  <a:pt x="5238750" y="4122488"/>
                  <a:pt x="5132138" y="4229100"/>
                  <a:pt x="5000625" y="4229100"/>
                </a:cubicBezTo>
                <a:lnTo>
                  <a:pt x="238125" y="4229100"/>
                </a:lnTo>
                <a:cubicBezTo>
                  <a:pt x="106612" y="4229100"/>
                  <a:pt x="0" y="4122488"/>
                  <a:pt x="0" y="39909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tage-3-shadow-2">
            <a:extLst xmlns:a="http://schemas.openxmlformats.org/drawingml/2006/main">
              <a:ext uri="{FF2B5EF4-FFF2-40B4-BE49-F238E27FC236}">
                <a16:creationId xmlns:a16="http://schemas.microsoft.com/office/drawing/2014/main" id="{F3EC8A11-8F38-4EB3-A21D-F6510A7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608" y="3399961"/>
            <a:ext cx="5211457" cy="4224729"/>
          </a:xfrm>
          <a:custGeom xmlns:a="http://schemas.openxmlformats.org/drawingml/2006/main">
            <a:pathLst>
              <a:path w="5181600" h="4200525">
                <a:moveTo>
                  <a:pt x="209550" y="0"/>
                </a:moveTo>
                <a:lnTo>
                  <a:pt x="4972050" y="0"/>
                </a:lnTo>
                <a:cubicBezTo>
                  <a:pt x="5087781" y="0"/>
                  <a:pt x="5181600" y="93819"/>
                  <a:pt x="5181600" y="209550"/>
                </a:cubicBezTo>
                <a:lnTo>
                  <a:pt x="5181600" y="3990975"/>
                </a:lnTo>
                <a:cubicBezTo>
                  <a:pt x="5181600" y="4106706"/>
                  <a:pt x="5087781" y="4200525"/>
                  <a:pt x="4972050" y="4200525"/>
                </a:cubicBezTo>
                <a:lnTo>
                  <a:pt x="209550" y="4200525"/>
                </a:lnTo>
                <a:cubicBezTo>
                  <a:pt x="93819" y="4200525"/>
                  <a:pt x="0" y="4106706"/>
                  <a:pt x="0" y="39909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60606B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tage-3-card">
            <a:extLst xmlns:a="http://schemas.openxmlformats.org/drawingml/2006/main">
              <a:ext uri="{FF2B5EF4-FFF2-40B4-BE49-F238E27FC236}">
                <a16:creationId xmlns:a16="http://schemas.microsoft.com/office/drawing/2014/main" id="{FCA9BC01-69DD-4D67-904D-7BC5B044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767" y="3342482"/>
            <a:ext cx="5173138" cy="4224729"/>
          </a:xfrm>
          <a:custGeom xmlns:a="http://schemas.openxmlformats.org/drawingml/2006/main">
            <a:pathLst>
              <a:path w="5143500" h="4200525">
                <a:moveTo>
                  <a:pt x="161925" y="0"/>
                </a:moveTo>
                <a:lnTo>
                  <a:pt x="4981575" y="0"/>
                </a:lnTo>
                <a:cubicBezTo>
                  <a:pt x="5071004" y="0"/>
                  <a:pt x="5143500" y="72496"/>
                  <a:pt x="5143500" y="161925"/>
                </a:cubicBezTo>
                <a:lnTo>
                  <a:pt x="5143500" y="4038600"/>
                </a:lnTo>
                <a:cubicBezTo>
                  <a:pt x="5143500" y="4128029"/>
                  <a:pt x="5071004" y="4200525"/>
                  <a:pt x="4981575" y="4200525"/>
                </a:cubicBezTo>
                <a:lnTo>
                  <a:pt x="161925" y="4200525"/>
                </a:lnTo>
                <a:cubicBezTo>
                  <a:pt x="72496" y="4200525"/>
                  <a:pt x="0" y="4128029"/>
                  <a:pt x="0" y="4038600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4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tage-3-header-round">
            <a:extLst xmlns:a="http://schemas.openxmlformats.org/drawingml/2006/main">
              <a:ext uri="{FF2B5EF4-FFF2-40B4-BE49-F238E27FC236}">
                <a16:creationId xmlns:a16="http://schemas.microsoft.com/office/drawing/2014/main" id="{3B967087-7592-4B35-A735-50DF692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767" y="3342482"/>
            <a:ext cx="5173138" cy="967568"/>
          </a:xfrm>
          <a:custGeom xmlns:a="http://schemas.openxmlformats.org/drawingml/2006/main">
            <a:pathLst>
              <a:path w="5143500" h="962025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809625"/>
                </a:lnTo>
                <a:cubicBezTo>
                  <a:pt x="5143500" y="893793"/>
                  <a:pt x="5075268" y="962025"/>
                  <a:pt x="4991100" y="962025"/>
                </a:cubicBezTo>
                <a:lnTo>
                  <a:pt x="152400" y="962025"/>
                </a:lnTo>
                <a:cubicBezTo>
                  <a:pt x="68232" y="962025"/>
                  <a:pt x="0" y="893793"/>
                  <a:pt x="0" y="809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tage-3-header-lower">
            <a:extLst xmlns:a="http://schemas.openxmlformats.org/drawingml/2006/main">
              <a:ext uri="{FF2B5EF4-FFF2-40B4-BE49-F238E27FC236}">
                <a16:creationId xmlns:a16="http://schemas.microsoft.com/office/drawing/2014/main" id="{2FB529CF-981C-441F-98FA-40D913EC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767" y="3514920"/>
            <a:ext cx="5173138" cy="795130"/>
          </a:xfrm>
          <a:custGeom xmlns:a="http://schemas.openxmlformats.org/drawingml/2006/main">
            <a:pathLst>
              <a:path w="5143500" h="790575">
                <a:moveTo>
                  <a:pt x="0" y="0"/>
                </a:moveTo>
                <a:lnTo>
                  <a:pt x="5143500" y="0"/>
                </a:lnTo>
                <a:lnTo>
                  <a:pt x="5143500" y="790575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tage-3-number-box">
            <a:extLst xmlns:a="http://schemas.openxmlformats.org/drawingml/2006/main">
              <a:ext uri="{FF2B5EF4-FFF2-40B4-BE49-F238E27FC236}">
                <a16:creationId xmlns:a16="http://schemas.microsoft.com/office/drawing/2014/main" id="{0F693D82-BC64-4334-8FAF-51AF4AC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164" y="3572399"/>
            <a:ext cx="526894" cy="536474"/>
          </a:xfrm>
          <a:custGeom xmlns:a="http://schemas.openxmlformats.org/drawingml/2006/main">
            <a:pathLst>
              <a:path w="523875" h="533400">
                <a:moveTo>
                  <a:pt x="133350" y="0"/>
                </a:moveTo>
                <a:lnTo>
                  <a:pt x="390525" y="0"/>
                </a:lnTo>
                <a:cubicBezTo>
                  <a:pt x="464172" y="0"/>
                  <a:pt x="523875" y="59703"/>
                  <a:pt x="523875" y="133350"/>
                </a:cubicBezTo>
                <a:lnTo>
                  <a:pt x="523875" y="400050"/>
                </a:lnTo>
                <a:cubicBezTo>
                  <a:pt x="523875" y="473697"/>
                  <a:pt x="464172" y="533400"/>
                  <a:pt x="390525" y="533400"/>
                </a:cubicBezTo>
                <a:lnTo>
                  <a:pt x="133350" y="533400"/>
                </a:lnTo>
                <a:cubicBezTo>
                  <a:pt x="59703" y="533400"/>
                  <a:pt x="0" y="473697"/>
                  <a:pt x="0" y="400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6A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30ACF839-9E1B-499B-98BB-0575D3B6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164" y="3673946"/>
            <a:ext cx="526894" cy="402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" name="stage-3-caption">
            <a:extLst xmlns:a="http://schemas.openxmlformats.org/drawingml/2006/main">
              <a:ext uri="{FF2B5EF4-FFF2-40B4-BE49-F238E27FC236}">
                <a16:creationId xmlns:a16="http://schemas.microsoft.com/office/drawing/2014/main" id="{C2173CE5-8B09-4541-AF12-6F26759A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0916" y="3554389"/>
            <a:ext cx="977148" cy="21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1" i="0">
                <a:solidFill>
                  <a:srgbClr val="B0B1B9"/>
                </a:solidFill>
                <a:latin typeface="Arial"/>
                <a:ea typeface="Arial"/>
                <a:cs typeface="Arial"/>
              </a:defRPr>
            </a:pPr>
            <a:r>
              <a:rPr sz="1207" b="1" i="0">
                <a:solidFill>
                  <a:srgbClr val="B0B1B9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6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18D4B3E3-75BE-4321-8427-BE341AD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0916" y="3751275"/>
            <a:ext cx="3276321" cy="396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Learning</a:t>
            </a:r>
          </a:p>
        </p:txBody>
      </p:sp>
      <p:sp>
        <p:nvSpPr>
          <p:cNvPr id="68" name="stage-3-abbreviation">
            <a:extLst xmlns:a="http://schemas.openxmlformats.org/drawingml/2006/main">
              <a:ext uri="{FF2B5EF4-FFF2-40B4-BE49-F238E27FC236}">
                <a16:creationId xmlns:a16="http://schemas.microsoft.com/office/drawing/2014/main" id="{AA84ACE7-C651-4373-833F-67BB4BFE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75556" y="3789671"/>
            <a:ext cx="641852" cy="32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0" i="0">
                <a:solidFill>
                  <a:srgbClr val="B7B9C4"/>
                </a:solidFill>
                <a:latin typeface="Arial"/>
                <a:ea typeface="Arial"/>
                <a:cs typeface="Arial"/>
              </a:defRPr>
            </a:pPr>
            <a:r>
              <a:rPr sz="1810" b="0" i="0">
                <a:solidFill>
                  <a:srgbClr val="B7B9C4"/>
                </a:solidFill>
                <a:latin typeface="Arial"/>
                <a:ea typeface="Arial"/>
                <a:cs typeface="Arial"/>
              </a:rPr>
              <a:t>(RL)</a:t>
            </a:r>
          </a:p>
        </p:txBody>
      </p:sp>
      <p:sp>
        <p:nvSpPr>
          <p:cNvPr id="69" name="stage-3-DATA-badge">
            <a:extLst xmlns:a="http://schemas.openxmlformats.org/drawingml/2006/main">
              <a:ext uri="{FF2B5EF4-FFF2-40B4-BE49-F238E27FC236}">
                <a16:creationId xmlns:a16="http://schemas.microsoft.com/office/drawing/2014/main" id="{1EA1079B-9796-450C-92B0-AA75314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164" y="4559127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tage-3-DATA-icon-letter">
            <a:extLst xmlns:a="http://schemas.openxmlformats.org/drawingml/2006/main">
              <a:ext uri="{FF2B5EF4-FFF2-40B4-BE49-F238E27FC236}">
                <a16:creationId xmlns:a16="http://schemas.microsoft.com/office/drawing/2014/main" id="{63D398EC-6B72-4155-AF46-6197DD9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164" y="4586334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1" name="stage-3-DATA-heading">
            <a:extLst xmlns:a="http://schemas.openxmlformats.org/drawingml/2006/main">
              <a:ext uri="{FF2B5EF4-FFF2-40B4-BE49-F238E27FC236}">
                <a16:creationId xmlns:a16="http://schemas.microsoft.com/office/drawing/2014/main" id="{6C50E3B1-1603-4D41-80A5-EFDAD9D1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4556483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2" name="stage-3-DATA-line-1">
            <a:extLst xmlns:a="http://schemas.openxmlformats.org/drawingml/2006/main">
              <a:ext uri="{FF2B5EF4-FFF2-40B4-BE49-F238E27FC236}">
                <a16:creationId xmlns:a16="http://schemas.microsoft.com/office/drawing/2014/main" id="{CDB2BCA7-E437-4B9F-AAB6-A2A68F66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4846389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On-policy rollouts via GSPO</a:t>
            </a:r>
          </a:p>
        </p:txBody>
      </p:sp>
      <p:sp>
        <p:nvSpPr>
          <p:cNvPr id="73" name="stage-3-OBJECTIVE-badge">
            <a:extLst xmlns:a="http://schemas.openxmlformats.org/drawingml/2006/main">
              <a:ext uri="{FF2B5EF4-FFF2-40B4-BE49-F238E27FC236}">
                <a16:creationId xmlns:a16="http://schemas.microsoft.com/office/drawing/2014/main" id="{56C88986-0A78-4291-A21A-202A6BD6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164" y="5335098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tage-3-OBJECTIVE-icon-letter">
            <a:extLst xmlns:a="http://schemas.openxmlformats.org/drawingml/2006/main">
              <a:ext uri="{FF2B5EF4-FFF2-40B4-BE49-F238E27FC236}">
                <a16:creationId xmlns:a16="http://schemas.microsoft.com/office/drawing/2014/main" id="{27E0E314-1BE1-450D-9EC8-4D0AE71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164" y="5362305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5" name="stage-3-OBJECTIVE-heading">
            <a:extLst xmlns:a="http://schemas.openxmlformats.org/drawingml/2006/main">
              <a:ext uri="{FF2B5EF4-FFF2-40B4-BE49-F238E27FC236}">
                <a16:creationId xmlns:a16="http://schemas.microsoft.com/office/drawing/2014/main" id="{65B5B31B-2483-48B1-8D16-19EF4253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5332454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76" name="stage-3-OBJECTIVE-line-1">
            <a:extLst xmlns:a="http://schemas.openxmlformats.org/drawingml/2006/main">
              <a:ext uri="{FF2B5EF4-FFF2-40B4-BE49-F238E27FC236}">
                <a16:creationId xmlns:a16="http://schemas.microsoft.com/office/drawing/2014/main" id="{A6C1D915-5D2D-4184-8C92-4FE0B4AB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5622360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Sharpen simulation fidelity with hybrid</a:t>
            </a:r>
          </a:p>
        </p:txBody>
      </p:sp>
      <p:sp>
        <p:nvSpPr>
          <p:cNvPr id="77" name="stage-3-OBJECTIVE-line-2">
            <a:extLst xmlns:a="http://schemas.openxmlformats.org/drawingml/2006/main">
              <a:ext uri="{FF2B5EF4-FFF2-40B4-BE49-F238E27FC236}">
                <a16:creationId xmlns:a16="http://schemas.microsoft.com/office/drawing/2014/main" id="{D3AD3168-843B-49A0-8B70-24716CE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5928916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rewards</a:t>
            </a:r>
          </a:p>
        </p:txBody>
      </p:sp>
      <p:sp>
        <p:nvSpPr>
          <p:cNvPr id="78" name="stage-3-TECHNIQUE-badge">
            <a:extLst xmlns:a="http://schemas.openxmlformats.org/drawingml/2006/main">
              <a:ext uri="{FF2B5EF4-FFF2-40B4-BE49-F238E27FC236}">
                <a16:creationId xmlns:a16="http://schemas.microsoft.com/office/drawing/2014/main" id="{92C86447-1FDE-4A72-B5A2-D10DD227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164" y="6408045"/>
            <a:ext cx="201178" cy="201178"/>
          </a:xfrm>
          <a:custGeom xmlns:a="http://schemas.openxmlformats.org/drawingml/2006/main">
            <a:pathLst>
              <a:path w="200025" h="200025">
                <a:moveTo>
                  <a:pt x="38100" y="0"/>
                </a:moveTo>
                <a:lnTo>
                  <a:pt x="161925" y="0"/>
                </a:lnTo>
                <a:cubicBezTo>
                  <a:pt x="182967" y="0"/>
                  <a:pt x="200025" y="17058"/>
                  <a:pt x="200025" y="38100"/>
                </a:cubicBezTo>
                <a:lnTo>
                  <a:pt x="200025" y="161925"/>
                </a:lnTo>
                <a:cubicBezTo>
                  <a:pt x="200025" y="182967"/>
                  <a:pt x="182967" y="200025"/>
                  <a:pt x="161925" y="200025"/>
                </a:cubicBezTo>
                <a:lnTo>
                  <a:pt x="38100" y="200025"/>
                </a:lnTo>
                <a:cubicBezTo>
                  <a:pt x="17058" y="200025"/>
                  <a:pt x="0" y="182967"/>
                  <a:pt x="0" y="1619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4B3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ge-3-TECHNIQUE-icon-letter">
            <a:extLst xmlns:a="http://schemas.openxmlformats.org/drawingml/2006/main">
              <a:ext uri="{FF2B5EF4-FFF2-40B4-BE49-F238E27FC236}">
                <a16:creationId xmlns:a16="http://schemas.microsoft.com/office/drawing/2014/main" id="{FE6CF84F-4631-4A0B-B03E-659D48DB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164" y="6435252"/>
            <a:ext cx="201178" cy="160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0" name="stage-3-TECHNIQUE-heading">
            <a:extLst xmlns:a="http://schemas.openxmlformats.org/drawingml/2006/main">
              <a:ext uri="{FF2B5EF4-FFF2-40B4-BE49-F238E27FC236}">
                <a16:creationId xmlns:a16="http://schemas.microsoft.com/office/drawing/2014/main" id="{DC0F2E8F-FE1D-4FAA-84A9-82420B7C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6405401"/>
            <a:ext cx="4368427" cy="244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4B3661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4B3661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81" name="stage-3-TECHNIQUE-line-1">
            <a:extLst xmlns:a="http://schemas.openxmlformats.org/drawingml/2006/main">
              <a:ext uri="{FF2B5EF4-FFF2-40B4-BE49-F238E27FC236}">
                <a16:creationId xmlns:a16="http://schemas.microsoft.com/office/drawing/2014/main" id="{1E19A078-162D-451E-80DF-4963820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6695307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Rubric-based LLM judge + rule-based</a:t>
            </a:r>
          </a:p>
        </p:txBody>
      </p:sp>
      <p:sp>
        <p:nvSpPr>
          <p:cNvPr id="82" name="stage-3-TECHNIQUE-line-2">
            <a:extLst xmlns:a="http://schemas.openxmlformats.org/drawingml/2006/main">
              <a:ext uri="{FF2B5EF4-FFF2-40B4-BE49-F238E27FC236}">
                <a16:creationId xmlns:a16="http://schemas.microsoft.com/office/drawing/2014/main" id="{8F1CC763-1F0C-4594-BD9C-A2BAFC16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8981" y="7001864"/>
            <a:ext cx="4368427" cy="29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2" b="0" i="0">
                <a:solidFill>
                  <a:srgbClr val="54565F"/>
                </a:solidFill>
                <a:latin typeface="Arial"/>
                <a:ea typeface="Arial"/>
                <a:cs typeface="Arial"/>
              </a:defRPr>
            </a:pPr>
            <a:r>
              <a:rPr sz="1682" b="0" i="0">
                <a:solidFill>
                  <a:srgbClr val="54565F"/>
                </a:solidFill>
                <a:latin typeface="Arial"/>
                <a:ea typeface="Arial"/>
                <a:cs typeface="Arial"/>
              </a:rPr>
              <a:t>verifiers</a:t>
            </a:r>
          </a:p>
        </p:txBody>
      </p:sp>
      <p:sp>
        <p:nvSpPr>
          <p:cNvPr id="83" name="transition-1-label">
            <a:extLst xmlns:a="http://schemas.openxmlformats.org/drawingml/2006/main">
              <a:ext uri="{FF2B5EF4-FFF2-40B4-BE49-F238E27FC236}">
                <a16:creationId xmlns:a16="http://schemas.microsoft.com/office/drawing/2014/main" id="{EF33E9A7-6D0D-4690-8EF7-C592B55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0452" y="5305093"/>
            <a:ext cx="737651" cy="23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8C929B"/>
                </a:solidFill>
                <a:latin typeface="Arial"/>
                <a:ea typeface="Arial"/>
                <a:cs typeface="Arial"/>
              </a:rPr>
              <a:t>INJECTS</a:t>
            </a:r>
          </a:p>
        </p:txBody>
      </p:sp>
      <p:sp>
        <p:nvSpPr>
          <p:cNvPr id="84" name="transition-1-shaft">
            <a:extLst xmlns:a="http://schemas.openxmlformats.org/drawingml/2006/main">
              <a:ext uri="{FF2B5EF4-FFF2-40B4-BE49-F238E27FC236}">
                <a16:creationId xmlns:a16="http://schemas.microsoft.com/office/drawing/2014/main" id="{6A00B68D-3D98-4D04-8587-5B09A65B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10" y="5660814"/>
            <a:ext cx="354456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0">
            <a:solidFill>
              <a:srgbClr val="8C929B"/>
            </a:solidFill>
            <a:prstDash val="solid"/>
          </a:ln>
        </p:spPr>
      </p:sp>
      <p:sp>
        <p:nvSpPr>
          <p:cNvPr id="85" name="transition-1-arrowhead">
            <a:extLst xmlns:a="http://schemas.openxmlformats.org/drawingml/2006/main">
              <a:ext uri="{FF2B5EF4-FFF2-40B4-BE49-F238E27FC236}">
                <a16:creationId xmlns:a16="http://schemas.microsoft.com/office/drawing/2014/main" id="{4B6DFEA1-24FF-461C-A467-FC7EDAB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866" y="5584175"/>
            <a:ext cx="143698" cy="153278"/>
          </a:xfrm>
          <a:custGeom xmlns:a="http://schemas.openxmlformats.org/drawingml/2006/main">
            <a:pathLst>
              <a:path w="142875" h="152400">
                <a:moveTo>
                  <a:pt x="0" y="0"/>
                </a:moveTo>
                <a:lnTo>
                  <a:pt x="14287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8C9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ransition-2-label">
            <a:extLst xmlns:a="http://schemas.openxmlformats.org/drawingml/2006/main">
              <a:ext uri="{FF2B5EF4-FFF2-40B4-BE49-F238E27FC236}">
                <a16:creationId xmlns:a16="http://schemas.microsoft.com/office/drawing/2014/main" id="{992F5CDD-185D-4991-919B-B6516DD2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1158" y="5305093"/>
            <a:ext cx="737651" cy="23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8C929B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8C929B"/>
                </a:solidFill>
                <a:latin typeface="Arial"/>
                <a:ea typeface="Arial"/>
                <a:cs typeface="Arial"/>
              </a:rPr>
              <a:t>ACTIVATES</a:t>
            </a:r>
          </a:p>
        </p:txBody>
      </p:sp>
      <p:sp>
        <p:nvSpPr>
          <p:cNvPr id="87" name="transition-2-shaft">
            <a:extLst xmlns:a="http://schemas.openxmlformats.org/drawingml/2006/main">
              <a:ext uri="{FF2B5EF4-FFF2-40B4-BE49-F238E27FC236}">
                <a16:creationId xmlns:a16="http://schemas.microsoft.com/office/drawing/2014/main" id="{1DC68617-37AF-49FE-865E-D72733E6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116" y="5660814"/>
            <a:ext cx="354456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0">
            <a:solidFill>
              <a:srgbClr val="8C929B"/>
            </a:solidFill>
            <a:prstDash val="solid"/>
          </a:ln>
        </p:spPr>
      </p:sp>
      <p:sp>
        <p:nvSpPr>
          <p:cNvPr id="88" name="transition-2-arrowhead">
            <a:extLst xmlns:a="http://schemas.openxmlformats.org/drawingml/2006/main">
              <a:ext uri="{FF2B5EF4-FFF2-40B4-BE49-F238E27FC236}">
                <a16:creationId xmlns:a16="http://schemas.microsoft.com/office/drawing/2014/main" id="{ADE10CA9-2498-40C3-84DA-10FA4F1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72" y="5584175"/>
            <a:ext cx="143698" cy="153278"/>
          </a:xfrm>
          <a:custGeom xmlns:a="http://schemas.openxmlformats.org/drawingml/2006/main">
            <a:pathLst>
              <a:path w="142875" h="152400">
                <a:moveTo>
                  <a:pt x="0" y="0"/>
                </a:moveTo>
                <a:lnTo>
                  <a:pt x="142875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8C929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872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2026-10-14T12:41:29.5160000Z</dcterms:created>
  <dcterms:modified xsi:type="dcterms:W3CDTF">2026-10-14T12:41:29.5160000Z</dcterms:modified>
</coreProperties>
</file>