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c885c3d7984136" /><Relationship Type="http://schemas.openxmlformats.org/officeDocument/2006/relationships/extended-properties" Target="/docProps/app.xml" Id="Rd738127c93f1422c" /><Relationship Type="http://schemas.openxmlformats.org/officeDocument/2006/relationships/officeDocument" Target="/ppt/presentation.xml" Id="Rb95c609d1a9f4c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7af344fc94459f"/>
  </p:sldMasterIdLst>
  <p:notesMasterIdLst>
    <p:notesMasterId xmlns:r="http://schemas.openxmlformats.org/officeDocument/2006/relationships" r:id="Rb5f73db127524b28"/>
  </p:notesMasterIdLst>
  <p:sldIdLst>
    <p:sldId xmlns:r="http://schemas.openxmlformats.org/officeDocument/2006/relationships" id="256" r:id="R32a5466486024086"/>
  </p:sldIdLst>
  <p:sldSz cx="15240000" cy="61531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1e34031cc146d1" /><Relationship Type="http://schemas.openxmlformats.org/officeDocument/2006/relationships/slideMaster" Target="/ppt/slideMasters/slideMaster1.xml" Id="Rbc7af344fc94459f" /><Relationship Type="http://schemas.openxmlformats.org/officeDocument/2006/relationships/notesMaster" Target="/ppt/notesMasters/notesMaster1.xml" Id="Rb5f73db127524b28" /><Relationship Type="http://schemas.openxmlformats.org/officeDocument/2006/relationships/presProps" Target="/ppt/presProps.xml" Id="R322357d184cf411c" /><Relationship Type="http://schemas.openxmlformats.org/officeDocument/2006/relationships/tableStyles" Target="/ppt/tableStyles.xml" Id="R9a7db0fc923e43c1" /><Relationship Type="http://schemas.openxmlformats.org/officeDocument/2006/relationships/slide" Target="/ppt/slides/slide1.xml" Id="R32a54664860240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f226a5b5a346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1f6d5d7d70414b" /><Relationship Type="http://schemas.openxmlformats.org/officeDocument/2006/relationships/notesMaster" Target="/ppt/notesMasters/notesMaster1.xml" Id="R5ca0110c6e2441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Evolution paradigms</a:t>
            </a:r>
          </a:p>
          <a:p xmlns:a="http://schemas.openxmlformats.org/drawingml/2006/main">
            <a:r>
              <a:t>Source: https://arxiv.org/abs/2610.15389v1</a:t>
            </a:r>
          </a:p>
          <a:p xmlns:a="http://schemas.openxmlformats.org/drawingml/2006/main">
            <a:r>
              <a:t>Approved image: fig1_evolution_paradigms.png; SHA-256: 9d38ce3852ce2e29860b5c54c8e9f6948f19ac2d1a71393fd83085c2ec32a60b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(38), whose internal pixels are not editable.</a:t>
            </a:r>
          </a:p>
          <a:p xmlns:a="http://schemas.openxmlformats.org/drawingml/2006/main">
            <a:r>
              <a:t>Font substitution: source PDF families mapped to Comic Sans MS, Cambria Math, Times New Roman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02f9a2265e42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cfd5c7d3394b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e9a90455ae42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02551e72a041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c3fa78468043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8f57ef23d44e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0BCC37-5948-444B-98F0-5C462BC0F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2324523"/>
            <a:ext cx="12192000" cy="888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30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74E995C-1254-49F1-ABD1-34AFC9C60C2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3384233"/>
            <a:ext cx="10668000" cy="683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D9E5BE8-57AC-4F5F-8377-886226D77C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2563813"/>
            <a:ext cx="12192000" cy="102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878DE4-2F3D-4814-860A-31175AFC4F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478578"/>
            <a:ext cx="13525500" cy="752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6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3FD0A7F-9452-4E8B-8935-C5CA7709C8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1709208"/>
            <a:ext cx="13525500" cy="3828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5105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1pPr>
            <a:lvl2pPr marL="478578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2pPr>
            <a:lvl3pPr marL="752052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3pPr>
            <a:lvl4pPr marL="1025525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4pPr>
            <a:lvl5pPr marL="1298998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5pPr>
            <a:lvl6pPr marL="1572472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6pPr>
            <a:lvl7pPr marL="1845945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7pPr>
            <a:lvl8pPr marL="2119418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8pPr>
            <a:lvl9pPr marL="2392892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F01FEBA-E453-42CB-8DB5-BB6930F7CC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478578"/>
            <a:ext cx="13525500" cy="752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6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0F0044-F991-4268-A21F-E22F74D052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1709208"/>
            <a:ext cx="6286500" cy="3828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5105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1pPr>
            <a:lvl2pPr marL="478578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2pPr>
            <a:lvl3pPr marL="752052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3pPr>
            <a:lvl4pPr marL="1025525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4pPr>
            <a:lvl5pPr marL="1298998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5pPr>
            <a:lvl6pPr marL="1572472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6pPr>
            <a:lvl7pPr marL="1845945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7pPr>
            <a:lvl8pPr marL="2119418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8pPr>
            <a:lvl9pPr marL="2392892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EEA7AB6-3ECD-458C-9410-A112360E4A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1709208"/>
            <a:ext cx="6286500" cy="3828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5105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1pPr>
            <a:lvl2pPr marL="478578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2pPr>
            <a:lvl3pPr marL="752052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3pPr>
            <a:lvl4pPr marL="1025525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4pPr>
            <a:lvl5pPr marL="1298998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5pPr>
            <a:lvl6pPr marL="1572472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6pPr>
            <a:lvl7pPr marL="1845945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7pPr>
            <a:lvl8pPr marL="2119418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8pPr>
            <a:lvl9pPr marL="2392892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AC2826-9F0B-4E88-BF8F-38BA872B41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478578"/>
            <a:ext cx="13525500" cy="752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6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1DF17B-D32B-479D-9DA5-0300AC3783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1709208"/>
            <a:ext cx="6286500" cy="3828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5105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1pPr>
            <a:lvl2pPr marL="478578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2pPr>
            <a:lvl3pPr marL="752052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3pPr>
            <a:lvl4pPr marL="1025525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4pPr>
            <a:lvl5pPr marL="1298998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5pPr>
            <a:lvl6pPr marL="1572472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6pPr>
            <a:lvl7pPr marL="1845945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7pPr>
            <a:lvl8pPr marL="2119418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8pPr>
            <a:lvl9pPr marL="2392892" indent="-205105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3cf484a4ee4b6d" /><Relationship Type="http://schemas.openxmlformats.org/officeDocument/2006/relationships/slideLayout" Target="/ppt/slideLayouts/slideLayout1.xml" Id="Re44d125281ec4f1f" /><Relationship Type="http://schemas.openxmlformats.org/officeDocument/2006/relationships/slideLayout" Target="/ppt/slideLayouts/slideLayout2.xml" Id="R9d410592cee14313" /><Relationship Type="http://schemas.openxmlformats.org/officeDocument/2006/relationships/slideLayout" Target="/ppt/slideLayouts/slideLayout3.xml" Id="Rf946f2dc52c640d8" /><Relationship Type="http://schemas.openxmlformats.org/officeDocument/2006/relationships/slideLayout" Target="/ppt/slideLayouts/slideLayout4.xml" Id="Ra753a9d20f2c4353" /><Relationship Type="http://schemas.openxmlformats.org/officeDocument/2006/relationships/slideLayout" Target="/ppt/slideLayouts/slideLayout5.xml" Id="R543e6a1a269940db" /><Relationship Type="http://schemas.openxmlformats.org/officeDocument/2006/relationships/slideLayout" Target="/ppt/slideLayouts/slideLayout6.xml" Id="R20a28ff02c0a44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4d125281ec4f1f"/>
    <p:sldLayoutId xmlns:r="http://schemas.openxmlformats.org/officeDocument/2006/relationships" id="2147483650" r:id="R9d410592cee14313"/>
    <p:sldLayoutId xmlns:r="http://schemas.openxmlformats.org/officeDocument/2006/relationships" id="2147483651" r:id="Rf946f2dc52c640d8"/>
    <p:sldLayoutId xmlns:r="http://schemas.openxmlformats.org/officeDocument/2006/relationships" id="2147483652" r:id="Ra753a9d20f2c4353"/>
    <p:sldLayoutId xmlns:r="http://schemas.openxmlformats.org/officeDocument/2006/relationships" id="2147483653" r:id="R543e6a1a269940db"/>
    <p:sldLayoutId xmlns:r="http://schemas.openxmlformats.org/officeDocument/2006/relationships" id="2147483654" r:id="R20a28ff02c0a44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d6c423c5343c6" /><Relationship Type="http://schemas.openxmlformats.org/officeDocument/2006/relationships/image" Target="/ppt/media/image.png" Id="Ra444644b904f48ec" /><Relationship Type="http://schemas.openxmlformats.org/officeDocument/2006/relationships/image" Target="/ppt/media/image2.png" Id="Ra8703d6a545d46b0" /><Relationship Type="http://schemas.openxmlformats.org/officeDocument/2006/relationships/image" Target="/ppt/media/image3.png" Id="Rbf7be980ce4847db" /><Relationship Type="http://schemas.openxmlformats.org/officeDocument/2006/relationships/image" Target="/ppt/media/image4.png" Id="R2a8772a2cd044a53" /><Relationship Type="http://schemas.openxmlformats.org/officeDocument/2006/relationships/image" Target="/ppt/media/image5.png" Id="Rb9d23cab1c8b4e06" /><Relationship Type="http://schemas.openxmlformats.org/officeDocument/2006/relationships/image" Target="/ppt/media/image6.png" Id="R8fe01e4ab2724c19" /><Relationship Type="http://schemas.openxmlformats.org/officeDocument/2006/relationships/image" Target="/ppt/media/image7.png" Id="R5669f2eecfa74cc4" /><Relationship Type="http://schemas.openxmlformats.org/officeDocument/2006/relationships/image" Target="/ppt/media/image8.png" Id="Rec04621dc1ef4e3e" /><Relationship Type="http://schemas.openxmlformats.org/officeDocument/2006/relationships/image" Target="/ppt/media/image9.png" Id="R6d4bc36e40cf4095" /><Relationship Type="http://schemas.openxmlformats.org/officeDocument/2006/relationships/image" Target="/ppt/media/image10.png" Id="Re0cb3bda201c4d8b" /><Relationship Type="http://schemas.openxmlformats.org/officeDocument/2006/relationships/image" Target="/ppt/media/image11.png" Id="R808fbc59e61143db" /><Relationship Type="http://schemas.openxmlformats.org/officeDocument/2006/relationships/image" Target="/ppt/media/image12.png" Id="R9be1fe9f046d4e79" /><Relationship Type="http://schemas.openxmlformats.org/officeDocument/2006/relationships/image" Target="/ppt/media/image13.png" Id="R47bac8cb47f84b29" /><Relationship Type="http://schemas.openxmlformats.org/officeDocument/2006/relationships/image" Target="/ppt/media/image14.png" Id="Rfe79c84355214256" /><Relationship Type="http://schemas.openxmlformats.org/officeDocument/2006/relationships/image" Target="/ppt/media/image15.png" Id="Ra57bb1273fce4c45" /><Relationship Type="http://schemas.openxmlformats.org/officeDocument/2006/relationships/image" Target="/ppt/media/image16.png" Id="Rce9fbdb6e3d64742" /><Relationship Type="http://schemas.openxmlformats.org/officeDocument/2006/relationships/image" Target="/ppt/media/image17.png" Id="R5c81499fbdf1424f" /><Relationship Type="http://schemas.openxmlformats.org/officeDocument/2006/relationships/image" Target="/ppt/media/image18.png" Id="R6d8637cff2334d8c" /><Relationship Type="http://schemas.openxmlformats.org/officeDocument/2006/relationships/image" Target="/ppt/media/image19.png" Id="R5ab4b60a8ac04dee" /><Relationship Type="http://schemas.openxmlformats.org/officeDocument/2006/relationships/image" Target="/ppt/media/image20.png" Id="R2a9ac06698b74348" /><Relationship Type="http://schemas.openxmlformats.org/officeDocument/2006/relationships/image" Target="/ppt/media/image21.png" Id="R6e471fecd0204d45" /><Relationship Type="http://schemas.openxmlformats.org/officeDocument/2006/relationships/image" Target="/ppt/media/image22.png" Id="Ra7256b0d82f14df8" /><Relationship Type="http://schemas.openxmlformats.org/officeDocument/2006/relationships/image" Target="/ppt/media/image23.png" Id="R7f1144c9d6eb4a3a" /><Relationship Type="http://schemas.openxmlformats.org/officeDocument/2006/relationships/image" Target="/ppt/media/image24.png" Id="R957c6f931bd141d2" /><Relationship Type="http://schemas.openxmlformats.org/officeDocument/2006/relationships/image" Target="/ppt/media/image25.png" Id="R6816e7592ee24291" /><Relationship Type="http://schemas.openxmlformats.org/officeDocument/2006/relationships/image" Target="/ppt/media/image26.png" Id="R762697d531e54747" /><Relationship Type="http://schemas.openxmlformats.org/officeDocument/2006/relationships/image" Target="/ppt/media/image27.png" Id="Rffd188443eaf4d62" /><Relationship Type="http://schemas.openxmlformats.org/officeDocument/2006/relationships/image" Target="/ppt/media/image28.png" Id="R3573f735d36547e8" /><Relationship Type="http://schemas.openxmlformats.org/officeDocument/2006/relationships/image" Target="/ppt/media/image29.png" Id="R0310a5d760784711" /><Relationship Type="http://schemas.openxmlformats.org/officeDocument/2006/relationships/image" Target="/ppt/media/image30.png" Id="R293f2c278a58441d" /><Relationship Type="http://schemas.openxmlformats.org/officeDocument/2006/relationships/image" Target="/ppt/media/image31.png" Id="R11f29ab0080f46c2" /><Relationship Type="http://schemas.openxmlformats.org/officeDocument/2006/relationships/image" Target="/ppt/media/image32.png" Id="Rada6d701b0e4479a" /><Relationship Type="http://schemas.openxmlformats.org/officeDocument/2006/relationships/image" Target="/ppt/media/image33.png" Id="Rc56cbb0e8e7549fa" /><Relationship Type="http://schemas.openxmlformats.org/officeDocument/2006/relationships/image" Target="/ppt/media/image34.png" Id="R94c2d30355954f7f" /><Relationship Type="http://schemas.openxmlformats.org/officeDocument/2006/relationships/image" Target="/ppt/media/image35.png" Id="Rdca98814fb2d4261" /><Relationship Type="http://schemas.openxmlformats.org/officeDocument/2006/relationships/image" Target="/ppt/media/image36.png" Id="Ra686540427b24ceb" /><Relationship Type="http://schemas.openxmlformats.org/officeDocument/2006/relationships/image" Target="/ppt/media/image37.png" Id="R20f5e433c074445d" /><Relationship Type="http://schemas.openxmlformats.org/officeDocument/2006/relationships/image" Target="/ppt/media/image38.png" Id="Ra2ab7c976fde4158" /><Relationship Type="http://schemas.openxmlformats.org/officeDocument/2006/relationships/notesSlide" Target="/ppt/notesSlides/notesSlide1.xml" Id="R886ca7500c4147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3" name="path-1">
            <a:extLst xmlns:a="http://schemas.openxmlformats.org/drawingml/2006/main">
              <a:ext uri="{FF2B5EF4-FFF2-40B4-BE49-F238E27FC236}">
                <a16:creationId xmlns:a16="http://schemas.microsoft.com/office/drawing/2014/main" id="{34A93E2B-9BB3-47C1-9976-5A4A75D4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91" y="145518"/>
            <a:ext cx="14938113" cy="5816339"/>
          </a:xfrm>
          <a:custGeom xmlns:a="http://schemas.openxmlformats.org/drawingml/2006/main">
            <a:pathLst>
              <a:path w="14938113" h="5816339">
                <a:moveTo>
                  <a:pt x="14938113" y="0"/>
                </a:moveTo>
                <a:lnTo>
                  <a:pt x="0" y="0"/>
                </a:lnTo>
                <a:lnTo>
                  <a:pt x="0" y="5816339"/>
                </a:lnTo>
                <a:lnTo>
                  <a:pt x="14938113" y="5816339"/>
                </a:lnTo>
                <a:lnTo>
                  <a:pt x="1493811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F5EEFE98-18AB-4390-A918-6EB9F684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5904" y="186263"/>
            <a:ext cx="6671984" cy="5736509"/>
          </a:xfrm>
          <a:custGeom xmlns:a="http://schemas.openxmlformats.org/drawingml/2006/main">
            <a:pathLst>
              <a:path w="6671984" h="5736509">
                <a:moveTo>
                  <a:pt x="0" y="324191"/>
                </a:moveTo>
                <a:cubicBezTo>
                  <a:pt x="0" y="145153"/>
                  <a:pt x="145083" y="0"/>
                  <a:pt x="324049" y="0"/>
                </a:cubicBezTo>
                <a:lnTo>
                  <a:pt x="6347934" y="0"/>
                </a:lnTo>
                <a:cubicBezTo>
                  <a:pt x="6526901" y="0"/>
                  <a:pt x="6671984" y="145153"/>
                  <a:pt x="6671984" y="324191"/>
                </a:cubicBezTo>
                <a:lnTo>
                  <a:pt x="6671984" y="5412335"/>
                </a:lnTo>
                <a:cubicBezTo>
                  <a:pt x="6671984" y="5591373"/>
                  <a:pt x="6526901" y="5736509"/>
                  <a:pt x="6347934" y="5736509"/>
                </a:cubicBezTo>
                <a:lnTo>
                  <a:pt x="324049" y="5736509"/>
                </a:lnTo>
                <a:cubicBezTo>
                  <a:pt x="145083" y="5736509"/>
                  <a:pt x="0" y="5591373"/>
                  <a:pt x="0" y="5412335"/>
                </a:cubicBezTo>
                <a:lnTo>
                  <a:pt x="0" y="324191"/>
                </a:lnTo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" name="text-3 (c)">
            <a:extLst xmlns:a="http://schemas.openxmlformats.org/drawingml/2006/main">
              <a:ext uri="{FF2B5EF4-FFF2-40B4-BE49-F238E27FC236}">
                <a16:creationId xmlns:a16="http://schemas.microsoft.com/office/drawing/2014/main" id="{F1B78864-34C5-4F66-8EC3-03A21F9A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9008" y="229071"/>
            <a:ext cx="363170" cy="35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pPr>
            <a:r>
              <a:rPr sz="200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rPr>
              <a:t>(c)</a:t>
            </a:r>
          </a:p>
        </p:txBody>
      </p:sp>
      <p:sp>
        <p:nvSpPr>
          <p:cNvPr id="4" name="text-4 VideoEvoHarness">
            <a:extLst xmlns:a="http://schemas.openxmlformats.org/drawingml/2006/main">
              <a:ext uri="{FF2B5EF4-FFF2-40B4-BE49-F238E27FC236}">
                <a16:creationId xmlns:a16="http://schemas.microsoft.com/office/drawing/2014/main" id="{900EF8A3-4266-47F7-928B-A4B4A7B9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6194" y="228873"/>
            <a:ext cx="2116606" cy="356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7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7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pPr>
            <a:r>
              <a:rPr sz="2007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rPr>
              <a:t>VideoEvoHarness</a:t>
            </a:r>
          </a:p>
        </p:txBody>
      </p:sp>
      <p:sp>
        <p:nvSpPr>
          <p:cNvPr id="5" name="text-6 (Ours)">
            <a:extLst xmlns:a="http://schemas.openxmlformats.org/drawingml/2006/main">
              <a:ext uri="{FF2B5EF4-FFF2-40B4-BE49-F238E27FC236}">
                <a16:creationId xmlns:a16="http://schemas.microsoft.com/office/drawing/2014/main" id="{DBEC4157-F396-4FD1-8024-3CB9CFAD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4773" y="229989"/>
            <a:ext cx="811510" cy="35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8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8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pPr>
            <a:r>
              <a:rPr sz="1998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rPr>
              <a:t>(Ours)</a:t>
            </a:r>
          </a:p>
        </p:txBody>
      </p:sp>
      <p:sp>
        <p:nvSpPr>
          <p:cNvPr id="6" name="text-7 Unlabeled">
            <a:extLst xmlns:a="http://schemas.openxmlformats.org/drawingml/2006/main">
              <a:ext uri="{FF2B5EF4-FFF2-40B4-BE49-F238E27FC236}">
                <a16:creationId xmlns:a16="http://schemas.microsoft.com/office/drawing/2014/main" id="{16BB15E2-AA1E-4E10-B758-F73780B2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7887" y="633406"/>
            <a:ext cx="864267" cy="250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0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Unlabeled</a:t>
            </a:r>
          </a:p>
        </p:txBody>
      </p:sp>
      <p:sp>
        <p:nvSpPr>
          <p:cNvPr id="7" name="text-7 videos">
            <a:extLst xmlns:a="http://schemas.openxmlformats.org/drawingml/2006/main">
              <a:ext uri="{FF2B5EF4-FFF2-40B4-BE49-F238E27FC236}">
                <a16:creationId xmlns:a16="http://schemas.microsoft.com/office/drawing/2014/main" id="{959D71BE-0ABF-46A2-90B2-2C60D1DD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8267" y="634295"/>
            <a:ext cx="551562" cy="24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39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videos</a:t>
            </a:r>
          </a:p>
        </p:txBody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FBE06A73-25F3-460D-BF11-FB408AE5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641" y="912244"/>
            <a:ext cx="2704445" cy="937417"/>
          </a:xfrm>
          <a:custGeom xmlns:a="http://schemas.openxmlformats.org/drawingml/2006/main">
            <a:pathLst>
              <a:path w="2704445" h="937417">
                <a:moveTo>
                  <a:pt x="0" y="0"/>
                </a:moveTo>
                <a:lnTo>
                  <a:pt x="2704445" y="0"/>
                </a:lnTo>
                <a:lnTo>
                  <a:pt x="2704445" y="937417"/>
                </a:lnTo>
                <a:lnTo>
                  <a:pt x="0" y="937417"/>
                </a:lnTo>
                <a:close/>
              </a:path>
            </a:pathLst>
          </a:custGeom>
          <a:solidFill xmlns:a="http://schemas.openxmlformats.org/drawingml/2006/main">
            <a:srgbClr val="172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5BF7132E-1622-40E6-97F3-0D969B0E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641" y="912244"/>
            <a:ext cx="2704445" cy="937417"/>
          </a:xfrm>
          <a:custGeom xmlns:a="http://schemas.openxmlformats.org/drawingml/2006/main">
            <a:pathLst>
              <a:path w="2704445" h="937417">
                <a:moveTo>
                  <a:pt x="0" y="0"/>
                </a:moveTo>
                <a:lnTo>
                  <a:pt x="2704445" y="0"/>
                </a:lnTo>
                <a:lnTo>
                  <a:pt x="2704445" y="937417"/>
                </a:lnTo>
                <a:lnTo>
                  <a:pt x="0" y="9374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17212E"/>
            </a:solidFill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98053666-EC43-4178-B388-C11B35CC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944" y="968323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94BF7507-6714-41B0-9C7B-3113C4B6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944" y="968323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5C8CA16B-E967-4855-8A47-6146BFF1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944" y="1737596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4E790A67-2936-4D7F-9702-24D8D7CA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944" y="1737596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B9E08208-7EF3-41A1-8F1F-2CF1E8F8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458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1B06591F-9A9A-4D82-83A6-D93438F1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458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058A7590-2A6D-4732-9E3A-1CC92C95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458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20865E59-61A9-4ED4-81C8-13B3F905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458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B2AC30BE-BB92-4B54-AC4C-0D6FFBD0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065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4344FAAB-2014-4F03-BBBF-A3BDA4F5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065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6E60971E-4C2B-4A59-8EBF-8F54BEA6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065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6FDAE074-1747-4B3B-B8DA-B90BF1CF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065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7340B28B-7086-42DE-A19C-1A19A081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6579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944652F4-6531-4967-8998-2BA60E2A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6579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DB4DB12C-BD8C-4D48-8220-E11831E8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6579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19CD44C2-4879-48AB-B234-C46F754D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6579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54D095A9-75F9-463F-9EB8-7F06A290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86" y="968323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A1A90DE6-22E9-4EEB-9AA3-CB67A5B2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86" y="968323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11854A04-F8FE-4026-9DF2-9FDBF737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86" y="1737596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C29A86A4-1EE0-4D20-9739-6210A72C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86" y="1737596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30" name="path-30">
            <a:extLst xmlns:a="http://schemas.openxmlformats.org/drawingml/2006/main">
              <a:ext uri="{FF2B5EF4-FFF2-40B4-BE49-F238E27FC236}">
                <a16:creationId xmlns:a16="http://schemas.microsoft.com/office/drawing/2014/main" id="{4A01992A-F7A5-426B-9C4E-D75B9DBD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700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F3993851-0C18-47BA-8371-6D5C1E38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700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32" name="path-32">
            <a:extLst xmlns:a="http://schemas.openxmlformats.org/drawingml/2006/main">
              <a:ext uri="{FF2B5EF4-FFF2-40B4-BE49-F238E27FC236}">
                <a16:creationId xmlns:a16="http://schemas.microsoft.com/office/drawing/2014/main" id="{337C5FF9-8C59-4D36-81DB-11D3947D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700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EB7FDB95-663C-4380-A255-BE802959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700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610E3DA7-4ACA-4D89-9CF9-E151FF1B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308" y="968323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4436E92D-C3DD-4752-9E4F-6DA3FD67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308" y="968323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36" name="path-36">
            <a:extLst xmlns:a="http://schemas.openxmlformats.org/drawingml/2006/main">
              <a:ext uri="{FF2B5EF4-FFF2-40B4-BE49-F238E27FC236}">
                <a16:creationId xmlns:a16="http://schemas.microsoft.com/office/drawing/2014/main" id="{31599B31-07AA-45ED-B904-36043C5A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308" y="1737596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6BA10EE4-0E64-4DAF-A8AB-D6278DBB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308" y="1737596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86B786B4-D530-402D-A27A-39F7C88F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821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CC0B2923-F4D9-41F7-8361-822E439D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821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38164ECE-2267-4686-A1A3-EA154FEE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821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01A2E3BC-3C18-4C19-BF74-5805B088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821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2" name="path-42">
            <a:extLst xmlns:a="http://schemas.openxmlformats.org/drawingml/2006/main">
              <a:ext uri="{FF2B5EF4-FFF2-40B4-BE49-F238E27FC236}">
                <a16:creationId xmlns:a16="http://schemas.microsoft.com/office/drawing/2014/main" id="{19568C3C-11E7-4A12-A2E1-664363B8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430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6694A96C-40C7-40C2-9603-136B6283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430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C7303C47-C6CE-478C-A814-86F194B1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430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D368F973-F511-4C18-8445-48779308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430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2473081F-BDA1-4FB2-9FEB-6BBEEAB9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944" y="968323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9501D2AD-A401-46B5-A920-7D8C35F3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944" y="968323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023299E3-A185-4F6E-BC89-D29658F9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944" y="1737596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62F6F31F-8D7B-474E-A216-76307206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944" y="1737596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C154BE2D-8921-455D-82E8-05F2CDAD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551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12B4C6C2-B1FA-48E4-82A7-5E795777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551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8A8AC777-74B6-4C48-8F91-1638AAD4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551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D9AEB79F-FD7E-44C7-B2E3-140665B3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551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54" name="path-54">
            <a:extLst xmlns:a="http://schemas.openxmlformats.org/drawingml/2006/main">
              <a:ext uri="{FF2B5EF4-FFF2-40B4-BE49-F238E27FC236}">
                <a16:creationId xmlns:a16="http://schemas.microsoft.com/office/drawing/2014/main" id="{52439858-9CB3-4566-82D4-15323B06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065" y="968323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5">
            <a:extLst xmlns:a="http://schemas.openxmlformats.org/drawingml/2006/main">
              <a:ext uri="{FF2B5EF4-FFF2-40B4-BE49-F238E27FC236}">
                <a16:creationId xmlns:a16="http://schemas.microsoft.com/office/drawing/2014/main" id="{90A94E04-5307-4BB4-AF80-A7882335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065" y="968323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FE143741-D4AB-4C5E-9DC2-1B7A0689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065" y="1737596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57">
            <a:extLst xmlns:a="http://schemas.openxmlformats.org/drawingml/2006/main">
              <a:ext uri="{FF2B5EF4-FFF2-40B4-BE49-F238E27FC236}">
                <a16:creationId xmlns:a16="http://schemas.microsoft.com/office/drawing/2014/main" id="{6C839788-7150-41B2-A819-17C29683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065" y="1737596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58" name="path-58">
            <a:extLst xmlns:a="http://schemas.openxmlformats.org/drawingml/2006/main">
              <a:ext uri="{FF2B5EF4-FFF2-40B4-BE49-F238E27FC236}">
                <a16:creationId xmlns:a16="http://schemas.microsoft.com/office/drawing/2014/main" id="{469E101E-E100-417D-BFD2-FBF96A7B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9673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D786E76A-B2CC-4510-A2B1-B4B53C25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9673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07933093-BCC7-4344-9FA2-8871A031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9673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4E0E3E0E-61E3-4A5B-9272-F82A8A34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9673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1C6F943F-7394-41F9-A7C6-5269A44D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187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37694002-3D64-4658-AD7C-02CB34CB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187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4" name="path-64">
            <a:extLst xmlns:a="http://schemas.openxmlformats.org/drawingml/2006/main">
              <a:ext uri="{FF2B5EF4-FFF2-40B4-BE49-F238E27FC236}">
                <a16:creationId xmlns:a16="http://schemas.microsoft.com/office/drawing/2014/main" id="{3FFF8F69-D6C3-452D-8DCE-08839C86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187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ath-65">
            <a:extLst xmlns:a="http://schemas.openxmlformats.org/drawingml/2006/main">
              <a:ext uri="{FF2B5EF4-FFF2-40B4-BE49-F238E27FC236}">
                <a16:creationId xmlns:a16="http://schemas.microsoft.com/office/drawing/2014/main" id="{1D77D0D3-2D8B-48FB-A60C-64BE3A89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187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0A3858C0-CD6F-476D-94D2-B1602212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794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80950CF3-7494-4B5B-86E2-9B1D3BB4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794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8" name="path-68">
            <a:extLst xmlns:a="http://schemas.openxmlformats.org/drawingml/2006/main">
              <a:ext uri="{FF2B5EF4-FFF2-40B4-BE49-F238E27FC236}">
                <a16:creationId xmlns:a16="http://schemas.microsoft.com/office/drawing/2014/main" id="{66B26ACA-47E7-478E-8375-730DBE97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794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77AFF071-A526-4D95-A7C6-574A3137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794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B5EFD085-7B79-4203-8DEF-5382965A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7308" y="968323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11A6350D-3EBD-4CFF-BA7D-92507449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7308" y="968323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1C2ACC9E-C31B-4E7A-88B9-174F42E9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7308" y="1737596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EE3A5D9C-9C8A-4717-82CE-B1A56F16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7308" y="1737596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C798F161-4E2E-4C38-A632-7E96A58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916" y="968323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75">
            <a:extLst xmlns:a="http://schemas.openxmlformats.org/drawingml/2006/main">
              <a:ext uri="{FF2B5EF4-FFF2-40B4-BE49-F238E27FC236}">
                <a16:creationId xmlns:a16="http://schemas.microsoft.com/office/drawing/2014/main" id="{9D551295-DA5E-426F-9CE4-A398E406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916" y="968323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6" name="path-76">
            <a:extLst xmlns:a="http://schemas.openxmlformats.org/drawingml/2006/main">
              <a:ext uri="{FF2B5EF4-FFF2-40B4-BE49-F238E27FC236}">
                <a16:creationId xmlns:a16="http://schemas.microsoft.com/office/drawing/2014/main" id="{47166221-78F3-47A2-BC53-184B13E4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916" y="1737596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FA1B9005-AF56-4C58-AC71-13EF8E90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916" y="1737596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8" name="path-78">
            <a:extLst xmlns:a="http://schemas.openxmlformats.org/drawingml/2006/main">
              <a:ext uri="{FF2B5EF4-FFF2-40B4-BE49-F238E27FC236}">
                <a16:creationId xmlns:a16="http://schemas.microsoft.com/office/drawing/2014/main" id="{476E9258-AD4C-4867-B3D5-C6B6683D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429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ath-79">
            <a:extLst xmlns:a="http://schemas.openxmlformats.org/drawingml/2006/main">
              <a:ext uri="{FF2B5EF4-FFF2-40B4-BE49-F238E27FC236}">
                <a16:creationId xmlns:a16="http://schemas.microsoft.com/office/drawing/2014/main" id="{54E5047F-D632-4883-A5A8-ADAF9F04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429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9E67EF1D-328E-4560-829D-5FBF7A3F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429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81">
            <a:extLst xmlns:a="http://schemas.openxmlformats.org/drawingml/2006/main">
              <a:ext uri="{FF2B5EF4-FFF2-40B4-BE49-F238E27FC236}">
                <a16:creationId xmlns:a16="http://schemas.microsoft.com/office/drawing/2014/main" id="{FE79D243-63BD-414F-B47D-255FB349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429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82" name="path-82">
            <a:extLst xmlns:a="http://schemas.openxmlformats.org/drawingml/2006/main">
              <a:ext uri="{FF2B5EF4-FFF2-40B4-BE49-F238E27FC236}">
                <a16:creationId xmlns:a16="http://schemas.microsoft.com/office/drawing/2014/main" id="{BADEB399-295E-40E4-81C1-43B4A1C7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037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E272F8F2-8D75-42A6-B539-960F82A7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037" y="968323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84" name="path-84">
            <a:extLst xmlns:a="http://schemas.openxmlformats.org/drawingml/2006/main">
              <a:ext uri="{FF2B5EF4-FFF2-40B4-BE49-F238E27FC236}">
                <a16:creationId xmlns:a16="http://schemas.microsoft.com/office/drawing/2014/main" id="{A2CDA8CD-E3BD-485F-B031-07978756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037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5">
            <a:extLst xmlns:a="http://schemas.openxmlformats.org/drawingml/2006/main">
              <a:ext uri="{FF2B5EF4-FFF2-40B4-BE49-F238E27FC236}">
                <a16:creationId xmlns:a16="http://schemas.microsoft.com/office/drawing/2014/main" id="{608779E4-9A8B-4554-8009-57A07B23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037" y="1737596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86" name="path-86">
            <a:extLst xmlns:a="http://schemas.openxmlformats.org/drawingml/2006/main">
              <a:ext uri="{FF2B5EF4-FFF2-40B4-BE49-F238E27FC236}">
                <a16:creationId xmlns:a16="http://schemas.microsoft.com/office/drawing/2014/main" id="{FD8CC9FA-0FA8-4690-9D4C-5A51A9F3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5499" y="1403872"/>
            <a:ext cx="244469" cy="5093"/>
          </a:xfrm>
          <a:custGeom xmlns:a="http://schemas.openxmlformats.org/drawingml/2006/main">
            <a:pathLst>
              <a:path w="244469" h="5093">
                <a:moveTo>
                  <a:pt x="0" y="0"/>
                </a:moveTo>
                <a:lnTo>
                  <a:pt x="244469" y="5093"/>
                </a:lnTo>
              </a:path>
            </a:pathLst>
          </a:custGeom>
          <a:noFill xmlns:a="http://schemas.openxmlformats.org/drawingml/2006/main"/>
          <a:ln xmlns:a="http://schemas.openxmlformats.org/drawingml/2006/main" w="31045">
            <a:solidFill>
              <a:srgbClr val="008D72"/>
            </a:solidFill>
            <a:prstDash val="solid"/>
          </a:ln>
        </p:spPr>
      </p:sp>
      <p:sp>
        <p:nvSpPr>
          <p:cNvPr id="87" name="path-87">
            <a:extLst xmlns:a="http://schemas.openxmlformats.org/drawingml/2006/main">
              <a:ext uri="{FF2B5EF4-FFF2-40B4-BE49-F238E27FC236}">
                <a16:creationId xmlns:a16="http://schemas.microsoft.com/office/drawing/2014/main" id="{6CD92FBE-E406-4E65-B530-40A2B5FD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2514" y="1340208"/>
            <a:ext cx="122235" cy="127328"/>
          </a:xfrm>
          <a:custGeom xmlns:a="http://schemas.openxmlformats.org/drawingml/2006/main">
            <a:pathLst>
              <a:path w="122235" h="127328">
                <a:moveTo>
                  <a:pt x="0" y="0"/>
                </a:moveTo>
                <a:lnTo>
                  <a:pt x="122235" y="63664"/>
                </a:lnTo>
                <a:lnTo>
                  <a:pt x="0" y="12732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8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8">
            <a:extLst xmlns:a="http://schemas.openxmlformats.org/drawingml/2006/main">
              <a:ext uri="{FF2B5EF4-FFF2-40B4-BE49-F238E27FC236}">
                <a16:creationId xmlns:a16="http://schemas.microsoft.com/office/drawing/2014/main" id="{1BC4CA68-DBC8-479F-888D-8F64EFEA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2514" y="1340208"/>
            <a:ext cx="122235" cy="127328"/>
          </a:xfrm>
          <a:custGeom xmlns:a="http://schemas.openxmlformats.org/drawingml/2006/main">
            <a:pathLst>
              <a:path w="122235" h="127328">
                <a:moveTo>
                  <a:pt x="0" y="0"/>
                </a:moveTo>
                <a:lnTo>
                  <a:pt x="122235" y="63664"/>
                </a:lnTo>
                <a:lnTo>
                  <a:pt x="0" y="12732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008D72"/>
            </a:solidFill>
            <a:prstDash val="solid"/>
          </a:ln>
        </p:spPr>
      </p:sp>
      <p:sp>
        <p:nvSpPr>
          <p:cNvPr id="89" name="text-89 Vi">
            <a:extLst xmlns:a="http://schemas.openxmlformats.org/drawingml/2006/main">
              <a:ext uri="{FF2B5EF4-FFF2-40B4-BE49-F238E27FC236}">
                <a16:creationId xmlns:a16="http://schemas.microsoft.com/office/drawing/2014/main" id="{CE18F02F-D856-44A9-B6DE-8E5759D0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2976" y="1999300"/>
            <a:ext cx="196979" cy="243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36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Vi</a:t>
            </a:r>
          </a:p>
        </p:txBody>
      </p:sp>
      <p:sp>
        <p:nvSpPr>
          <p:cNvPr id="90" name="text-90 deo">
            <a:extLst xmlns:a="http://schemas.openxmlformats.org/drawingml/2006/main">
              <a:ext uri="{FF2B5EF4-FFF2-40B4-BE49-F238E27FC236}">
                <a16:creationId xmlns:a16="http://schemas.microsoft.com/office/drawing/2014/main" id="{F4708E75-9627-4742-9A60-BD04245F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5601" y="2002562"/>
            <a:ext cx="315448" cy="238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34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deo</a:t>
            </a:r>
          </a:p>
        </p:txBody>
      </p:sp>
      <p:sp>
        <p:nvSpPr>
          <p:cNvPr id="91" name="text-91 memory">
            <a:extLst xmlns:a="http://schemas.openxmlformats.org/drawingml/2006/main">
              <a:ext uri="{FF2B5EF4-FFF2-40B4-BE49-F238E27FC236}">
                <a16:creationId xmlns:a16="http://schemas.microsoft.com/office/drawing/2014/main" id="{C4C59727-CC4A-4826-AA4D-091015AC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5586" y="2001089"/>
            <a:ext cx="661507" cy="240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3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3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353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memory</a:t>
            </a:r>
          </a:p>
        </p:txBody>
      </p:sp>
      <p:sp>
        <p:nvSpPr>
          <p:cNvPr id="92" name="path-92">
            <a:extLst xmlns:a="http://schemas.openxmlformats.org/drawingml/2006/main">
              <a:ext uri="{FF2B5EF4-FFF2-40B4-BE49-F238E27FC236}">
                <a16:creationId xmlns:a16="http://schemas.microsoft.com/office/drawing/2014/main" id="{337B8290-7DE2-487A-97DD-BFFFEAF7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587" y="576028"/>
            <a:ext cx="2505814" cy="1375496"/>
          </a:xfrm>
          <a:custGeom xmlns:a="http://schemas.openxmlformats.org/drawingml/2006/main">
            <a:pathLst>
              <a:path w="2505814" h="1375496">
                <a:moveTo>
                  <a:pt x="0" y="54043"/>
                </a:moveTo>
                <a:cubicBezTo>
                  <a:pt x="0" y="24192"/>
                  <a:pt x="24191" y="0"/>
                  <a:pt x="54043" y="0"/>
                </a:cubicBezTo>
                <a:lnTo>
                  <a:pt x="2451771" y="0"/>
                </a:lnTo>
                <a:cubicBezTo>
                  <a:pt x="2481621" y="0"/>
                  <a:pt x="2505814" y="24192"/>
                  <a:pt x="2505814" y="54043"/>
                </a:cubicBezTo>
                <a:lnTo>
                  <a:pt x="2505814" y="1321451"/>
                </a:lnTo>
                <a:cubicBezTo>
                  <a:pt x="2505814" y="1351303"/>
                  <a:pt x="2481621" y="1375496"/>
                  <a:pt x="2451771" y="1375496"/>
                </a:cubicBezTo>
                <a:lnTo>
                  <a:pt x="54043" y="1375496"/>
                </a:lnTo>
                <a:cubicBezTo>
                  <a:pt x="24191" y="1375496"/>
                  <a:pt x="0" y="1351303"/>
                  <a:pt x="0" y="1321451"/>
                </a:cubicBezTo>
                <a:lnTo>
                  <a:pt x="0" y="54043"/>
                </a:lnTo>
              </a:path>
            </a:pathLst>
          </a:custGeom>
          <a:solidFill xmlns:a="http://schemas.openxmlformats.org/drawingml/2006/main">
            <a:srgbClr val="F9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93">
            <a:extLst xmlns:a="http://schemas.openxmlformats.org/drawingml/2006/main">
              <a:ext uri="{FF2B5EF4-FFF2-40B4-BE49-F238E27FC236}">
                <a16:creationId xmlns:a16="http://schemas.microsoft.com/office/drawing/2014/main" id="{06186E9C-000C-4FFE-A612-522B4CC3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587" y="576028"/>
            <a:ext cx="2505814" cy="1375496"/>
          </a:xfrm>
          <a:custGeom xmlns:a="http://schemas.openxmlformats.org/drawingml/2006/main">
            <a:pathLst>
              <a:path w="2505814" h="1375496">
                <a:moveTo>
                  <a:pt x="0" y="54043"/>
                </a:moveTo>
                <a:cubicBezTo>
                  <a:pt x="0" y="24192"/>
                  <a:pt x="24191" y="0"/>
                  <a:pt x="54043" y="0"/>
                </a:cubicBezTo>
                <a:lnTo>
                  <a:pt x="2451771" y="0"/>
                </a:lnTo>
                <a:cubicBezTo>
                  <a:pt x="2481621" y="0"/>
                  <a:pt x="2505814" y="24192"/>
                  <a:pt x="2505814" y="54043"/>
                </a:cubicBezTo>
                <a:lnTo>
                  <a:pt x="2505814" y="1321451"/>
                </a:lnTo>
                <a:cubicBezTo>
                  <a:pt x="2505814" y="1351303"/>
                  <a:pt x="2481621" y="1375496"/>
                  <a:pt x="2451771" y="1375496"/>
                </a:cubicBezTo>
                <a:lnTo>
                  <a:pt x="54043" y="1375496"/>
                </a:lnTo>
                <a:cubicBezTo>
                  <a:pt x="24191" y="1375496"/>
                  <a:pt x="0" y="1351303"/>
                  <a:pt x="0" y="1321451"/>
                </a:cubicBezTo>
                <a:lnTo>
                  <a:pt x="0" y="54043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94" name="path-94">
            <a:extLst xmlns:a="http://schemas.openxmlformats.org/drawingml/2006/main">
              <a:ext uri="{FF2B5EF4-FFF2-40B4-BE49-F238E27FC236}">
                <a16:creationId xmlns:a16="http://schemas.microsoft.com/office/drawing/2014/main" id="{0AE9AAD1-BD0F-4ECB-AF56-15F32C21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401" y="632052"/>
            <a:ext cx="2505813" cy="1319472"/>
          </a:xfrm>
          <a:custGeom xmlns:a="http://schemas.openxmlformats.org/drawingml/2006/main">
            <a:pathLst>
              <a:path w="2505813" h="1319472">
                <a:moveTo>
                  <a:pt x="0" y="51851"/>
                </a:moveTo>
                <a:cubicBezTo>
                  <a:pt x="0" y="23202"/>
                  <a:pt x="23201" y="0"/>
                  <a:pt x="51850" y="0"/>
                </a:cubicBezTo>
                <a:lnTo>
                  <a:pt x="2453963" y="0"/>
                </a:lnTo>
                <a:cubicBezTo>
                  <a:pt x="2482612" y="0"/>
                  <a:pt x="2505813" y="23202"/>
                  <a:pt x="2505813" y="51851"/>
                </a:cubicBezTo>
                <a:lnTo>
                  <a:pt x="2505813" y="1267620"/>
                </a:lnTo>
                <a:cubicBezTo>
                  <a:pt x="2505813" y="1296269"/>
                  <a:pt x="2482612" y="1319472"/>
                  <a:pt x="2453963" y="1319472"/>
                </a:cubicBezTo>
                <a:lnTo>
                  <a:pt x="51850" y="1319472"/>
                </a:lnTo>
                <a:cubicBezTo>
                  <a:pt x="23201" y="1319472"/>
                  <a:pt x="0" y="1296269"/>
                  <a:pt x="0" y="1267620"/>
                </a:cubicBezTo>
                <a:lnTo>
                  <a:pt x="0" y="51851"/>
                </a:lnTo>
              </a:path>
            </a:pathLst>
          </a:custGeom>
          <a:solidFill xmlns:a="http://schemas.openxmlformats.org/drawingml/2006/main">
            <a:srgbClr val="F9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5">
            <a:extLst xmlns:a="http://schemas.openxmlformats.org/drawingml/2006/main">
              <a:ext uri="{FF2B5EF4-FFF2-40B4-BE49-F238E27FC236}">
                <a16:creationId xmlns:a16="http://schemas.microsoft.com/office/drawing/2014/main" id="{F32E40A4-1EC5-47CA-8475-498DAAE7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401" y="632052"/>
            <a:ext cx="2505813" cy="1319472"/>
          </a:xfrm>
          <a:custGeom xmlns:a="http://schemas.openxmlformats.org/drawingml/2006/main">
            <a:pathLst>
              <a:path w="2505813" h="1319472">
                <a:moveTo>
                  <a:pt x="0" y="51851"/>
                </a:moveTo>
                <a:cubicBezTo>
                  <a:pt x="0" y="23202"/>
                  <a:pt x="23201" y="0"/>
                  <a:pt x="51850" y="0"/>
                </a:cubicBezTo>
                <a:lnTo>
                  <a:pt x="2453963" y="0"/>
                </a:lnTo>
                <a:cubicBezTo>
                  <a:pt x="2482612" y="0"/>
                  <a:pt x="2505813" y="23202"/>
                  <a:pt x="2505813" y="51851"/>
                </a:cubicBezTo>
                <a:lnTo>
                  <a:pt x="2505813" y="1267620"/>
                </a:lnTo>
                <a:cubicBezTo>
                  <a:pt x="2505813" y="1296269"/>
                  <a:pt x="2482612" y="1319472"/>
                  <a:pt x="2453963" y="1319472"/>
                </a:cubicBezTo>
                <a:lnTo>
                  <a:pt x="51850" y="1319472"/>
                </a:lnTo>
                <a:cubicBezTo>
                  <a:pt x="23201" y="1319472"/>
                  <a:pt x="0" y="1296269"/>
                  <a:pt x="0" y="1267620"/>
                </a:cubicBezTo>
                <a:lnTo>
                  <a:pt x="0" y="51851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96" name="path-96">
            <a:extLst xmlns:a="http://schemas.openxmlformats.org/drawingml/2006/main">
              <a:ext uri="{FF2B5EF4-FFF2-40B4-BE49-F238E27FC236}">
                <a16:creationId xmlns:a16="http://schemas.microsoft.com/office/drawing/2014/main" id="{37521E5A-2107-4F38-BFFF-BFFAA8DF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0216" y="682983"/>
            <a:ext cx="2505813" cy="1268540"/>
          </a:xfrm>
          <a:custGeom xmlns:a="http://schemas.openxmlformats.org/drawingml/2006/main">
            <a:pathLst>
              <a:path w="2505813" h="1268540">
                <a:moveTo>
                  <a:pt x="0" y="49870"/>
                </a:moveTo>
                <a:cubicBezTo>
                  <a:pt x="0" y="22354"/>
                  <a:pt x="22353" y="0"/>
                  <a:pt x="49869" y="0"/>
                </a:cubicBezTo>
                <a:lnTo>
                  <a:pt x="2455943" y="0"/>
                </a:lnTo>
                <a:cubicBezTo>
                  <a:pt x="2483460" y="0"/>
                  <a:pt x="2505813" y="22354"/>
                  <a:pt x="2505813" y="49870"/>
                </a:cubicBezTo>
                <a:lnTo>
                  <a:pt x="2505813" y="1218670"/>
                </a:lnTo>
                <a:cubicBezTo>
                  <a:pt x="2505813" y="1246258"/>
                  <a:pt x="2483460" y="1268540"/>
                  <a:pt x="2455943" y="1268540"/>
                </a:cubicBezTo>
                <a:lnTo>
                  <a:pt x="49869" y="1268540"/>
                </a:lnTo>
                <a:cubicBezTo>
                  <a:pt x="22353" y="1268540"/>
                  <a:pt x="0" y="1246258"/>
                  <a:pt x="0" y="1218670"/>
                </a:cubicBezTo>
                <a:lnTo>
                  <a:pt x="0" y="49870"/>
                </a:lnTo>
              </a:path>
            </a:pathLst>
          </a:custGeom>
          <a:solidFill xmlns:a="http://schemas.openxmlformats.org/drawingml/2006/main">
            <a:srgbClr val="F9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97">
            <a:extLst xmlns:a="http://schemas.openxmlformats.org/drawingml/2006/main">
              <a:ext uri="{FF2B5EF4-FFF2-40B4-BE49-F238E27FC236}">
                <a16:creationId xmlns:a16="http://schemas.microsoft.com/office/drawing/2014/main" id="{F6074DD7-8FDE-4280-BF83-D228E802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0216" y="682983"/>
            <a:ext cx="2505813" cy="1268540"/>
          </a:xfrm>
          <a:custGeom xmlns:a="http://schemas.openxmlformats.org/drawingml/2006/main">
            <a:pathLst>
              <a:path w="2505813" h="1268540">
                <a:moveTo>
                  <a:pt x="0" y="49870"/>
                </a:moveTo>
                <a:cubicBezTo>
                  <a:pt x="0" y="22354"/>
                  <a:pt x="22353" y="0"/>
                  <a:pt x="49869" y="0"/>
                </a:cubicBezTo>
                <a:lnTo>
                  <a:pt x="2455943" y="0"/>
                </a:lnTo>
                <a:cubicBezTo>
                  <a:pt x="2483460" y="0"/>
                  <a:pt x="2505813" y="22354"/>
                  <a:pt x="2505813" y="49870"/>
                </a:cubicBezTo>
                <a:lnTo>
                  <a:pt x="2505813" y="1218670"/>
                </a:lnTo>
                <a:cubicBezTo>
                  <a:pt x="2505813" y="1246258"/>
                  <a:pt x="2483460" y="1268540"/>
                  <a:pt x="2455943" y="1268540"/>
                </a:cubicBezTo>
                <a:lnTo>
                  <a:pt x="49869" y="1268540"/>
                </a:lnTo>
                <a:cubicBezTo>
                  <a:pt x="22353" y="1268540"/>
                  <a:pt x="0" y="1246258"/>
                  <a:pt x="0" y="1218670"/>
                </a:cubicBezTo>
                <a:lnTo>
                  <a:pt x="0" y="49870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pic>
        <p:nvPic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17F479C-34EE-48D4-8FB6-FED955F38C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4644b904f48ec"/>
          <a:stretch xmlns:a="http://schemas.openxmlformats.org/drawingml/2006/main"/>
        </p:blipFill>
        <p:spPr>
          <a:xfrm xmlns:a="http://schemas.openxmlformats.org/drawingml/2006/main">
            <a:off x="12135982" y="753324"/>
            <a:ext cx="533400" cy="361950"/>
          </a:xfrm>
          <a:prstGeom xmlns:a="http://schemas.openxmlformats.org/drawingml/2006/main" prst="rect">
            <a:avLst/>
          </a:prstGeom>
        </p:spPr>
      </p:pic>
      <p:sp>
        <p:nvSpPr>
          <p:cNvPr id="99" name="text-99 Event:">
            <a:extLst xmlns:a="http://schemas.openxmlformats.org/drawingml/2006/main">
              <a:ext uri="{FF2B5EF4-FFF2-40B4-BE49-F238E27FC236}">
                <a16:creationId xmlns:a16="http://schemas.microsoft.com/office/drawing/2014/main" id="{442F9291-B5DA-4CC9-B463-9158ED0D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45110" y="749096"/>
            <a:ext cx="405947" cy="173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Event:</a:t>
            </a:r>
          </a:p>
        </p:txBody>
      </p:sp>
      <p:sp>
        <p:nvSpPr>
          <p:cNvPr id="100" name="text-99 cutting">
            <a:extLst xmlns:a="http://schemas.openxmlformats.org/drawingml/2006/main">
              <a:ext uri="{FF2B5EF4-FFF2-40B4-BE49-F238E27FC236}">
                <a16:creationId xmlns:a16="http://schemas.microsoft.com/office/drawing/2014/main" id="{497A547B-4679-4226-A0B6-2D62442D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2589" y="750368"/>
            <a:ext cx="427863" cy="171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96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cutting</a:t>
            </a:r>
          </a:p>
        </p:txBody>
      </p:sp>
      <p:sp>
        <p:nvSpPr>
          <p:cNvPr id="101" name="path-100">
            <a:extLst xmlns:a="http://schemas.openxmlformats.org/drawingml/2006/main">
              <a:ext uri="{FF2B5EF4-FFF2-40B4-BE49-F238E27FC236}">
                <a16:creationId xmlns:a16="http://schemas.microsoft.com/office/drawing/2014/main" id="{3913A36F-9F3F-4A3B-9082-DFAE8392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958077"/>
            <a:ext cx="590802" cy="20378"/>
          </a:xfrm>
          <a:custGeom xmlns:a="http://schemas.openxmlformats.org/drawingml/2006/main">
            <a:pathLst>
              <a:path w="590802" h="20378">
                <a:moveTo>
                  <a:pt x="0" y="0"/>
                </a:moveTo>
                <a:lnTo>
                  <a:pt x="590802" y="0"/>
                </a:lnTo>
                <a:lnTo>
                  <a:pt x="590802" y="20378"/>
                </a:lnTo>
                <a:lnTo>
                  <a:pt x="0" y="20378"/>
                </a:lnTo>
                <a:close/>
              </a:path>
            </a:pathLst>
          </a:custGeom>
          <a:solidFill xmlns:a="http://schemas.openxmlformats.org/drawingml/2006/main">
            <a:srgbClr val="9AA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ath-101">
            <a:extLst xmlns:a="http://schemas.openxmlformats.org/drawingml/2006/main">
              <a:ext uri="{FF2B5EF4-FFF2-40B4-BE49-F238E27FC236}">
                <a16:creationId xmlns:a16="http://schemas.microsoft.com/office/drawing/2014/main" id="{A77886A2-5882-4332-BCF3-39CA5EFF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958077"/>
            <a:ext cx="590802" cy="20378"/>
          </a:xfrm>
          <a:custGeom xmlns:a="http://schemas.openxmlformats.org/drawingml/2006/main">
            <a:pathLst>
              <a:path w="590802" h="20378">
                <a:moveTo>
                  <a:pt x="0" y="0"/>
                </a:moveTo>
                <a:lnTo>
                  <a:pt x="590802" y="0"/>
                </a:lnTo>
                <a:lnTo>
                  <a:pt x="590802" y="20378"/>
                </a:lnTo>
                <a:lnTo>
                  <a:pt x="0" y="203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9AAEC3"/>
            </a:solidFill>
            <a:prstDash val="solid"/>
          </a:ln>
        </p:spPr>
      </p:sp>
      <p:sp>
        <p:nvSpPr>
          <p:cNvPr id="103" name="path-102">
            <a:extLst xmlns:a="http://schemas.openxmlformats.org/drawingml/2006/main">
              <a:ext uri="{FF2B5EF4-FFF2-40B4-BE49-F238E27FC236}">
                <a16:creationId xmlns:a16="http://schemas.microsoft.com/office/drawing/2014/main" id="{B92818B4-231B-4E5B-90C8-2566A872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1034544"/>
            <a:ext cx="519497" cy="20378"/>
          </a:xfrm>
          <a:custGeom xmlns:a="http://schemas.openxmlformats.org/drawingml/2006/main">
            <a:pathLst>
              <a:path w="519497" h="20378">
                <a:moveTo>
                  <a:pt x="0" y="0"/>
                </a:moveTo>
                <a:lnTo>
                  <a:pt x="519497" y="0"/>
                </a:lnTo>
                <a:lnTo>
                  <a:pt x="519497" y="20378"/>
                </a:lnTo>
                <a:lnTo>
                  <a:pt x="0" y="20378"/>
                </a:lnTo>
                <a:close/>
              </a:path>
            </a:pathLst>
          </a:custGeom>
          <a:solidFill xmlns:a="http://schemas.openxmlformats.org/drawingml/2006/main">
            <a:srgbClr val="9AA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ath-103">
            <a:extLst xmlns:a="http://schemas.openxmlformats.org/drawingml/2006/main">
              <a:ext uri="{FF2B5EF4-FFF2-40B4-BE49-F238E27FC236}">
                <a16:creationId xmlns:a16="http://schemas.microsoft.com/office/drawing/2014/main" id="{051A8B8B-37F2-41DD-A1EE-E01AFF7C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1034544"/>
            <a:ext cx="519497" cy="20378"/>
          </a:xfrm>
          <a:custGeom xmlns:a="http://schemas.openxmlformats.org/drawingml/2006/main">
            <a:pathLst>
              <a:path w="519497" h="20378">
                <a:moveTo>
                  <a:pt x="0" y="0"/>
                </a:moveTo>
                <a:lnTo>
                  <a:pt x="519497" y="0"/>
                </a:lnTo>
                <a:lnTo>
                  <a:pt x="519497" y="20378"/>
                </a:lnTo>
                <a:lnTo>
                  <a:pt x="0" y="203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9AAEC3"/>
            </a:solidFill>
            <a:prstDash val="solid"/>
          </a:ln>
        </p:spPr>
      </p:sp>
      <p:sp>
        <p:nvSpPr>
          <p:cNvPr id="105" name="path-104">
            <a:extLst xmlns:a="http://schemas.openxmlformats.org/drawingml/2006/main">
              <a:ext uri="{FF2B5EF4-FFF2-40B4-BE49-F238E27FC236}">
                <a16:creationId xmlns:a16="http://schemas.microsoft.com/office/drawing/2014/main" id="{D67042E4-E402-4DC5-9AA7-7F5E95FB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8709" y="932596"/>
            <a:ext cx="876016" cy="71325"/>
          </a:xfrm>
          <a:custGeom xmlns:a="http://schemas.openxmlformats.org/drawingml/2006/main">
            <a:pathLst>
              <a:path w="876016" h="71325">
                <a:moveTo>
                  <a:pt x="0" y="0"/>
                </a:moveTo>
                <a:lnTo>
                  <a:pt x="876016" y="0"/>
                </a:lnTo>
                <a:lnTo>
                  <a:pt x="876016" y="71325"/>
                </a:lnTo>
                <a:lnTo>
                  <a:pt x="0" y="71325"/>
                </a:lnTo>
                <a:close/>
              </a:path>
            </a:pathLst>
          </a:cu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ath-105">
            <a:extLst xmlns:a="http://schemas.openxmlformats.org/drawingml/2006/main">
              <a:ext uri="{FF2B5EF4-FFF2-40B4-BE49-F238E27FC236}">
                <a16:creationId xmlns:a16="http://schemas.microsoft.com/office/drawing/2014/main" id="{E5BF6F73-5F41-4D55-9A0C-929D06DC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8709" y="932596"/>
            <a:ext cx="876016" cy="71325"/>
          </a:xfrm>
          <a:custGeom xmlns:a="http://schemas.openxmlformats.org/drawingml/2006/main">
            <a:pathLst>
              <a:path w="876016" h="71325">
                <a:moveTo>
                  <a:pt x="0" y="0"/>
                </a:moveTo>
                <a:lnTo>
                  <a:pt x="876016" y="0"/>
                </a:lnTo>
                <a:lnTo>
                  <a:pt x="876016" y="71325"/>
                </a:lnTo>
                <a:lnTo>
                  <a:pt x="0" y="713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CAD5E2"/>
            </a:solidFill>
            <a:prstDash val="solid"/>
          </a:ln>
        </p:spPr>
      </p:sp>
      <p:sp>
        <p:nvSpPr>
          <p:cNvPr id="107" name="path-106">
            <a:extLst xmlns:a="http://schemas.openxmlformats.org/drawingml/2006/main">
              <a:ext uri="{FF2B5EF4-FFF2-40B4-BE49-F238E27FC236}">
                <a16:creationId xmlns:a16="http://schemas.microsoft.com/office/drawing/2014/main" id="{E15DD98F-79D1-4BA8-BF5C-ECAA1834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7714" y="886779"/>
            <a:ext cx="5093" cy="178330"/>
          </a:xfrm>
          <a:custGeom xmlns:a="http://schemas.openxmlformats.org/drawingml/2006/main">
            <a:pathLst>
              <a:path w="5093" h="178330">
                <a:moveTo>
                  <a:pt x="0" y="0"/>
                </a:moveTo>
                <a:lnTo>
                  <a:pt x="5093" y="178330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91A6BE"/>
            </a:solidFill>
            <a:prstDash val="solid"/>
          </a:ln>
        </p:spPr>
      </p:sp>
      <p:sp>
        <p:nvSpPr>
          <p:cNvPr id="108" name="path-107">
            <a:extLst xmlns:a="http://schemas.openxmlformats.org/drawingml/2006/main">
              <a:ext uri="{FF2B5EF4-FFF2-40B4-BE49-F238E27FC236}">
                <a16:creationId xmlns:a16="http://schemas.microsoft.com/office/drawing/2014/main" id="{E60EBB58-60F0-418C-8204-3AF3FC46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810" y="886779"/>
            <a:ext cx="5093" cy="178330"/>
          </a:xfrm>
          <a:custGeom xmlns:a="http://schemas.openxmlformats.org/drawingml/2006/main">
            <a:pathLst>
              <a:path w="5093" h="178330">
                <a:moveTo>
                  <a:pt x="0" y="0"/>
                </a:moveTo>
                <a:lnTo>
                  <a:pt x="5093" y="178330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91A6BE"/>
            </a:solidFill>
            <a:prstDash val="solid"/>
          </a:ln>
        </p:spPr>
      </p:sp>
      <p:sp>
        <p:nvSpPr>
          <p:cNvPr id="109" name="path-108">
            <a:extLst xmlns:a="http://schemas.openxmlformats.org/drawingml/2006/main">
              <a:ext uri="{FF2B5EF4-FFF2-40B4-BE49-F238E27FC236}">
                <a16:creationId xmlns:a16="http://schemas.microsoft.com/office/drawing/2014/main" id="{9F12DED1-D257-4FD0-9956-3DA3C0E6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5907" y="886779"/>
            <a:ext cx="5093" cy="178330"/>
          </a:xfrm>
          <a:custGeom xmlns:a="http://schemas.openxmlformats.org/drawingml/2006/main">
            <a:pathLst>
              <a:path w="5093" h="178330">
                <a:moveTo>
                  <a:pt x="0" y="0"/>
                </a:moveTo>
                <a:lnTo>
                  <a:pt x="5093" y="178330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91A6BE"/>
            </a:solidFill>
            <a:prstDash val="solid"/>
          </a:ln>
        </p:spPr>
      </p:sp>
      <p:sp>
        <p:nvSpPr>
          <p:cNvPr id="110" name="path-109">
            <a:extLst xmlns:a="http://schemas.openxmlformats.org/drawingml/2006/main">
              <a:ext uri="{FF2B5EF4-FFF2-40B4-BE49-F238E27FC236}">
                <a16:creationId xmlns:a16="http://schemas.microsoft.com/office/drawing/2014/main" id="{70BE4183-C4DC-46BA-B65B-420917C0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3924" y="917380"/>
            <a:ext cx="213910" cy="101891"/>
          </a:xfrm>
          <a:custGeom xmlns:a="http://schemas.openxmlformats.org/drawingml/2006/main">
            <a:pathLst>
              <a:path w="213910" h="101891">
                <a:moveTo>
                  <a:pt x="0" y="0"/>
                </a:moveTo>
                <a:lnTo>
                  <a:pt x="213910" y="0"/>
                </a:lnTo>
                <a:lnTo>
                  <a:pt x="213910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110">
            <a:extLst xmlns:a="http://schemas.openxmlformats.org/drawingml/2006/main">
              <a:ext uri="{FF2B5EF4-FFF2-40B4-BE49-F238E27FC236}">
                <a16:creationId xmlns:a16="http://schemas.microsoft.com/office/drawing/2014/main" id="{B16D8BDB-47FE-42FD-B4D9-7D2A5C4A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3924" y="917380"/>
            <a:ext cx="213910" cy="101891"/>
          </a:xfrm>
          <a:custGeom xmlns:a="http://schemas.openxmlformats.org/drawingml/2006/main">
            <a:pathLst>
              <a:path w="213910" h="101891">
                <a:moveTo>
                  <a:pt x="0" y="0"/>
                </a:moveTo>
                <a:lnTo>
                  <a:pt x="213910" y="0"/>
                </a:lnTo>
                <a:lnTo>
                  <a:pt x="213910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8A00"/>
            </a:solidFill>
            <a:prstDash val="solid"/>
          </a:ln>
        </p:spPr>
      </p:sp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90F1007-898B-4AD6-9029-CE572F381E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03d6a545d46b0"/>
          <a:stretch xmlns:a="http://schemas.openxmlformats.org/drawingml/2006/main"/>
        </p:blipFill>
        <p:spPr>
          <a:xfrm xmlns:a="http://schemas.openxmlformats.org/drawingml/2006/main">
            <a:off x="12135982" y="1143849"/>
            <a:ext cx="533400" cy="361950"/>
          </a:xfrm>
          <a:prstGeom xmlns:a="http://schemas.openxmlformats.org/drawingml/2006/main" prst="rect">
            <a:avLst/>
          </a:prstGeom>
        </p:spPr>
      </p:pic>
      <p:sp>
        <p:nvSpPr>
          <p:cNvPr id="113" name="text-112 Event:">
            <a:extLst xmlns:a="http://schemas.openxmlformats.org/drawingml/2006/main">
              <a:ext uri="{FF2B5EF4-FFF2-40B4-BE49-F238E27FC236}">
                <a16:creationId xmlns:a16="http://schemas.microsoft.com/office/drawing/2014/main" id="{13E013F8-0921-40B6-B5F6-9C5BEA61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45110" y="1133692"/>
            <a:ext cx="405890" cy="1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Event:</a:t>
            </a:r>
          </a:p>
        </p:txBody>
      </p:sp>
      <p:sp>
        <p:nvSpPr>
          <p:cNvPr id="114" name="text-112 cooking">
            <a:extLst xmlns:a="http://schemas.openxmlformats.org/drawingml/2006/main">
              <a:ext uri="{FF2B5EF4-FFF2-40B4-BE49-F238E27FC236}">
                <a16:creationId xmlns:a16="http://schemas.microsoft.com/office/drawing/2014/main" id="{69245401-9940-4F0E-AD22-1A879C02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2488" y="1133640"/>
            <a:ext cx="448397" cy="173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cooking</a:t>
            </a:r>
          </a:p>
        </p:txBody>
      </p:sp>
      <p:sp>
        <p:nvSpPr>
          <p:cNvPr id="115" name="path-113">
            <a:extLst xmlns:a="http://schemas.openxmlformats.org/drawingml/2006/main">
              <a:ext uri="{FF2B5EF4-FFF2-40B4-BE49-F238E27FC236}">
                <a16:creationId xmlns:a16="http://schemas.microsoft.com/office/drawing/2014/main" id="{BF79B550-0B59-4158-876F-B800D730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1340201"/>
            <a:ext cx="590802" cy="25473"/>
          </a:xfrm>
          <a:custGeom xmlns:a="http://schemas.openxmlformats.org/drawingml/2006/main">
            <a:pathLst>
              <a:path w="590802" h="25473">
                <a:moveTo>
                  <a:pt x="0" y="0"/>
                </a:moveTo>
                <a:lnTo>
                  <a:pt x="590802" y="0"/>
                </a:lnTo>
                <a:lnTo>
                  <a:pt x="590802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9AA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ath-114">
            <a:extLst xmlns:a="http://schemas.openxmlformats.org/drawingml/2006/main">
              <a:ext uri="{FF2B5EF4-FFF2-40B4-BE49-F238E27FC236}">
                <a16:creationId xmlns:a16="http://schemas.microsoft.com/office/drawing/2014/main" id="{76CA5A0D-DEE9-4088-BC6A-32274EAB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1340201"/>
            <a:ext cx="590802" cy="25473"/>
          </a:xfrm>
          <a:custGeom xmlns:a="http://schemas.openxmlformats.org/drawingml/2006/main">
            <a:pathLst>
              <a:path w="590802" h="25473">
                <a:moveTo>
                  <a:pt x="0" y="0"/>
                </a:moveTo>
                <a:lnTo>
                  <a:pt x="590802" y="0"/>
                </a:lnTo>
                <a:lnTo>
                  <a:pt x="590802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9AAEC3"/>
            </a:solidFill>
            <a:prstDash val="solid"/>
          </a:ln>
        </p:spPr>
      </p:sp>
      <p:sp>
        <p:nvSpPr>
          <p:cNvPr id="117" name="path-115">
            <a:extLst xmlns:a="http://schemas.openxmlformats.org/drawingml/2006/main">
              <a:ext uri="{FF2B5EF4-FFF2-40B4-BE49-F238E27FC236}">
                <a16:creationId xmlns:a16="http://schemas.microsoft.com/office/drawing/2014/main" id="{3E4A1B1A-91F8-4E01-8CC4-F7AD10A9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1416597"/>
            <a:ext cx="519497" cy="25473"/>
          </a:xfrm>
          <a:custGeom xmlns:a="http://schemas.openxmlformats.org/drawingml/2006/main">
            <a:pathLst>
              <a:path w="519497" h="25473">
                <a:moveTo>
                  <a:pt x="0" y="0"/>
                </a:moveTo>
                <a:lnTo>
                  <a:pt x="519497" y="0"/>
                </a:lnTo>
                <a:lnTo>
                  <a:pt x="519497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9AA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ath-116">
            <a:extLst xmlns:a="http://schemas.openxmlformats.org/drawingml/2006/main">
              <a:ext uri="{FF2B5EF4-FFF2-40B4-BE49-F238E27FC236}">
                <a16:creationId xmlns:a16="http://schemas.microsoft.com/office/drawing/2014/main" id="{94008D63-A92B-4755-8E44-1BFB5308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1416597"/>
            <a:ext cx="519497" cy="25473"/>
          </a:xfrm>
          <a:custGeom xmlns:a="http://schemas.openxmlformats.org/drawingml/2006/main">
            <a:pathLst>
              <a:path w="519497" h="25473">
                <a:moveTo>
                  <a:pt x="0" y="0"/>
                </a:moveTo>
                <a:lnTo>
                  <a:pt x="519497" y="0"/>
                </a:lnTo>
                <a:lnTo>
                  <a:pt x="519497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9AAEC3"/>
            </a:solidFill>
            <a:prstDash val="solid"/>
          </a:ln>
        </p:spPr>
      </p:sp>
      <p:sp>
        <p:nvSpPr>
          <p:cNvPr id="119" name="path-117">
            <a:extLst xmlns:a="http://schemas.openxmlformats.org/drawingml/2006/main">
              <a:ext uri="{FF2B5EF4-FFF2-40B4-BE49-F238E27FC236}">
                <a16:creationId xmlns:a16="http://schemas.microsoft.com/office/drawing/2014/main" id="{F1775861-7343-4198-A2BF-84BB4AF2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8709" y="1314721"/>
            <a:ext cx="876016" cy="71325"/>
          </a:xfrm>
          <a:custGeom xmlns:a="http://schemas.openxmlformats.org/drawingml/2006/main">
            <a:pathLst>
              <a:path w="876016" h="71325">
                <a:moveTo>
                  <a:pt x="0" y="0"/>
                </a:moveTo>
                <a:lnTo>
                  <a:pt x="876016" y="0"/>
                </a:lnTo>
                <a:lnTo>
                  <a:pt x="876016" y="71325"/>
                </a:lnTo>
                <a:lnTo>
                  <a:pt x="0" y="71325"/>
                </a:lnTo>
                <a:close/>
              </a:path>
            </a:pathLst>
          </a:cu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118">
            <a:extLst xmlns:a="http://schemas.openxmlformats.org/drawingml/2006/main">
              <a:ext uri="{FF2B5EF4-FFF2-40B4-BE49-F238E27FC236}">
                <a16:creationId xmlns:a16="http://schemas.microsoft.com/office/drawing/2014/main" id="{BD0D29A4-5F83-4C43-8E76-EB62FB55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8709" y="1314721"/>
            <a:ext cx="876016" cy="71325"/>
          </a:xfrm>
          <a:custGeom xmlns:a="http://schemas.openxmlformats.org/drawingml/2006/main">
            <a:pathLst>
              <a:path w="876016" h="71325">
                <a:moveTo>
                  <a:pt x="0" y="0"/>
                </a:moveTo>
                <a:lnTo>
                  <a:pt x="876016" y="0"/>
                </a:lnTo>
                <a:lnTo>
                  <a:pt x="876016" y="71325"/>
                </a:lnTo>
                <a:lnTo>
                  <a:pt x="0" y="713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CAD5E2"/>
            </a:solidFill>
            <a:prstDash val="solid"/>
          </a:ln>
        </p:spPr>
      </p:sp>
      <p:sp>
        <p:nvSpPr>
          <p:cNvPr id="121" name="path-119">
            <a:extLst xmlns:a="http://schemas.openxmlformats.org/drawingml/2006/main">
              <a:ext uri="{FF2B5EF4-FFF2-40B4-BE49-F238E27FC236}">
                <a16:creationId xmlns:a16="http://schemas.microsoft.com/office/drawing/2014/main" id="{AF551FFC-2822-44D1-990C-5FBB0E69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7714" y="1268904"/>
            <a:ext cx="5093" cy="178259"/>
          </a:xfrm>
          <a:custGeom xmlns:a="http://schemas.openxmlformats.org/drawingml/2006/main">
            <a:pathLst>
              <a:path w="5093" h="178259">
                <a:moveTo>
                  <a:pt x="0" y="0"/>
                </a:moveTo>
                <a:lnTo>
                  <a:pt x="5093" y="178259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91A6BE"/>
            </a:solidFill>
            <a:prstDash val="solid"/>
          </a:ln>
        </p:spPr>
      </p:sp>
      <p:sp>
        <p:nvSpPr>
          <p:cNvPr id="122" name="path-120">
            <a:extLst xmlns:a="http://schemas.openxmlformats.org/drawingml/2006/main">
              <a:ext uri="{FF2B5EF4-FFF2-40B4-BE49-F238E27FC236}">
                <a16:creationId xmlns:a16="http://schemas.microsoft.com/office/drawing/2014/main" id="{C3C8BD3D-6834-4818-AAC1-BEAE7E79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810" y="1268904"/>
            <a:ext cx="5093" cy="178259"/>
          </a:xfrm>
          <a:custGeom xmlns:a="http://schemas.openxmlformats.org/drawingml/2006/main">
            <a:pathLst>
              <a:path w="5093" h="178259">
                <a:moveTo>
                  <a:pt x="0" y="0"/>
                </a:moveTo>
                <a:lnTo>
                  <a:pt x="5093" y="178259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91A6BE"/>
            </a:solidFill>
            <a:prstDash val="solid"/>
          </a:ln>
        </p:spPr>
      </p:sp>
      <p:sp>
        <p:nvSpPr>
          <p:cNvPr id="123" name="path-121">
            <a:extLst xmlns:a="http://schemas.openxmlformats.org/drawingml/2006/main">
              <a:ext uri="{FF2B5EF4-FFF2-40B4-BE49-F238E27FC236}">
                <a16:creationId xmlns:a16="http://schemas.microsoft.com/office/drawing/2014/main" id="{65E9FE50-29C7-4F04-9CE2-C6EF1235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5907" y="1268904"/>
            <a:ext cx="5093" cy="178259"/>
          </a:xfrm>
          <a:custGeom xmlns:a="http://schemas.openxmlformats.org/drawingml/2006/main">
            <a:pathLst>
              <a:path w="5093" h="178259">
                <a:moveTo>
                  <a:pt x="0" y="0"/>
                </a:moveTo>
                <a:lnTo>
                  <a:pt x="5093" y="178259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91A6BE"/>
            </a:solidFill>
            <a:prstDash val="solid"/>
          </a:ln>
        </p:spPr>
      </p:sp>
      <p:sp>
        <p:nvSpPr>
          <p:cNvPr id="124" name="path-122">
            <a:extLst xmlns:a="http://schemas.openxmlformats.org/drawingml/2006/main">
              <a:ext uri="{FF2B5EF4-FFF2-40B4-BE49-F238E27FC236}">
                <a16:creationId xmlns:a16="http://schemas.microsoft.com/office/drawing/2014/main" id="{DFB173C8-75F2-4F4A-8B28-298A8683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530" y="1299434"/>
            <a:ext cx="208819" cy="101891"/>
          </a:xfrm>
          <a:custGeom xmlns:a="http://schemas.openxmlformats.org/drawingml/2006/main">
            <a:pathLst>
              <a:path w="208819" h="101891">
                <a:moveTo>
                  <a:pt x="0" y="0"/>
                </a:moveTo>
                <a:lnTo>
                  <a:pt x="208819" y="0"/>
                </a:lnTo>
                <a:lnTo>
                  <a:pt x="208819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159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ath-123">
            <a:extLst xmlns:a="http://schemas.openxmlformats.org/drawingml/2006/main">
              <a:ext uri="{FF2B5EF4-FFF2-40B4-BE49-F238E27FC236}">
                <a16:creationId xmlns:a16="http://schemas.microsoft.com/office/drawing/2014/main" id="{A0AD1FCF-347A-4E91-8CC9-DBE64B2C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530" y="1299434"/>
            <a:ext cx="208819" cy="101891"/>
          </a:xfrm>
          <a:custGeom xmlns:a="http://schemas.openxmlformats.org/drawingml/2006/main">
            <a:pathLst>
              <a:path w="208819" h="101891">
                <a:moveTo>
                  <a:pt x="0" y="0"/>
                </a:moveTo>
                <a:lnTo>
                  <a:pt x="208819" y="0"/>
                </a:lnTo>
                <a:lnTo>
                  <a:pt x="208819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1592E6"/>
            </a:solidFill>
            <a:prstDash val="solid"/>
          </a:ln>
        </p:spPr>
      </p:sp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1F2FCA2-546F-45AA-8C37-351C3C17A5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be980ce4847db"/>
          <a:stretch xmlns:a="http://schemas.openxmlformats.org/drawingml/2006/main"/>
        </p:blipFill>
        <p:spPr>
          <a:xfrm xmlns:a="http://schemas.openxmlformats.org/drawingml/2006/main">
            <a:off x="12135982" y="1543899"/>
            <a:ext cx="533400" cy="361950"/>
          </a:xfrm>
          <a:prstGeom xmlns:a="http://schemas.openxmlformats.org/drawingml/2006/main" prst="rect">
            <a:avLst/>
          </a:prstGeom>
        </p:spPr>
      </p:pic>
      <p:sp>
        <p:nvSpPr>
          <p:cNvPr id="127" name="text-125 Event:">
            <a:extLst xmlns:a="http://schemas.openxmlformats.org/drawingml/2006/main">
              <a:ext uri="{FF2B5EF4-FFF2-40B4-BE49-F238E27FC236}">
                <a16:creationId xmlns:a16="http://schemas.microsoft.com/office/drawing/2014/main" id="{61B15B7E-22CF-45FD-9589-45CBD961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45110" y="1538878"/>
            <a:ext cx="405890" cy="1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Event:</a:t>
            </a:r>
          </a:p>
        </p:txBody>
      </p:sp>
      <p:sp>
        <p:nvSpPr>
          <p:cNvPr id="128" name="text-125 serving">
            <a:extLst xmlns:a="http://schemas.openxmlformats.org/drawingml/2006/main">
              <a:ext uri="{FF2B5EF4-FFF2-40B4-BE49-F238E27FC236}">
                <a16:creationId xmlns:a16="http://schemas.microsoft.com/office/drawing/2014/main" id="{87730D94-6E11-4CF9-A37A-6ABBA5C5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2488" y="1539970"/>
            <a:ext cx="432889" cy="171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96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serving</a:t>
            </a:r>
          </a:p>
        </p:txBody>
      </p:sp>
      <p:sp>
        <p:nvSpPr>
          <p:cNvPr id="129" name="path-126">
            <a:extLst xmlns:a="http://schemas.openxmlformats.org/drawingml/2006/main">
              <a:ext uri="{FF2B5EF4-FFF2-40B4-BE49-F238E27FC236}">
                <a16:creationId xmlns:a16="http://schemas.microsoft.com/office/drawing/2014/main" id="{31BDEE42-C7E8-4AFF-A583-53E191CE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1742698"/>
            <a:ext cx="590802" cy="25473"/>
          </a:xfrm>
          <a:custGeom xmlns:a="http://schemas.openxmlformats.org/drawingml/2006/main">
            <a:pathLst>
              <a:path w="590802" h="25473">
                <a:moveTo>
                  <a:pt x="0" y="0"/>
                </a:moveTo>
                <a:lnTo>
                  <a:pt x="590802" y="0"/>
                </a:lnTo>
                <a:lnTo>
                  <a:pt x="590802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9AA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ath-127">
            <a:extLst xmlns:a="http://schemas.openxmlformats.org/drawingml/2006/main">
              <a:ext uri="{FF2B5EF4-FFF2-40B4-BE49-F238E27FC236}">
                <a16:creationId xmlns:a16="http://schemas.microsoft.com/office/drawing/2014/main" id="{D8FA3487-6336-4AF3-817F-B3057ED1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1742698"/>
            <a:ext cx="590802" cy="25473"/>
          </a:xfrm>
          <a:custGeom xmlns:a="http://schemas.openxmlformats.org/drawingml/2006/main">
            <a:pathLst>
              <a:path w="590802" h="25473">
                <a:moveTo>
                  <a:pt x="0" y="0"/>
                </a:moveTo>
                <a:lnTo>
                  <a:pt x="590802" y="0"/>
                </a:lnTo>
                <a:lnTo>
                  <a:pt x="590802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9AAEC3"/>
            </a:solidFill>
            <a:prstDash val="solid"/>
          </a:ln>
        </p:spPr>
      </p:sp>
      <p:sp>
        <p:nvSpPr>
          <p:cNvPr id="131" name="path-128">
            <a:extLst xmlns:a="http://schemas.openxmlformats.org/drawingml/2006/main">
              <a:ext uri="{FF2B5EF4-FFF2-40B4-BE49-F238E27FC236}">
                <a16:creationId xmlns:a16="http://schemas.microsoft.com/office/drawing/2014/main" id="{A1449AE3-3713-47AF-A79B-B6226CC6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1824190"/>
            <a:ext cx="519497" cy="20378"/>
          </a:xfrm>
          <a:custGeom xmlns:a="http://schemas.openxmlformats.org/drawingml/2006/main">
            <a:pathLst>
              <a:path w="519497" h="20378">
                <a:moveTo>
                  <a:pt x="0" y="0"/>
                </a:moveTo>
                <a:lnTo>
                  <a:pt x="519497" y="0"/>
                </a:lnTo>
                <a:lnTo>
                  <a:pt x="519497" y="20378"/>
                </a:lnTo>
                <a:lnTo>
                  <a:pt x="0" y="20378"/>
                </a:lnTo>
                <a:close/>
              </a:path>
            </a:pathLst>
          </a:custGeom>
          <a:solidFill xmlns:a="http://schemas.openxmlformats.org/drawingml/2006/main">
            <a:srgbClr val="9AA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ath-129">
            <a:extLst xmlns:a="http://schemas.openxmlformats.org/drawingml/2006/main">
              <a:ext uri="{FF2B5EF4-FFF2-40B4-BE49-F238E27FC236}">
                <a16:creationId xmlns:a16="http://schemas.microsoft.com/office/drawing/2014/main" id="{D9774E76-CF90-449C-8FD1-2EE91A91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1824190"/>
            <a:ext cx="519497" cy="20378"/>
          </a:xfrm>
          <a:custGeom xmlns:a="http://schemas.openxmlformats.org/drawingml/2006/main">
            <a:pathLst>
              <a:path w="519497" h="20378">
                <a:moveTo>
                  <a:pt x="0" y="0"/>
                </a:moveTo>
                <a:lnTo>
                  <a:pt x="519497" y="0"/>
                </a:lnTo>
                <a:lnTo>
                  <a:pt x="519497" y="20378"/>
                </a:lnTo>
                <a:lnTo>
                  <a:pt x="0" y="203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9AAEC3"/>
            </a:solidFill>
            <a:prstDash val="solid"/>
          </a:ln>
        </p:spPr>
      </p:sp>
      <p:sp>
        <p:nvSpPr>
          <p:cNvPr id="133" name="path-130">
            <a:extLst xmlns:a="http://schemas.openxmlformats.org/drawingml/2006/main">
              <a:ext uri="{FF2B5EF4-FFF2-40B4-BE49-F238E27FC236}">
                <a16:creationId xmlns:a16="http://schemas.microsoft.com/office/drawing/2014/main" id="{94C24F6E-1BE1-4540-8035-3DD833D4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8709" y="1722314"/>
            <a:ext cx="876016" cy="66230"/>
          </a:xfrm>
          <a:custGeom xmlns:a="http://schemas.openxmlformats.org/drawingml/2006/main">
            <a:pathLst>
              <a:path w="876016" h="66230">
                <a:moveTo>
                  <a:pt x="0" y="0"/>
                </a:moveTo>
                <a:lnTo>
                  <a:pt x="876016" y="0"/>
                </a:lnTo>
                <a:lnTo>
                  <a:pt x="876016" y="66230"/>
                </a:lnTo>
                <a:lnTo>
                  <a:pt x="0" y="66230"/>
                </a:lnTo>
                <a:close/>
              </a:path>
            </a:pathLst>
          </a:cu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ath-131">
            <a:extLst xmlns:a="http://schemas.openxmlformats.org/drawingml/2006/main">
              <a:ext uri="{FF2B5EF4-FFF2-40B4-BE49-F238E27FC236}">
                <a16:creationId xmlns:a16="http://schemas.microsoft.com/office/drawing/2014/main" id="{5775868E-3799-4914-9721-F5E6C824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8709" y="1722314"/>
            <a:ext cx="876016" cy="66230"/>
          </a:xfrm>
          <a:custGeom xmlns:a="http://schemas.openxmlformats.org/drawingml/2006/main">
            <a:pathLst>
              <a:path w="876016" h="66230">
                <a:moveTo>
                  <a:pt x="0" y="0"/>
                </a:moveTo>
                <a:lnTo>
                  <a:pt x="876016" y="0"/>
                </a:lnTo>
                <a:lnTo>
                  <a:pt x="876016" y="66230"/>
                </a:lnTo>
                <a:lnTo>
                  <a:pt x="0" y="662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CAD5E2"/>
            </a:solidFill>
            <a:prstDash val="solid"/>
          </a:ln>
        </p:spPr>
      </p:sp>
      <p:sp>
        <p:nvSpPr>
          <p:cNvPr id="135" name="path-132">
            <a:extLst xmlns:a="http://schemas.openxmlformats.org/drawingml/2006/main">
              <a:ext uri="{FF2B5EF4-FFF2-40B4-BE49-F238E27FC236}">
                <a16:creationId xmlns:a16="http://schemas.microsoft.com/office/drawing/2014/main" id="{FE54DB06-34CC-4255-BF88-945C5EE6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7714" y="1676424"/>
            <a:ext cx="5093" cy="178330"/>
          </a:xfrm>
          <a:custGeom xmlns:a="http://schemas.openxmlformats.org/drawingml/2006/main">
            <a:pathLst>
              <a:path w="5093" h="178330">
                <a:moveTo>
                  <a:pt x="0" y="0"/>
                </a:moveTo>
                <a:lnTo>
                  <a:pt x="5093" y="178330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91A6BE"/>
            </a:solidFill>
            <a:prstDash val="solid"/>
          </a:ln>
        </p:spPr>
      </p:sp>
      <p:sp>
        <p:nvSpPr>
          <p:cNvPr id="136" name="path-133">
            <a:extLst xmlns:a="http://schemas.openxmlformats.org/drawingml/2006/main">
              <a:ext uri="{FF2B5EF4-FFF2-40B4-BE49-F238E27FC236}">
                <a16:creationId xmlns:a16="http://schemas.microsoft.com/office/drawing/2014/main" id="{8DB97627-0FAB-4336-A585-B86CF131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810" y="1676424"/>
            <a:ext cx="5093" cy="178330"/>
          </a:xfrm>
          <a:custGeom xmlns:a="http://schemas.openxmlformats.org/drawingml/2006/main">
            <a:pathLst>
              <a:path w="5093" h="178330">
                <a:moveTo>
                  <a:pt x="0" y="0"/>
                </a:moveTo>
                <a:lnTo>
                  <a:pt x="5093" y="178330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91A6BE"/>
            </a:solidFill>
            <a:prstDash val="solid"/>
          </a:ln>
        </p:spPr>
      </p:sp>
      <p:sp>
        <p:nvSpPr>
          <p:cNvPr id="137" name="path-134">
            <a:extLst xmlns:a="http://schemas.openxmlformats.org/drawingml/2006/main">
              <a:ext uri="{FF2B5EF4-FFF2-40B4-BE49-F238E27FC236}">
                <a16:creationId xmlns:a16="http://schemas.microsoft.com/office/drawing/2014/main" id="{D8A1E689-6D27-4C1E-95CC-C440E713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5907" y="1676424"/>
            <a:ext cx="5093" cy="178330"/>
          </a:xfrm>
          <a:custGeom xmlns:a="http://schemas.openxmlformats.org/drawingml/2006/main">
            <a:pathLst>
              <a:path w="5093" h="178330">
                <a:moveTo>
                  <a:pt x="0" y="0"/>
                </a:moveTo>
                <a:lnTo>
                  <a:pt x="5093" y="178330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91A6BE"/>
            </a:solidFill>
            <a:prstDash val="solid"/>
          </a:ln>
        </p:spPr>
      </p:sp>
      <p:sp>
        <p:nvSpPr>
          <p:cNvPr id="138" name="path-135">
            <a:extLst xmlns:a="http://schemas.openxmlformats.org/drawingml/2006/main">
              <a:ext uri="{FF2B5EF4-FFF2-40B4-BE49-F238E27FC236}">
                <a16:creationId xmlns:a16="http://schemas.microsoft.com/office/drawing/2014/main" id="{E52162AE-5B72-4159-8328-2390E717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4045" y="1707025"/>
            <a:ext cx="213910" cy="101891"/>
          </a:xfrm>
          <a:custGeom xmlns:a="http://schemas.openxmlformats.org/drawingml/2006/main">
            <a:pathLst>
              <a:path w="213910" h="101891">
                <a:moveTo>
                  <a:pt x="0" y="0"/>
                </a:moveTo>
                <a:lnTo>
                  <a:pt x="213910" y="0"/>
                </a:lnTo>
                <a:lnTo>
                  <a:pt x="213910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85AF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ath-136">
            <a:extLst xmlns:a="http://schemas.openxmlformats.org/drawingml/2006/main">
              <a:ext uri="{FF2B5EF4-FFF2-40B4-BE49-F238E27FC236}">
                <a16:creationId xmlns:a16="http://schemas.microsoft.com/office/drawing/2014/main" id="{947AF24F-E225-4123-8F58-248C91FA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4045" y="1707025"/>
            <a:ext cx="213910" cy="101891"/>
          </a:xfrm>
          <a:custGeom xmlns:a="http://schemas.openxmlformats.org/drawingml/2006/main">
            <a:pathLst>
              <a:path w="213910" h="101891">
                <a:moveTo>
                  <a:pt x="0" y="0"/>
                </a:moveTo>
                <a:lnTo>
                  <a:pt x="213910" y="0"/>
                </a:lnTo>
                <a:lnTo>
                  <a:pt x="213910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85AF46"/>
            </a:solidFill>
            <a:prstDash val="solid"/>
          </a:ln>
        </p:spPr>
      </p:sp>
      <p:sp>
        <p:nvSpPr>
          <p:cNvPr id="140" name="text-137 …">
            <a:extLst xmlns:a="http://schemas.openxmlformats.org/drawingml/2006/main">
              <a:ext uri="{FF2B5EF4-FFF2-40B4-BE49-F238E27FC236}">
                <a16:creationId xmlns:a16="http://schemas.microsoft.com/office/drawing/2014/main" id="{9EB227F4-6464-48F8-B66A-0C5AFF64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1523" y="1201970"/>
            <a:ext cx="205056" cy="335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8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8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pPr>
            <a:r>
              <a:rPr sz="1888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rPr>
              <a:t>…</a:t>
            </a:r>
          </a:p>
        </p:txBody>
      </p:sp>
      <p:sp>
        <p:nvSpPr>
          <p:cNvPr id="141" name="path-138">
            <a:extLst xmlns:a="http://schemas.openxmlformats.org/drawingml/2006/main">
              <a:ext uri="{FF2B5EF4-FFF2-40B4-BE49-F238E27FC236}">
                <a16:creationId xmlns:a16="http://schemas.microsoft.com/office/drawing/2014/main" id="{575D26EC-9B31-4C26-A298-4FBBC76D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4029" y="2109481"/>
            <a:ext cx="977878" cy="5093"/>
          </a:xfrm>
          <a:custGeom xmlns:a="http://schemas.openxmlformats.org/drawingml/2006/main">
            <a:pathLst>
              <a:path w="977878" h="5093">
                <a:moveTo>
                  <a:pt x="0" y="0"/>
                </a:moveTo>
                <a:lnTo>
                  <a:pt x="977878" y="5093"/>
                </a:lnTo>
              </a:path>
            </a:pathLst>
          </a:custGeom>
          <a:noFill xmlns:a="http://schemas.openxmlformats.org/drawingml/2006/main"/>
          <a:ln xmlns:a="http://schemas.openxmlformats.org/drawingml/2006/main" w="23283">
            <a:solidFill>
              <a:srgbClr val="4D668A"/>
            </a:solidFill>
            <a:prstDash val="solid"/>
          </a:ln>
        </p:spPr>
      </p:sp>
      <p:sp>
        <p:nvSpPr>
          <p:cNvPr id="142" name="path-139">
            <a:extLst xmlns:a="http://schemas.openxmlformats.org/drawingml/2006/main">
              <a:ext uri="{FF2B5EF4-FFF2-40B4-BE49-F238E27FC236}">
                <a16:creationId xmlns:a16="http://schemas.microsoft.com/office/drawing/2014/main" id="{5712630A-0431-4B84-A333-4C7BEFAE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0085" y="2109481"/>
            <a:ext cx="657013" cy="5093"/>
          </a:xfrm>
          <a:custGeom xmlns:a="http://schemas.openxmlformats.org/drawingml/2006/main">
            <a:pathLst>
              <a:path w="657013" h="5093">
                <a:moveTo>
                  <a:pt x="0" y="0"/>
                </a:moveTo>
                <a:lnTo>
                  <a:pt x="657013" y="5093"/>
                </a:lnTo>
              </a:path>
            </a:pathLst>
          </a:custGeom>
          <a:noFill xmlns:a="http://schemas.openxmlformats.org/drawingml/2006/main"/>
          <a:ln xmlns:a="http://schemas.openxmlformats.org/drawingml/2006/main" w="23283">
            <a:solidFill>
              <a:srgbClr val="4D668A"/>
            </a:solidFill>
            <a:prstDash val="solid"/>
          </a:ln>
        </p:spPr>
      </p:sp>
      <p:sp>
        <p:nvSpPr>
          <p:cNvPr id="143" name="text-140 Video">
            <a:extLst xmlns:a="http://schemas.openxmlformats.org/drawingml/2006/main">
              <a:ext uri="{FF2B5EF4-FFF2-40B4-BE49-F238E27FC236}">
                <a16:creationId xmlns:a16="http://schemas.microsoft.com/office/drawing/2014/main" id="{53DB6B7A-D1C3-4DA2-BCD6-66101FD2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7314" y="1982919"/>
            <a:ext cx="451042" cy="227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2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2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282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144" name="text-141 and">
            <a:extLst xmlns:a="http://schemas.openxmlformats.org/drawingml/2006/main">
              <a:ext uri="{FF2B5EF4-FFF2-40B4-BE49-F238E27FC236}">
                <a16:creationId xmlns:a16="http://schemas.microsoft.com/office/drawing/2014/main" id="{AB6D7C4C-7533-4D16-B3C7-42673256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8710" y="1982840"/>
            <a:ext cx="293530" cy="22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2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2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282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145" name="text-142 memory">
            <a:extLst xmlns:a="http://schemas.openxmlformats.org/drawingml/2006/main">
              <a:ext uri="{FF2B5EF4-FFF2-40B4-BE49-F238E27FC236}">
                <a16:creationId xmlns:a16="http://schemas.microsoft.com/office/drawing/2014/main" id="{1E4F5E57-4C5B-4266-A1C2-05BA4202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20946" y="1983270"/>
            <a:ext cx="618479" cy="22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9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9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279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memory</a:t>
            </a:r>
          </a:p>
        </p:txBody>
      </p:sp>
      <p:sp>
        <p:nvSpPr>
          <p:cNvPr id="146" name="text-142 access">
            <a:extLst xmlns:a="http://schemas.openxmlformats.org/drawingml/2006/main">
              <a:ext uri="{FF2B5EF4-FFF2-40B4-BE49-F238E27FC236}">
                <a16:creationId xmlns:a16="http://schemas.microsoft.com/office/drawing/2014/main" id="{CDB32877-5F65-4E09-95FE-AB4C3454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2642" y="1982960"/>
            <a:ext cx="527219" cy="227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1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1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281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access</a:t>
            </a:r>
          </a:p>
        </p:txBody>
      </p:sp>
      <p:sp>
        <p:nvSpPr>
          <p:cNvPr id="147" name="text-143 Questioner">
            <a:extLst xmlns:a="http://schemas.openxmlformats.org/drawingml/2006/main">
              <a:ext uri="{FF2B5EF4-FFF2-40B4-BE49-F238E27FC236}">
                <a16:creationId xmlns:a16="http://schemas.microsoft.com/office/drawing/2014/main" id="{0E213161-4595-4D23-A634-2AFCBEFE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1940" y="2398761"/>
            <a:ext cx="1102209" cy="282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58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Questioner</a:t>
            </a:r>
          </a:p>
        </p:txBody>
      </p:sp>
      <p:sp>
        <p:nvSpPr>
          <p:cNvPr id="148" name="path-144">
            <a:extLst xmlns:a="http://schemas.openxmlformats.org/drawingml/2006/main">
              <a:ext uri="{FF2B5EF4-FFF2-40B4-BE49-F238E27FC236}">
                <a16:creationId xmlns:a16="http://schemas.microsoft.com/office/drawing/2014/main" id="{1F8E8D03-4D5D-494E-837F-E99B5131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502" y="2705517"/>
            <a:ext cx="1466818" cy="866113"/>
          </a:xfrm>
          <a:custGeom xmlns:a="http://schemas.openxmlformats.org/drawingml/2006/main">
            <a:pathLst>
              <a:path w="1466818" h="866113">
                <a:moveTo>
                  <a:pt x="0" y="62037"/>
                </a:moveTo>
                <a:cubicBezTo>
                  <a:pt x="0" y="27800"/>
                  <a:pt x="27730" y="0"/>
                  <a:pt x="61967" y="0"/>
                </a:cubicBezTo>
                <a:lnTo>
                  <a:pt x="1404852" y="0"/>
                </a:lnTo>
                <a:cubicBezTo>
                  <a:pt x="1439089" y="0"/>
                  <a:pt x="1466818" y="27800"/>
                  <a:pt x="1466818" y="62037"/>
                </a:cubicBezTo>
                <a:lnTo>
                  <a:pt x="1466818" y="804075"/>
                </a:lnTo>
                <a:cubicBezTo>
                  <a:pt x="1466818" y="838313"/>
                  <a:pt x="1439089" y="866113"/>
                  <a:pt x="1404852" y="866113"/>
                </a:cubicBezTo>
                <a:lnTo>
                  <a:pt x="61967" y="866113"/>
                </a:lnTo>
                <a:cubicBezTo>
                  <a:pt x="27730" y="866113"/>
                  <a:pt x="0" y="838313"/>
                  <a:pt x="0" y="804075"/>
                </a:cubicBezTo>
                <a:lnTo>
                  <a:pt x="0" y="6203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ath-145">
            <a:extLst xmlns:a="http://schemas.openxmlformats.org/drawingml/2006/main">
              <a:ext uri="{FF2B5EF4-FFF2-40B4-BE49-F238E27FC236}">
                <a16:creationId xmlns:a16="http://schemas.microsoft.com/office/drawing/2014/main" id="{BEF61DC4-7B6E-406F-BAD2-961183EA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502" y="2705517"/>
            <a:ext cx="1466818" cy="866113"/>
          </a:xfrm>
          <a:custGeom xmlns:a="http://schemas.openxmlformats.org/drawingml/2006/main">
            <a:pathLst>
              <a:path w="1466818" h="866113">
                <a:moveTo>
                  <a:pt x="0" y="62037"/>
                </a:moveTo>
                <a:cubicBezTo>
                  <a:pt x="0" y="27800"/>
                  <a:pt x="27730" y="0"/>
                  <a:pt x="61967" y="0"/>
                </a:cubicBezTo>
                <a:lnTo>
                  <a:pt x="1404852" y="0"/>
                </a:lnTo>
                <a:cubicBezTo>
                  <a:pt x="1439089" y="0"/>
                  <a:pt x="1466818" y="27800"/>
                  <a:pt x="1466818" y="62037"/>
                </a:cubicBezTo>
                <a:lnTo>
                  <a:pt x="1466818" y="804075"/>
                </a:lnTo>
                <a:cubicBezTo>
                  <a:pt x="1466818" y="838313"/>
                  <a:pt x="1439089" y="866113"/>
                  <a:pt x="1404852" y="866113"/>
                </a:cubicBezTo>
                <a:lnTo>
                  <a:pt x="61967" y="866113"/>
                </a:lnTo>
                <a:cubicBezTo>
                  <a:pt x="27730" y="866113"/>
                  <a:pt x="0" y="838313"/>
                  <a:pt x="0" y="804075"/>
                </a:cubicBezTo>
                <a:lnTo>
                  <a:pt x="0" y="62037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150" name="path-146">
            <a:extLst xmlns:a="http://schemas.openxmlformats.org/drawingml/2006/main">
              <a:ext uri="{FF2B5EF4-FFF2-40B4-BE49-F238E27FC236}">
                <a16:creationId xmlns:a16="http://schemas.microsoft.com/office/drawing/2014/main" id="{2D6BA8A3-199A-4CBD-8F28-26A7B33F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0806" y="2771798"/>
            <a:ext cx="1451538" cy="896601"/>
          </a:xfrm>
          <a:custGeom xmlns:a="http://schemas.openxmlformats.org/drawingml/2006/main">
            <a:pathLst>
              <a:path w="1451538" h="896601">
                <a:moveTo>
                  <a:pt x="0" y="64159"/>
                </a:moveTo>
                <a:cubicBezTo>
                  <a:pt x="0" y="28719"/>
                  <a:pt x="28719" y="0"/>
                  <a:pt x="64158" y="0"/>
                </a:cubicBezTo>
                <a:lnTo>
                  <a:pt x="1387379" y="0"/>
                </a:lnTo>
                <a:cubicBezTo>
                  <a:pt x="1422819" y="0"/>
                  <a:pt x="1451538" y="28719"/>
                  <a:pt x="1451538" y="64159"/>
                </a:cubicBezTo>
                <a:lnTo>
                  <a:pt x="1451538" y="832442"/>
                </a:lnTo>
                <a:cubicBezTo>
                  <a:pt x="1451538" y="867881"/>
                  <a:pt x="1422819" y="896601"/>
                  <a:pt x="1387379" y="896601"/>
                </a:cubicBezTo>
                <a:lnTo>
                  <a:pt x="64158" y="896601"/>
                </a:lnTo>
                <a:cubicBezTo>
                  <a:pt x="28719" y="896601"/>
                  <a:pt x="0" y="867881"/>
                  <a:pt x="0" y="832442"/>
                </a:cubicBezTo>
                <a:lnTo>
                  <a:pt x="0" y="6415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47">
            <a:extLst xmlns:a="http://schemas.openxmlformats.org/drawingml/2006/main">
              <a:ext uri="{FF2B5EF4-FFF2-40B4-BE49-F238E27FC236}">
                <a16:creationId xmlns:a16="http://schemas.microsoft.com/office/drawing/2014/main" id="{DA7DB6A3-036F-4DE2-9EB8-6B067BB7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0806" y="2771798"/>
            <a:ext cx="1451538" cy="896601"/>
          </a:xfrm>
          <a:custGeom xmlns:a="http://schemas.openxmlformats.org/drawingml/2006/main">
            <a:pathLst>
              <a:path w="1451538" h="896601">
                <a:moveTo>
                  <a:pt x="0" y="64159"/>
                </a:moveTo>
                <a:cubicBezTo>
                  <a:pt x="0" y="28719"/>
                  <a:pt x="28719" y="0"/>
                  <a:pt x="64158" y="0"/>
                </a:cubicBezTo>
                <a:lnTo>
                  <a:pt x="1387379" y="0"/>
                </a:lnTo>
                <a:cubicBezTo>
                  <a:pt x="1422819" y="0"/>
                  <a:pt x="1451538" y="28719"/>
                  <a:pt x="1451538" y="64159"/>
                </a:cubicBezTo>
                <a:lnTo>
                  <a:pt x="1451538" y="832442"/>
                </a:lnTo>
                <a:cubicBezTo>
                  <a:pt x="1451538" y="867881"/>
                  <a:pt x="1422819" y="896601"/>
                  <a:pt x="1387379" y="896601"/>
                </a:cubicBezTo>
                <a:lnTo>
                  <a:pt x="64158" y="896601"/>
                </a:lnTo>
                <a:cubicBezTo>
                  <a:pt x="28719" y="896601"/>
                  <a:pt x="0" y="867881"/>
                  <a:pt x="0" y="832442"/>
                </a:cubicBezTo>
                <a:lnTo>
                  <a:pt x="0" y="64159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152" name="path-148">
            <a:extLst xmlns:a="http://schemas.openxmlformats.org/drawingml/2006/main">
              <a:ext uri="{FF2B5EF4-FFF2-40B4-BE49-F238E27FC236}">
                <a16:creationId xmlns:a16="http://schemas.microsoft.com/office/drawing/2014/main" id="{98580FC2-BE25-4370-AEA8-E9B1FBDE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016" y="2848195"/>
            <a:ext cx="1451539" cy="932323"/>
          </a:xfrm>
          <a:custGeom xmlns:a="http://schemas.openxmlformats.org/drawingml/2006/main">
            <a:pathLst>
              <a:path w="1451539" h="932323">
                <a:moveTo>
                  <a:pt x="0" y="66776"/>
                </a:moveTo>
                <a:cubicBezTo>
                  <a:pt x="0" y="29851"/>
                  <a:pt x="29852" y="0"/>
                  <a:pt x="66706" y="0"/>
                </a:cubicBezTo>
                <a:lnTo>
                  <a:pt x="1384834" y="0"/>
                </a:lnTo>
                <a:cubicBezTo>
                  <a:pt x="1421687" y="0"/>
                  <a:pt x="1451539" y="29851"/>
                  <a:pt x="1451539" y="66776"/>
                </a:cubicBezTo>
                <a:lnTo>
                  <a:pt x="1451539" y="865547"/>
                </a:lnTo>
                <a:cubicBezTo>
                  <a:pt x="1451539" y="902402"/>
                  <a:pt x="1421687" y="932323"/>
                  <a:pt x="1384834" y="932323"/>
                </a:cubicBezTo>
                <a:lnTo>
                  <a:pt x="66706" y="932323"/>
                </a:lnTo>
                <a:cubicBezTo>
                  <a:pt x="29852" y="932323"/>
                  <a:pt x="0" y="902402"/>
                  <a:pt x="0" y="865547"/>
                </a:cubicBezTo>
                <a:lnTo>
                  <a:pt x="0" y="667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ath-149">
            <a:extLst xmlns:a="http://schemas.openxmlformats.org/drawingml/2006/main">
              <a:ext uri="{FF2B5EF4-FFF2-40B4-BE49-F238E27FC236}">
                <a16:creationId xmlns:a16="http://schemas.microsoft.com/office/drawing/2014/main" id="{C1CADE7A-E38C-4257-B311-D1BCB665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016" y="2848195"/>
            <a:ext cx="1451539" cy="932323"/>
          </a:xfrm>
          <a:custGeom xmlns:a="http://schemas.openxmlformats.org/drawingml/2006/main">
            <a:pathLst>
              <a:path w="1451539" h="932323">
                <a:moveTo>
                  <a:pt x="0" y="66776"/>
                </a:moveTo>
                <a:cubicBezTo>
                  <a:pt x="0" y="29851"/>
                  <a:pt x="29852" y="0"/>
                  <a:pt x="66706" y="0"/>
                </a:cubicBezTo>
                <a:lnTo>
                  <a:pt x="1384834" y="0"/>
                </a:lnTo>
                <a:cubicBezTo>
                  <a:pt x="1421687" y="0"/>
                  <a:pt x="1451539" y="29851"/>
                  <a:pt x="1451539" y="66776"/>
                </a:cubicBezTo>
                <a:lnTo>
                  <a:pt x="1451539" y="865547"/>
                </a:lnTo>
                <a:cubicBezTo>
                  <a:pt x="1451539" y="902402"/>
                  <a:pt x="1421687" y="932323"/>
                  <a:pt x="1384834" y="932323"/>
                </a:cubicBezTo>
                <a:lnTo>
                  <a:pt x="66706" y="932323"/>
                </a:lnTo>
                <a:cubicBezTo>
                  <a:pt x="29852" y="932323"/>
                  <a:pt x="0" y="902402"/>
                  <a:pt x="0" y="865547"/>
                </a:cubicBezTo>
                <a:lnTo>
                  <a:pt x="0" y="66776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154" name="path-150">
            <a:extLst xmlns:a="http://schemas.openxmlformats.org/drawingml/2006/main">
              <a:ext uri="{FF2B5EF4-FFF2-40B4-BE49-F238E27FC236}">
                <a16:creationId xmlns:a16="http://schemas.microsoft.com/office/drawing/2014/main" id="{D7761F43-0EEF-44C0-8579-90EE288C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122" y="2876179"/>
            <a:ext cx="336146" cy="341338"/>
          </a:xfrm>
          <a:custGeom xmlns:a="http://schemas.openxmlformats.org/drawingml/2006/main">
            <a:pathLst>
              <a:path w="336146" h="341338">
                <a:moveTo>
                  <a:pt x="0" y="0"/>
                </a:moveTo>
                <a:lnTo>
                  <a:pt x="336146" y="0"/>
                </a:lnTo>
                <a:lnTo>
                  <a:pt x="336146" y="341338"/>
                </a:lnTo>
                <a:lnTo>
                  <a:pt x="0" y="341338"/>
                </a:lnTo>
                <a:close/>
              </a:path>
            </a:pathLst>
          </a:cu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text-151 Q">
            <a:extLst xmlns:a="http://schemas.openxmlformats.org/drawingml/2006/main">
              <a:ext uri="{FF2B5EF4-FFF2-40B4-BE49-F238E27FC236}">
                <a16:creationId xmlns:a16="http://schemas.microsoft.com/office/drawing/2014/main" id="{2E997A62-F429-4836-9282-CF089306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9833" y="2855317"/>
            <a:ext cx="296329" cy="392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9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09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pPr>
            <a:r>
              <a:rPr sz="2209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pic>
        <p:nvPic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CD05E866-D837-4C48-AA03-B1A7679448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772a2cd044a53"/>
          <a:stretch xmlns:a="http://schemas.openxmlformats.org/drawingml/2006/main"/>
        </p:blipFill>
        <p:spPr>
          <a:xfrm xmlns:a="http://schemas.openxmlformats.org/drawingml/2006/main">
            <a:off x="10059532" y="3391749"/>
            <a:ext cx="323850" cy="352425"/>
          </a:xfrm>
          <a:prstGeom xmlns:a="http://schemas.openxmlformats.org/drawingml/2006/main" prst="rect">
            <a:avLst/>
          </a:prstGeom>
        </p:spPr>
      </p:pic>
      <p:sp>
        <p:nvSpPr>
          <p:cNvPr id="157" name="path-153">
            <a:extLst xmlns:a="http://schemas.openxmlformats.org/drawingml/2006/main">
              <a:ext uri="{FF2B5EF4-FFF2-40B4-BE49-F238E27FC236}">
                <a16:creationId xmlns:a16="http://schemas.microsoft.com/office/drawing/2014/main" id="{55B45EE2-79A3-4B30-9759-9050C9F0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4134" y="2308183"/>
            <a:ext cx="3524438" cy="1854390"/>
          </a:xfrm>
          <a:custGeom xmlns:a="http://schemas.openxmlformats.org/drawingml/2006/main">
            <a:pathLst>
              <a:path w="3524438" h="1854390">
                <a:moveTo>
                  <a:pt x="0" y="68050"/>
                </a:moveTo>
                <a:cubicBezTo>
                  <a:pt x="0" y="30488"/>
                  <a:pt x="30489" y="0"/>
                  <a:pt x="68050" y="0"/>
                </a:cubicBezTo>
                <a:lnTo>
                  <a:pt x="3456388" y="0"/>
                </a:lnTo>
                <a:cubicBezTo>
                  <a:pt x="3493950" y="0"/>
                  <a:pt x="3524438" y="30488"/>
                  <a:pt x="3524438" y="68050"/>
                </a:cubicBezTo>
                <a:lnTo>
                  <a:pt x="3524438" y="1786340"/>
                </a:lnTo>
                <a:cubicBezTo>
                  <a:pt x="3524438" y="1823902"/>
                  <a:pt x="3493950" y="1854390"/>
                  <a:pt x="3456388" y="1854390"/>
                </a:cubicBezTo>
                <a:lnTo>
                  <a:pt x="68050" y="1854390"/>
                </a:lnTo>
                <a:cubicBezTo>
                  <a:pt x="30489" y="1854390"/>
                  <a:pt x="0" y="1823902"/>
                  <a:pt x="0" y="1786340"/>
                </a:cubicBezTo>
                <a:lnTo>
                  <a:pt x="0" y="68050"/>
                </a:lnTo>
              </a:path>
            </a:pathLst>
          </a:custGeom>
          <a:noFill xmlns:a="http://schemas.openxmlformats.org/drawingml/2006/main"/>
          <a:ln xmlns:a="http://schemas.openxmlformats.org/drawingml/2006/main" w="14152">
            <a:solidFill>
              <a:srgbClr val="548235"/>
            </a:solidFill>
            <a:prstDash val="dash"/>
          </a:ln>
        </p:spPr>
      </p:sp>
      <p:sp>
        <p:nvSpPr>
          <p:cNvPr id="158" name="text-154 Solver">
            <a:extLst xmlns:a="http://schemas.openxmlformats.org/drawingml/2006/main">
              <a:ext uri="{FF2B5EF4-FFF2-40B4-BE49-F238E27FC236}">
                <a16:creationId xmlns:a16="http://schemas.microsoft.com/office/drawing/2014/main" id="{A7D53336-85EB-4585-995A-14965205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2575" y="2335418"/>
            <a:ext cx="622636" cy="272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3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3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533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159" name="text-154 harness">
            <a:extLst xmlns:a="http://schemas.openxmlformats.org/drawingml/2006/main">
              <a:ext uri="{FF2B5EF4-FFF2-40B4-BE49-F238E27FC236}">
                <a16:creationId xmlns:a16="http://schemas.microsoft.com/office/drawing/2014/main" id="{955B5DFF-E4D8-466A-A324-2003678A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0534" y="2334831"/>
            <a:ext cx="751555" cy="273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53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160" name="path-155">
            <a:extLst xmlns:a="http://schemas.openxmlformats.org/drawingml/2006/main">
              <a:ext uri="{FF2B5EF4-FFF2-40B4-BE49-F238E27FC236}">
                <a16:creationId xmlns:a16="http://schemas.microsoft.com/office/drawing/2014/main" id="{70A8BAE6-2D3A-4B35-A8EE-823DA0C1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008" y="2575642"/>
            <a:ext cx="1028810" cy="718341"/>
          </a:xfrm>
          <a:custGeom xmlns:a="http://schemas.openxmlformats.org/drawingml/2006/main">
            <a:pathLst>
              <a:path w="1028810" h="718341">
                <a:moveTo>
                  <a:pt x="0" y="47111"/>
                </a:moveTo>
                <a:cubicBezTo>
                  <a:pt x="0" y="21080"/>
                  <a:pt x="21081" y="0"/>
                  <a:pt x="47112" y="0"/>
                </a:cubicBezTo>
                <a:lnTo>
                  <a:pt x="981698" y="0"/>
                </a:lnTo>
                <a:cubicBezTo>
                  <a:pt x="1007730" y="0"/>
                  <a:pt x="1028810" y="21080"/>
                  <a:pt x="1028810" y="47111"/>
                </a:cubicBezTo>
                <a:lnTo>
                  <a:pt x="1028810" y="671231"/>
                </a:lnTo>
                <a:cubicBezTo>
                  <a:pt x="1028810" y="697262"/>
                  <a:pt x="1007730" y="718341"/>
                  <a:pt x="981698" y="718341"/>
                </a:cubicBezTo>
                <a:lnTo>
                  <a:pt x="47112" y="718341"/>
                </a:lnTo>
                <a:cubicBezTo>
                  <a:pt x="21081" y="718341"/>
                  <a:pt x="0" y="697262"/>
                  <a:pt x="0" y="671231"/>
                </a:cubicBezTo>
                <a:lnTo>
                  <a:pt x="0" y="471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ath-156">
            <a:extLst xmlns:a="http://schemas.openxmlformats.org/drawingml/2006/main">
              <a:ext uri="{FF2B5EF4-FFF2-40B4-BE49-F238E27FC236}">
                <a16:creationId xmlns:a16="http://schemas.microsoft.com/office/drawing/2014/main" id="{B9D8E104-5695-4524-BDC4-511FDB84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008" y="2575642"/>
            <a:ext cx="1028810" cy="718341"/>
          </a:xfrm>
          <a:custGeom xmlns:a="http://schemas.openxmlformats.org/drawingml/2006/main">
            <a:pathLst>
              <a:path w="1028810" h="718341">
                <a:moveTo>
                  <a:pt x="0" y="47111"/>
                </a:moveTo>
                <a:cubicBezTo>
                  <a:pt x="0" y="21080"/>
                  <a:pt x="21081" y="0"/>
                  <a:pt x="47112" y="0"/>
                </a:cubicBezTo>
                <a:lnTo>
                  <a:pt x="981698" y="0"/>
                </a:lnTo>
                <a:cubicBezTo>
                  <a:pt x="1007730" y="0"/>
                  <a:pt x="1028810" y="21080"/>
                  <a:pt x="1028810" y="47111"/>
                </a:cubicBezTo>
                <a:lnTo>
                  <a:pt x="1028810" y="671231"/>
                </a:lnTo>
                <a:cubicBezTo>
                  <a:pt x="1028810" y="697262"/>
                  <a:pt x="1007730" y="718341"/>
                  <a:pt x="981698" y="718341"/>
                </a:cubicBezTo>
                <a:lnTo>
                  <a:pt x="47112" y="718341"/>
                </a:lnTo>
                <a:cubicBezTo>
                  <a:pt x="21081" y="718341"/>
                  <a:pt x="0" y="697262"/>
                  <a:pt x="0" y="671231"/>
                </a:cubicBezTo>
                <a:lnTo>
                  <a:pt x="0" y="47111"/>
                </a:lnTo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C1D6E2"/>
            </a:solidFill>
            <a:prstDash val="solid"/>
          </a:ln>
        </p:spPr>
      </p:sp>
      <p:sp>
        <p:nvSpPr>
          <p:cNvPr id="162" name="text-157 Skills">
            <a:extLst xmlns:a="http://schemas.openxmlformats.org/drawingml/2006/main">
              <a:ext uri="{FF2B5EF4-FFF2-40B4-BE49-F238E27FC236}">
                <a16:creationId xmlns:a16="http://schemas.microsoft.com/office/drawing/2014/main" id="{D7A94943-1822-4427-9398-090BD0EC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9100" y="2584369"/>
            <a:ext cx="376774" cy="19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08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Skills</a:t>
            </a:r>
          </a:p>
        </p:txBody>
      </p:sp>
      <p:sp>
        <p:nvSpPr>
          <p:cNvPr id="163" name="path-158">
            <a:extLst xmlns:a="http://schemas.openxmlformats.org/drawingml/2006/main">
              <a:ext uri="{FF2B5EF4-FFF2-40B4-BE49-F238E27FC236}">
                <a16:creationId xmlns:a16="http://schemas.microsoft.com/office/drawing/2014/main" id="{382F5785-C7CF-41BD-B74E-031A23A4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9514" y="2575642"/>
            <a:ext cx="1028811" cy="718341"/>
          </a:xfrm>
          <a:custGeom xmlns:a="http://schemas.openxmlformats.org/drawingml/2006/main">
            <a:pathLst>
              <a:path w="1028811" h="718341">
                <a:moveTo>
                  <a:pt x="0" y="47111"/>
                </a:moveTo>
                <a:cubicBezTo>
                  <a:pt x="0" y="21080"/>
                  <a:pt x="21080" y="0"/>
                  <a:pt x="47112" y="0"/>
                </a:cubicBezTo>
                <a:lnTo>
                  <a:pt x="981698" y="0"/>
                </a:lnTo>
                <a:cubicBezTo>
                  <a:pt x="1007731" y="0"/>
                  <a:pt x="1028811" y="21080"/>
                  <a:pt x="1028811" y="47111"/>
                </a:cubicBezTo>
                <a:lnTo>
                  <a:pt x="1028811" y="671231"/>
                </a:lnTo>
                <a:cubicBezTo>
                  <a:pt x="1028811" y="697262"/>
                  <a:pt x="1007731" y="718341"/>
                  <a:pt x="981698" y="718341"/>
                </a:cubicBezTo>
                <a:lnTo>
                  <a:pt x="47112" y="718341"/>
                </a:lnTo>
                <a:cubicBezTo>
                  <a:pt x="21080" y="718341"/>
                  <a:pt x="0" y="697262"/>
                  <a:pt x="0" y="671231"/>
                </a:cubicBezTo>
                <a:lnTo>
                  <a:pt x="0" y="471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ath-159">
            <a:extLst xmlns:a="http://schemas.openxmlformats.org/drawingml/2006/main">
              <a:ext uri="{FF2B5EF4-FFF2-40B4-BE49-F238E27FC236}">
                <a16:creationId xmlns:a16="http://schemas.microsoft.com/office/drawing/2014/main" id="{16F4947A-735C-4162-8F6B-3AE4E128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9514" y="2575642"/>
            <a:ext cx="1028811" cy="718341"/>
          </a:xfrm>
          <a:custGeom xmlns:a="http://schemas.openxmlformats.org/drawingml/2006/main">
            <a:pathLst>
              <a:path w="1028811" h="718341">
                <a:moveTo>
                  <a:pt x="0" y="47111"/>
                </a:moveTo>
                <a:cubicBezTo>
                  <a:pt x="0" y="21080"/>
                  <a:pt x="21080" y="0"/>
                  <a:pt x="47112" y="0"/>
                </a:cubicBezTo>
                <a:lnTo>
                  <a:pt x="981698" y="0"/>
                </a:lnTo>
                <a:cubicBezTo>
                  <a:pt x="1007731" y="0"/>
                  <a:pt x="1028811" y="21080"/>
                  <a:pt x="1028811" y="47111"/>
                </a:cubicBezTo>
                <a:lnTo>
                  <a:pt x="1028811" y="671231"/>
                </a:lnTo>
                <a:cubicBezTo>
                  <a:pt x="1028811" y="697262"/>
                  <a:pt x="1007731" y="718341"/>
                  <a:pt x="981698" y="718341"/>
                </a:cubicBezTo>
                <a:lnTo>
                  <a:pt x="47112" y="718341"/>
                </a:lnTo>
                <a:cubicBezTo>
                  <a:pt x="21080" y="718341"/>
                  <a:pt x="0" y="697262"/>
                  <a:pt x="0" y="671231"/>
                </a:cubicBezTo>
                <a:lnTo>
                  <a:pt x="0" y="47111"/>
                </a:lnTo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C1D6E2"/>
            </a:solidFill>
            <a:prstDash val="solid"/>
          </a:ln>
        </p:spPr>
      </p:sp>
      <p:sp>
        <p:nvSpPr>
          <p:cNvPr id="165" name="text-160 Strategy">
            <a:extLst xmlns:a="http://schemas.openxmlformats.org/drawingml/2006/main">
              <a:ext uri="{FF2B5EF4-FFF2-40B4-BE49-F238E27FC236}">
                <a16:creationId xmlns:a16="http://schemas.microsoft.com/office/drawing/2014/main" id="{C8DD9AF2-A86B-4DBC-941A-0665E908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07095" y="2590598"/>
            <a:ext cx="590630" cy="18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03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Strategy</a:t>
            </a:r>
          </a:p>
        </p:txBody>
      </p:sp>
      <p:sp>
        <p:nvSpPr>
          <p:cNvPr id="166" name="text-160 code">
            <a:extLst xmlns:a="http://schemas.openxmlformats.org/drawingml/2006/main">
              <a:ext uri="{FF2B5EF4-FFF2-40B4-BE49-F238E27FC236}">
                <a16:creationId xmlns:a16="http://schemas.microsoft.com/office/drawing/2014/main" id="{A68E7A8B-F18A-4551-9B61-4629FF3A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3090" y="2590312"/>
            <a:ext cx="311609" cy="18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03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code</a:t>
            </a:r>
          </a:p>
        </p:txBody>
      </p:sp>
      <p:sp>
        <p:nvSpPr>
          <p:cNvPr id="167" name="path-161">
            <a:extLst xmlns:a="http://schemas.openxmlformats.org/drawingml/2006/main">
              <a:ext uri="{FF2B5EF4-FFF2-40B4-BE49-F238E27FC236}">
                <a16:creationId xmlns:a16="http://schemas.microsoft.com/office/drawing/2014/main" id="{6BD88E51-E3C7-4806-BA69-0693D94A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3551" y="2776891"/>
            <a:ext cx="870922" cy="463615"/>
          </a:xfrm>
          <a:custGeom xmlns:a="http://schemas.openxmlformats.org/drawingml/2006/main">
            <a:pathLst>
              <a:path w="870922" h="463615">
                <a:moveTo>
                  <a:pt x="0" y="35157"/>
                </a:moveTo>
                <a:cubicBezTo>
                  <a:pt x="0" y="15704"/>
                  <a:pt x="15774" y="0"/>
                  <a:pt x="35157" y="0"/>
                </a:cubicBezTo>
                <a:lnTo>
                  <a:pt x="835695" y="0"/>
                </a:lnTo>
                <a:cubicBezTo>
                  <a:pt x="855148" y="0"/>
                  <a:pt x="870922" y="15704"/>
                  <a:pt x="870922" y="35157"/>
                </a:cubicBezTo>
                <a:lnTo>
                  <a:pt x="870922" y="428387"/>
                </a:lnTo>
                <a:cubicBezTo>
                  <a:pt x="870922" y="447840"/>
                  <a:pt x="855148" y="463615"/>
                  <a:pt x="835695" y="463615"/>
                </a:cubicBezTo>
                <a:lnTo>
                  <a:pt x="35157" y="463615"/>
                </a:lnTo>
                <a:cubicBezTo>
                  <a:pt x="15774" y="463615"/>
                  <a:pt x="0" y="447840"/>
                  <a:pt x="0" y="428387"/>
                </a:cubicBezTo>
                <a:lnTo>
                  <a:pt x="0" y="3515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62">
            <a:extLst xmlns:a="http://schemas.openxmlformats.org/drawingml/2006/main">
              <a:ext uri="{FF2B5EF4-FFF2-40B4-BE49-F238E27FC236}">
                <a16:creationId xmlns:a16="http://schemas.microsoft.com/office/drawing/2014/main" id="{8835DC3B-FC4A-42B9-A841-A3460553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3551" y="2776891"/>
            <a:ext cx="870922" cy="463615"/>
          </a:xfrm>
          <a:custGeom xmlns:a="http://schemas.openxmlformats.org/drawingml/2006/main">
            <a:pathLst>
              <a:path w="870922" h="463615">
                <a:moveTo>
                  <a:pt x="0" y="35157"/>
                </a:moveTo>
                <a:cubicBezTo>
                  <a:pt x="0" y="15704"/>
                  <a:pt x="15774" y="0"/>
                  <a:pt x="35157" y="0"/>
                </a:cubicBezTo>
                <a:lnTo>
                  <a:pt x="835695" y="0"/>
                </a:lnTo>
                <a:cubicBezTo>
                  <a:pt x="855148" y="0"/>
                  <a:pt x="870922" y="15704"/>
                  <a:pt x="870922" y="35157"/>
                </a:cubicBezTo>
                <a:lnTo>
                  <a:pt x="870922" y="428387"/>
                </a:lnTo>
                <a:cubicBezTo>
                  <a:pt x="870922" y="447840"/>
                  <a:pt x="855148" y="463615"/>
                  <a:pt x="835695" y="463615"/>
                </a:cubicBezTo>
                <a:lnTo>
                  <a:pt x="35157" y="463615"/>
                </a:lnTo>
                <a:cubicBezTo>
                  <a:pt x="15774" y="463615"/>
                  <a:pt x="0" y="447840"/>
                  <a:pt x="0" y="428387"/>
                </a:cubicBezTo>
                <a:lnTo>
                  <a:pt x="0" y="35157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5D79BB"/>
            </a:solidFill>
            <a:prstDash val="solid"/>
          </a:ln>
        </p:spPr>
      </p:sp>
      <p:sp>
        <p:nvSpPr>
          <p:cNvPr id="169" name="text-163 def">
            <a:extLst xmlns:a="http://schemas.openxmlformats.org/drawingml/2006/main">
              <a:ext uri="{FF2B5EF4-FFF2-40B4-BE49-F238E27FC236}">
                <a16:creationId xmlns:a16="http://schemas.microsoft.com/office/drawing/2014/main" id="{88BAA739-4467-4EE2-B639-D5F8505B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3388" y="2820881"/>
            <a:ext cx="226857" cy="17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4" b="1" i="0">
                <a:solidFill>
                  <a:srgbClr val="A154E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4" b="1" i="0">
                <a:solidFill>
                  <a:srgbClr val="A154E7"/>
                </a:solidFill>
                <a:latin typeface="Comic Sans MS"/>
                <a:ea typeface="Comic Sans MS"/>
                <a:cs typeface="Comic Sans MS"/>
              </a:defRPr>
            </a:pPr>
            <a:r>
              <a:rPr sz="974" b="1" i="0">
                <a:solidFill>
                  <a:srgbClr val="A154E7"/>
                </a:solidFill>
                <a:latin typeface="Comic Sans MS"/>
                <a:ea typeface="Comic Sans MS"/>
                <a:cs typeface="Comic Sans MS"/>
              </a:rPr>
              <a:t>def</a:t>
            </a:r>
          </a:p>
        </p:txBody>
      </p:sp>
      <p:sp>
        <p:nvSpPr>
          <p:cNvPr id="170" name="text-164 plan():">
            <a:extLst xmlns:a="http://schemas.openxmlformats.org/drawingml/2006/main">
              <a:ext uri="{FF2B5EF4-FFF2-40B4-BE49-F238E27FC236}">
                <a16:creationId xmlns:a16="http://schemas.microsoft.com/office/drawing/2014/main" id="{6008532D-02C5-4E12-81A3-8D013F95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64674" y="2820642"/>
            <a:ext cx="400638" cy="173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6" b="1" i="0">
                <a:solidFill>
                  <a:srgbClr val="285ED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6" b="1" i="0">
                <a:solidFill>
                  <a:srgbClr val="285ED2"/>
                </a:solidFill>
                <a:latin typeface="Comic Sans MS"/>
                <a:ea typeface="Comic Sans MS"/>
                <a:cs typeface="Comic Sans MS"/>
              </a:defRPr>
            </a:pPr>
            <a:r>
              <a:rPr sz="976" b="1" i="0">
                <a:solidFill>
                  <a:srgbClr val="285ED2"/>
                </a:solidFill>
                <a:latin typeface="Comic Sans MS"/>
                <a:ea typeface="Comic Sans MS"/>
                <a:cs typeface="Comic Sans MS"/>
              </a:rPr>
              <a:t>plan():</a:t>
            </a:r>
          </a:p>
        </p:txBody>
      </p:sp>
      <p:sp>
        <p:nvSpPr>
          <p:cNvPr id="171" name="text-165 ...">
            <a:extLst xmlns:a="http://schemas.openxmlformats.org/drawingml/2006/main">
              <a:ext uri="{FF2B5EF4-FFF2-40B4-BE49-F238E27FC236}">
                <a16:creationId xmlns:a16="http://schemas.microsoft.com/office/drawing/2014/main" id="{83FA3F81-66C2-4DBB-B9C2-F031F4B7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2856" y="2926811"/>
            <a:ext cx="190414" cy="180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13" b="1" i="0">
                <a:solidFill>
                  <a:srgbClr val="35528D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35528D"/>
                </a:solidFill>
                <a:latin typeface="Comic Sans MS"/>
                <a:ea typeface="Comic Sans MS"/>
                <a:cs typeface="Comic Sans MS"/>
              </a:defRPr>
            </a:pPr>
            <a:r>
              <a:rPr sz="1013" b="1" i="0">
                <a:solidFill>
                  <a:srgbClr val="35528D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sp>
        <p:nvSpPr>
          <p:cNvPr id="172" name="text-166 ...">
            <a:extLst xmlns:a="http://schemas.openxmlformats.org/drawingml/2006/main">
              <a:ext uri="{FF2B5EF4-FFF2-40B4-BE49-F238E27FC236}">
                <a16:creationId xmlns:a16="http://schemas.microsoft.com/office/drawing/2014/main" id="{2C25CFDF-AD0C-42F0-B87E-1D9354DA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2149" y="3019542"/>
            <a:ext cx="190906" cy="180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16" b="1" i="0">
                <a:solidFill>
                  <a:srgbClr val="A154E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16" b="1" i="0">
                <a:solidFill>
                  <a:srgbClr val="A154E7"/>
                </a:solidFill>
                <a:latin typeface="Comic Sans MS"/>
                <a:ea typeface="Comic Sans MS"/>
                <a:cs typeface="Comic Sans MS"/>
              </a:defRPr>
            </a:pPr>
            <a:r>
              <a:rPr sz="1016" b="1" i="0">
                <a:solidFill>
                  <a:srgbClr val="A154E7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sp>
        <p:nvSpPr>
          <p:cNvPr id="173" name="path-167">
            <a:extLst xmlns:a="http://schemas.openxmlformats.org/drawingml/2006/main">
              <a:ext uri="{FF2B5EF4-FFF2-40B4-BE49-F238E27FC236}">
                <a16:creationId xmlns:a16="http://schemas.microsoft.com/office/drawing/2014/main" id="{7A577D1C-A937-41BE-BFB3-81A972AD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8915" y="3355101"/>
            <a:ext cx="1028810" cy="718342"/>
          </a:xfrm>
          <a:custGeom xmlns:a="http://schemas.openxmlformats.org/drawingml/2006/main">
            <a:pathLst>
              <a:path w="1028810" h="718342">
                <a:moveTo>
                  <a:pt x="0" y="49446"/>
                </a:moveTo>
                <a:cubicBezTo>
                  <a:pt x="0" y="22141"/>
                  <a:pt x="22141" y="0"/>
                  <a:pt x="49375" y="0"/>
                </a:cubicBezTo>
                <a:lnTo>
                  <a:pt x="979435" y="0"/>
                </a:lnTo>
                <a:cubicBezTo>
                  <a:pt x="1006669" y="0"/>
                  <a:pt x="1028810" y="22141"/>
                  <a:pt x="1028810" y="49446"/>
                </a:cubicBezTo>
                <a:lnTo>
                  <a:pt x="1028810" y="668896"/>
                </a:lnTo>
                <a:cubicBezTo>
                  <a:pt x="1028810" y="696201"/>
                  <a:pt x="1006669" y="718342"/>
                  <a:pt x="979435" y="718342"/>
                </a:cubicBezTo>
                <a:lnTo>
                  <a:pt x="49375" y="718342"/>
                </a:lnTo>
                <a:cubicBezTo>
                  <a:pt x="22141" y="718342"/>
                  <a:pt x="0" y="696201"/>
                  <a:pt x="0" y="668896"/>
                </a:cubicBezTo>
                <a:lnTo>
                  <a:pt x="0" y="4944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ath-168">
            <a:extLst xmlns:a="http://schemas.openxmlformats.org/drawingml/2006/main">
              <a:ext uri="{FF2B5EF4-FFF2-40B4-BE49-F238E27FC236}">
                <a16:creationId xmlns:a16="http://schemas.microsoft.com/office/drawing/2014/main" id="{FC864D0A-3A0A-4A5C-913D-0CB22F25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8915" y="3355101"/>
            <a:ext cx="1028810" cy="718342"/>
          </a:xfrm>
          <a:custGeom xmlns:a="http://schemas.openxmlformats.org/drawingml/2006/main">
            <a:pathLst>
              <a:path w="1028810" h="718342">
                <a:moveTo>
                  <a:pt x="0" y="49446"/>
                </a:moveTo>
                <a:cubicBezTo>
                  <a:pt x="0" y="22141"/>
                  <a:pt x="22141" y="0"/>
                  <a:pt x="49375" y="0"/>
                </a:cubicBezTo>
                <a:lnTo>
                  <a:pt x="979435" y="0"/>
                </a:lnTo>
                <a:cubicBezTo>
                  <a:pt x="1006669" y="0"/>
                  <a:pt x="1028810" y="22141"/>
                  <a:pt x="1028810" y="49446"/>
                </a:cubicBezTo>
                <a:lnTo>
                  <a:pt x="1028810" y="668896"/>
                </a:lnTo>
                <a:cubicBezTo>
                  <a:pt x="1028810" y="696201"/>
                  <a:pt x="1006669" y="718342"/>
                  <a:pt x="979435" y="718342"/>
                </a:cubicBezTo>
                <a:lnTo>
                  <a:pt x="49375" y="718342"/>
                </a:lnTo>
                <a:cubicBezTo>
                  <a:pt x="22141" y="718342"/>
                  <a:pt x="0" y="696201"/>
                  <a:pt x="0" y="668896"/>
                </a:cubicBezTo>
                <a:lnTo>
                  <a:pt x="0" y="49446"/>
                </a:lnTo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C1D6E2"/>
            </a:solidFill>
            <a:prstDash val="solid"/>
          </a:ln>
        </p:spPr>
      </p:sp>
      <p:sp>
        <p:nvSpPr>
          <p:cNvPr id="175" name="text-169 Hyperparameters">
            <a:extLst xmlns:a="http://schemas.openxmlformats.org/drawingml/2006/main">
              <a:ext uri="{FF2B5EF4-FFF2-40B4-BE49-F238E27FC236}">
                <a16:creationId xmlns:a16="http://schemas.microsoft.com/office/drawing/2014/main" id="{8E72DCE5-02A4-4334-9643-09569E6B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5249" y="3400464"/>
            <a:ext cx="965735" cy="158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89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Hyperparameters</a:t>
            </a:r>
          </a:p>
        </p:txBody>
      </p:sp>
      <p:sp>
        <p:nvSpPr>
          <p:cNvPr id="176" name="path-170">
            <a:extLst xmlns:a="http://schemas.openxmlformats.org/drawingml/2006/main">
              <a:ext uri="{FF2B5EF4-FFF2-40B4-BE49-F238E27FC236}">
                <a16:creationId xmlns:a16="http://schemas.microsoft.com/office/drawing/2014/main" id="{CDA95EA6-95E8-45FE-A2F0-49CB965B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3607273"/>
            <a:ext cx="651920" cy="30567"/>
          </a:xfrm>
          <a:custGeom xmlns:a="http://schemas.openxmlformats.org/drawingml/2006/main">
            <a:pathLst>
              <a:path w="651920" h="30567">
                <a:moveTo>
                  <a:pt x="0" y="0"/>
                </a:moveTo>
                <a:lnTo>
                  <a:pt x="651920" y="0"/>
                </a:lnTo>
                <a:lnTo>
                  <a:pt x="651920" y="30567"/>
                </a:lnTo>
                <a:lnTo>
                  <a:pt x="0" y="30567"/>
                </a:lnTo>
                <a:close/>
              </a:path>
            </a:pathLst>
          </a:custGeom>
          <a:solidFill xmlns:a="http://schemas.openxmlformats.org/drawingml/2006/main">
            <a:srgbClr val="A8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71">
            <a:extLst xmlns:a="http://schemas.openxmlformats.org/drawingml/2006/main">
              <a:ext uri="{FF2B5EF4-FFF2-40B4-BE49-F238E27FC236}">
                <a16:creationId xmlns:a16="http://schemas.microsoft.com/office/drawing/2014/main" id="{2E6F85CA-C492-4516-A82F-84944DE7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3607273"/>
            <a:ext cx="651920" cy="30567"/>
          </a:xfrm>
          <a:custGeom xmlns:a="http://schemas.openxmlformats.org/drawingml/2006/main">
            <a:pathLst>
              <a:path w="651920" h="30567">
                <a:moveTo>
                  <a:pt x="0" y="0"/>
                </a:moveTo>
                <a:lnTo>
                  <a:pt x="651920" y="0"/>
                </a:lnTo>
                <a:lnTo>
                  <a:pt x="651920" y="30567"/>
                </a:lnTo>
                <a:lnTo>
                  <a:pt x="0" y="305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A8B8C8"/>
            </a:solidFill>
            <a:prstDash val="solid"/>
          </a:ln>
        </p:spPr>
      </p:sp>
      <p:sp>
        <p:nvSpPr>
          <p:cNvPr id="178" name="path-172">
            <a:extLst xmlns:a="http://schemas.openxmlformats.org/drawingml/2006/main">
              <a:ext uri="{FF2B5EF4-FFF2-40B4-BE49-F238E27FC236}">
                <a16:creationId xmlns:a16="http://schemas.microsoft.com/office/drawing/2014/main" id="{43DD9B47-0905-4ED9-AEEF-9A7917AB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3607273"/>
            <a:ext cx="453287" cy="30567"/>
          </a:xfrm>
          <a:custGeom xmlns:a="http://schemas.openxmlformats.org/drawingml/2006/main">
            <a:pathLst>
              <a:path w="453287" h="30567">
                <a:moveTo>
                  <a:pt x="0" y="0"/>
                </a:moveTo>
                <a:lnTo>
                  <a:pt x="453287" y="0"/>
                </a:lnTo>
                <a:lnTo>
                  <a:pt x="453287" y="30567"/>
                </a:lnTo>
                <a:lnTo>
                  <a:pt x="0" y="30567"/>
                </a:lnTo>
                <a:close/>
              </a:path>
            </a:pathLst>
          </a:custGeom>
          <a:solidFill xmlns:a="http://schemas.openxmlformats.org/drawingml/2006/main">
            <a:srgbClr val="2D6F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ath-173">
            <a:extLst xmlns:a="http://schemas.openxmlformats.org/drawingml/2006/main">
              <a:ext uri="{FF2B5EF4-FFF2-40B4-BE49-F238E27FC236}">
                <a16:creationId xmlns:a16="http://schemas.microsoft.com/office/drawing/2014/main" id="{8A4708BB-D0E1-4C51-AFCB-4A1DD79A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3607273"/>
            <a:ext cx="453287" cy="30567"/>
          </a:xfrm>
          <a:custGeom xmlns:a="http://schemas.openxmlformats.org/drawingml/2006/main">
            <a:pathLst>
              <a:path w="453287" h="30567">
                <a:moveTo>
                  <a:pt x="0" y="0"/>
                </a:moveTo>
                <a:lnTo>
                  <a:pt x="453287" y="0"/>
                </a:lnTo>
                <a:lnTo>
                  <a:pt x="453287" y="30567"/>
                </a:lnTo>
                <a:lnTo>
                  <a:pt x="0" y="305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2D6FC5"/>
            </a:solidFill>
            <a:prstDash val="solid"/>
          </a:ln>
        </p:spPr>
      </p:sp>
      <p:sp>
        <p:nvSpPr>
          <p:cNvPr id="180" name="path-174">
            <a:extLst xmlns:a="http://schemas.openxmlformats.org/drawingml/2006/main">
              <a:ext uri="{FF2B5EF4-FFF2-40B4-BE49-F238E27FC236}">
                <a16:creationId xmlns:a16="http://schemas.microsoft.com/office/drawing/2014/main" id="{B9374238-80B2-41FD-86F4-C6B36C27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1891" y="3551257"/>
            <a:ext cx="117142" cy="117142"/>
          </a:xfrm>
          <a:custGeom xmlns:a="http://schemas.openxmlformats.org/drawingml/2006/main">
            <a:pathLst>
              <a:path w="117142" h="117142">
                <a:moveTo>
                  <a:pt x="0" y="58571"/>
                </a:moveTo>
                <a:cubicBezTo>
                  <a:pt x="0" y="26244"/>
                  <a:pt x="26244" y="0"/>
                  <a:pt x="58571" y="0"/>
                </a:cubicBezTo>
                <a:cubicBezTo>
                  <a:pt x="90898" y="0"/>
                  <a:pt x="117142" y="26244"/>
                  <a:pt x="117142" y="58571"/>
                </a:cubicBezTo>
                <a:cubicBezTo>
                  <a:pt x="117142" y="90898"/>
                  <a:pt x="90898" y="117142"/>
                  <a:pt x="58571" y="117142"/>
                </a:cubicBezTo>
                <a:cubicBezTo>
                  <a:pt x="26244" y="117142"/>
                  <a:pt x="0" y="90898"/>
                  <a:pt x="0" y="5857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ath-175">
            <a:extLst xmlns:a="http://schemas.openxmlformats.org/drawingml/2006/main">
              <a:ext uri="{FF2B5EF4-FFF2-40B4-BE49-F238E27FC236}">
                <a16:creationId xmlns:a16="http://schemas.microsoft.com/office/drawing/2014/main" id="{05FDEDEF-C739-4A8C-8F17-EE74FC49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1891" y="3551257"/>
            <a:ext cx="117142" cy="117142"/>
          </a:xfrm>
          <a:custGeom xmlns:a="http://schemas.openxmlformats.org/drawingml/2006/main">
            <a:pathLst>
              <a:path w="117142" h="117142">
                <a:moveTo>
                  <a:pt x="0" y="58571"/>
                </a:moveTo>
                <a:cubicBezTo>
                  <a:pt x="0" y="26244"/>
                  <a:pt x="26244" y="0"/>
                  <a:pt x="58571" y="0"/>
                </a:cubicBezTo>
                <a:cubicBezTo>
                  <a:pt x="90898" y="0"/>
                  <a:pt x="117142" y="26244"/>
                  <a:pt x="117142" y="58571"/>
                </a:cubicBezTo>
                <a:cubicBezTo>
                  <a:pt x="117142" y="90898"/>
                  <a:pt x="90898" y="117142"/>
                  <a:pt x="58571" y="117142"/>
                </a:cubicBezTo>
                <a:cubicBezTo>
                  <a:pt x="26244" y="117142"/>
                  <a:pt x="0" y="90898"/>
                  <a:pt x="0" y="58571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283">
            <a:solidFill>
              <a:srgbClr val="2D6FC5"/>
            </a:solidFill>
            <a:prstDash val="solid"/>
          </a:ln>
        </p:spPr>
      </p:sp>
      <p:sp>
        <p:nvSpPr>
          <p:cNvPr id="182" name="path-176">
            <a:extLst xmlns:a="http://schemas.openxmlformats.org/drawingml/2006/main">
              <a:ext uri="{FF2B5EF4-FFF2-40B4-BE49-F238E27FC236}">
                <a16:creationId xmlns:a16="http://schemas.microsoft.com/office/drawing/2014/main" id="{A5BB2CF7-CC2A-4E88-89CB-DC3D2E5A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3785602"/>
            <a:ext cx="651920" cy="30568"/>
          </a:xfrm>
          <a:custGeom xmlns:a="http://schemas.openxmlformats.org/drawingml/2006/main">
            <a:pathLst>
              <a:path w="651920" h="30568">
                <a:moveTo>
                  <a:pt x="0" y="0"/>
                </a:moveTo>
                <a:lnTo>
                  <a:pt x="651920" y="0"/>
                </a:lnTo>
                <a:lnTo>
                  <a:pt x="651920" y="30568"/>
                </a:lnTo>
                <a:lnTo>
                  <a:pt x="0" y="30568"/>
                </a:lnTo>
                <a:close/>
              </a:path>
            </a:pathLst>
          </a:custGeom>
          <a:solidFill xmlns:a="http://schemas.openxmlformats.org/drawingml/2006/main">
            <a:srgbClr val="A8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177">
            <a:extLst xmlns:a="http://schemas.openxmlformats.org/drawingml/2006/main">
              <a:ext uri="{FF2B5EF4-FFF2-40B4-BE49-F238E27FC236}">
                <a16:creationId xmlns:a16="http://schemas.microsoft.com/office/drawing/2014/main" id="{EF1CF38D-6BAD-42DF-8BE9-F0EF1235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3785602"/>
            <a:ext cx="651920" cy="30568"/>
          </a:xfrm>
          <a:custGeom xmlns:a="http://schemas.openxmlformats.org/drawingml/2006/main">
            <a:pathLst>
              <a:path w="651920" h="30568">
                <a:moveTo>
                  <a:pt x="0" y="0"/>
                </a:moveTo>
                <a:lnTo>
                  <a:pt x="651920" y="0"/>
                </a:lnTo>
                <a:lnTo>
                  <a:pt x="651920" y="30568"/>
                </a:lnTo>
                <a:lnTo>
                  <a:pt x="0" y="305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A8B8C8"/>
            </a:solidFill>
            <a:prstDash val="solid"/>
          </a:ln>
        </p:spPr>
      </p:sp>
      <p:sp>
        <p:nvSpPr>
          <p:cNvPr id="184" name="path-178">
            <a:extLst xmlns:a="http://schemas.openxmlformats.org/drawingml/2006/main">
              <a:ext uri="{FF2B5EF4-FFF2-40B4-BE49-F238E27FC236}">
                <a16:creationId xmlns:a16="http://schemas.microsoft.com/office/drawing/2014/main" id="{16EC3626-7E2B-41FA-85C5-6BC8EA00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3785602"/>
            <a:ext cx="147700" cy="30568"/>
          </a:xfrm>
          <a:custGeom xmlns:a="http://schemas.openxmlformats.org/drawingml/2006/main">
            <a:pathLst>
              <a:path w="147700" h="30568">
                <a:moveTo>
                  <a:pt x="0" y="0"/>
                </a:moveTo>
                <a:lnTo>
                  <a:pt x="147700" y="0"/>
                </a:lnTo>
                <a:lnTo>
                  <a:pt x="147700" y="30568"/>
                </a:lnTo>
                <a:lnTo>
                  <a:pt x="0" y="30568"/>
                </a:lnTo>
                <a:close/>
              </a:path>
            </a:pathLst>
          </a:custGeom>
          <a:solidFill xmlns:a="http://schemas.openxmlformats.org/drawingml/2006/main">
            <a:srgbClr val="4E9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179">
            <a:extLst xmlns:a="http://schemas.openxmlformats.org/drawingml/2006/main">
              <a:ext uri="{FF2B5EF4-FFF2-40B4-BE49-F238E27FC236}">
                <a16:creationId xmlns:a16="http://schemas.microsoft.com/office/drawing/2014/main" id="{DADBECDE-0BFA-4741-9F3C-8960836C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3785602"/>
            <a:ext cx="147700" cy="30568"/>
          </a:xfrm>
          <a:custGeom xmlns:a="http://schemas.openxmlformats.org/drawingml/2006/main">
            <a:pathLst>
              <a:path w="147700" h="30568">
                <a:moveTo>
                  <a:pt x="0" y="0"/>
                </a:moveTo>
                <a:lnTo>
                  <a:pt x="147700" y="0"/>
                </a:lnTo>
                <a:lnTo>
                  <a:pt x="147700" y="30568"/>
                </a:lnTo>
                <a:lnTo>
                  <a:pt x="0" y="305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4E92D9"/>
            </a:solidFill>
            <a:prstDash val="solid"/>
          </a:ln>
        </p:spPr>
      </p:sp>
      <p:sp>
        <p:nvSpPr>
          <p:cNvPr id="186" name="path-180">
            <a:extLst xmlns:a="http://schemas.openxmlformats.org/drawingml/2006/main">
              <a:ext uri="{FF2B5EF4-FFF2-40B4-BE49-F238E27FC236}">
                <a16:creationId xmlns:a16="http://schemas.microsoft.com/office/drawing/2014/main" id="{066BCBE7-6CE4-405A-9EF4-18D9F0EB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397" y="3729587"/>
            <a:ext cx="112048" cy="117142"/>
          </a:xfrm>
          <a:custGeom xmlns:a="http://schemas.openxmlformats.org/drawingml/2006/main">
            <a:pathLst>
              <a:path w="112048" h="117142">
                <a:moveTo>
                  <a:pt x="0" y="58571"/>
                </a:moveTo>
                <a:cubicBezTo>
                  <a:pt x="0" y="26173"/>
                  <a:pt x="25112" y="0"/>
                  <a:pt x="56025" y="0"/>
                </a:cubicBezTo>
                <a:cubicBezTo>
                  <a:pt x="86937" y="0"/>
                  <a:pt x="112048" y="26173"/>
                  <a:pt x="112048" y="58571"/>
                </a:cubicBezTo>
                <a:cubicBezTo>
                  <a:pt x="112048" y="90898"/>
                  <a:pt x="86937" y="117142"/>
                  <a:pt x="56025" y="117142"/>
                </a:cubicBezTo>
                <a:cubicBezTo>
                  <a:pt x="25112" y="117142"/>
                  <a:pt x="0" y="90898"/>
                  <a:pt x="0" y="5857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ath-181">
            <a:extLst xmlns:a="http://schemas.openxmlformats.org/drawingml/2006/main">
              <a:ext uri="{FF2B5EF4-FFF2-40B4-BE49-F238E27FC236}">
                <a16:creationId xmlns:a16="http://schemas.microsoft.com/office/drawing/2014/main" id="{900EE66F-4F67-47C0-BA2E-4B1B331C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397" y="3729587"/>
            <a:ext cx="112048" cy="117142"/>
          </a:xfrm>
          <a:custGeom xmlns:a="http://schemas.openxmlformats.org/drawingml/2006/main">
            <a:pathLst>
              <a:path w="112048" h="117142">
                <a:moveTo>
                  <a:pt x="0" y="58571"/>
                </a:moveTo>
                <a:cubicBezTo>
                  <a:pt x="0" y="26173"/>
                  <a:pt x="25112" y="0"/>
                  <a:pt x="56025" y="0"/>
                </a:cubicBezTo>
                <a:cubicBezTo>
                  <a:pt x="86937" y="0"/>
                  <a:pt x="112048" y="26173"/>
                  <a:pt x="112048" y="58571"/>
                </a:cubicBezTo>
                <a:cubicBezTo>
                  <a:pt x="112048" y="90898"/>
                  <a:pt x="86937" y="117142"/>
                  <a:pt x="56025" y="117142"/>
                </a:cubicBezTo>
                <a:cubicBezTo>
                  <a:pt x="25112" y="117142"/>
                  <a:pt x="0" y="90898"/>
                  <a:pt x="0" y="58571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283">
            <a:solidFill>
              <a:srgbClr val="4E92D9"/>
            </a:solidFill>
            <a:prstDash val="solid"/>
          </a:ln>
        </p:spPr>
      </p:sp>
      <p:sp>
        <p:nvSpPr>
          <p:cNvPr id="188" name="path-182">
            <a:extLst xmlns:a="http://schemas.openxmlformats.org/drawingml/2006/main">
              <a:ext uri="{FF2B5EF4-FFF2-40B4-BE49-F238E27FC236}">
                <a16:creationId xmlns:a16="http://schemas.microsoft.com/office/drawing/2014/main" id="{817B09BB-ED82-47EA-99D8-B06246EC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3963933"/>
            <a:ext cx="651920" cy="30567"/>
          </a:xfrm>
          <a:custGeom xmlns:a="http://schemas.openxmlformats.org/drawingml/2006/main">
            <a:pathLst>
              <a:path w="651920" h="30567">
                <a:moveTo>
                  <a:pt x="0" y="0"/>
                </a:moveTo>
                <a:lnTo>
                  <a:pt x="651920" y="0"/>
                </a:lnTo>
                <a:lnTo>
                  <a:pt x="651920" y="30567"/>
                </a:lnTo>
                <a:lnTo>
                  <a:pt x="0" y="30567"/>
                </a:lnTo>
                <a:close/>
              </a:path>
            </a:pathLst>
          </a:custGeom>
          <a:solidFill xmlns:a="http://schemas.openxmlformats.org/drawingml/2006/main">
            <a:srgbClr val="D8C7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ath-183">
            <a:extLst xmlns:a="http://schemas.openxmlformats.org/drawingml/2006/main">
              <a:ext uri="{FF2B5EF4-FFF2-40B4-BE49-F238E27FC236}">
                <a16:creationId xmlns:a16="http://schemas.microsoft.com/office/drawing/2014/main" id="{E0874F0F-6C61-4B3B-A46E-54209D69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3963933"/>
            <a:ext cx="651920" cy="30567"/>
          </a:xfrm>
          <a:custGeom xmlns:a="http://schemas.openxmlformats.org/drawingml/2006/main">
            <a:pathLst>
              <a:path w="651920" h="30567">
                <a:moveTo>
                  <a:pt x="0" y="0"/>
                </a:moveTo>
                <a:lnTo>
                  <a:pt x="651920" y="0"/>
                </a:lnTo>
                <a:lnTo>
                  <a:pt x="651920" y="30567"/>
                </a:lnTo>
                <a:lnTo>
                  <a:pt x="0" y="305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D8C7BB"/>
            </a:solidFill>
            <a:prstDash val="solid"/>
          </a:ln>
        </p:spPr>
      </p:sp>
      <p:sp>
        <p:nvSpPr>
          <p:cNvPr id="190" name="path-184">
            <a:extLst xmlns:a="http://schemas.openxmlformats.org/drawingml/2006/main">
              <a:ext uri="{FF2B5EF4-FFF2-40B4-BE49-F238E27FC236}">
                <a16:creationId xmlns:a16="http://schemas.microsoft.com/office/drawing/2014/main" id="{24FF34CF-F51F-4547-8BD9-B50B656F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3963933"/>
            <a:ext cx="325959" cy="30567"/>
          </a:xfrm>
          <a:custGeom xmlns:a="http://schemas.openxmlformats.org/drawingml/2006/main">
            <a:pathLst>
              <a:path w="325959" h="30567">
                <a:moveTo>
                  <a:pt x="0" y="0"/>
                </a:moveTo>
                <a:lnTo>
                  <a:pt x="325959" y="0"/>
                </a:lnTo>
                <a:lnTo>
                  <a:pt x="325959" y="30567"/>
                </a:lnTo>
                <a:lnTo>
                  <a:pt x="0" y="30567"/>
                </a:lnTo>
                <a:close/>
              </a:path>
            </a:pathLst>
          </a:custGeom>
          <a:solidFill xmlns:a="http://schemas.openxmlformats.org/drawingml/2006/main">
            <a:srgbClr val="F2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ath-185">
            <a:extLst xmlns:a="http://schemas.openxmlformats.org/drawingml/2006/main">
              <a:ext uri="{FF2B5EF4-FFF2-40B4-BE49-F238E27FC236}">
                <a16:creationId xmlns:a16="http://schemas.microsoft.com/office/drawing/2014/main" id="{0BB9F8F5-8D1B-434F-BD4B-2DA9A314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3963933"/>
            <a:ext cx="325959" cy="30567"/>
          </a:xfrm>
          <a:custGeom xmlns:a="http://schemas.openxmlformats.org/drawingml/2006/main">
            <a:pathLst>
              <a:path w="325959" h="30567">
                <a:moveTo>
                  <a:pt x="0" y="0"/>
                </a:moveTo>
                <a:lnTo>
                  <a:pt x="325959" y="0"/>
                </a:lnTo>
                <a:lnTo>
                  <a:pt x="325959" y="30567"/>
                </a:lnTo>
                <a:lnTo>
                  <a:pt x="0" y="305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29A4A"/>
            </a:solidFill>
            <a:prstDash val="solid"/>
          </a:ln>
        </p:spPr>
      </p:sp>
      <p:sp>
        <p:nvSpPr>
          <p:cNvPr id="192" name="path-186">
            <a:extLst xmlns:a="http://schemas.openxmlformats.org/drawingml/2006/main">
              <a:ext uri="{FF2B5EF4-FFF2-40B4-BE49-F238E27FC236}">
                <a16:creationId xmlns:a16="http://schemas.microsoft.com/office/drawing/2014/main" id="{7C24398A-007A-4751-A49A-ADE8F39D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9656" y="3907846"/>
            <a:ext cx="117142" cy="117213"/>
          </a:xfrm>
          <a:custGeom xmlns:a="http://schemas.openxmlformats.org/drawingml/2006/main">
            <a:pathLst>
              <a:path w="117142" h="117213">
                <a:moveTo>
                  <a:pt x="0" y="58642"/>
                </a:moveTo>
                <a:cubicBezTo>
                  <a:pt x="0" y="26244"/>
                  <a:pt x="26244" y="0"/>
                  <a:pt x="58571" y="0"/>
                </a:cubicBezTo>
                <a:cubicBezTo>
                  <a:pt x="90899" y="0"/>
                  <a:pt x="117142" y="26244"/>
                  <a:pt x="117142" y="58642"/>
                </a:cubicBezTo>
                <a:cubicBezTo>
                  <a:pt x="117142" y="90968"/>
                  <a:pt x="90899" y="117213"/>
                  <a:pt x="58571" y="117213"/>
                </a:cubicBezTo>
                <a:cubicBezTo>
                  <a:pt x="26244" y="117213"/>
                  <a:pt x="0" y="90968"/>
                  <a:pt x="0" y="5864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ath-187">
            <a:extLst xmlns:a="http://schemas.openxmlformats.org/drawingml/2006/main">
              <a:ext uri="{FF2B5EF4-FFF2-40B4-BE49-F238E27FC236}">
                <a16:creationId xmlns:a16="http://schemas.microsoft.com/office/drawing/2014/main" id="{874864FE-ABA2-4E3B-8495-A37EA54B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9656" y="3907846"/>
            <a:ext cx="117142" cy="117213"/>
          </a:xfrm>
          <a:custGeom xmlns:a="http://schemas.openxmlformats.org/drawingml/2006/main">
            <a:pathLst>
              <a:path w="117142" h="117213">
                <a:moveTo>
                  <a:pt x="0" y="58642"/>
                </a:moveTo>
                <a:cubicBezTo>
                  <a:pt x="0" y="26244"/>
                  <a:pt x="26244" y="0"/>
                  <a:pt x="58571" y="0"/>
                </a:cubicBezTo>
                <a:cubicBezTo>
                  <a:pt x="90899" y="0"/>
                  <a:pt x="117142" y="26244"/>
                  <a:pt x="117142" y="58642"/>
                </a:cubicBezTo>
                <a:cubicBezTo>
                  <a:pt x="117142" y="90968"/>
                  <a:pt x="90899" y="117213"/>
                  <a:pt x="58571" y="117213"/>
                </a:cubicBezTo>
                <a:cubicBezTo>
                  <a:pt x="26244" y="117213"/>
                  <a:pt x="0" y="90968"/>
                  <a:pt x="0" y="5864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283">
            <a:solidFill>
              <a:srgbClr val="F28A24"/>
            </a:solidFill>
            <a:prstDash val="solid"/>
          </a:ln>
        </p:spPr>
      </p:sp>
      <p:sp>
        <p:nvSpPr>
          <p:cNvPr id="194" name="path-188">
            <a:extLst xmlns:a="http://schemas.openxmlformats.org/drawingml/2006/main">
              <a:ext uri="{FF2B5EF4-FFF2-40B4-BE49-F238E27FC236}">
                <a16:creationId xmlns:a16="http://schemas.microsoft.com/office/drawing/2014/main" id="{E1394077-5E63-4B53-B89D-5E5BBD2C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9514" y="3355101"/>
            <a:ext cx="1028811" cy="718342"/>
          </a:xfrm>
          <a:custGeom xmlns:a="http://schemas.openxmlformats.org/drawingml/2006/main">
            <a:pathLst>
              <a:path w="1028811" h="718342">
                <a:moveTo>
                  <a:pt x="0" y="49446"/>
                </a:moveTo>
                <a:cubicBezTo>
                  <a:pt x="0" y="22141"/>
                  <a:pt x="22141" y="0"/>
                  <a:pt x="49375" y="0"/>
                </a:cubicBezTo>
                <a:lnTo>
                  <a:pt x="979436" y="0"/>
                </a:lnTo>
                <a:cubicBezTo>
                  <a:pt x="1006669" y="0"/>
                  <a:pt x="1028811" y="22141"/>
                  <a:pt x="1028811" y="49446"/>
                </a:cubicBezTo>
                <a:lnTo>
                  <a:pt x="1028811" y="668896"/>
                </a:lnTo>
                <a:cubicBezTo>
                  <a:pt x="1028811" y="696201"/>
                  <a:pt x="1006669" y="718342"/>
                  <a:pt x="979436" y="718342"/>
                </a:cubicBezTo>
                <a:lnTo>
                  <a:pt x="49375" y="718342"/>
                </a:lnTo>
                <a:cubicBezTo>
                  <a:pt x="22141" y="718342"/>
                  <a:pt x="0" y="696201"/>
                  <a:pt x="0" y="668896"/>
                </a:cubicBezTo>
                <a:lnTo>
                  <a:pt x="0" y="4944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89">
            <a:extLst xmlns:a="http://schemas.openxmlformats.org/drawingml/2006/main">
              <a:ext uri="{FF2B5EF4-FFF2-40B4-BE49-F238E27FC236}">
                <a16:creationId xmlns:a16="http://schemas.microsoft.com/office/drawing/2014/main" id="{8DA47FEA-438F-43D4-B073-D94D4DC0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9514" y="3355101"/>
            <a:ext cx="1028811" cy="718342"/>
          </a:xfrm>
          <a:custGeom xmlns:a="http://schemas.openxmlformats.org/drawingml/2006/main">
            <a:pathLst>
              <a:path w="1028811" h="718342">
                <a:moveTo>
                  <a:pt x="0" y="49446"/>
                </a:moveTo>
                <a:cubicBezTo>
                  <a:pt x="0" y="22141"/>
                  <a:pt x="22141" y="0"/>
                  <a:pt x="49375" y="0"/>
                </a:cubicBezTo>
                <a:lnTo>
                  <a:pt x="979436" y="0"/>
                </a:lnTo>
                <a:cubicBezTo>
                  <a:pt x="1006669" y="0"/>
                  <a:pt x="1028811" y="22141"/>
                  <a:pt x="1028811" y="49446"/>
                </a:cubicBezTo>
                <a:lnTo>
                  <a:pt x="1028811" y="668896"/>
                </a:lnTo>
                <a:cubicBezTo>
                  <a:pt x="1028811" y="696201"/>
                  <a:pt x="1006669" y="718342"/>
                  <a:pt x="979436" y="718342"/>
                </a:cubicBezTo>
                <a:lnTo>
                  <a:pt x="49375" y="718342"/>
                </a:lnTo>
                <a:cubicBezTo>
                  <a:pt x="22141" y="718342"/>
                  <a:pt x="0" y="696201"/>
                  <a:pt x="0" y="668896"/>
                </a:cubicBezTo>
                <a:lnTo>
                  <a:pt x="0" y="49446"/>
                </a:lnTo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C1D6E2"/>
            </a:solidFill>
            <a:prstDash val="solid"/>
          </a:ln>
        </p:spPr>
      </p:sp>
      <p:sp>
        <p:nvSpPr>
          <p:cNvPr id="196" name="text-190 Tool">
            <a:extLst xmlns:a="http://schemas.openxmlformats.org/drawingml/2006/main">
              <a:ext uri="{FF2B5EF4-FFF2-40B4-BE49-F238E27FC236}">
                <a16:creationId xmlns:a16="http://schemas.microsoft.com/office/drawing/2014/main" id="{65828C23-A3C6-4E78-8723-2EA3E685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50669" y="3325440"/>
            <a:ext cx="263829" cy="167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94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197" name="text-191 library">
            <a:extLst xmlns:a="http://schemas.openxmlformats.org/drawingml/2006/main">
              <a:ext uri="{FF2B5EF4-FFF2-40B4-BE49-F238E27FC236}">
                <a16:creationId xmlns:a16="http://schemas.microsoft.com/office/drawing/2014/main" id="{C6DFACC9-E159-490C-BF4C-08138F18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9507" y="3472446"/>
            <a:ext cx="409994" cy="169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5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95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library</a:t>
            </a:r>
          </a:p>
        </p:txBody>
      </p:sp>
      <p:sp>
        <p:nvSpPr>
          <p:cNvPr id="198" name="text-192 Questions">
            <a:extLst xmlns:a="http://schemas.openxmlformats.org/drawingml/2006/main">
              <a:ext uri="{FF2B5EF4-FFF2-40B4-BE49-F238E27FC236}">
                <a16:creationId xmlns:a16="http://schemas.microsoft.com/office/drawing/2014/main" id="{5A30AB4C-AA19-4C1C-BBD1-6D881DEE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9610" y="2980863"/>
            <a:ext cx="838143" cy="239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5" b="1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5" b="1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345" b="1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Questions</a:t>
            </a:r>
          </a:p>
        </p:txBody>
      </p:sp>
      <p:sp>
        <p:nvSpPr>
          <p:cNvPr id="199" name="text-193 Derived">
            <a:extLst xmlns:a="http://schemas.openxmlformats.org/drawingml/2006/main">
              <a:ext uri="{FF2B5EF4-FFF2-40B4-BE49-F238E27FC236}">
                <a16:creationId xmlns:a16="http://schemas.microsoft.com/office/drawing/2014/main" id="{A4AF210A-88A5-46EF-9D41-70A61124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4100" y="3802474"/>
            <a:ext cx="590606" cy="215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21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Derived</a:t>
            </a:r>
          </a:p>
        </p:txBody>
      </p:sp>
      <p:sp>
        <p:nvSpPr>
          <p:cNvPr id="200" name="text-193 answer">
            <a:extLst xmlns:a="http://schemas.openxmlformats.org/drawingml/2006/main">
              <a:ext uri="{FF2B5EF4-FFF2-40B4-BE49-F238E27FC236}">
                <a16:creationId xmlns:a16="http://schemas.microsoft.com/office/drawing/2014/main" id="{1364AB17-62B6-4C9D-82A5-C74C8CE6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4300" y="3801777"/>
            <a:ext cx="528634" cy="216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0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0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220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201" name="text-193 +">
            <a:extLst xmlns:a="http://schemas.openxmlformats.org/drawingml/2006/main">
              <a:ext uri="{FF2B5EF4-FFF2-40B4-BE49-F238E27FC236}">
                <a16:creationId xmlns:a16="http://schemas.microsoft.com/office/drawing/2014/main" id="{0B22173E-C2A6-4762-A66A-3C5F3EB3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3463" y="3803631"/>
            <a:ext cx="101055" cy="21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20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202" name="text-194 source">
            <a:extLst xmlns:a="http://schemas.openxmlformats.org/drawingml/2006/main">
              <a:ext uri="{FF2B5EF4-FFF2-40B4-BE49-F238E27FC236}">
                <a16:creationId xmlns:a16="http://schemas.microsoft.com/office/drawing/2014/main" id="{B44F43E3-5036-4AD0-880D-CD5A2789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2761" y="3990640"/>
            <a:ext cx="503265" cy="216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8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8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218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source</a:t>
            </a:r>
          </a:p>
        </p:txBody>
      </p:sp>
      <p:sp>
        <p:nvSpPr>
          <p:cNvPr id="203" name="text-194 interval">
            <a:extLst xmlns:a="http://schemas.openxmlformats.org/drawingml/2006/main">
              <a:ext uri="{FF2B5EF4-FFF2-40B4-BE49-F238E27FC236}">
                <a16:creationId xmlns:a16="http://schemas.microsoft.com/office/drawing/2014/main" id="{CFFF9707-FF17-48A2-8295-60FF553B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1637" y="3989858"/>
            <a:ext cx="583573" cy="21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22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interval</a:t>
            </a:r>
          </a:p>
        </p:txBody>
      </p:sp>
      <p:sp>
        <p:nvSpPr>
          <p:cNvPr id="204" name="path-195">
            <a:extLst xmlns:a="http://schemas.openxmlformats.org/drawingml/2006/main">
              <a:ext uri="{FF2B5EF4-FFF2-40B4-BE49-F238E27FC236}">
                <a16:creationId xmlns:a16="http://schemas.microsoft.com/office/drawing/2014/main" id="{3184CE5D-AD0D-47EB-B8EB-2D64475D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1543" y="4223761"/>
            <a:ext cx="112049" cy="112048"/>
          </a:xfrm>
          <a:custGeom xmlns:a="http://schemas.openxmlformats.org/drawingml/2006/main">
            <a:pathLst>
              <a:path w="112049" h="112048">
                <a:moveTo>
                  <a:pt x="112049" y="0"/>
                </a:moveTo>
                <a:lnTo>
                  <a:pt x="56025" y="112048"/>
                </a:lnTo>
                <a:lnTo>
                  <a:pt x="0" y="0"/>
                </a:lnTo>
                <a:lnTo>
                  <a:pt x="112049" y="0"/>
                </a:lnTo>
              </a:path>
            </a:pathLst>
          </a:custGeom>
          <a:solidFill xmlns:a="http://schemas.openxmlformats.org/drawingml/2006/main">
            <a:srgbClr val="4D6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ath-196">
            <a:extLst xmlns:a="http://schemas.openxmlformats.org/drawingml/2006/main">
              <a:ext uri="{FF2B5EF4-FFF2-40B4-BE49-F238E27FC236}">
                <a16:creationId xmlns:a16="http://schemas.microsoft.com/office/drawing/2014/main" id="{FD17E2E7-DAE9-4622-81E8-CDF1A5B0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1543" y="4223761"/>
            <a:ext cx="112049" cy="112048"/>
          </a:xfrm>
          <a:custGeom xmlns:a="http://schemas.openxmlformats.org/drawingml/2006/main">
            <a:pathLst>
              <a:path w="112049" h="112048">
                <a:moveTo>
                  <a:pt x="112049" y="0"/>
                </a:moveTo>
                <a:lnTo>
                  <a:pt x="56025" y="112048"/>
                </a:lnTo>
                <a:lnTo>
                  <a:pt x="0" y="0"/>
                </a:lnTo>
                <a:lnTo>
                  <a:pt x="1120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4D668A"/>
            </a:solidFill>
            <a:prstDash val="solid"/>
          </a:ln>
        </p:spPr>
      </p:sp>
      <p:sp>
        <p:nvSpPr>
          <p:cNvPr id="206" name="path-197">
            <a:extLst xmlns:a="http://schemas.openxmlformats.org/drawingml/2006/main">
              <a:ext uri="{FF2B5EF4-FFF2-40B4-BE49-F238E27FC236}">
                <a16:creationId xmlns:a16="http://schemas.microsoft.com/office/drawing/2014/main" id="{A44FE1F4-3F6B-4FC7-A084-36685E63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648" y="4188038"/>
            <a:ext cx="1650171" cy="789716"/>
          </a:xfrm>
          <a:custGeom xmlns:a="http://schemas.openxmlformats.org/drawingml/2006/main">
            <a:pathLst>
              <a:path w="1650171" h="789716">
                <a:moveTo>
                  <a:pt x="0" y="68120"/>
                </a:moveTo>
                <a:cubicBezTo>
                  <a:pt x="0" y="30489"/>
                  <a:pt x="30489" y="0"/>
                  <a:pt x="68050" y="0"/>
                </a:cubicBezTo>
                <a:lnTo>
                  <a:pt x="1582121" y="0"/>
                </a:lnTo>
                <a:cubicBezTo>
                  <a:pt x="1619682" y="0"/>
                  <a:pt x="1650171" y="30489"/>
                  <a:pt x="1650171" y="68120"/>
                </a:cubicBezTo>
                <a:lnTo>
                  <a:pt x="1650171" y="721596"/>
                </a:lnTo>
                <a:cubicBezTo>
                  <a:pt x="1650171" y="759228"/>
                  <a:pt x="1619682" y="789716"/>
                  <a:pt x="1582121" y="789716"/>
                </a:cubicBezTo>
                <a:lnTo>
                  <a:pt x="68050" y="789716"/>
                </a:lnTo>
                <a:cubicBezTo>
                  <a:pt x="30489" y="789716"/>
                  <a:pt x="0" y="759228"/>
                  <a:pt x="0" y="721596"/>
                </a:cubicBezTo>
                <a:lnTo>
                  <a:pt x="0" y="6812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ath-198">
            <a:extLst xmlns:a="http://schemas.openxmlformats.org/drawingml/2006/main">
              <a:ext uri="{FF2B5EF4-FFF2-40B4-BE49-F238E27FC236}">
                <a16:creationId xmlns:a16="http://schemas.microsoft.com/office/drawing/2014/main" id="{D41C7CA7-65AB-4931-A17B-9A94EE40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648" y="4188038"/>
            <a:ext cx="1650171" cy="789716"/>
          </a:xfrm>
          <a:custGeom xmlns:a="http://schemas.openxmlformats.org/drawingml/2006/main">
            <a:pathLst>
              <a:path w="1650171" h="789716">
                <a:moveTo>
                  <a:pt x="0" y="68120"/>
                </a:moveTo>
                <a:cubicBezTo>
                  <a:pt x="0" y="30489"/>
                  <a:pt x="30489" y="0"/>
                  <a:pt x="68050" y="0"/>
                </a:cubicBezTo>
                <a:lnTo>
                  <a:pt x="1582121" y="0"/>
                </a:lnTo>
                <a:cubicBezTo>
                  <a:pt x="1619682" y="0"/>
                  <a:pt x="1650171" y="30489"/>
                  <a:pt x="1650171" y="68120"/>
                </a:cubicBezTo>
                <a:lnTo>
                  <a:pt x="1650171" y="721596"/>
                </a:lnTo>
                <a:cubicBezTo>
                  <a:pt x="1650171" y="759228"/>
                  <a:pt x="1619682" y="789716"/>
                  <a:pt x="1582121" y="789716"/>
                </a:cubicBezTo>
                <a:lnTo>
                  <a:pt x="68050" y="789716"/>
                </a:lnTo>
                <a:cubicBezTo>
                  <a:pt x="30489" y="789716"/>
                  <a:pt x="0" y="759228"/>
                  <a:pt x="0" y="721596"/>
                </a:cubicBezTo>
                <a:lnTo>
                  <a:pt x="0" y="68120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208" name="path-199">
            <a:extLst xmlns:a="http://schemas.openxmlformats.org/drawingml/2006/main">
              <a:ext uri="{FF2B5EF4-FFF2-40B4-BE49-F238E27FC236}">
                <a16:creationId xmlns:a16="http://schemas.microsoft.com/office/drawing/2014/main" id="{D76ACBE6-7AB8-4A80-A14E-E755E651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045" y="4254320"/>
            <a:ext cx="1680729" cy="825297"/>
          </a:xfrm>
          <a:custGeom xmlns:a="http://schemas.openxmlformats.org/drawingml/2006/main">
            <a:pathLst>
              <a:path w="1680729" h="825297">
                <a:moveTo>
                  <a:pt x="0" y="71162"/>
                </a:moveTo>
                <a:cubicBezTo>
                  <a:pt x="0" y="31832"/>
                  <a:pt x="31832" y="0"/>
                  <a:pt x="71162" y="0"/>
                </a:cubicBezTo>
                <a:lnTo>
                  <a:pt x="1609566" y="0"/>
                </a:lnTo>
                <a:cubicBezTo>
                  <a:pt x="1648897" y="0"/>
                  <a:pt x="1680729" y="31832"/>
                  <a:pt x="1680729" y="71162"/>
                </a:cubicBezTo>
                <a:lnTo>
                  <a:pt x="1680729" y="754135"/>
                </a:lnTo>
                <a:cubicBezTo>
                  <a:pt x="1680729" y="793465"/>
                  <a:pt x="1648897" y="825297"/>
                  <a:pt x="1609566" y="825297"/>
                </a:cubicBezTo>
                <a:lnTo>
                  <a:pt x="71162" y="825297"/>
                </a:lnTo>
                <a:cubicBezTo>
                  <a:pt x="31832" y="825297"/>
                  <a:pt x="0" y="793465"/>
                  <a:pt x="0" y="754135"/>
                </a:cubicBezTo>
                <a:lnTo>
                  <a:pt x="0" y="7116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ath-200">
            <a:extLst xmlns:a="http://schemas.openxmlformats.org/drawingml/2006/main">
              <a:ext uri="{FF2B5EF4-FFF2-40B4-BE49-F238E27FC236}">
                <a16:creationId xmlns:a16="http://schemas.microsoft.com/office/drawing/2014/main" id="{7A1BCAED-B4FC-4CDC-88C8-B8F40FB5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045" y="4254320"/>
            <a:ext cx="1680729" cy="825297"/>
          </a:xfrm>
          <a:custGeom xmlns:a="http://schemas.openxmlformats.org/drawingml/2006/main">
            <a:pathLst>
              <a:path w="1680729" h="825297">
                <a:moveTo>
                  <a:pt x="0" y="71162"/>
                </a:moveTo>
                <a:cubicBezTo>
                  <a:pt x="0" y="31832"/>
                  <a:pt x="31832" y="0"/>
                  <a:pt x="71162" y="0"/>
                </a:cubicBezTo>
                <a:lnTo>
                  <a:pt x="1609566" y="0"/>
                </a:lnTo>
                <a:cubicBezTo>
                  <a:pt x="1648897" y="0"/>
                  <a:pt x="1680729" y="31832"/>
                  <a:pt x="1680729" y="71162"/>
                </a:cubicBezTo>
                <a:lnTo>
                  <a:pt x="1680729" y="754135"/>
                </a:lnTo>
                <a:cubicBezTo>
                  <a:pt x="1680729" y="793465"/>
                  <a:pt x="1648897" y="825297"/>
                  <a:pt x="1609566" y="825297"/>
                </a:cubicBezTo>
                <a:lnTo>
                  <a:pt x="71162" y="825297"/>
                </a:lnTo>
                <a:cubicBezTo>
                  <a:pt x="31832" y="825297"/>
                  <a:pt x="0" y="793465"/>
                  <a:pt x="0" y="754135"/>
                </a:cubicBezTo>
                <a:lnTo>
                  <a:pt x="0" y="71162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210" name="path-201">
            <a:extLst xmlns:a="http://schemas.openxmlformats.org/drawingml/2006/main">
              <a:ext uri="{FF2B5EF4-FFF2-40B4-BE49-F238E27FC236}">
                <a16:creationId xmlns:a16="http://schemas.microsoft.com/office/drawing/2014/main" id="{86BC5876-DB47-41AC-B09B-1853D9A5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442" y="4325624"/>
            <a:ext cx="1690915" cy="830390"/>
          </a:xfrm>
          <a:custGeom xmlns:a="http://schemas.openxmlformats.org/drawingml/2006/main">
            <a:pathLst>
              <a:path w="1690915" h="830390">
                <a:moveTo>
                  <a:pt x="0" y="71586"/>
                </a:moveTo>
                <a:cubicBezTo>
                  <a:pt x="0" y="32044"/>
                  <a:pt x="32044" y="0"/>
                  <a:pt x="71586" y="0"/>
                </a:cubicBezTo>
                <a:lnTo>
                  <a:pt x="1619329" y="0"/>
                </a:lnTo>
                <a:cubicBezTo>
                  <a:pt x="1658871" y="0"/>
                  <a:pt x="1690915" y="32044"/>
                  <a:pt x="1690915" y="71586"/>
                </a:cubicBezTo>
                <a:lnTo>
                  <a:pt x="1690915" y="758804"/>
                </a:lnTo>
                <a:cubicBezTo>
                  <a:pt x="1690915" y="798346"/>
                  <a:pt x="1658871" y="830390"/>
                  <a:pt x="1619329" y="830390"/>
                </a:cubicBezTo>
                <a:lnTo>
                  <a:pt x="71586" y="830390"/>
                </a:lnTo>
                <a:cubicBezTo>
                  <a:pt x="32044" y="830390"/>
                  <a:pt x="0" y="798346"/>
                  <a:pt x="0" y="758804"/>
                </a:cubicBezTo>
                <a:lnTo>
                  <a:pt x="0" y="7158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202">
            <a:extLst xmlns:a="http://schemas.openxmlformats.org/drawingml/2006/main">
              <a:ext uri="{FF2B5EF4-FFF2-40B4-BE49-F238E27FC236}">
                <a16:creationId xmlns:a16="http://schemas.microsoft.com/office/drawing/2014/main" id="{F998537F-14C7-4D31-8681-40200140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442" y="4325624"/>
            <a:ext cx="1690915" cy="830390"/>
          </a:xfrm>
          <a:custGeom xmlns:a="http://schemas.openxmlformats.org/drawingml/2006/main">
            <a:pathLst>
              <a:path w="1690915" h="830390">
                <a:moveTo>
                  <a:pt x="0" y="71586"/>
                </a:moveTo>
                <a:cubicBezTo>
                  <a:pt x="0" y="32044"/>
                  <a:pt x="32044" y="0"/>
                  <a:pt x="71586" y="0"/>
                </a:cubicBezTo>
                <a:lnTo>
                  <a:pt x="1619329" y="0"/>
                </a:lnTo>
                <a:cubicBezTo>
                  <a:pt x="1658871" y="0"/>
                  <a:pt x="1690915" y="32044"/>
                  <a:pt x="1690915" y="71586"/>
                </a:cubicBezTo>
                <a:lnTo>
                  <a:pt x="1690915" y="758804"/>
                </a:lnTo>
                <a:cubicBezTo>
                  <a:pt x="1690915" y="798346"/>
                  <a:pt x="1658871" y="830390"/>
                  <a:pt x="1619329" y="830390"/>
                </a:cubicBezTo>
                <a:lnTo>
                  <a:pt x="71586" y="830390"/>
                </a:lnTo>
                <a:cubicBezTo>
                  <a:pt x="32044" y="830390"/>
                  <a:pt x="0" y="798346"/>
                  <a:pt x="0" y="758804"/>
                </a:cubicBezTo>
                <a:lnTo>
                  <a:pt x="0" y="71586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212" name="path-203">
            <a:extLst xmlns:a="http://schemas.openxmlformats.org/drawingml/2006/main">
              <a:ext uri="{FF2B5EF4-FFF2-40B4-BE49-F238E27FC236}">
                <a16:creationId xmlns:a16="http://schemas.microsoft.com/office/drawing/2014/main" id="{760AD5CE-1454-46F9-BCD4-589FDBCD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000" y="4361254"/>
            <a:ext cx="325960" cy="326051"/>
          </a:xfrm>
          <a:custGeom xmlns:a="http://schemas.openxmlformats.org/drawingml/2006/main">
            <a:pathLst>
              <a:path w="325960" h="326051">
                <a:moveTo>
                  <a:pt x="0" y="0"/>
                </a:moveTo>
                <a:lnTo>
                  <a:pt x="325960" y="0"/>
                </a:lnTo>
                <a:lnTo>
                  <a:pt x="325960" y="326051"/>
                </a:lnTo>
                <a:lnTo>
                  <a:pt x="0" y="326051"/>
                </a:lnTo>
                <a:close/>
              </a:path>
            </a:pathLst>
          </a:custGeom>
          <a:solidFill xmlns:a="http://schemas.openxmlformats.org/drawingml/2006/main">
            <a:srgbClr val="C05B2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ath-204">
            <a:extLst xmlns:a="http://schemas.openxmlformats.org/drawingml/2006/main">
              <a:ext uri="{FF2B5EF4-FFF2-40B4-BE49-F238E27FC236}">
                <a16:creationId xmlns:a16="http://schemas.microsoft.com/office/drawing/2014/main" id="{0E487FA3-D77D-424A-B084-1160F1DF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000" y="4361254"/>
            <a:ext cx="325960" cy="326051"/>
          </a:xfrm>
          <a:custGeom xmlns:a="http://schemas.openxmlformats.org/drawingml/2006/main">
            <a:pathLst>
              <a:path w="325960" h="326051">
                <a:moveTo>
                  <a:pt x="0" y="0"/>
                </a:moveTo>
                <a:lnTo>
                  <a:pt x="325960" y="0"/>
                </a:lnTo>
                <a:lnTo>
                  <a:pt x="325960" y="326051"/>
                </a:lnTo>
                <a:lnTo>
                  <a:pt x="0" y="3260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C05B20">
                <a:alpha val="13000"/>
              </a:srgbClr>
            </a:solidFill>
            <a:prstDash val="solid"/>
          </a:ln>
        </p:spPr>
      </p:sp>
      <p:sp>
        <p:nvSpPr>
          <p:cNvPr id="214" name="text-205 A">
            <a:extLst xmlns:a="http://schemas.openxmlformats.org/drawingml/2006/main">
              <a:ext uri="{FF2B5EF4-FFF2-40B4-BE49-F238E27FC236}">
                <a16:creationId xmlns:a16="http://schemas.microsoft.com/office/drawing/2014/main" id="{FE38E09A-A0EF-44BD-8040-55CAB7E2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6908" y="4346084"/>
            <a:ext cx="241747" cy="37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90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90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defRPr>
            </a:pPr>
            <a:r>
              <a:rPr sz="2090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215" name="text-206 Execution">
            <a:extLst xmlns:a="http://schemas.openxmlformats.org/drawingml/2006/main">
              <a:ext uri="{FF2B5EF4-FFF2-40B4-BE49-F238E27FC236}">
                <a16:creationId xmlns:a16="http://schemas.microsoft.com/office/drawing/2014/main" id="{F9A1592C-3E06-4A30-9BBD-B8DFEE86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3497" y="4225909"/>
            <a:ext cx="781345" cy="229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8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8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288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Execution</a:t>
            </a:r>
          </a:p>
        </p:txBody>
      </p:sp>
      <p:sp>
        <p:nvSpPr>
          <p:cNvPr id="216" name="text-206 traces">
            <a:extLst xmlns:a="http://schemas.openxmlformats.org/drawingml/2006/main">
              <a:ext uri="{FF2B5EF4-FFF2-40B4-BE49-F238E27FC236}">
                <a16:creationId xmlns:a16="http://schemas.microsoft.com/office/drawing/2014/main" id="{2C4A413F-4066-436B-9E86-387C09EB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2639" y="4226256"/>
            <a:ext cx="520946" cy="228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28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traces</a:t>
            </a:r>
          </a:p>
        </p:txBody>
      </p:sp>
      <p:sp>
        <p:nvSpPr>
          <p:cNvPr id="217" name="path-207">
            <a:extLst xmlns:a="http://schemas.openxmlformats.org/drawingml/2006/main">
              <a:ext uri="{FF2B5EF4-FFF2-40B4-BE49-F238E27FC236}">
                <a16:creationId xmlns:a16="http://schemas.microsoft.com/office/drawing/2014/main" id="{A6881A04-CDDD-496A-A46A-C9EA792E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2020" y="4442765"/>
            <a:ext cx="2291904" cy="927245"/>
          </a:xfrm>
          <a:custGeom xmlns:a="http://schemas.openxmlformats.org/drawingml/2006/main">
            <a:pathLst>
              <a:path w="2291904" h="927245">
                <a:moveTo>
                  <a:pt x="0" y="56661"/>
                </a:moveTo>
                <a:cubicBezTo>
                  <a:pt x="0" y="25395"/>
                  <a:pt x="25324" y="0"/>
                  <a:pt x="56591" y="0"/>
                </a:cubicBezTo>
                <a:lnTo>
                  <a:pt x="2235313" y="0"/>
                </a:lnTo>
                <a:cubicBezTo>
                  <a:pt x="2266578" y="0"/>
                  <a:pt x="2291904" y="25395"/>
                  <a:pt x="2291904" y="56661"/>
                </a:cubicBezTo>
                <a:lnTo>
                  <a:pt x="2291904" y="870619"/>
                </a:lnTo>
                <a:cubicBezTo>
                  <a:pt x="2291904" y="901892"/>
                  <a:pt x="2266578" y="927245"/>
                  <a:pt x="2235313" y="927245"/>
                </a:cubicBezTo>
                <a:lnTo>
                  <a:pt x="56591" y="927245"/>
                </a:lnTo>
                <a:cubicBezTo>
                  <a:pt x="25324" y="927245"/>
                  <a:pt x="0" y="901892"/>
                  <a:pt x="0" y="870619"/>
                </a:cubicBezTo>
                <a:lnTo>
                  <a:pt x="0" y="56661"/>
                </a:lnTo>
              </a:path>
            </a:pathLst>
          </a:custGeom>
          <a:solidFill xmlns:a="http://schemas.openxmlformats.org/drawingml/2006/main">
            <a:srgbClr val="F3F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ath-208">
            <a:extLst xmlns:a="http://schemas.openxmlformats.org/drawingml/2006/main">
              <a:ext uri="{FF2B5EF4-FFF2-40B4-BE49-F238E27FC236}">
                <a16:creationId xmlns:a16="http://schemas.microsoft.com/office/drawing/2014/main" id="{34810DE2-843B-4A45-A20E-59CEEC5B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2020" y="4442765"/>
            <a:ext cx="2291904" cy="927245"/>
          </a:xfrm>
          <a:custGeom xmlns:a="http://schemas.openxmlformats.org/drawingml/2006/main">
            <a:pathLst>
              <a:path w="2291904" h="927245">
                <a:moveTo>
                  <a:pt x="0" y="56661"/>
                </a:moveTo>
                <a:cubicBezTo>
                  <a:pt x="0" y="25395"/>
                  <a:pt x="25324" y="0"/>
                  <a:pt x="56591" y="0"/>
                </a:cubicBezTo>
                <a:lnTo>
                  <a:pt x="2235313" y="0"/>
                </a:lnTo>
                <a:cubicBezTo>
                  <a:pt x="2266578" y="0"/>
                  <a:pt x="2291904" y="25395"/>
                  <a:pt x="2291904" y="56661"/>
                </a:cubicBezTo>
                <a:lnTo>
                  <a:pt x="2291904" y="870619"/>
                </a:lnTo>
                <a:cubicBezTo>
                  <a:pt x="2291904" y="901892"/>
                  <a:pt x="2266578" y="927245"/>
                  <a:pt x="2235313" y="927245"/>
                </a:cubicBezTo>
                <a:lnTo>
                  <a:pt x="56591" y="927245"/>
                </a:lnTo>
                <a:cubicBezTo>
                  <a:pt x="25324" y="927245"/>
                  <a:pt x="0" y="901892"/>
                  <a:pt x="0" y="870619"/>
                </a:cubicBezTo>
                <a:lnTo>
                  <a:pt x="0" y="56661"/>
                </a:lnTo>
              </a:path>
            </a:pathLst>
          </a:custGeom>
          <a:noFill xmlns:a="http://schemas.openxmlformats.org/drawingml/2006/main"/>
          <a:ln xmlns:a="http://schemas.openxmlformats.org/drawingml/2006/main" w="14152">
            <a:solidFill>
              <a:srgbClr val="548235"/>
            </a:solidFill>
            <a:prstDash val="solid"/>
          </a:ln>
        </p:spPr>
      </p:sp>
      <p:sp>
        <p:nvSpPr>
          <p:cNvPr id="219" name="path-209">
            <a:extLst xmlns:a="http://schemas.openxmlformats.org/drawingml/2006/main">
              <a:ext uri="{FF2B5EF4-FFF2-40B4-BE49-F238E27FC236}">
                <a16:creationId xmlns:a16="http://schemas.microsoft.com/office/drawing/2014/main" id="{7B4F2B11-5D08-4D7C-A470-9B1E34E0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9968" y="4567617"/>
            <a:ext cx="397262" cy="397404"/>
          </a:xfrm>
          <a:custGeom xmlns:a="http://schemas.openxmlformats.org/drawingml/2006/main">
            <a:pathLst>
              <a:path w="397262" h="397404">
                <a:moveTo>
                  <a:pt x="0" y="198702"/>
                </a:moveTo>
                <a:cubicBezTo>
                  <a:pt x="0" y="88918"/>
                  <a:pt x="88917" y="0"/>
                  <a:pt x="198632" y="0"/>
                </a:cubicBezTo>
                <a:cubicBezTo>
                  <a:pt x="308345" y="0"/>
                  <a:pt x="397262" y="88918"/>
                  <a:pt x="397262" y="198702"/>
                </a:cubicBezTo>
                <a:cubicBezTo>
                  <a:pt x="397262" y="308417"/>
                  <a:pt x="308345" y="397404"/>
                  <a:pt x="198632" y="397404"/>
                </a:cubicBezTo>
                <a:cubicBezTo>
                  <a:pt x="88917" y="397404"/>
                  <a:pt x="0" y="308417"/>
                  <a:pt x="0" y="198702"/>
                </a:cubicBezTo>
              </a:path>
            </a:pathLst>
          </a:custGeom>
          <a:solidFill xmlns:a="http://schemas.openxmlformats.org/drawingml/2006/main">
            <a:srgbClr val="0D7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ath-210">
            <a:extLst xmlns:a="http://schemas.openxmlformats.org/drawingml/2006/main">
              <a:ext uri="{FF2B5EF4-FFF2-40B4-BE49-F238E27FC236}">
                <a16:creationId xmlns:a16="http://schemas.microsoft.com/office/drawing/2014/main" id="{53FC57F4-5714-4A9E-800B-F5179EE6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409" y="4559977"/>
            <a:ext cx="1100114" cy="448336"/>
          </a:xfrm>
          <a:custGeom xmlns:a="http://schemas.openxmlformats.org/drawingml/2006/main">
            <a:pathLst>
              <a:path w="1100114" h="448336">
                <a:moveTo>
                  <a:pt x="0" y="36855"/>
                </a:moveTo>
                <a:cubicBezTo>
                  <a:pt x="0" y="16482"/>
                  <a:pt x="16482" y="0"/>
                  <a:pt x="36854" y="0"/>
                </a:cubicBezTo>
                <a:lnTo>
                  <a:pt x="1063259" y="0"/>
                </a:lnTo>
                <a:cubicBezTo>
                  <a:pt x="1083631" y="0"/>
                  <a:pt x="1100114" y="16482"/>
                  <a:pt x="1100114" y="36855"/>
                </a:cubicBezTo>
                <a:lnTo>
                  <a:pt x="1100114" y="411482"/>
                </a:lnTo>
                <a:cubicBezTo>
                  <a:pt x="1100114" y="431854"/>
                  <a:pt x="1083631" y="448336"/>
                  <a:pt x="1063259" y="448336"/>
                </a:cubicBezTo>
                <a:lnTo>
                  <a:pt x="36854" y="448336"/>
                </a:lnTo>
                <a:cubicBezTo>
                  <a:pt x="16482" y="448336"/>
                  <a:pt x="0" y="431854"/>
                  <a:pt x="0" y="411482"/>
                </a:cubicBezTo>
                <a:lnTo>
                  <a:pt x="0" y="3685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ath-211">
            <a:extLst xmlns:a="http://schemas.openxmlformats.org/drawingml/2006/main">
              <a:ext uri="{FF2B5EF4-FFF2-40B4-BE49-F238E27FC236}">
                <a16:creationId xmlns:a16="http://schemas.microsoft.com/office/drawing/2014/main" id="{96A71D3C-486A-48C0-BDF1-E0A21A40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409" y="4559977"/>
            <a:ext cx="1100114" cy="448336"/>
          </a:xfrm>
          <a:custGeom xmlns:a="http://schemas.openxmlformats.org/drawingml/2006/main">
            <a:pathLst>
              <a:path w="1100114" h="448336">
                <a:moveTo>
                  <a:pt x="0" y="36855"/>
                </a:moveTo>
                <a:cubicBezTo>
                  <a:pt x="0" y="16482"/>
                  <a:pt x="16482" y="0"/>
                  <a:pt x="36854" y="0"/>
                </a:cubicBezTo>
                <a:lnTo>
                  <a:pt x="1063259" y="0"/>
                </a:lnTo>
                <a:cubicBezTo>
                  <a:pt x="1083631" y="0"/>
                  <a:pt x="1100114" y="16482"/>
                  <a:pt x="1100114" y="36855"/>
                </a:cubicBezTo>
                <a:lnTo>
                  <a:pt x="1100114" y="411482"/>
                </a:lnTo>
                <a:cubicBezTo>
                  <a:pt x="1100114" y="431854"/>
                  <a:pt x="1083631" y="448336"/>
                  <a:pt x="1063259" y="448336"/>
                </a:cubicBezTo>
                <a:lnTo>
                  <a:pt x="36854" y="448336"/>
                </a:lnTo>
                <a:cubicBezTo>
                  <a:pt x="16482" y="448336"/>
                  <a:pt x="0" y="431854"/>
                  <a:pt x="0" y="411482"/>
                </a:cubicBezTo>
                <a:lnTo>
                  <a:pt x="0" y="36855"/>
                </a:lnTo>
              </a:path>
            </a:pathLst>
          </a:custGeom>
          <a:noFill xmlns:a="http://schemas.openxmlformats.org/drawingml/2006/main"/>
          <a:ln xmlns:a="http://schemas.openxmlformats.org/drawingml/2006/main" w="15921">
            <a:solidFill>
              <a:srgbClr val="8FAADC"/>
            </a:solidFill>
            <a:prstDash val="solid"/>
          </a:ln>
        </p:spPr>
      </p:sp>
      <p:sp>
        <p:nvSpPr>
          <p:cNvPr id="222" name="path-212">
            <a:extLst xmlns:a="http://schemas.openxmlformats.org/drawingml/2006/main">
              <a:ext uri="{FF2B5EF4-FFF2-40B4-BE49-F238E27FC236}">
                <a16:creationId xmlns:a16="http://schemas.microsoft.com/office/drawing/2014/main" id="{13342691-81C4-47AA-8155-DC74BABF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992" y="4621074"/>
            <a:ext cx="76398" cy="76418"/>
          </a:xfrm>
          <a:custGeom xmlns:a="http://schemas.openxmlformats.org/drawingml/2006/main">
            <a:pathLst>
              <a:path w="76398" h="76418">
                <a:moveTo>
                  <a:pt x="0" y="0"/>
                </a:moveTo>
                <a:lnTo>
                  <a:pt x="76398" y="0"/>
                </a:lnTo>
                <a:lnTo>
                  <a:pt x="76398" y="76418"/>
                </a:lnTo>
                <a:lnTo>
                  <a:pt x="0" y="76418"/>
                </a:lnTo>
                <a:close/>
              </a:path>
            </a:pathLst>
          </a:custGeom>
          <a:solidFill xmlns:a="http://schemas.openxmlformats.org/drawingml/2006/main">
            <a:srgbClr val="49A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ath-213">
            <a:extLst xmlns:a="http://schemas.openxmlformats.org/drawingml/2006/main">
              <a:ext uri="{FF2B5EF4-FFF2-40B4-BE49-F238E27FC236}">
                <a16:creationId xmlns:a16="http://schemas.microsoft.com/office/drawing/2014/main" id="{705C3D16-3A88-4F06-B330-978E4DBA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992" y="4621074"/>
            <a:ext cx="76398" cy="76418"/>
          </a:xfrm>
          <a:custGeom xmlns:a="http://schemas.openxmlformats.org/drawingml/2006/main">
            <a:pathLst>
              <a:path w="76398" h="76418">
                <a:moveTo>
                  <a:pt x="0" y="0"/>
                </a:moveTo>
                <a:lnTo>
                  <a:pt x="76398" y="0"/>
                </a:lnTo>
                <a:lnTo>
                  <a:pt x="76398" y="76418"/>
                </a:lnTo>
                <a:lnTo>
                  <a:pt x="0" y="7641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49A77D"/>
            </a:solidFill>
            <a:prstDash val="solid"/>
          </a:ln>
        </p:spPr>
      </p:sp>
      <p:sp>
        <p:nvSpPr>
          <p:cNvPr id="224" name="text-214 ✓">
            <a:extLst xmlns:a="http://schemas.openxmlformats.org/drawingml/2006/main">
              <a:ext uri="{FF2B5EF4-FFF2-40B4-BE49-F238E27FC236}">
                <a16:creationId xmlns:a16="http://schemas.microsoft.com/office/drawing/2014/main" id="{A1EC070E-4B66-45D3-8D74-33CDF83B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4021" y="4617350"/>
            <a:ext cx="53617" cy="89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04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04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504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✓</a:t>
            </a:r>
          </a:p>
        </p:txBody>
      </p:sp>
      <p:sp>
        <p:nvSpPr>
          <p:cNvPr id="225" name="text-215 ✓">
            <a:extLst xmlns:a="http://schemas.openxmlformats.org/drawingml/2006/main">
              <a:ext uri="{FF2B5EF4-FFF2-40B4-BE49-F238E27FC236}">
                <a16:creationId xmlns:a16="http://schemas.microsoft.com/office/drawing/2014/main" id="{1ECE813C-5E16-415F-BA35-0D9F93CD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4021" y="4617350"/>
            <a:ext cx="53617" cy="89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04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04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504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✓</a:t>
            </a:r>
          </a:p>
        </p:txBody>
      </p:sp>
      <p:sp>
        <p:nvSpPr>
          <p:cNvPr id="226" name="path-216">
            <a:extLst xmlns:a="http://schemas.openxmlformats.org/drawingml/2006/main">
              <a:ext uri="{FF2B5EF4-FFF2-40B4-BE49-F238E27FC236}">
                <a16:creationId xmlns:a16="http://schemas.microsoft.com/office/drawing/2014/main" id="{29FDBBD4-418A-4687-AABC-4643580B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495" y="4633820"/>
            <a:ext cx="219003" cy="25473"/>
          </a:xfrm>
          <a:custGeom xmlns:a="http://schemas.openxmlformats.org/drawingml/2006/main">
            <a:pathLst>
              <a:path w="219003" h="25473">
                <a:moveTo>
                  <a:pt x="0" y="0"/>
                </a:moveTo>
                <a:lnTo>
                  <a:pt x="219003" y="0"/>
                </a:lnTo>
                <a:lnTo>
                  <a:pt x="219003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4F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ath-217">
            <a:extLst xmlns:a="http://schemas.openxmlformats.org/drawingml/2006/main">
              <a:ext uri="{FF2B5EF4-FFF2-40B4-BE49-F238E27FC236}">
                <a16:creationId xmlns:a16="http://schemas.microsoft.com/office/drawing/2014/main" id="{1C046B63-2D16-4F7C-B272-E1B3DCA0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8964" y="4633820"/>
            <a:ext cx="499126" cy="25473"/>
          </a:xfrm>
          <a:custGeom xmlns:a="http://schemas.openxmlformats.org/drawingml/2006/main">
            <a:pathLst>
              <a:path w="499126" h="25473">
                <a:moveTo>
                  <a:pt x="0" y="0"/>
                </a:moveTo>
                <a:lnTo>
                  <a:pt x="499126" y="0"/>
                </a:lnTo>
                <a:lnTo>
                  <a:pt x="499126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C7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ath-218">
            <a:extLst xmlns:a="http://schemas.openxmlformats.org/drawingml/2006/main">
              <a:ext uri="{FF2B5EF4-FFF2-40B4-BE49-F238E27FC236}">
                <a16:creationId xmlns:a16="http://schemas.microsoft.com/office/drawing/2014/main" id="{FB0A3C27-4853-45C5-A5C2-DE6E78D5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992" y="4743380"/>
            <a:ext cx="76398" cy="76418"/>
          </a:xfrm>
          <a:custGeom xmlns:a="http://schemas.openxmlformats.org/drawingml/2006/main">
            <a:pathLst>
              <a:path w="76398" h="76418">
                <a:moveTo>
                  <a:pt x="0" y="0"/>
                </a:moveTo>
                <a:lnTo>
                  <a:pt x="76398" y="0"/>
                </a:lnTo>
                <a:lnTo>
                  <a:pt x="76398" y="76418"/>
                </a:lnTo>
                <a:lnTo>
                  <a:pt x="0" y="76418"/>
                </a:lnTo>
                <a:close/>
              </a:path>
            </a:pathLst>
          </a:custGeom>
          <a:solidFill xmlns:a="http://schemas.openxmlformats.org/drawingml/2006/main">
            <a:srgbClr val="4F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ath-219">
            <a:extLst xmlns:a="http://schemas.openxmlformats.org/drawingml/2006/main">
              <a:ext uri="{FF2B5EF4-FFF2-40B4-BE49-F238E27FC236}">
                <a16:creationId xmlns:a16="http://schemas.microsoft.com/office/drawing/2014/main" id="{3533C62C-5BFD-4FE5-AAF1-F5B15F67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992" y="4743380"/>
            <a:ext cx="76398" cy="76418"/>
          </a:xfrm>
          <a:custGeom xmlns:a="http://schemas.openxmlformats.org/drawingml/2006/main">
            <a:pathLst>
              <a:path w="76398" h="76418">
                <a:moveTo>
                  <a:pt x="0" y="0"/>
                </a:moveTo>
                <a:lnTo>
                  <a:pt x="76398" y="0"/>
                </a:lnTo>
                <a:lnTo>
                  <a:pt x="76398" y="76418"/>
                </a:lnTo>
                <a:lnTo>
                  <a:pt x="0" y="7641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4F8198"/>
            </a:solidFill>
            <a:prstDash val="solid"/>
          </a:ln>
        </p:spPr>
      </p:sp>
      <p:sp>
        <p:nvSpPr>
          <p:cNvPr id="230" name="path-220">
            <a:extLst xmlns:a="http://schemas.openxmlformats.org/drawingml/2006/main">
              <a:ext uri="{FF2B5EF4-FFF2-40B4-BE49-F238E27FC236}">
                <a16:creationId xmlns:a16="http://schemas.microsoft.com/office/drawing/2014/main" id="{0632A6E3-3676-49F1-B01C-AF3B0467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365" y="4763765"/>
            <a:ext cx="35652" cy="30567"/>
          </a:xfrm>
          <a:custGeom xmlns:a="http://schemas.openxmlformats.org/drawingml/2006/main">
            <a:pathLst>
              <a:path w="35652" h="30567">
                <a:moveTo>
                  <a:pt x="0" y="0"/>
                </a:moveTo>
                <a:lnTo>
                  <a:pt x="35652" y="0"/>
                </a:lnTo>
                <a:lnTo>
                  <a:pt x="35652" y="30567"/>
                </a:lnTo>
                <a:lnTo>
                  <a:pt x="0" y="305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ath-221">
            <a:extLst xmlns:a="http://schemas.openxmlformats.org/drawingml/2006/main">
              <a:ext uri="{FF2B5EF4-FFF2-40B4-BE49-F238E27FC236}">
                <a16:creationId xmlns:a16="http://schemas.microsoft.com/office/drawing/2014/main" id="{2521F206-4992-44DC-9463-D34A8639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365" y="4763765"/>
            <a:ext cx="35652" cy="30567"/>
          </a:xfrm>
          <a:custGeom xmlns:a="http://schemas.openxmlformats.org/drawingml/2006/main">
            <a:pathLst>
              <a:path w="35652" h="30567">
                <a:moveTo>
                  <a:pt x="0" y="0"/>
                </a:moveTo>
                <a:lnTo>
                  <a:pt x="35652" y="0"/>
                </a:lnTo>
                <a:lnTo>
                  <a:pt x="35652" y="30567"/>
                </a:lnTo>
                <a:lnTo>
                  <a:pt x="0" y="305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FFF"/>
            </a:solidFill>
            <a:prstDash val="solid"/>
          </a:ln>
        </p:spPr>
      </p:sp>
      <p:sp>
        <p:nvSpPr>
          <p:cNvPr id="232" name="path-222">
            <a:extLst xmlns:a="http://schemas.openxmlformats.org/drawingml/2006/main">
              <a:ext uri="{FF2B5EF4-FFF2-40B4-BE49-F238E27FC236}">
                <a16:creationId xmlns:a16="http://schemas.microsoft.com/office/drawing/2014/main" id="{A1CB7061-E1A4-4631-A3EF-83A32778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495" y="4756127"/>
            <a:ext cx="361610" cy="20379"/>
          </a:xfrm>
          <a:custGeom xmlns:a="http://schemas.openxmlformats.org/drawingml/2006/main">
            <a:pathLst>
              <a:path w="361610" h="20379">
                <a:moveTo>
                  <a:pt x="0" y="0"/>
                </a:moveTo>
                <a:lnTo>
                  <a:pt x="361610" y="0"/>
                </a:lnTo>
                <a:lnTo>
                  <a:pt x="361610" y="20379"/>
                </a:lnTo>
                <a:lnTo>
                  <a:pt x="0" y="20379"/>
                </a:lnTo>
                <a:close/>
              </a:path>
            </a:pathLst>
          </a:custGeom>
          <a:solidFill xmlns:a="http://schemas.openxmlformats.org/drawingml/2006/main">
            <a:srgbClr val="4F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ath-223">
            <a:extLst xmlns:a="http://schemas.openxmlformats.org/drawingml/2006/main">
              <a:ext uri="{FF2B5EF4-FFF2-40B4-BE49-F238E27FC236}">
                <a16:creationId xmlns:a16="http://schemas.microsoft.com/office/drawing/2014/main" id="{492B3092-F667-4859-985C-B3DA7EC7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1758" y="4756127"/>
            <a:ext cx="331053" cy="20379"/>
          </a:xfrm>
          <a:custGeom xmlns:a="http://schemas.openxmlformats.org/drawingml/2006/main">
            <a:pathLst>
              <a:path w="331053" h="20379">
                <a:moveTo>
                  <a:pt x="0" y="0"/>
                </a:moveTo>
                <a:lnTo>
                  <a:pt x="331053" y="0"/>
                </a:lnTo>
                <a:lnTo>
                  <a:pt x="331053" y="20379"/>
                </a:lnTo>
                <a:lnTo>
                  <a:pt x="0" y="20379"/>
                </a:lnTo>
                <a:close/>
              </a:path>
            </a:pathLst>
          </a:custGeom>
          <a:solidFill xmlns:a="http://schemas.openxmlformats.org/drawingml/2006/main">
            <a:srgbClr val="C7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ath-224">
            <a:extLst xmlns:a="http://schemas.openxmlformats.org/drawingml/2006/main">
              <a:ext uri="{FF2B5EF4-FFF2-40B4-BE49-F238E27FC236}">
                <a16:creationId xmlns:a16="http://schemas.microsoft.com/office/drawing/2014/main" id="{94B0E307-92BB-4A82-B4C0-2D5C426C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992" y="4860521"/>
            <a:ext cx="76398" cy="76418"/>
          </a:xfrm>
          <a:custGeom xmlns:a="http://schemas.openxmlformats.org/drawingml/2006/main">
            <a:pathLst>
              <a:path w="76398" h="76418">
                <a:moveTo>
                  <a:pt x="0" y="0"/>
                </a:moveTo>
                <a:lnTo>
                  <a:pt x="76398" y="0"/>
                </a:lnTo>
                <a:lnTo>
                  <a:pt x="76398" y="76418"/>
                </a:lnTo>
                <a:lnTo>
                  <a:pt x="0" y="76418"/>
                </a:lnTo>
                <a:close/>
              </a:path>
            </a:pathLst>
          </a:custGeom>
          <a:solidFill xmlns:a="http://schemas.openxmlformats.org/drawingml/2006/main">
            <a:srgbClr val="4F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ath-225">
            <a:extLst xmlns:a="http://schemas.openxmlformats.org/drawingml/2006/main">
              <a:ext uri="{FF2B5EF4-FFF2-40B4-BE49-F238E27FC236}">
                <a16:creationId xmlns:a16="http://schemas.microsoft.com/office/drawing/2014/main" id="{8736FAA4-3ADB-4E1C-A952-7AD635A4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992" y="4860521"/>
            <a:ext cx="76398" cy="76418"/>
          </a:xfrm>
          <a:custGeom xmlns:a="http://schemas.openxmlformats.org/drawingml/2006/main">
            <a:pathLst>
              <a:path w="76398" h="76418">
                <a:moveTo>
                  <a:pt x="0" y="0"/>
                </a:moveTo>
                <a:lnTo>
                  <a:pt x="76398" y="0"/>
                </a:lnTo>
                <a:lnTo>
                  <a:pt x="76398" y="76418"/>
                </a:lnTo>
                <a:lnTo>
                  <a:pt x="0" y="7641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4F8198"/>
            </a:solidFill>
            <a:prstDash val="solid"/>
          </a:ln>
        </p:spPr>
      </p:sp>
      <p:sp>
        <p:nvSpPr>
          <p:cNvPr id="236" name="path-226">
            <a:extLst xmlns:a="http://schemas.openxmlformats.org/drawingml/2006/main">
              <a:ext uri="{FF2B5EF4-FFF2-40B4-BE49-F238E27FC236}">
                <a16:creationId xmlns:a16="http://schemas.microsoft.com/office/drawing/2014/main" id="{0FE960AB-DA8A-4B2D-BB97-38062588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365" y="4880906"/>
            <a:ext cx="35652" cy="30567"/>
          </a:xfrm>
          <a:custGeom xmlns:a="http://schemas.openxmlformats.org/drawingml/2006/main">
            <a:pathLst>
              <a:path w="35652" h="30567">
                <a:moveTo>
                  <a:pt x="0" y="0"/>
                </a:moveTo>
                <a:lnTo>
                  <a:pt x="35652" y="0"/>
                </a:lnTo>
                <a:lnTo>
                  <a:pt x="35652" y="30567"/>
                </a:lnTo>
                <a:lnTo>
                  <a:pt x="0" y="305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ath-227">
            <a:extLst xmlns:a="http://schemas.openxmlformats.org/drawingml/2006/main">
              <a:ext uri="{FF2B5EF4-FFF2-40B4-BE49-F238E27FC236}">
                <a16:creationId xmlns:a16="http://schemas.microsoft.com/office/drawing/2014/main" id="{1076ABFB-ED81-4482-B1A2-D48A4467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365" y="4880906"/>
            <a:ext cx="35652" cy="30567"/>
          </a:xfrm>
          <a:custGeom xmlns:a="http://schemas.openxmlformats.org/drawingml/2006/main">
            <a:pathLst>
              <a:path w="35652" h="30567">
                <a:moveTo>
                  <a:pt x="0" y="0"/>
                </a:moveTo>
                <a:lnTo>
                  <a:pt x="35652" y="0"/>
                </a:lnTo>
                <a:lnTo>
                  <a:pt x="35652" y="30567"/>
                </a:lnTo>
                <a:lnTo>
                  <a:pt x="0" y="305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FFF"/>
            </a:solidFill>
            <a:prstDash val="solid"/>
          </a:ln>
        </p:spPr>
      </p:sp>
      <p:sp>
        <p:nvSpPr>
          <p:cNvPr id="238" name="path-228">
            <a:extLst xmlns:a="http://schemas.openxmlformats.org/drawingml/2006/main">
              <a:ext uri="{FF2B5EF4-FFF2-40B4-BE49-F238E27FC236}">
                <a16:creationId xmlns:a16="http://schemas.microsoft.com/office/drawing/2014/main" id="{4CD1D3B0-7791-4816-90CE-13D3C8C8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495" y="4873267"/>
            <a:ext cx="473659" cy="25474"/>
          </a:xfrm>
          <a:custGeom xmlns:a="http://schemas.openxmlformats.org/drawingml/2006/main">
            <a:pathLst>
              <a:path w="473659" h="25474">
                <a:moveTo>
                  <a:pt x="0" y="0"/>
                </a:moveTo>
                <a:lnTo>
                  <a:pt x="473659" y="0"/>
                </a:lnTo>
                <a:lnTo>
                  <a:pt x="473659" y="25474"/>
                </a:lnTo>
                <a:lnTo>
                  <a:pt x="0" y="25474"/>
                </a:lnTo>
                <a:close/>
              </a:path>
            </a:pathLst>
          </a:custGeom>
          <a:solidFill xmlns:a="http://schemas.openxmlformats.org/drawingml/2006/main">
            <a:srgbClr val="4F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ath-229">
            <a:extLst xmlns:a="http://schemas.openxmlformats.org/drawingml/2006/main">
              <a:ext uri="{FF2B5EF4-FFF2-40B4-BE49-F238E27FC236}">
                <a16:creationId xmlns:a16="http://schemas.microsoft.com/office/drawing/2014/main" id="{639EADDE-4F0E-4BD3-B24B-8DC66026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8899" y="4873267"/>
            <a:ext cx="229190" cy="25474"/>
          </a:xfrm>
          <a:custGeom xmlns:a="http://schemas.openxmlformats.org/drawingml/2006/main">
            <a:pathLst>
              <a:path w="229190" h="25474">
                <a:moveTo>
                  <a:pt x="0" y="0"/>
                </a:moveTo>
                <a:lnTo>
                  <a:pt x="229190" y="0"/>
                </a:lnTo>
                <a:lnTo>
                  <a:pt x="229190" y="25474"/>
                </a:lnTo>
                <a:lnTo>
                  <a:pt x="0" y="25474"/>
                </a:lnTo>
                <a:close/>
              </a:path>
            </a:pathLst>
          </a:custGeom>
          <a:solidFill xmlns:a="http://schemas.openxmlformats.org/drawingml/2006/main">
            <a:srgbClr val="C7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text-230 Validated">
            <a:extLst xmlns:a="http://schemas.openxmlformats.org/drawingml/2006/main">
              <a:ext uri="{FF2B5EF4-FFF2-40B4-BE49-F238E27FC236}">
                <a16:creationId xmlns:a16="http://schemas.microsoft.com/office/drawing/2014/main" id="{DB9211EA-79BB-49AE-AD2D-B39782DC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9298" y="5066740"/>
            <a:ext cx="882503" cy="261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7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Validated</a:t>
            </a:r>
          </a:p>
        </p:txBody>
      </p:sp>
      <p:sp>
        <p:nvSpPr>
          <p:cNvPr id="241" name="text-230 feedback">
            <a:extLst xmlns:a="http://schemas.openxmlformats.org/drawingml/2006/main">
              <a:ext uri="{FF2B5EF4-FFF2-40B4-BE49-F238E27FC236}">
                <a16:creationId xmlns:a16="http://schemas.microsoft.com/office/drawing/2014/main" id="{6B160B76-981C-45E6-AB2C-77FB6706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6187" y="5066818"/>
            <a:ext cx="858088" cy="261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70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feedback</a:t>
            </a:r>
          </a:p>
        </p:txBody>
      </p:sp>
      <p:sp>
        <p:nvSpPr>
          <p:cNvPr id="242" name="text-231 Refine">
            <a:extLst xmlns:a="http://schemas.openxmlformats.org/drawingml/2006/main">
              <a:ext uri="{FF2B5EF4-FFF2-40B4-BE49-F238E27FC236}">
                <a16:creationId xmlns:a16="http://schemas.microsoft.com/office/drawing/2014/main" id="{7E381CD0-EAB3-4C7A-8B60-359375A1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8931" y="4876879"/>
            <a:ext cx="433925" cy="187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2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2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pPr>
            <a:r>
              <a:rPr sz="1052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rPr>
              <a:t>Refine</a:t>
            </a:r>
          </a:p>
        </p:txBody>
      </p:sp>
      <p:sp>
        <p:nvSpPr>
          <p:cNvPr id="243" name="text-232 Solver">
            <a:extLst xmlns:a="http://schemas.openxmlformats.org/drawingml/2006/main">
              <a:ext uri="{FF2B5EF4-FFF2-40B4-BE49-F238E27FC236}">
                <a16:creationId xmlns:a16="http://schemas.microsoft.com/office/drawing/2014/main" id="{32057FA7-CF0E-442F-9612-38039372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22467" y="5003843"/>
            <a:ext cx="428630" cy="18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pPr>
            <a:r>
              <a:rPr sz="105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244" name="text-233 harness">
            <a:extLst xmlns:a="http://schemas.openxmlformats.org/drawingml/2006/main">
              <a:ext uri="{FF2B5EF4-FFF2-40B4-BE49-F238E27FC236}">
                <a16:creationId xmlns:a16="http://schemas.microsoft.com/office/drawing/2014/main" id="{F5C40E13-96C8-4E84-8997-1976AADC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8751" y="5136479"/>
            <a:ext cx="515791" cy="187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pPr>
            <a:r>
              <a:rPr sz="105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245" name="path-234">
            <a:extLst xmlns:a="http://schemas.openxmlformats.org/drawingml/2006/main">
              <a:ext uri="{FF2B5EF4-FFF2-40B4-BE49-F238E27FC236}">
                <a16:creationId xmlns:a16="http://schemas.microsoft.com/office/drawing/2014/main" id="{5DADCFCB-9523-4501-8C04-75E84D3A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689" y="5431148"/>
            <a:ext cx="6004784" cy="417756"/>
          </a:xfrm>
          <a:custGeom xmlns:a="http://schemas.openxmlformats.org/drawingml/2006/main">
            <a:pathLst>
              <a:path w="6004784" h="417756">
                <a:moveTo>
                  <a:pt x="0" y="45513"/>
                </a:moveTo>
                <a:cubicBezTo>
                  <a:pt x="0" y="20373"/>
                  <a:pt x="20373" y="0"/>
                  <a:pt x="45483" y="0"/>
                </a:cubicBezTo>
                <a:lnTo>
                  <a:pt x="5959300" y="0"/>
                </a:lnTo>
                <a:cubicBezTo>
                  <a:pt x="5984413" y="0"/>
                  <a:pt x="6004784" y="20373"/>
                  <a:pt x="6004784" y="45513"/>
                </a:cubicBezTo>
                <a:lnTo>
                  <a:pt x="6004784" y="372237"/>
                </a:lnTo>
                <a:cubicBezTo>
                  <a:pt x="6004784" y="397377"/>
                  <a:pt x="5984413" y="417756"/>
                  <a:pt x="5959300" y="417756"/>
                </a:cubicBezTo>
                <a:lnTo>
                  <a:pt x="45483" y="417756"/>
                </a:lnTo>
                <a:cubicBezTo>
                  <a:pt x="20373" y="417756"/>
                  <a:pt x="0" y="397377"/>
                  <a:pt x="0" y="372237"/>
                </a:cubicBezTo>
                <a:lnTo>
                  <a:pt x="0" y="45513"/>
                </a:lnTo>
              </a:path>
            </a:pathLst>
          </a:custGeom>
          <a:noFill xmlns:a="http://schemas.openxmlformats.org/drawingml/2006/main"/>
          <a:ln xmlns:a="http://schemas.openxmlformats.org/drawingml/2006/main" w="14152">
            <a:solidFill>
              <a:srgbClr val="548235"/>
            </a:solidFill>
            <a:prstDash val="solid"/>
          </a:ln>
        </p:spPr>
      </p:sp>
      <p:sp>
        <p:nvSpPr>
          <p:cNvPr id="246" name="text-235 Questioner">
            <a:extLst xmlns:a="http://schemas.openxmlformats.org/drawingml/2006/main">
              <a:ext uri="{FF2B5EF4-FFF2-40B4-BE49-F238E27FC236}">
                <a16:creationId xmlns:a16="http://schemas.microsoft.com/office/drawing/2014/main" id="{8E23B7D6-A8CE-4FE7-83B3-55E55701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5029" y="5533174"/>
            <a:ext cx="1083333" cy="277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3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3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pPr>
            <a:r>
              <a:rPr sz="1563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rPr>
              <a:t>Questioner</a:t>
            </a:r>
          </a:p>
        </p:txBody>
      </p:sp>
      <p:sp>
        <p:nvSpPr>
          <p:cNvPr id="247" name="text-235 and">
            <a:extLst xmlns:a="http://schemas.openxmlformats.org/drawingml/2006/main">
              <a:ext uri="{FF2B5EF4-FFF2-40B4-BE49-F238E27FC236}">
                <a16:creationId xmlns:a16="http://schemas.microsoft.com/office/drawing/2014/main" id="{0D0114E4-F6E9-45C7-9F4B-540CDC86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5055" y="5533039"/>
            <a:ext cx="366443" cy="278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4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4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pPr>
            <a:r>
              <a:rPr sz="1564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248" name="text-235 Solver">
            <a:extLst xmlns:a="http://schemas.openxmlformats.org/drawingml/2006/main">
              <a:ext uri="{FF2B5EF4-FFF2-40B4-BE49-F238E27FC236}">
                <a16:creationId xmlns:a16="http://schemas.microsoft.com/office/drawing/2014/main" id="{45D1905F-BA11-4427-98B7-B25A05A2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553" y="5534580"/>
            <a:ext cx="629997" cy="275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1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1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pPr>
            <a:r>
              <a:rPr sz="1551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249" name="text-235 harness">
            <a:extLst xmlns:a="http://schemas.openxmlformats.org/drawingml/2006/main">
              <a:ext uri="{FF2B5EF4-FFF2-40B4-BE49-F238E27FC236}">
                <a16:creationId xmlns:a16="http://schemas.microsoft.com/office/drawing/2014/main" id="{20247D58-8436-473B-876E-224F8A88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4465" y="5533062"/>
            <a:ext cx="763938" cy="277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3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3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pPr>
            <a:r>
              <a:rPr sz="1563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250" name="text-235 coevolve">
            <a:extLst xmlns:a="http://schemas.openxmlformats.org/drawingml/2006/main">
              <a:ext uri="{FF2B5EF4-FFF2-40B4-BE49-F238E27FC236}">
                <a16:creationId xmlns:a16="http://schemas.microsoft.com/office/drawing/2014/main" id="{8F7DDE3C-483F-4011-AA4C-2A3CFFF0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4013" y="5533646"/>
            <a:ext cx="813191" cy="27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9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9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pPr>
            <a:r>
              <a:rPr sz="1559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rPr>
              <a:t>coevolve</a:t>
            </a:r>
          </a:p>
        </p:txBody>
      </p:sp>
      <p:sp>
        <p:nvSpPr>
          <p:cNvPr id="251" name="text-235 without">
            <a:extLst xmlns:a="http://schemas.openxmlformats.org/drawingml/2006/main">
              <a:ext uri="{FF2B5EF4-FFF2-40B4-BE49-F238E27FC236}">
                <a16:creationId xmlns:a16="http://schemas.microsoft.com/office/drawing/2014/main" id="{7EF2AF9E-D45D-4F9B-B42B-B6645D2A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58631" y="5533309"/>
            <a:ext cx="735340" cy="277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1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1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pPr>
            <a:r>
              <a:rPr sz="1561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rPr>
              <a:t>without</a:t>
            </a:r>
          </a:p>
        </p:txBody>
      </p:sp>
      <p:sp>
        <p:nvSpPr>
          <p:cNvPr id="252" name="text-235 annotations">
            <a:extLst xmlns:a="http://schemas.openxmlformats.org/drawingml/2006/main">
              <a:ext uri="{FF2B5EF4-FFF2-40B4-BE49-F238E27FC236}">
                <a16:creationId xmlns:a16="http://schemas.microsoft.com/office/drawing/2014/main" id="{982D147E-6751-4D82-B07B-16EEE7D6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42532" y="5533224"/>
            <a:ext cx="1114806" cy="277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2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2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pPr>
            <a:r>
              <a:rPr sz="1562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rPr>
              <a:t>annotations</a:t>
            </a:r>
          </a:p>
        </p:txBody>
      </p:sp>
      <p:sp>
        <p:nvSpPr>
          <p:cNvPr id="253" name="path-236">
            <a:extLst xmlns:a="http://schemas.openxmlformats.org/drawingml/2006/main">
              <a:ext uri="{FF2B5EF4-FFF2-40B4-BE49-F238E27FC236}">
                <a16:creationId xmlns:a16="http://schemas.microsoft.com/office/drawing/2014/main" id="{73ECBBED-7FC5-4BA5-A1D5-5A1A2218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1830" y="4771413"/>
            <a:ext cx="61118" cy="71303"/>
          </a:xfrm>
          <a:custGeom xmlns:a="http://schemas.openxmlformats.org/drawingml/2006/main">
            <a:pathLst>
              <a:path w="61118" h="71303">
                <a:moveTo>
                  <a:pt x="0" y="0"/>
                </a:moveTo>
                <a:lnTo>
                  <a:pt x="61118" y="71303"/>
                </a:lnTo>
              </a:path>
            </a:pathLst>
          </a:custGeom>
          <a:noFill xmlns:a="http://schemas.openxmlformats.org/drawingml/2006/main"/>
          <a:ln xmlns:a="http://schemas.openxmlformats.org/drawingml/2006/main" w="39802">
            <a:solidFill>
              <a:srgbClr val="FFFFFF"/>
            </a:solidFill>
            <a:prstDash val="solid"/>
          </a:ln>
        </p:spPr>
      </p:sp>
      <p:sp>
        <p:nvSpPr>
          <p:cNvPr id="254" name="path-237">
            <a:extLst xmlns:a="http://schemas.openxmlformats.org/drawingml/2006/main">
              <a:ext uri="{FF2B5EF4-FFF2-40B4-BE49-F238E27FC236}">
                <a16:creationId xmlns:a16="http://schemas.microsoft.com/office/drawing/2014/main" id="{7A953CA3-99B5-4645-BC59-67E07D5A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2948" y="4689852"/>
            <a:ext cx="137514" cy="152864"/>
          </a:xfrm>
          <a:custGeom xmlns:a="http://schemas.openxmlformats.org/drawingml/2006/main">
            <a:pathLst>
              <a:path w="137514" h="152864">
                <a:moveTo>
                  <a:pt x="0" y="152864"/>
                </a:moveTo>
                <a:lnTo>
                  <a:pt x="1375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802">
            <a:solidFill>
              <a:srgbClr val="FFFFFF"/>
            </a:solidFill>
            <a:prstDash val="solid"/>
          </a:ln>
        </p:spPr>
      </p:sp>
      <p:sp>
        <p:nvSpPr>
          <p:cNvPr id="255" name="path-238">
            <a:extLst xmlns:a="http://schemas.openxmlformats.org/drawingml/2006/main">
              <a:ext uri="{FF2B5EF4-FFF2-40B4-BE49-F238E27FC236}">
                <a16:creationId xmlns:a16="http://schemas.microsoft.com/office/drawing/2014/main" id="{83497E12-FDBE-43C0-920F-FF74F99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1459" y="4751040"/>
            <a:ext cx="40745" cy="40745"/>
          </a:xfrm>
          <a:custGeom xmlns:a="http://schemas.openxmlformats.org/drawingml/2006/main">
            <a:pathLst>
              <a:path w="40745" h="40745">
                <a:moveTo>
                  <a:pt x="0" y="20372"/>
                </a:moveTo>
                <a:cubicBezTo>
                  <a:pt x="0" y="9125"/>
                  <a:pt x="9124" y="0"/>
                  <a:pt x="20372" y="0"/>
                </a:cubicBezTo>
                <a:cubicBezTo>
                  <a:pt x="31619" y="0"/>
                  <a:pt x="40745" y="9125"/>
                  <a:pt x="40745" y="20372"/>
                </a:cubicBezTo>
                <a:cubicBezTo>
                  <a:pt x="40745" y="31620"/>
                  <a:pt x="31619" y="40745"/>
                  <a:pt x="20372" y="40745"/>
                </a:cubicBezTo>
                <a:cubicBezTo>
                  <a:pt x="9124" y="40745"/>
                  <a:pt x="0" y="31620"/>
                  <a:pt x="0" y="2037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ath-239">
            <a:extLst xmlns:a="http://schemas.openxmlformats.org/drawingml/2006/main">
              <a:ext uri="{FF2B5EF4-FFF2-40B4-BE49-F238E27FC236}">
                <a16:creationId xmlns:a16="http://schemas.microsoft.com/office/drawing/2014/main" id="{54DA033B-EEC3-477B-9F2F-1D7DA991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2575" y="4822344"/>
            <a:ext cx="40745" cy="40745"/>
          </a:xfrm>
          <a:custGeom xmlns:a="http://schemas.openxmlformats.org/drawingml/2006/main">
            <a:pathLst>
              <a:path w="40745" h="40745">
                <a:moveTo>
                  <a:pt x="0" y="20372"/>
                </a:moveTo>
                <a:cubicBezTo>
                  <a:pt x="0" y="9125"/>
                  <a:pt x="9126" y="0"/>
                  <a:pt x="20373" y="0"/>
                </a:cubicBezTo>
                <a:cubicBezTo>
                  <a:pt x="31620" y="0"/>
                  <a:pt x="40745" y="9125"/>
                  <a:pt x="40745" y="20372"/>
                </a:cubicBezTo>
                <a:cubicBezTo>
                  <a:pt x="40745" y="31620"/>
                  <a:pt x="31620" y="40745"/>
                  <a:pt x="20373" y="40745"/>
                </a:cubicBezTo>
                <a:cubicBezTo>
                  <a:pt x="9126" y="40745"/>
                  <a:pt x="0" y="31620"/>
                  <a:pt x="0" y="2037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ath-240">
            <a:extLst xmlns:a="http://schemas.openxmlformats.org/drawingml/2006/main">
              <a:ext uri="{FF2B5EF4-FFF2-40B4-BE49-F238E27FC236}">
                <a16:creationId xmlns:a16="http://schemas.microsoft.com/office/drawing/2014/main" id="{2D225D59-8A1E-4B23-9544-01C62FAA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0089" y="4669480"/>
            <a:ext cx="40746" cy="40815"/>
          </a:xfrm>
          <a:custGeom xmlns:a="http://schemas.openxmlformats.org/drawingml/2006/main">
            <a:pathLst>
              <a:path w="40746" h="40815">
                <a:moveTo>
                  <a:pt x="0" y="20372"/>
                </a:moveTo>
                <a:cubicBezTo>
                  <a:pt x="0" y="9125"/>
                  <a:pt x="9126" y="0"/>
                  <a:pt x="20373" y="0"/>
                </a:cubicBezTo>
                <a:cubicBezTo>
                  <a:pt x="31620" y="0"/>
                  <a:pt x="40746" y="9125"/>
                  <a:pt x="40746" y="20372"/>
                </a:cubicBezTo>
                <a:cubicBezTo>
                  <a:pt x="40746" y="31690"/>
                  <a:pt x="31620" y="40815"/>
                  <a:pt x="20373" y="40815"/>
                </a:cubicBezTo>
                <a:cubicBezTo>
                  <a:pt x="9126" y="40815"/>
                  <a:pt x="0" y="31690"/>
                  <a:pt x="0" y="2037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586C400E-F9FB-445E-AF84-0F997899C3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23cab1c8b4e06"/>
          <a:stretch xmlns:a="http://schemas.openxmlformats.org/drawingml/2006/main"/>
        </p:blipFill>
        <p:spPr>
          <a:xfrm xmlns:a="http://schemas.openxmlformats.org/drawingml/2006/main">
            <a:off x="8649832" y="1058124"/>
            <a:ext cx="838200" cy="638175"/>
          </a:xfrm>
          <a:prstGeom xmlns:a="http://schemas.openxmlformats.org/drawingml/2006/main" prst="rect">
            <a:avLst/>
          </a:prstGeom>
        </p:spPr>
      </p:pic>
      <p:pic>
        <p:nvPic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D377FEFB-779F-470C-82BD-D4373FD5BF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01e4ab2724c19"/>
          <a:stretch xmlns:a="http://schemas.openxmlformats.org/drawingml/2006/main"/>
        </p:blipFill>
        <p:spPr>
          <a:xfrm xmlns:a="http://schemas.openxmlformats.org/drawingml/2006/main">
            <a:off x="9535657" y="1058124"/>
            <a:ext cx="838200" cy="638175"/>
          </a:xfrm>
          <a:prstGeom xmlns:a="http://schemas.openxmlformats.org/drawingml/2006/main" prst="rect">
            <a:avLst/>
          </a:prstGeom>
        </p:spPr>
      </p:pic>
      <p:pic>
        <p:nvPic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29CEF23C-CDE4-4F06-8DD7-843A6429DE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9f2eecfa74cc4"/>
          <a:stretch xmlns:a="http://schemas.openxmlformats.org/drawingml/2006/main"/>
        </p:blipFill>
        <p:spPr>
          <a:xfrm xmlns:a="http://schemas.openxmlformats.org/drawingml/2006/main">
            <a:off x="10411957" y="1058124"/>
            <a:ext cx="838200" cy="638175"/>
          </a:xfrm>
          <a:prstGeom xmlns:a="http://schemas.openxmlformats.org/drawingml/2006/main" prst="rect">
            <a:avLst/>
          </a:prstGeom>
        </p:spPr>
      </p:pic>
      <p:pic>
        <p:nvPic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A7A5686D-AA8D-4FF1-B647-57C33B71DB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4621dc1ef4e3e"/>
          <a:stretch xmlns:a="http://schemas.openxmlformats.org/drawingml/2006/main"/>
        </p:blipFill>
        <p:spPr>
          <a:xfrm xmlns:a="http://schemas.openxmlformats.org/drawingml/2006/main">
            <a:off x="12135982" y="753324"/>
            <a:ext cx="485775" cy="342900"/>
          </a:xfrm>
          <a:prstGeom xmlns:a="http://schemas.openxmlformats.org/drawingml/2006/main" prst="rect">
            <a:avLst/>
          </a:prstGeom>
        </p:spPr>
      </p:pic>
      <p:pic>
        <p:nvPic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BAB97759-D710-46A5-A98C-BD76EC8C78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bc36e40cf4095"/>
          <a:stretch xmlns:a="http://schemas.openxmlformats.org/drawingml/2006/main"/>
        </p:blipFill>
        <p:spPr>
          <a:xfrm xmlns:a="http://schemas.openxmlformats.org/drawingml/2006/main">
            <a:off x="12135982" y="1143849"/>
            <a:ext cx="485775" cy="352425"/>
          </a:xfrm>
          <a:prstGeom xmlns:a="http://schemas.openxmlformats.org/drawingml/2006/main" prst="rect">
            <a:avLst/>
          </a:prstGeom>
        </p:spPr>
      </p:pic>
      <p:pic>
        <p:nvPic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B60C4340-70D0-4BFA-B4BE-DB96D63B8B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b3bda201c4d8b"/>
          <a:stretch xmlns:a="http://schemas.openxmlformats.org/drawingml/2006/main"/>
        </p:blipFill>
        <p:spPr>
          <a:xfrm xmlns:a="http://schemas.openxmlformats.org/drawingml/2006/main">
            <a:off x="12135982" y="1543899"/>
            <a:ext cx="485775" cy="342900"/>
          </a:xfrm>
          <a:prstGeom xmlns:a="http://schemas.openxmlformats.org/drawingml/2006/main" prst="rect">
            <a:avLst/>
          </a:prstGeom>
        </p:spPr>
      </p:pic>
      <p:sp>
        <p:nvSpPr>
          <p:cNvPr id="264" name="text-247 What">
            <a:extLst xmlns:a="http://schemas.openxmlformats.org/drawingml/2006/main">
              <a:ext uri="{FF2B5EF4-FFF2-40B4-BE49-F238E27FC236}">
                <a16:creationId xmlns:a16="http://schemas.microsoft.com/office/drawing/2014/main" id="{0A79DEFB-6B4E-4409-89EB-B86E0C81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5859" y="2859091"/>
            <a:ext cx="434040" cy="218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What</a:t>
            </a:r>
          </a:p>
        </p:txBody>
      </p:sp>
      <p:sp>
        <p:nvSpPr>
          <p:cNvPr id="265" name="text-247 does">
            <a:extLst xmlns:a="http://schemas.openxmlformats.org/drawingml/2006/main">
              <a:ext uri="{FF2B5EF4-FFF2-40B4-BE49-F238E27FC236}">
                <a16:creationId xmlns:a16="http://schemas.microsoft.com/office/drawing/2014/main" id="{9D00E32D-3794-4A14-AE0A-D03AA6A3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9503" y="2860519"/>
            <a:ext cx="360064" cy="216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1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does</a:t>
            </a:r>
          </a:p>
        </p:txBody>
      </p:sp>
      <p:sp>
        <p:nvSpPr>
          <p:cNvPr id="266" name="text-248 keeping">
            <a:extLst xmlns:a="http://schemas.openxmlformats.org/drawingml/2006/main">
              <a:ext uri="{FF2B5EF4-FFF2-40B4-BE49-F238E27FC236}">
                <a16:creationId xmlns:a16="http://schemas.microsoft.com/office/drawing/2014/main" id="{149EBC15-BF67-435E-93E3-C95A35CC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9333" y="3047469"/>
            <a:ext cx="576277" cy="218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keeping</a:t>
            </a:r>
          </a:p>
        </p:txBody>
      </p:sp>
      <p:sp>
        <p:nvSpPr>
          <p:cNvPr id="267" name="text-248 the">
            <a:extLst xmlns:a="http://schemas.openxmlformats.org/drawingml/2006/main">
              <a:ext uri="{FF2B5EF4-FFF2-40B4-BE49-F238E27FC236}">
                <a16:creationId xmlns:a16="http://schemas.microsoft.com/office/drawing/2014/main" id="{F92A610B-EF65-4D21-95FF-BE9CA0C5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1123" y="3047528"/>
            <a:ext cx="277699" cy="218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268" name="text-249 shrimp">
            <a:extLst xmlns:a="http://schemas.openxmlformats.org/drawingml/2006/main">
              <a:ext uri="{FF2B5EF4-FFF2-40B4-BE49-F238E27FC236}">
                <a16:creationId xmlns:a16="http://schemas.microsoft.com/office/drawing/2014/main" id="{6F514A73-FD04-4F4D-9D9E-C13648CA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4546" y="3188957"/>
            <a:ext cx="521236" cy="220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7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7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7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shrimp</a:t>
            </a:r>
          </a:p>
        </p:txBody>
      </p:sp>
      <p:sp>
        <p:nvSpPr>
          <p:cNvPr id="269" name="text-249 head">
            <a:extLst xmlns:a="http://schemas.openxmlformats.org/drawingml/2006/main">
              <a:ext uri="{FF2B5EF4-FFF2-40B4-BE49-F238E27FC236}">
                <a16:creationId xmlns:a16="http://schemas.microsoft.com/office/drawing/2014/main" id="{C040D1F0-91BE-40ED-AC87-DADD5E80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0066" y="3189747"/>
            <a:ext cx="375951" cy="218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head</a:t>
            </a:r>
          </a:p>
        </p:txBody>
      </p:sp>
      <p:sp>
        <p:nvSpPr>
          <p:cNvPr id="270" name="text-250 intact">
            <a:extLst xmlns:a="http://schemas.openxmlformats.org/drawingml/2006/main">
              <a:ext uri="{FF2B5EF4-FFF2-40B4-BE49-F238E27FC236}">
                <a16:creationId xmlns:a16="http://schemas.microsoft.com/office/drawing/2014/main" id="{0FD6DE37-2388-4AB5-AFEA-C13218F3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0272" y="3379390"/>
            <a:ext cx="458393" cy="21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intact</a:t>
            </a:r>
          </a:p>
        </p:txBody>
      </p:sp>
      <p:sp>
        <p:nvSpPr>
          <p:cNvPr id="271" name="text-251 symbolize?">
            <a:extLst xmlns:a="http://schemas.openxmlformats.org/drawingml/2006/main">
              <a:ext uri="{FF2B5EF4-FFF2-40B4-BE49-F238E27FC236}">
                <a16:creationId xmlns:a16="http://schemas.microsoft.com/office/drawing/2014/main" id="{9583712F-34CF-40B2-A2B2-1C78C90E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1093" y="3562214"/>
            <a:ext cx="818868" cy="218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symbolize?</a:t>
            </a:r>
          </a:p>
        </p:txBody>
      </p:sp>
      <p:sp>
        <p:nvSpPr>
          <p:cNvPr id="272" name="text-252 A">
            <a:extLst xmlns:a="http://schemas.openxmlformats.org/drawingml/2006/main">
              <a:ext uri="{FF2B5EF4-FFF2-40B4-BE49-F238E27FC236}">
                <a16:creationId xmlns:a16="http://schemas.microsoft.com/office/drawing/2014/main" id="{792FA62F-48F7-4EAC-9FAF-11BE56D9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7526" y="4352282"/>
            <a:ext cx="144061" cy="221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273" name="text-252 complete">
            <a:extLst xmlns:a="http://schemas.openxmlformats.org/drawingml/2006/main">
              <a:ext uri="{FF2B5EF4-FFF2-40B4-BE49-F238E27FC236}">
                <a16:creationId xmlns:a16="http://schemas.microsoft.com/office/drawing/2014/main" id="{0BD5FB0A-D6C9-4C78-B2B5-4472FEE8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0331" y="4354854"/>
            <a:ext cx="679656" cy="217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complete</a:t>
            </a:r>
          </a:p>
        </p:txBody>
      </p:sp>
      <p:sp>
        <p:nvSpPr>
          <p:cNvPr id="274" name="text-252 begin">
            <a:extLst xmlns:a="http://schemas.openxmlformats.org/drawingml/2006/main">
              <a:ext uri="{FF2B5EF4-FFF2-40B4-BE49-F238E27FC236}">
                <a16:creationId xmlns:a16="http://schemas.microsoft.com/office/drawing/2014/main" id="{F89B5CE5-1012-49D6-9387-CF171C09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7866" y="4355517"/>
            <a:ext cx="411080" cy="216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1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begin</a:t>
            </a:r>
          </a:p>
        </p:txBody>
      </p:sp>
      <p:sp>
        <p:nvSpPr>
          <p:cNvPr id="275" name="text-253 -">
            <a:extLst xmlns:a="http://schemas.openxmlformats.org/drawingml/2006/main">
              <a:ext uri="{FF2B5EF4-FFF2-40B4-BE49-F238E27FC236}">
                <a16:creationId xmlns:a16="http://schemas.microsoft.com/office/drawing/2014/main" id="{6778F220-E232-4C4C-BBB9-33DE9E32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1094" y="4352217"/>
            <a:ext cx="94293" cy="22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276" name="text-254 ning">
            <a:extLst xmlns:a="http://schemas.openxmlformats.org/drawingml/2006/main">
              <a:ext uri="{FF2B5EF4-FFF2-40B4-BE49-F238E27FC236}">
                <a16:creationId xmlns:a16="http://schemas.microsoft.com/office/drawing/2014/main" id="{DEF1448A-FF55-487F-85CD-78B98F15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2906" y="4543997"/>
            <a:ext cx="315680" cy="216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ning</a:t>
            </a:r>
          </a:p>
        </p:txBody>
      </p:sp>
      <p:sp>
        <p:nvSpPr>
          <p:cNvPr id="277" name="text-255 and">
            <a:extLst xmlns:a="http://schemas.openxmlformats.org/drawingml/2006/main">
              <a:ext uri="{FF2B5EF4-FFF2-40B4-BE49-F238E27FC236}">
                <a16:creationId xmlns:a16="http://schemas.microsoft.com/office/drawing/2014/main" id="{157361C5-5D66-42CD-954E-9FE0A1F2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8131" y="4541214"/>
            <a:ext cx="284196" cy="220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278" name="text-255 ending.">
            <a:extLst xmlns:a="http://schemas.openxmlformats.org/drawingml/2006/main">
              <a:ext uri="{FF2B5EF4-FFF2-40B4-BE49-F238E27FC236}">
                <a16:creationId xmlns:a16="http://schemas.microsoft.com/office/drawing/2014/main" id="{5F0978A5-ECA2-4E5B-8EAC-E44CC721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8452" y="4543768"/>
            <a:ext cx="530886" cy="217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ending.</a:t>
            </a:r>
          </a:p>
        </p:txBody>
      </p:sp>
      <p:pic>
        <p:nvPic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59448B45-CD6F-4F9C-B45E-6F8CC83B16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8fbc59e61143db"/>
          <a:stretch xmlns:a="http://schemas.openxmlformats.org/drawingml/2006/main"/>
        </p:blipFill>
        <p:spPr>
          <a:xfrm xmlns:a="http://schemas.openxmlformats.org/drawingml/2006/main">
            <a:off x="12593182" y="3677499"/>
            <a:ext cx="1143000" cy="400050"/>
          </a:xfrm>
          <a:prstGeom xmlns:a="http://schemas.openxmlformats.org/drawingml/2006/main" prst="rect">
            <a:avLst/>
          </a:prstGeom>
        </p:spPr>
      </p:pic>
      <p:pic>
        <p:nvPic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3F6A16B3-AE6F-4CC1-969A-89520208ED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1fe9f046d4e79"/>
          <a:stretch xmlns:a="http://schemas.openxmlformats.org/drawingml/2006/main"/>
        </p:blipFill>
        <p:spPr>
          <a:xfrm xmlns:a="http://schemas.openxmlformats.org/drawingml/2006/main">
            <a:off x="13783807" y="3620349"/>
            <a:ext cx="1000125" cy="333375"/>
          </a:xfrm>
          <a:prstGeom xmlns:a="http://schemas.openxmlformats.org/drawingml/2006/main" prst="rect">
            <a:avLst/>
          </a:prstGeom>
        </p:spPr>
      </p:pic>
      <p:sp>
        <p:nvSpPr>
          <p:cNvPr id="281" name="path-258">
            <a:extLst xmlns:a="http://schemas.openxmlformats.org/drawingml/2006/main">
              <a:ext uri="{FF2B5EF4-FFF2-40B4-BE49-F238E27FC236}">
                <a16:creationId xmlns:a16="http://schemas.microsoft.com/office/drawing/2014/main" id="{782ACBAC-C1BD-4F65-A8F4-4E4F215A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049" y="4789239"/>
            <a:ext cx="1232535" cy="326030"/>
          </a:xfrm>
          <a:custGeom xmlns:a="http://schemas.openxmlformats.org/drawingml/2006/main">
            <a:pathLst>
              <a:path w="1232535" h="326030">
                <a:moveTo>
                  <a:pt x="0" y="5659"/>
                </a:moveTo>
                <a:cubicBezTo>
                  <a:pt x="0" y="2546"/>
                  <a:pt x="2546" y="0"/>
                  <a:pt x="5659" y="0"/>
                </a:cubicBezTo>
                <a:lnTo>
                  <a:pt x="1226877" y="0"/>
                </a:lnTo>
                <a:cubicBezTo>
                  <a:pt x="1229988" y="0"/>
                  <a:pt x="1232535" y="2546"/>
                  <a:pt x="1232535" y="5659"/>
                </a:cubicBezTo>
                <a:lnTo>
                  <a:pt x="1232535" y="320371"/>
                </a:lnTo>
                <a:cubicBezTo>
                  <a:pt x="1232535" y="323484"/>
                  <a:pt x="1229988" y="326030"/>
                  <a:pt x="1226877" y="326030"/>
                </a:cubicBezTo>
                <a:lnTo>
                  <a:pt x="5659" y="326030"/>
                </a:lnTo>
                <a:cubicBezTo>
                  <a:pt x="2546" y="326030"/>
                  <a:pt x="0" y="323484"/>
                  <a:pt x="0" y="320371"/>
                </a:cubicBezTo>
                <a:lnTo>
                  <a:pt x="0" y="5659"/>
                </a:lnTo>
              </a:path>
            </a:pathLst>
          </a:custGeom>
          <a:solidFill xmlns:a="http://schemas.openxmlformats.org/drawingml/2006/main">
            <a:srgbClr val="0B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path-259">
            <a:extLst xmlns:a="http://schemas.openxmlformats.org/drawingml/2006/main">
              <a:ext uri="{FF2B5EF4-FFF2-40B4-BE49-F238E27FC236}">
                <a16:creationId xmlns:a16="http://schemas.microsoft.com/office/drawing/2014/main" id="{6D0FDA4C-6FA7-46DA-8D18-AAC9BD68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049" y="4789239"/>
            <a:ext cx="1232535" cy="326030"/>
          </a:xfrm>
          <a:custGeom xmlns:a="http://schemas.openxmlformats.org/drawingml/2006/main">
            <a:pathLst>
              <a:path w="1232535" h="326030">
                <a:moveTo>
                  <a:pt x="0" y="5659"/>
                </a:moveTo>
                <a:cubicBezTo>
                  <a:pt x="0" y="2546"/>
                  <a:pt x="2546" y="0"/>
                  <a:pt x="5659" y="0"/>
                </a:cubicBezTo>
                <a:lnTo>
                  <a:pt x="1226877" y="0"/>
                </a:lnTo>
                <a:cubicBezTo>
                  <a:pt x="1229988" y="0"/>
                  <a:pt x="1232535" y="2546"/>
                  <a:pt x="1232535" y="5659"/>
                </a:cubicBezTo>
                <a:lnTo>
                  <a:pt x="1232535" y="320371"/>
                </a:lnTo>
                <a:cubicBezTo>
                  <a:pt x="1232535" y="323484"/>
                  <a:pt x="1229988" y="326030"/>
                  <a:pt x="1226877" y="326030"/>
                </a:cubicBezTo>
                <a:lnTo>
                  <a:pt x="5659" y="326030"/>
                </a:lnTo>
                <a:cubicBezTo>
                  <a:pt x="2546" y="326030"/>
                  <a:pt x="0" y="323484"/>
                  <a:pt x="0" y="320371"/>
                </a:cubicBezTo>
                <a:lnTo>
                  <a:pt x="0" y="5659"/>
                </a:lnTo>
              </a:path>
            </a:pathLst>
          </a:custGeom>
          <a:noFill xmlns:a="http://schemas.openxmlformats.org/drawingml/2006/main"/>
          <a:ln xmlns:a="http://schemas.openxmlformats.org/drawingml/2006/main" w="15921">
            <a:solidFill>
              <a:srgbClr val="0B213C"/>
            </a:solidFill>
            <a:prstDash val="solid"/>
          </a:ln>
        </p:spPr>
      </p:sp>
      <p:sp>
        <p:nvSpPr>
          <p:cNvPr id="283" name="path-260">
            <a:extLst xmlns:a="http://schemas.openxmlformats.org/drawingml/2006/main">
              <a:ext uri="{FF2B5EF4-FFF2-40B4-BE49-F238E27FC236}">
                <a16:creationId xmlns:a16="http://schemas.microsoft.com/office/drawing/2014/main" id="{6FEC415A-740C-409D-8827-940D4DEC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700" y="4829983"/>
            <a:ext cx="280121" cy="244541"/>
          </a:xfrm>
          <a:custGeom xmlns:a="http://schemas.openxmlformats.org/drawingml/2006/main">
            <a:pathLst>
              <a:path w="280121" h="244541">
                <a:moveTo>
                  <a:pt x="0" y="0"/>
                </a:moveTo>
                <a:lnTo>
                  <a:pt x="280121" y="0"/>
                </a:lnTo>
                <a:lnTo>
                  <a:pt x="280121" y="244541"/>
                </a:lnTo>
                <a:lnTo>
                  <a:pt x="0" y="2445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34">
            <a:solidFill>
              <a:srgbClr val="0B213C"/>
            </a:solidFill>
            <a:prstDash val="solid"/>
          </a:ln>
        </p:spPr>
      </p:sp>
      <p:sp>
        <p:nvSpPr>
          <p:cNvPr id="284" name="path-261">
            <a:extLst xmlns:a="http://schemas.openxmlformats.org/drawingml/2006/main">
              <a:ext uri="{FF2B5EF4-FFF2-40B4-BE49-F238E27FC236}">
                <a16:creationId xmlns:a16="http://schemas.microsoft.com/office/drawing/2014/main" id="{79813FE1-C2DA-4C44-9695-C6D3FC77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914" y="4829983"/>
            <a:ext cx="285215" cy="244541"/>
          </a:xfrm>
          <a:custGeom xmlns:a="http://schemas.openxmlformats.org/drawingml/2006/main">
            <a:pathLst>
              <a:path w="285215" h="244541">
                <a:moveTo>
                  <a:pt x="0" y="0"/>
                </a:moveTo>
                <a:lnTo>
                  <a:pt x="285215" y="0"/>
                </a:lnTo>
                <a:lnTo>
                  <a:pt x="285215" y="244541"/>
                </a:lnTo>
                <a:lnTo>
                  <a:pt x="0" y="2445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34">
            <a:solidFill>
              <a:srgbClr val="0B213C"/>
            </a:solidFill>
            <a:prstDash val="solid"/>
          </a:ln>
        </p:spPr>
      </p:sp>
      <p:sp>
        <p:nvSpPr>
          <p:cNvPr id="285" name="path-262">
            <a:extLst xmlns:a="http://schemas.openxmlformats.org/drawingml/2006/main">
              <a:ext uri="{FF2B5EF4-FFF2-40B4-BE49-F238E27FC236}">
                <a16:creationId xmlns:a16="http://schemas.microsoft.com/office/drawing/2014/main" id="{E30FD8BF-3CE0-47AF-BAC9-97FDA462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224" y="4829983"/>
            <a:ext cx="280121" cy="244541"/>
          </a:xfrm>
          <a:custGeom xmlns:a="http://schemas.openxmlformats.org/drawingml/2006/main">
            <a:pathLst>
              <a:path w="280121" h="244541">
                <a:moveTo>
                  <a:pt x="0" y="0"/>
                </a:moveTo>
                <a:lnTo>
                  <a:pt x="280121" y="0"/>
                </a:lnTo>
                <a:lnTo>
                  <a:pt x="280121" y="244541"/>
                </a:lnTo>
                <a:lnTo>
                  <a:pt x="0" y="2445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34">
            <a:solidFill>
              <a:srgbClr val="0B213C"/>
            </a:solidFill>
            <a:prstDash val="solid"/>
          </a:ln>
        </p:spPr>
      </p:sp>
      <p:pic>
        <p:nvPic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73FF73D8-E141-433F-932C-B0954CDC40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ac8cb47f84b29"/>
          <a:stretch xmlns:a="http://schemas.openxmlformats.org/drawingml/2006/main"/>
        </p:blipFill>
        <p:spPr>
          <a:xfrm xmlns:a="http://schemas.openxmlformats.org/drawingml/2006/main">
            <a:off x="9345157" y="4820499"/>
            <a:ext cx="295275" cy="257175"/>
          </a:xfrm>
          <a:prstGeom xmlns:a="http://schemas.openxmlformats.org/drawingml/2006/main" prst="rect">
            <a:avLst/>
          </a:prstGeom>
        </p:spPr>
      </p:pic>
      <p:pic>
        <p:nvPic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BE9E7627-19C2-4DD6-B70F-5AA302BF6F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9c84355214256"/>
          <a:stretch xmlns:a="http://schemas.openxmlformats.org/drawingml/2006/main"/>
        </p:blipFill>
        <p:spPr>
          <a:xfrm xmlns:a="http://schemas.openxmlformats.org/drawingml/2006/main">
            <a:off x="9630907" y="4820499"/>
            <a:ext cx="295275" cy="257175"/>
          </a:xfrm>
          <a:prstGeom xmlns:a="http://schemas.openxmlformats.org/drawingml/2006/main" prst="rect">
            <a:avLst/>
          </a:prstGeom>
        </p:spPr>
      </p:pic>
      <p:pic>
        <p:nvPic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8C7782D3-DAC9-43BC-988F-E16389AF88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bb1273fce4c45"/>
          <a:stretch xmlns:a="http://schemas.openxmlformats.org/drawingml/2006/main"/>
        </p:blipFill>
        <p:spPr>
          <a:xfrm xmlns:a="http://schemas.openxmlformats.org/drawingml/2006/main">
            <a:off x="9926182" y="4820499"/>
            <a:ext cx="285750" cy="257175"/>
          </a:xfrm>
          <a:prstGeom xmlns:a="http://schemas.openxmlformats.org/drawingml/2006/main" prst="rect">
            <a:avLst/>
          </a:prstGeom>
        </p:spPr>
      </p:pic>
      <p:pic>
        <p:nvPic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4B954268-F8AF-484B-8B57-57C8D9492B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fbdb6e3d64742"/>
          <a:stretch xmlns:a="http://schemas.openxmlformats.org/drawingml/2006/main"/>
        </p:blipFill>
        <p:spPr>
          <a:xfrm xmlns:a="http://schemas.openxmlformats.org/drawingml/2006/main">
            <a:off x="10211932" y="4820499"/>
            <a:ext cx="285750" cy="257175"/>
          </a:xfrm>
          <a:prstGeom xmlns:a="http://schemas.openxmlformats.org/drawingml/2006/main" prst="rect">
            <a:avLst/>
          </a:prstGeom>
        </p:spPr>
      </p:pic>
      <p:sp>
        <p:nvSpPr>
          <p:cNvPr id="290" name="path-267">
            <a:extLst xmlns:a="http://schemas.openxmlformats.org/drawingml/2006/main">
              <a:ext uri="{FF2B5EF4-FFF2-40B4-BE49-F238E27FC236}">
                <a16:creationId xmlns:a16="http://schemas.microsoft.com/office/drawing/2014/main" id="{462840EF-6948-4DEE-8DEC-6BA9805B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438" y="4829983"/>
            <a:ext cx="280121" cy="244541"/>
          </a:xfrm>
          <a:custGeom xmlns:a="http://schemas.openxmlformats.org/drawingml/2006/main">
            <a:pathLst>
              <a:path w="280121" h="244541">
                <a:moveTo>
                  <a:pt x="0" y="0"/>
                </a:moveTo>
                <a:lnTo>
                  <a:pt x="280121" y="0"/>
                </a:lnTo>
                <a:lnTo>
                  <a:pt x="280121" y="244541"/>
                </a:lnTo>
                <a:lnTo>
                  <a:pt x="0" y="2445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34">
            <a:solidFill>
              <a:srgbClr val="0B213C"/>
            </a:solidFill>
            <a:prstDash val="solid"/>
          </a:ln>
        </p:spPr>
      </p:sp>
      <p:sp>
        <p:nvSpPr>
          <p:cNvPr id="291" name="path-268">
            <a:extLst xmlns:a="http://schemas.openxmlformats.org/drawingml/2006/main">
              <a:ext uri="{FF2B5EF4-FFF2-40B4-BE49-F238E27FC236}">
                <a16:creationId xmlns:a16="http://schemas.microsoft.com/office/drawing/2014/main" id="{7E1DD0E8-8412-49ED-8E66-6F78FB0C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6514" y="479942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8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8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ath-269">
            <a:extLst xmlns:a="http://schemas.openxmlformats.org/drawingml/2006/main">
              <a:ext uri="{FF2B5EF4-FFF2-40B4-BE49-F238E27FC236}">
                <a16:creationId xmlns:a16="http://schemas.microsoft.com/office/drawing/2014/main" id="{CF662DB4-5CEE-49E6-8453-E68C1551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6514" y="479942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8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8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293" name="path-270">
            <a:extLst xmlns:a="http://schemas.openxmlformats.org/drawingml/2006/main">
              <a:ext uri="{FF2B5EF4-FFF2-40B4-BE49-F238E27FC236}">
                <a16:creationId xmlns:a16="http://schemas.microsoft.com/office/drawing/2014/main" id="{93D08246-033F-4717-9FBE-C6D7B2C1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6514" y="508471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8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8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ath-271">
            <a:extLst xmlns:a="http://schemas.openxmlformats.org/drawingml/2006/main">
              <a:ext uri="{FF2B5EF4-FFF2-40B4-BE49-F238E27FC236}">
                <a16:creationId xmlns:a16="http://schemas.microsoft.com/office/drawing/2014/main" id="{8E9A9D89-27CA-4D29-866D-78FEF3F2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6514" y="508471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8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8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295" name="path-272">
            <a:extLst xmlns:a="http://schemas.openxmlformats.org/drawingml/2006/main">
              <a:ext uri="{FF2B5EF4-FFF2-40B4-BE49-F238E27FC236}">
                <a16:creationId xmlns:a16="http://schemas.microsoft.com/office/drawing/2014/main" id="{7923A1B2-79BD-46E4-BEB0-AE6B653E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2539" y="479942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ath-273">
            <a:extLst xmlns:a="http://schemas.openxmlformats.org/drawingml/2006/main">
              <a:ext uri="{FF2B5EF4-FFF2-40B4-BE49-F238E27FC236}">
                <a16:creationId xmlns:a16="http://schemas.microsoft.com/office/drawing/2014/main" id="{059D3256-D2B4-4FF2-B325-4EB4438C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2539" y="479942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297" name="path-274">
            <a:extLst xmlns:a="http://schemas.openxmlformats.org/drawingml/2006/main">
              <a:ext uri="{FF2B5EF4-FFF2-40B4-BE49-F238E27FC236}">
                <a16:creationId xmlns:a16="http://schemas.microsoft.com/office/drawing/2014/main" id="{38FCBB68-1DEA-450D-AECF-65D2B7BF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2539" y="508471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ath-275">
            <a:extLst xmlns:a="http://schemas.openxmlformats.org/drawingml/2006/main">
              <a:ext uri="{FF2B5EF4-FFF2-40B4-BE49-F238E27FC236}">
                <a16:creationId xmlns:a16="http://schemas.microsoft.com/office/drawing/2014/main" id="{786BC729-651F-4D75-89C9-35188CEF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2539" y="508471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299" name="path-276">
            <a:extLst xmlns:a="http://schemas.openxmlformats.org/drawingml/2006/main">
              <a:ext uri="{FF2B5EF4-FFF2-40B4-BE49-F238E27FC236}">
                <a16:creationId xmlns:a16="http://schemas.microsoft.com/office/drawing/2014/main" id="{56E5BB33-347C-4750-AF5E-0B8C55E2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657" y="479942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path-277">
            <a:extLst xmlns:a="http://schemas.openxmlformats.org/drawingml/2006/main">
              <a:ext uri="{FF2B5EF4-FFF2-40B4-BE49-F238E27FC236}">
                <a16:creationId xmlns:a16="http://schemas.microsoft.com/office/drawing/2014/main" id="{686345E6-BB38-404B-AB75-5A996B1A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657" y="479942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01" name="path-278">
            <a:extLst xmlns:a="http://schemas.openxmlformats.org/drawingml/2006/main">
              <a:ext uri="{FF2B5EF4-FFF2-40B4-BE49-F238E27FC236}">
                <a16:creationId xmlns:a16="http://schemas.microsoft.com/office/drawing/2014/main" id="{D560E00A-EDFE-401A-A4D4-0750D8E3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657" y="508471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ath-279">
            <a:extLst xmlns:a="http://schemas.openxmlformats.org/drawingml/2006/main">
              <a:ext uri="{FF2B5EF4-FFF2-40B4-BE49-F238E27FC236}">
                <a16:creationId xmlns:a16="http://schemas.microsoft.com/office/drawing/2014/main" id="{0054FE36-BD4A-406F-93B3-1BCDEAF1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657" y="508471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03" name="path-280">
            <a:extLst xmlns:a="http://schemas.openxmlformats.org/drawingml/2006/main">
              <a:ext uri="{FF2B5EF4-FFF2-40B4-BE49-F238E27FC236}">
                <a16:creationId xmlns:a16="http://schemas.microsoft.com/office/drawing/2014/main" id="{26FCC227-C6F3-40B4-9FBE-AD5F2B2B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680" y="479942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ath-281">
            <a:extLst xmlns:a="http://schemas.openxmlformats.org/drawingml/2006/main">
              <a:ext uri="{FF2B5EF4-FFF2-40B4-BE49-F238E27FC236}">
                <a16:creationId xmlns:a16="http://schemas.microsoft.com/office/drawing/2014/main" id="{592B31E0-6855-4D24-92CC-3A338FFE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680" y="479942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05" name="path-282">
            <a:extLst xmlns:a="http://schemas.openxmlformats.org/drawingml/2006/main">
              <a:ext uri="{FF2B5EF4-FFF2-40B4-BE49-F238E27FC236}">
                <a16:creationId xmlns:a16="http://schemas.microsoft.com/office/drawing/2014/main" id="{07E36C00-D1EE-4D88-8612-6A29F71C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680" y="508471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path-283">
            <a:extLst xmlns:a="http://schemas.openxmlformats.org/drawingml/2006/main">
              <a:ext uri="{FF2B5EF4-FFF2-40B4-BE49-F238E27FC236}">
                <a16:creationId xmlns:a16="http://schemas.microsoft.com/office/drawing/2014/main" id="{772A22EF-9524-4555-BEEE-7941CBEF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680" y="508471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07" name="path-284">
            <a:extLst xmlns:a="http://schemas.openxmlformats.org/drawingml/2006/main">
              <a:ext uri="{FF2B5EF4-FFF2-40B4-BE49-F238E27FC236}">
                <a16:creationId xmlns:a16="http://schemas.microsoft.com/office/drawing/2014/main" id="{64FE1772-B3A5-4429-AFC5-E83B35D3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798" y="479942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path-285">
            <a:extLst xmlns:a="http://schemas.openxmlformats.org/drawingml/2006/main">
              <a:ext uri="{FF2B5EF4-FFF2-40B4-BE49-F238E27FC236}">
                <a16:creationId xmlns:a16="http://schemas.microsoft.com/office/drawing/2014/main" id="{68980D0B-ED71-4DD9-B789-2F9735DC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798" y="479942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09" name="path-286">
            <a:extLst xmlns:a="http://schemas.openxmlformats.org/drawingml/2006/main">
              <a:ext uri="{FF2B5EF4-FFF2-40B4-BE49-F238E27FC236}">
                <a16:creationId xmlns:a16="http://schemas.microsoft.com/office/drawing/2014/main" id="{F73EAA53-9D95-425D-A0DC-CBB5220B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798" y="508471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ath-287">
            <a:extLst xmlns:a="http://schemas.openxmlformats.org/drawingml/2006/main">
              <a:ext uri="{FF2B5EF4-FFF2-40B4-BE49-F238E27FC236}">
                <a16:creationId xmlns:a16="http://schemas.microsoft.com/office/drawing/2014/main" id="{3EBFDD00-69F7-44C8-9BD2-A3119EDE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798" y="508471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11" name="path-288">
            <a:extLst xmlns:a="http://schemas.openxmlformats.org/drawingml/2006/main">
              <a:ext uri="{FF2B5EF4-FFF2-40B4-BE49-F238E27FC236}">
                <a16:creationId xmlns:a16="http://schemas.microsoft.com/office/drawing/2014/main" id="{4ECEA46D-F338-4624-A164-6A2A6E6C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914" y="479942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8" y="0"/>
                </a:lnTo>
                <a:cubicBezTo>
                  <a:pt x="38271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1" y="15279"/>
                  <a:pt x="35158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ath-289">
            <a:extLst xmlns:a="http://schemas.openxmlformats.org/drawingml/2006/main">
              <a:ext uri="{FF2B5EF4-FFF2-40B4-BE49-F238E27FC236}">
                <a16:creationId xmlns:a16="http://schemas.microsoft.com/office/drawing/2014/main" id="{30097940-71DD-4DC7-BF49-93062DF8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914" y="479942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8" y="0"/>
                </a:lnTo>
                <a:cubicBezTo>
                  <a:pt x="38271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1" y="15279"/>
                  <a:pt x="35158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13" name="path-290">
            <a:extLst xmlns:a="http://schemas.openxmlformats.org/drawingml/2006/main">
              <a:ext uri="{FF2B5EF4-FFF2-40B4-BE49-F238E27FC236}">
                <a16:creationId xmlns:a16="http://schemas.microsoft.com/office/drawing/2014/main" id="{3FE254DF-A114-4CFF-8520-F5F3C000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914" y="508471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8" y="0"/>
                </a:lnTo>
                <a:cubicBezTo>
                  <a:pt x="38271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1" y="15279"/>
                  <a:pt x="35158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ath-291">
            <a:extLst xmlns:a="http://schemas.openxmlformats.org/drawingml/2006/main">
              <a:ext uri="{FF2B5EF4-FFF2-40B4-BE49-F238E27FC236}">
                <a16:creationId xmlns:a16="http://schemas.microsoft.com/office/drawing/2014/main" id="{B7EED13C-68EA-4ABF-A299-4C9CCCCC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914" y="508471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8" y="0"/>
                </a:lnTo>
                <a:cubicBezTo>
                  <a:pt x="38271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1" y="15279"/>
                  <a:pt x="35158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15" name="path-292">
            <a:extLst xmlns:a="http://schemas.openxmlformats.org/drawingml/2006/main">
              <a:ext uri="{FF2B5EF4-FFF2-40B4-BE49-F238E27FC236}">
                <a16:creationId xmlns:a16="http://schemas.microsoft.com/office/drawing/2014/main" id="{10D972F0-7E33-4D14-8F53-D952AD11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939" y="479942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8" y="0"/>
                </a:lnTo>
                <a:cubicBezTo>
                  <a:pt x="38271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1" y="15279"/>
                  <a:pt x="35158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ath-293">
            <a:extLst xmlns:a="http://schemas.openxmlformats.org/drawingml/2006/main">
              <a:ext uri="{FF2B5EF4-FFF2-40B4-BE49-F238E27FC236}">
                <a16:creationId xmlns:a16="http://schemas.microsoft.com/office/drawing/2014/main" id="{F3B852D8-A7CB-441F-BAC7-D0B95AEB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939" y="479942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8" y="0"/>
                </a:lnTo>
                <a:cubicBezTo>
                  <a:pt x="38271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1" y="15279"/>
                  <a:pt x="35158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17" name="path-294">
            <a:extLst xmlns:a="http://schemas.openxmlformats.org/drawingml/2006/main">
              <a:ext uri="{FF2B5EF4-FFF2-40B4-BE49-F238E27FC236}">
                <a16:creationId xmlns:a16="http://schemas.microsoft.com/office/drawing/2014/main" id="{B4D716FC-9ED0-4B45-A155-3A473CC8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939" y="508471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8" y="0"/>
                </a:lnTo>
                <a:cubicBezTo>
                  <a:pt x="38271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1" y="15279"/>
                  <a:pt x="35158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path-295">
            <a:extLst xmlns:a="http://schemas.openxmlformats.org/drawingml/2006/main">
              <a:ext uri="{FF2B5EF4-FFF2-40B4-BE49-F238E27FC236}">
                <a16:creationId xmlns:a16="http://schemas.microsoft.com/office/drawing/2014/main" id="{E31BBCE3-014F-4029-91EB-89CC8CD1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939" y="508471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8" y="0"/>
                </a:lnTo>
                <a:cubicBezTo>
                  <a:pt x="38271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1" y="15279"/>
                  <a:pt x="35158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19" name="path-296">
            <a:extLst xmlns:a="http://schemas.openxmlformats.org/drawingml/2006/main">
              <a:ext uri="{FF2B5EF4-FFF2-40B4-BE49-F238E27FC236}">
                <a16:creationId xmlns:a16="http://schemas.microsoft.com/office/drawing/2014/main" id="{D94B9836-8503-4ABB-8020-89946A44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057" y="479942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8" y="0"/>
                </a:lnTo>
                <a:cubicBezTo>
                  <a:pt x="38268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68" y="15279"/>
                  <a:pt x="35158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ath-297">
            <a:extLst xmlns:a="http://schemas.openxmlformats.org/drawingml/2006/main">
              <a:ext uri="{FF2B5EF4-FFF2-40B4-BE49-F238E27FC236}">
                <a16:creationId xmlns:a16="http://schemas.microsoft.com/office/drawing/2014/main" id="{6B7EFD9D-2F02-4097-8129-C3ABE85D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057" y="479942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8" y="0"/>
                </a:lnTo>
                <a:cubicBezTo>
                  <a:pt x="38268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68" y="15279"/>
                  <a:pt x="35158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21" name="path-298">
            <a:extLst xmlns:a="http://schemas.openxmlformats.org/drawingml/2006/main">
              <a:ext uri="{FF2B5EF4-FFF2-40B4-BE49-F238E27FC236}">
                <a16:creationId xmlns:a16="http://schemas.microsoft.com/office/drawing/2014/main" id="{F52264DA-AB1B-424B-ADC3-41F1445C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057" y="508471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8" y="0"/>
                </a:lnTo>
                <a:cubicBezTo>
                  <a:pt x="38268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68" y="15279"/>
                  <a:pt x="35158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ath-299">
            <a:extLst xmlns:a="http://schemas.openxmlformats.org/drawingml/2006/main">
              <a:ext uri="{FF2B5EF4-FFF2-40B4-BE49-F238E27FC236}">
                <a16:creationId xmlns:a16="http://schemas.microsoft.com/office/drawing/2014/main" id="{B1A5FAE1-6712-4C00-9278-1C660933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057" y="508471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8" y="0"/>
                </a:lnTo>
                <a:cubicBezTo>
                  <a:pt x="38268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68" y="15279"/>
                  <a:pt x="35158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23" name="path-300">
            <a:extLst xmlns:a="http://schemas.openxmlformats.org/drawingml/2006/main">
              <a:ext uri="{FF2B5EF4-FFF2-40B4-BE49-F238E27FC236}">
                <a16:creationId xmlns:a16="http://schemas.microsoft.com/office/drawing/2014/main" id="{576322BC-29B1-4B77-87F5-9906BD8E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081" y="479942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ath-301">
            <a:extLst xmlns:a="http://schemas.openxmlformats.org/drawingml/2006/main">
              <a:ext uri="{FF2B5EF4-FFF2-40B4-BE49-F238E27FC236}">
                <a16:creationId xmlns:a16="http://schemas.microsoft.com/office/drawing/2014/main" id="{62DF435B-236C-424F-96C9-EC4A240A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081" y="479942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25" name="path-302">
            <a:extLst xmlns:a="http://schemas.openxmlformats.org/drawingml/2006/main">
              <a:ext uri="{FF2B5EF4-FFF2-40B4-BE49-F238E27FC236}">
                <a16:creationId xmlns:a16="http://schemas.microsoft.com/office/drawing/2014/main" id="{0B5E999F-5F0C-4B5A-A38C-5C4EEE51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081" y="508471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path-303">
            <a:extLst xmlns:a="http://schemas.openxmlformats.org/drawingml/2006/main">
              <a:ext uri="{FF2B5EF4-FFF2-40B4-BE49-F238E27FC236}">
                <a16:creationId xmlns:a16="http://schemas.microsoft.com/office/drawing/2014/main" id="{16D167A0-C753-4888-983C-BA53A83F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081" y="508471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27" name="path-304">
            <a:extLst xmlns:a="http://schemas.openxmlformats.org/drawingml/2006/main">
              <a:ext uri="{FF2B5EF4-FFF2-40B4-BE49-F238E27FC236}">
                <a16:creationId xmlns:a16="http://schemas.microsoft.com/office/drawing/2014/main" id="{988CBC13-ABAA-4E45-A705-6404993A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199" y="479942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ath-305">
            <a:extLst xmlns:a="http://schemas.openxmlformats.org/drawingml/2006/main">
              <a:ext uri="{FF2B5EF4-FFF2-40B4-BE49-F238E27FC236}">
                <a16:creationId xmlns:a16="http://schemas.microsoft.com/office/drawing/2014/main" id="{A858BAA0-6C65-4961-B8E8-8A070418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199" y="479942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29" name="path-306">
            <a:extLst xmlns:a="http://schemas.openxmlformats.org/drawingml/2006/main">
              <a:ext uri="{FF2B5EF4-FFF2-40B4-BE49-F238E27FC236}">
                <a16:creationId xmlns:a16="http://schemas.microsoft.com/office/drawing/2014/main" id="{CA0DCAA1-41C9-497E-86E3-324041CE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199" y="508471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ath-307">
            <a:extLst xmlns:a="http://schemas.openxmlformats.org/drawingml/2006/main">
              <a:ext uri="{FF2B5EF4-FFF2-40B4-BE49-F238E27FC236}">
                <a16:creationId xmlns:a16="http://schemas.microsoft.com/office/drawing/2014/main" id="{C1E17058-4FA8-4232-8B1C-CB7564CE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199" y="508471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31" name="path-308">
            <a:extLst xmlns:a="http://schemas.openxmlformats.org/drawingml/2006/main">
              <a:ext uri="{FF2B5EF4-FFF2-40B4-BE49-F238E27FC236}">
                <a16:creationId xmlns:a16="http://schemas.microsoft.com/office/drawing/2014/main" id="{4798AB0D-D9AB-4B8C-AF7E-1A199C05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317" y="4799425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17"/>
                </a:moveTo>
                <a:cubicBezTo>
                  <a:pt x="0" y="2476"/>
                  <a:pt x="2475" y="0"/>
                  <a:pt x="5588" y="0"/>
                </a:cubicBezTo>
                <a:lnTo>
                  <a:pt x="30063" y="0"/>
                </a:lnTo>
                <a:cubicBezTo>
                  <a:pt x="33176" y="0"/>
                  <a:pt x="35652" y="2476"/>
                  <a:pt x="35652" y="5517"/>
                </a:cubicBezTo>
                <a:lnTo>
                  <a:pt x="35652" y="9691"/>
                </a:lnTo>
                <a:cubicBezTo>
                  <a:pt x="35652" y="12803"/>
                  <a:pt x="33176" y="15279"/>
                  <a:pt x="30063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path-309">
            <a:extLst xmlns:a="http://schemas.openxmlformats.org/drawingml/2006/main">
              <a:ext uri="{FF2B5EF4-FFF2-40B4-BE49-F238E27FC236}">
                <a16:creationId xmlns:a16="http://schemas.microsoft.com/office/drawing/2014/main" id="{B73172E3-C9FA-42FD-9529-94F713C0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317" y="4799425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17"/>
                </a:moveTo>
                <a:cubicBezTo>
                  <a:pt x="0" y="2476"/>
                  <a:pt x="2475" y="0"/>
                  <a:pt x="5588" y="0"/>
                </a:cubicBezTo>
                <a:lnTo>
                  <a:pt x="30063" y="0"/>
                </a:lnTo>
                <a:cubicBezTo>
                  <a:pt x="33176" y="0"/>
                  <a:pt x="35652" y="2476"/>
                  <a:pt x="35652" y="5517"/>
                </a:cubicBezTo>
                <a:lnTo>
                  <a:pt x="35652" y="9691"/>
                </a:lnTo>
                <a:cubicBezTo>
                  <a:pt x="35652" y="12803"/>
                  <a:pt x="33176" y="15279"/>
                  <a:pt x="30063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33" name="path-310">
            <a:extLst xmlns:a="http://schemas.openxmlformats.org/drawingml/2006/main">
              <a:ext uri="{FF2B5EF4-FFF2-40B4-BE49-F238E27FC236}">
                <a16:creationId xmlns:a16="http://schemas.microsoft.com/office/drawing/2014/main" id="{03C1CB65-7A5B-4EB9-B456-0FEFC242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317" y="5084710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0063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3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ath-311">
            <a:extLst xmlns:a="http://schemas.openxmlformats.org/drawingml/2006/main">
              <a:ext uri="{FF2B5EF4-FFF2-40B4-BE49-F238E27FC236}">
                <a16:creationId xmlns:a16="http://schemas.microsoft.com/office/drawing/2014/main" id="{513A28F5-7825-42BD-905A-CFC11F9F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317" y="5084710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0063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3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35" name="path-312">
            <a:extLst xmlns:a="http://schemas.openxmlformats.org/drawingml/2006/main">
              <a:ext uri="{FF2B5EF4-FFF2-40B4-BE49-F238E27FC236}">
                <a16:creationId xmlns:a16="http://schemas.microsoft.com/office/drawing/2014/main" id="{0D14ECF7-0D50-4176-A13C-4215270C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340" y="479942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313">
            <a:extLst xmlns:a="http://schemas.openxmlformats.org/drawingml/2006/main">
              <a:ext uri="{FF2B5EF4-FFF2-40B4-BE49-F238E27FC236}">
                <a16:creationId xmlns:a16="http://schemas.microsoft.com/office/drawing/2014/main" id="{764592E2-E157-41B4-9FA7-C0DFAE97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340" y="479942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37" name="path-314">
            <a:extLst xmlns:a="http://schemas.openxmlformats.org/drawingml/2006/main">
              <a:ext uri="{FF2B5EF4-FFF2-40B4-BE49-F238E27FC236}">
                <a16:creationId xmlns:a16="http://schemas.microsoft.com/office/drawing/2014/main" id="{10C47008-D90C-490D-906F-83E437BF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340" y="508471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path-315">
            <a:extLst xmlns:a="http://schemas.openxmlformats.org/drawingml/2006/main">
              <a:ext uri="{FF2B5EF4-FFF2-40B4-BE49-F238E27FC236}">
                <a16:creationId xmlns:a16="http://schemas.microsoft.com/office/drawing/2014/main" id="{C4283541-4A2F-49A1-88DE-977406F2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340" y="508471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39" name="path-316">
            <a:extLst xmlns:a="http://schemas.openxmlformats.org/drawingml/2006/main">
              <a:ext uri="{FF2B5EF4-FFF2-40B4-BE49-F238E27FC236}">
                <a16:creationId xmlns:a16="http://schemas.microsoft.com/office/drawing/2014/main" id="{7BE48D9C-ABFC-4692-9F32-AC4E2107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458" y="4799425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476"/>
                  <a:pt x="35652" y="5517"/>
                </a:cubicBezTo>
                <a:lnTo>
                  <a:pt x="35652" y="9691"/>
                </a:lnTo>
                <a:cubicBezTo>
                  <a:pt x="35652" y="12803"/>
                  <a:pt x="33176" y="15279"/>
                  <a:pt x="30064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ath-317">
            <a:extLst xmlns:a="http://schemas.openxmlformats.org/drawingml/2006/main">
              <a:ext uri="{FF2B5EF4-FFF2-40B4-BE49-F238E27FC236}">
                <a16:creationId xmlns:a16="http://schemas.microsoft.com/office/drawing/2014/main" id="{CB3C5C05-27E5-4C7F-A5DF-F85D5ED5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458" y="4799425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476"/>
                  <a:pt x="35652" y="5517"/>
                </a:cubicBezTo>
                <a:lnTo>
                  <a:pt x="35652" y="9691"/>
                </a:lnTo>
                <a:cubicBezTo>
                  <a:pt x="35652" y="12803"/>
                  <a:pt x="33176" y="15279"/>
                  <a:pt x="30064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41" name="path-318">
            <a:extLst xmlns:a="http://schemas.openxmlformats.org/drawingml/2006/main">
              <a:ext uri="{FF2B5EF4-FFF2-40B4-BE49-F238E27FC236}">
                <a16:creationId xmlns:a16="http://schemas.microsoft.com/office/drawing/2014/main" id="{D667A66A-5C57-40D3-9335-9E339718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458" y="5084710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4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path-319">
            <a:extLst xmlns:a="http://schemas.openxmlformats.org/drawingml/2006/main">
              <a:ext uri="{FF2B5EF4-FFF2-40B4-BE49-F238E27FC236}">
                <a16:creationId xmlns:a16="http://schemas.microsoft.com/office/drawing/2014/main" id="{BC42D248-0D8D-4D14-ABCC-BA305101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458" y="5084710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4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43" name="path-320">
            <a:extLst xmlns:a="http://schemas.openxmlformats.org/drawingml/2006/main">
              <a:ext uri="{FF2B5EF4-FFF2-40B4-BE49-F238E27FC236}">
                <a16:creationId xmlns:a16="http://schemas.microsoft.com/office/drawing/2014/main" id="{1BB060C2-5DB7-4CDD-8E7D-F2109C8C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482" y="479942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path-321">
            <a:extLst xmlns:a="http://schemas.openxmlformats.org/drawingml/2006/main">
              <a:ext uri="{FF2B5EF4-FFF2-40B4-BE49-F238E27FC236}">
                <a16:creationId xmlns:a16="http://schemas.microsoft.com/office/drawing/2014/main" id="{D19A9984-6B3D-4D46-9C49-B5AE9FDE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482" y="479942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45" name="path-322">
            <a:extLst xmlns:a="http://schemas.openxmlformats.org/drawingml/2006/main">
              <a:ext uri="{FF2B5EF4-FFF2-40B4-BE49-F238E27FC236}">
                <a16:creationId xmlns:a16="http://schemas.microsoft.com/office/drawing/2014/main" id="{121D74D1-7C18-49FD-A62F-18ED0BDC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482" y="508471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path-323">
            <a:extLst xmlns:a="http://schemas.openxmlformats.org/drawingml/2006/main">
              <a:ext uri="{FF2B5EF4-FFF2-40B4-BE49-F238E27FC236}">
                <a16:creationId xmlns:a16="http://schemas.microsoft.com/office/drawing/2014/main" id="{9BC2F348-3F93-4DB7-9BE3-9CD4BA71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482" y="508471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47" name="path-324">
            <a:extLst xmlns:a="http://schemas.openxmlformats.org/drawingml/2006/main">
              <a:ext uri="{FF2B5EF4-FFF2-40B4-BE49-F238E27FC236}">
                <a16:creationId xmlns:a16="http://schemas.microsoft.com/office/drawing/2014/main" id="{1A73982C-E646-428A-979A-ABB619D2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600" y="479942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path-325">
            <a:extLst xmlns:a="http://schemas.openxmlformats.org/drawingml/2006/main">
              <a:ext uri="{FF2B5EF4-FFF2-40B4-BE49-F238E27FC236}">
                <a16:creationId xmlns:a16="http://schemas.microsoft.com/office/drawing/2014/main" id="{DD2322F1-D2FB-4C50-9B67-CAC8AA81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600" y="479942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49" name="path-326">
            <a:extLst xmlns:a="http://schemas.openxmlformats.org/drawingml/2006/main">
              <a:ext uri="{FF2B5EF4-FFF2-40B4-BE49-F238E27FC236}">
                <a16:creationId xmlns:a16="http://schemas.microsoft.com/office/drawing/2014/main" id="{6782707A-3B66-4ACE-B779-086DBF17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600" y="508471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path-327">
            <a:extLst xmlns:a="http://schemas.openxmlformats.org/drawingml/2006/main">
              <a:ext uri="{FF2B5EF4-FFF2-40B4-BE49-F238E27FC236}">
                <a16:creationId xmlns:a16="http://schemas.microsoft.com/office/drawing/2014/main" id="{DFA099AD-4557-46F8-BCEB-1955B829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600" y="508471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51" name="path-328">
            <a:extLst xmlns:a="http://schemas.openxmlformats.org/drawingml/2006/main">
              <a:ext uri="{FF2B5EF4-FFF2-40B4-BE49-F238E27FC236}">
                <a16:creationId xmlns:a16="http://schemas.microsoft.com/office/drawing/2014/main" id="{7831A59F-576B-4BAF-A7B5-541770E6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623" y="479942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path-329">
            <a:extLst xmlns:a="http://schemas.openxmlformats.org/drawingml/2006/main">
              <a:ext uri="{FF2B5EF4-FFF2-40B4-BE49-F238E27FC236}">
                <a16:creationId xmlns:a16="http://schemas.microsoft.com/office/drawing/2014/main" id="{2D1E1476-0CE3-4EAB-A4EA-4AEA7514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623" y="479942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53" name="path-330">
            <a:extLst xmlns:a="http://schemas.openxmlformats.org/drawingml/2006/main">
              <a:ext uri="{FF2B5EF4-FFF2-40B4-BE49-F238E27FC236}">
                <a16:creationId xmlns:a16="http://schemas.microsoft.com/office/drawing/2014/main" id="{5F75889F-D1B8-482A-8038-781FB4D3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623" y="508471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path-331">
            <a:extLst xmlns:a="http://schemas.openxmlformats.org/drawingml/2006/main">
              <a:ext uri="{FF2B5EF4-FFF2-40B4-BE49-F238E27FC236}">
                <a16:creationId xmlns:a16="http://schemas.microsoft.com/office/drawing/2014/main" id="{CC37609F-A72F-4E12-807F-9318AAE7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623" y="508471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55" name="path-332">
            <a:extLst xmlns:a="http://schemas.openxmlformats.org/drawingml/2006/main">
              <a:ext uri="{FF2B5EF4-FFF2-40B4-BE49-F238E27FC236}">
                <a16:creationId xmlns:a16="http://schemas.microsoft.com/office/drawing/2014/main" id="{0085A29D-62FE-4B19-8EBF-105A10FC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741" y="479942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path-333">
            <a:extLst xmlns:a="http://schemas.openxmlformats.org/drawingml/2006/main">
              <a:ext uri="{FF2B5EF4-FFF2-40B4-BE49-F238E27FC236}">
                <a16:creationId xmlns:a16="http://schemas.microsoft.com/office/drawing/2014/main" id="{7B47477B-7235-416D-918D-7CCFD414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741" y="479942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57" name="path-334">
            <a:extLst xmlns:a="http://schemas.openxmlformats.org/drawingml/2006/main">
              <a:ext uri="{FF2B5EF4-FFF2-40B4-BE49-F238E27FC236}">
                <a16:creationId xmlns:a16="http://schemas.microsoft.com/office/drawing/2014/main" id="{59338FF6-FBE2-4541-BC9E-C0E8803E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741" y="508471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path-335">
            <a:extLst xmlns:a="http://schemas.openxmlformats.org/drawingml/2006/main">
              <a:ext uri="{FF2B5EF4-FFF2-40B4-BE49-F238E27FC236}">
                <a16:creationId xmlns:a16="http://schemas.microsoft.com/office/drawing/2014/main" id="{DD5B3A06-AD5E-4C85-9693-40DCE0F3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741" y="508471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59" name="path-336">
            <a:extLst xmlns:a="http://schemas.openxmlformats.org/drawingml/2006/main">
              <a:ext uri="{FF2B5EF4-FFF2-40B4-BE49-F238E27FC236}">
                <a16:creationId xmlns:a16="http://schemas.microsoft.com/office/drawing/2014/main" id="{F41B5A21-FDD2-4E85-A8C8-B8E8B3DD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766" y="479942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path-337">
            <a:extLst xmlns:a="http://schemas.openxmlformats.org/drawingml/2006/main">
              <a:ext uri="{FF2B5EF4-FFF2-40B4-BE49-F238E27FC236}">
                <a16:creationId xmlns:a16="http://schemas.microsoft.com/office/drawing/2014/main" id="{A42376CE-4451-4726-BF4C-029CDC03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766" y="479942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61" name="path-338">
            <a:extLst xmlns:a="http://schemas.openxmlformats.org/drawingml/2006/main">
              <a:ext uri="{FF2B5EF4-FFF2-40B4-BE49-F238E27FC236}">
                <a16:creationId xmlns:a16="http://schemas.microsoft.com/office/drawing/2014/main" id="{F5B8F022-583E-4B9C-9D36-FBCA2C5D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766" y="508471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path-339">
            <a:extLst xmlns:a="http://schemas.openxmlformats.org/drawingml/2006/main">
              <a:ext uri="{FF2B5EF4-FFF2-40B4-BE49-F238E27FC236}">
                <a16:creationId xmlns:a16="http://schemas.microsoft.com/office/drawing/2014/main" id="{B6CB095D-0016-48EB-88D8-DE479FDC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766" y="508471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63" name="path-340">
            <a:extLst xmlns:a="http://schemas.openxmlformats.org/drawingml/2006/main">
              <a:ext uri="{FF2B5EF4-FFF2-40B4-BE49-F238E27FC236}">
                <a16:creationId xmlns:a16="http://schemas.microsoft.com/office/drawing/2014/main" id="{FD6C0F5B-1AE7-4CB8-951A-57249AB4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82" y="479942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path-341">
            <a:extLst xmlns:a="http://schemas.openxmlformats.org/drawingml/2006/main">
              <a:ext uri="{FF2B5EF4-FFF2-40B4-BE49-F238E27FC236}">
                <a16:creationId xmlns:a16="http://schemas.microsoft.com/office/drawing/2014/main" id="{134B85CB-3F19-4EAE-BA1B-76F6F817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82" y="479942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65" name="path-342">
            <a:extLst xmlns:a="http://schemas.openxmlformats.org/drawingml/2006/main">
              <a:ext uri="{FF2B5EF4-FFF2-40B4-BE49-F238E27FC236}">
                <a16:creationId xmlns:a16="http://schemas.microsoft.com/office/drawing/2014/main" id="{69BE3E00-3568-4F29-895D-22DFCE4C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82" y="508471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path-343">
            <a:extLst xmlns:a="http://schemas.openxmlformats.org/drawingml/2006/main">
              <a:ext uri="{FF2B5EF4-FFF2-40B4-BE49-F238E27FC236}">
                <a16:creationId xmlns:a16="http://schemas.microsoft.com/office/drawing/2014/main" id="{CAF3963C-5DE4-4CAC-9C23-CEBA8342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82" y="508471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67" name="path-344">
            <a:extLst xmlns:a="http://schemas.openxmlformats.org/drawingml/2006/main">
              <a:ext uri="{FF2B5EF4-FFF2-40B4-BE49-F238E27FC236}">
                <a16:creationId xmlns:a16="http://schemas.microsoft.com/office/drawing/2014/main" id="{B5451249-CA80-4990-B44F-FBD3159C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000" y="479942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45">
            <a:extLst xmlns:a="http://schemas.openxmlformats.org/drawingml/2006/main">
              <a:ext uri="{FF2B5EF4-FFF2-40B4-BE49-F238E27FC236}">
                <a16:creationId xmlns:a16="http://schemas.microsoft.com/office/drawing/2014/main" id="{120C1F02-3C09-4C8B-93CF-07B4AF51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000" y="479942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69" name="path-346">
            <a:extLst xmlns:a="http://schemas.openxmlformats.org/drawingml/2006/main">
              <a:ext uri="{FF2B5EF4-FFF2-40B4-BE49-F238E27FC236}">
                <a16:creationId xmlns:a16="http://schemas.microsoft.com/office/drawing/2014/main" id="{347A64E7-02F5-41EE-B6BA-4C413873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000" y="508471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path-347">
            <a:extLst xmlns:a="http://schemas.openxmlformats.org/drawingml/2006/main">
              <a:ext uri="{FF2B5EF4-FFF2-40B4-BE49-F238E27FC236}">
                <a16:creationId xmlns:a16="http://schemas.microsoft.com/office/drawing/2014/main" id="{7E089BF0-FB26-494B-BAF6-FCE4F953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000" y="508471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71" name="path-348">
            <a:extLst xmlns:a="http://schemas.openxmlformats.org/drawingml/2006/main">
              <a:ext uri="{FF2B5EF4-FFF2-40B4-BE49-F238E27FC236}">
                <a16:creationId xmlns:a16="http://schemas.microsoft.com/office/drawing/2014/main" id="{D67296ED-D0F3-42EF-86FF-E51AF41B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944" y="4763738"/>
            <a:ext cx="10187" cy="371903"/>
          </a:xfrm>
          <a:custGeom xmlns:a="http://schemas.openxmlformats.org/drawingml/2006/main">
            <a:pathLst>
              <a:path w="10187" h="371903">
                <a:moveTo>
                  <a:pt x="0" y="0"/>
                </a:moveTo>
                <a:lnTo>
                  <a:pt x="10187" y="0"/>
                </a:lnTo>
                <a:lnTo>
                  <a:pt x="10187" y="371903"/>
                </a:lnTo>
                <a:lnTo>
                  <a:pt x="0" y="371903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path-349">
            <a:extLst xmlns:a="http://schemas.openxmlformats.org/drawingml/2006/main">
              <a:ext uri="{FF2B5EF4-FFF2-40B4-BE49-F238E27FC236}">
                <a16:creationId xmlns:a16="http://schemas.microsoft.com/office/drawing/2014/main" id="{E122A5ED-7AF3-4D4B-9F66-A5AD993B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944" y="4763738"/>
            <a:ext cx="10187" cy="371903"/>
          </a:xfrm>
          <a:custGeom xmlns:a="http://schemas.openxmlformats.org/drawingml/2006/main">
            <a:pathLst>
              <a:path w="10187" h="371903">
                <a:moveTo>
                  <a:pt x="0" y="0"/>
                </a:moveTo>
                <a:lnTo>
                  <a:pt x="10187" y="0"/>
                </a:lnTo>
                <a:lnTo>
                  <a:pt x="10187" y="371903"/>
                </a:lnTo>
                <a:lnTo>
                  <a:pt x="0" y="3719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47A00"/>
            </a:solidFill>
            <a:prstDash val="solid"/>
          </a:ln>
        </p:spPr>
      </p:sp>
      <p:sp>
        <p:nvSpPr>
          <p:cNvPr id="373" name="path-350">
            <a:extLst xmlns:a="http://schemas.openxmlformats.org/drawingml/2006/main">
              <a:ext uri="{FF2B5EF4-FFF2-40B4-BE49-F238E27FC236}">
                <a16:creationId xmlns:a16="http://schemas.microsoft.com/office/drawing/2014/main" id="{5BA6A0BA-AC73-4EC6-89FC-0D432D36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438" y="4763738"/>
            <a:ext cx="10186" cy="371903"/>
          </a:xfrm>
          <a:custGeom xmlns:a="http://schemas.openxmlformats.org/drawingml/2006/main">
            <a:pathLst>
              <a:path w="10186" h="371903">
                <a:moveTo>
                  <a:pt x="0" y="0"/>
                </a:moveTo>
                <a:lnTo>
                  <a:pt x="10186" y="0"/>
                </a:lnTo>
                <a:lnTo>
                  <a:pt x="10186" y="371903"/>
                </a:lnTo>
                <a:lnTo>
                  <a:pt x="0" y="371903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351">
            <a:extLst xmlns:a="http://schemas.openxmlformats.org/drawingml/2006/main">
              <a:ext uri="{FF2B5EF4-FFF2-40B4-BE49-F238E27FC236}">
                <a16:creationId xmlns:a16="http://schemas.microsoft.com/office/drawing/2014/main" id="{369878B7-A088-4212-9FA1-47894DB8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438" y="4763738"/>
            <a:ext cx="10186" cy="371903"/>
          </a:xfrm>
          <a:custGeom xmlns:a="http://schemas.openxmlformats.org/drawingml/2006/main">
            <a:pathLst>
              <a:path w="10186" h="371903">
                <a:moveTo>
                  <a:pt x="0" y="0"/>
                </a:moveTo>
                <a:lnTo>
                  <a:pt x="10186" y="0"/>
                </a:lnTo>
                <a:lnTo>
                  <a:pt x="10186" y="371903"/>
                </a:lnTo>
                <a:lnTo>
                  <a:pt x="0" y="3719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47A00"/>
            </a:solidFill>
            <a:prstDash val="solid"/>
          </a:ln>
        </p:spPr>
      </p:sp>
      <p:sp>
        <p:nvSpPr>
          <p:cNvPr id="375" name="path-352">
            <a:extLst xmlns:a="http://schemas.openxmlformats.org/drawingml/2006/main">
              <a:ext uri="{FF2B5EF4-FFF2-40B4-BE49-F238E27FC236}">
                <a16:creationId xmlns:a16="http://schemas.microsoft.com/office/drawing/2014/main" id="{76C0BB2B-C4E2-4A0A-A2D8-DE1BA12C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944" y="4763770"/>
            <a:ext cx="117142" cy="10189"/>
          </a:xfrm>
          <a:custGeom xmlns:a="http://schemas.openxmlformats.org/drawingml/2006/main">
            <a:pathLst>
              <a:path w="117142" h="10189">
                <a:moveTo>
                  <a:pt x="0" y="0"/>
                </a:moveTo>
                <a:lnTo>
                  <a:pt x="117142" y="0"/>
                </a:lnTo>
                <a:lnTo>
                  <a:pt x="117142" y="10189"/>
                </a:lnTo>
                <a:lnTo>
                  <a:pt x="0" y="10189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path-353">
            <a:extLst xmlns:a="http://schemas.openxmlformats.org/drawingml/2006/main">
              <a:ext uri="{FF2B5EF4-FFF2-40B4-BE49-F238E27FC236}">
                <a16:creationId xmlns:a16="http://schemas.microsoft.com/office/drawing/2014/main" id="{69F3B2A3-FD4B-4043-B26E-6A4EB7FE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944" y="4763770"/>
            <a:ext cx="117142" cy="10189"/>
          </a:xfrm>
          <a:custGeom xmlns:a="http://schemas.openxmlformats.org/drawingml/2006/main">
            <a:pathLst>
              <a:path w="117142" h="10189">
                <a:moveTo>
                  <a:pt x="0" y="0"/>
                </a:moveTo>
                <a:lnTo>
                  <a:pt x="117142" y="0"/>
                </a:lnTo>
                <a:lnTo>
                  <a:pt x="117142" y="10189"/>
                </a:lnTo>
                <a:lnTo>
                  <a:pt x="0" y="101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538">
            <a:solidFill>
              <a:srgbClr val="F47A00"/>
            </a:solidFill>
            <a:prstDash val="solid"/>
          </a:ln>
        </p:spPr>
      </p:sp>
      <p:sp>
        <p:nvSpPr>
          <p:cNvPr id="377" name="path-354">
            <a:extLst xmlns:a="http://schemas.openxmlformats.org/drawingml/2006/main">
              <a:ext uri="{FF2B5EF4-FFF2-40B4-BE49-F238E27FC236}">
                <a16:creationId xmlns:a16="http://schemas.microsoft.com/office/drawing/2014/main" id="{603CFEA7-0067-4D08-9334-6C36D824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4701" y="4921660"/>
            <a:ext cx="15279" cy="20372"/>
          </a:xfrm>
          <a:custGeom xmlns:a="http://schemas.openxmlformats.org/drawingml/2006/main">
            <a:pathLst>
              <a:path w="15279" h="20372">
                <a:moveTo>
                  <a:pt x="0" y="10186"/>
                </a:moveTo>
                <a:cubicBezTo>
                  <a:pt x="0" y="4598"/>
                  <a:pt x="3395" y="0"/>
                  <a:pt x="7639" y="0"/>
                </a:cubicBezTo>
                <a:cubicBezTo>
                  <a:pt x="11884" y="0"/>
                  <a:pt x="15279" y="4598"/>
                  <a:pt x="15279" y="10186"/>
                </a:cubicBezTo>
                <a:cubicBezTo>
                  <a:pt x="15279" y="15845"/>
                  <a:pt x="11884" y="20372"/>
                  <a:pt x="7639" y="20372"/>
                </a:cubicBezTo>
                <a:cubicBezTo>
                  <a:pt x="3395" y="20372"/>
                  <a:pt x="0" y="15845"/>
                  <a:pt x="0" y="10186"/>
                </a:cubicBezTo>
              </a:path>
            </a:pathLst>
          </a:custGeom>
          <a:solidFill xmlns:a="http://schemas.openxmlformats.org/drawingml/2006/main">
            <a:srgbClr val="0B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path-355">
            <a:extLst xmlns:a="http://schemas.openxmlformats.org/drawingml/2006/main">
              <a:ext uri="{FF2B5EF4-FFF2-40B4-BE49-F238E27FC236}">
                <a16:creationId xmlns:a16="http://schemas.microsoft.com/office/drawing/2014/main" id="{1B4733A5-F6EA-4226-8077-C0B824BE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4701" y="4921660"/>
            <a:ext cx="15279" cy="20372"/>
          </a:xfrm>
          <a:custGeom xmlns:a="http://schemas.openxmlformats.org/drawingml/2006/main">
            <a:pathLst>
              <a:path w="15279" h="20372">
                <a:moveTo>
                  <a:pt x="0" y="10186"/>
                </a:moveTo>
                <a:cubicBezTo>
                  <a:pt x="0" y="4598"/>
                  <a:pt x="3395" y="0"/>
                  <a:pt x="7639" y="0"/>
                </a:cubicBezTo>
                <a:cubicBezTo>
                  <a:pt x="11884" y="0"/>
                  <a:pt x="15279" y="4598"/>
                  <a:pt x="15279" y="10186"/>
                </a:cubicBezTo>
                <a:cubicBezTo>
                  <a:pt x="15279" y="15845"/>
                  <a:pt x="11884" y="20372"/>
                  <a:pt x="7639" y="20372"/>
                </a:cubicBezTo>
                <a:cubicBezTo>
                  <a:pt x="3395" y="20372"/>
                  <a:pt x="0" y="15845"/>
                  <a:pt x="0" y="1018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0B213C"/>
            </a:solidFill>
            <a:prstDash val="solid"/>
          </a:ln>
        </p:spPr>
      </p:sp>
      <p:sp>
        <p:nvSpPr>
          <p:cNvPr id="379" name="path-356">
            <a:extLst xmlns:a="http://schemas.openxmlformats.org/drawingml/2006/main">
              <a:ext uri="{FF2B5EF4-FFF2-40B4-BE49-F238E27FC236}">
                <a16:creationId xmlns:a16="http://schemas.microsoft.com/office/drawing/2014/main" id="{4D2145DB-1FBD-49AB-A370-C9D03AAA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9" y="4921660"/>
            <a:ext cx="15279" cy="20372"/>
          </a:xfrm>
          <a:custGeom xmlns:a="http://schemas.openxmlformats.org/drawingml/2006/main">
            <a:pathLst>
              <a:path w="15279" h="20372">
                <a:moveTo>
                  <a:pt x="0" y="10186"/>
                </a:moveTo>
                <a:cubicBezTo>
                  <a:pt x="0" y="4598"/>
                  <a:pt x="3395" y="0"/>
                  <a:pt x="7639" y="0"/>
                </a:cubicBezTo>
                <a:cubicBezTo>
                  <a:pt x="11884" y="0"/>
                  <a:pt x="15279" y="4598"/>
                  <a:pt x="15279" y="10186"/>
                </a:cubicBezTo>
                <a:cubicBezTo>
                  <a:pt x="15279" y="15845"/>
                  <a:pt x="11884" y="20372"/>
                  <a:pt x="7639" y="20372"/>
                </a:cubicBezTo>
                <a:cubicBezTo>
                  <a:pt x="3395" y="20372"/>
                  <a:pt x="0" y="15845"/>
                  <a:pt x="0" y="10186"/>
                </a:cubicBezTo>
              </a:path>
            </a:pathLst>
          </a:custGeom>
          <a:solidFill xmlns:a="http://schemas.openxmlformats.org/drawingml/2006/main">
            <a:srgbClr val="0B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357">
            <a:extLst xmlns:a="http://schemas.openxmlformats.org/drawingml/2006/main">
              <a:ext uri="{FF2B5EF4-FFF2-40B4-BE49-F238E27FC236}">
                <a16:creationId xmlns:a16="http://schemas.microsoft.com/office/drawing/2014/main" id="{8C496404-15A0-44BA-B1FA-68BFA305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9" y="4921660"/>
            <a:ext cx="15279" cy="20372"/>
          </a:xfrm>
          <a:custGeom xmlns:a="http://schemas.openxmlformats.org/drawingml/2006/main">
            <a:pathLst>
              <a:path w="15279" h="20372">
                <a:moveTo>
                  <a:pt x="0" y="10186"/>
                </a:moveTo>
                <a:cubicBezTo>
                  <a:pt x="0" y="4598"/>
                  <a:pt x="3395" y="0"/>
                  <a:pt x="7639" y="0"/>
                </a:cubicBezTo>
                <a:cubicBezTo>
                  <a:pt x="11884" y="0"/>
                  <a:pt x="15279" y="4598"/>
                  <a:pt x="15279" y="10186"/>
                </a:cubicBezTo>
                <a:cubicBezTo>
                  <a:pt x="15279" y="15845"/>
                  <a:pt x="11884" y="20372"/>
                  <a:pt x="7639" y="20372"/>
                </a:cubicBezTo>
                <a:cubicBezTo>
                  <a:pt x="3395" y="20372"/>
                  <a:pt x="0" y="15845"/>
                  <a:pt x="0" y="1018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0B213C"/>
            </a:solidFill>
            <a:prstDash val="solid"/>
          </a:ln>
        </p:spPr>
      </p:sp>
      <p:sp>
        <p:nvSpPr>
          <p:cNvPr id="381" name="path-358">
            <a:extLst xmlns:a="http://schemas.openxmlformats.org/drawingml/2006/main">
              <a:ext uri="{FF2B5EF4-FFF2-40B4-BE49-F238E27FC236}">
                <a16:creationId xmlns:a16="http://schemas.microsoft.com/office/drawing/2014/main" id="{F5A5EB1F-6A08-4D1D-8D0D-54F0D258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482" y="4763770"/>
            <a:ext cx="117141" cy="10189"/>
          </a:xfrm>
          <a:custGeom xmlns:a="http://schemas.openxmlformats.org/drawingml/2006/main">
            <a:pathLst>
              <a:path w="117141" h="10189">
                <a:moveTo>
                  <a:pt x="0" y="0"/>
                </a:moveTo>
                <a:lnTo>
                  <a:pt x="117141" y="0"/>
                </a:lnTo>
                <a:lnTo>
                  <a:pt x="117141" y="10189"/>
                </a:lnTo>
                <a:lnTo>
                  <a:pt x="0" y="10189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path-359">
            <a:extLst xmlns:a="http://schemas.openxmlformats.org/drawingml/2006/main">
              <a:ext uri="{FF2B5EF4-FFF2-40B4-BE49-F238E27FC236}">
                <a16:creationId xmlns:a16="http://schemas.microsoft.com/office/drawing/2014/main" id="{28383CAE-D19E-4B2B-B41C-195C4B82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482" y="4763770"/>
            <a:ext cx="117141" cy="10189"/>
          </a:xfrm>
          <a:custGeom xmlns:a="http://schemas.openxmlformats.org/drawingml/2006/main">
            <a:pathLst>
              <a:path w="117141" h="10189">
                <a:moveTo>
                  <a:pt x="0" y="0"/>
                </a:moveTo>
                <a:lnTo>
                  <a:pt x="117141" y="0"/>
                </a:lnTo>
                <a:lnTo>
                  <a:pt x="117141" y="10189"/>
                </a:lnTo>
                <a:lnTo>
                  <a:pt x="0" y="101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538">
            <a:solidFill>
              <a:srgbClr val="F47A00"/>
            </a:solidFill>
            <a:prstDash val="solid"/>
          </a:ln>
        </p:spPr>
      </p:sp>
      <p:sp>
        <p:nvSpPr>
          <p:cNvPr id="383" name="path-360">
            <a:extLst xmlns:a="http://schemas.openxmlformats.org/drawingml/2006/main">
              <a:ext uri="{FF2B5EF4-FFF2-40B4-BE49-F238E27FC236}">
                <a16:creationId xmlns:a16="http://schemas.microsoft.com/office/drawing/2014/main" id="{D4E8306B-3E6E-4FFC-BA31-647720C4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944" y="5125452"/>
            <a:ext cx="117142" cy="10189"/>
          </a:xfrm>
          <a:custGeom xmlns:a="http://schemas.openxmlformats.org/drawingml/2006/main">
            <a:pathLst>
              <a:path w="117142" h="10189">
                <a:moveTo>
                  <a:pt x="0" y="0"/>
                </a:moveTo>
                <a:lnTo>
                  <a:pt x="117142" y="0"/>
                </a:lnTo>
                <a:lnTo>
                  <a:pt x="117142" y="10189"/>
                </a:lnTo>
                <a:lnTo>
                  <a:pt x="0" y="10189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path-361">
            <a:extLst xmlns:a="http://schemas.openxmlformats.org/drawingml/2006/main">
              <a:ext uri="{FF2B5EF4-FFF2-40B4-BE49-F238E27FC236}">
                <a16:creationId xmlns:a16="http://schemas.microsoft.com/office/drawing/2014/main" id="{A54CC7E8-B394-47F9-9533-F31E245F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944" y="5125452"/>
            <a:ext cx="117142" cy="10189"/>
          </a:xfrm>
          <a:custGeom xmlns:a="http://schemas.openxmlformats.org/drawingml/2006/main">
            <a:pathLst>
              <a:path w="117142" h="10189">
                <a:moveTo>
                  <a:pt x="0" y="0"/>
                </a:moveTo>
                <a:lnTo>
                  <a:pt x="117142" y="0"/>
                </a:lnTo>
                <a:lnTo>
                  <a:pt x="117142" y="10189"/>
                </a:lnTo>
                <a:lnTo>
                  <a:pt x="0" y="101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538">
            <a:solidFill>
              <a:srgbClr val="F47A00"/>
            </a:solidFill>
            <a:prstDash val="solid"/>
          </a:ln>
        </p:spPr>
      </p:sp>
      <p:sp>
        <p:nvSpPr>
          <p:cNvPr id="385" name="path-362">
            <a:extLst xmlns:a="http://schemas.openxmlformats.org/drawingml/2006/main">
              <a:ext uri="{FF2B5EF4-FFF2-40B4-BE49-F238E27FC236}">
                <a16:creationId xmlns:a16="http://schemas.microsoft.com/office/drawing/2014/main" id="{917C80A0-0495-4D9D-994A-F645CD98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482" y="5130547"/>
            <a:ext cx="117141" cy="5094"/>
          </a:xfrm>
          <a:custGeom xmlns:a="http://schemas.openxmlformats.org/drawingml/2006/main">
            <a:pathLst>
              <a:path w="117141" h="5094">
                <a:moveTo>
                  <a:pt x="0" y="0"/>
                </a:moveTo>
                <a:lnTo>
                  <a:pt x="117141" y="0"/>
                </a:lnTo>
                <a:lnTo>
                  <a:pt x="117141" y="5094"/>
                </a:lnTo>
                <a:lnTo>
                  <a:pt x="0" y="5094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path-363">
            <a:extLst xmlns:a="http://schemas.openxmlformats.org/drawingml/2006/main">
              <a:ext uri="{FF2B5EF4-FFF2-40B4-BE49-F238E27FC236}">
                <a16:creationId xmlns:a16="http://schemas.microsoft.com/office/drawing/2014/main" id="{D25C1328-DCEC-44D1-AB2A-A0C89ED3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482" y="5130547"/>
            <a:ext cx="117141" cy="5094"/>
          </a:xfrm>
          <a:custGeom xmlns:a="http://schemas.openxmlformats.org/drawingml/2006/main">
            <a:pathLst>
              <a:path w="117141" h="5094">
                <a:moveTo>
                  <a:pt x="0" y="0"/>
                </a:moveTo>
                <a:lnTo>
                  <a:pt x="117141" y="0"/>
                </a:lnTo>
                <a:lnTo>
                  <a:pt x="117141" y="5094"/>
                </a:lnTo>
                <a:lnTo>
                  <a:pt x="0" y="50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538">
            <a:solidFill>
              <a:srgbClr val="F47A00"/>
            </a:solidFill>
            <a:prstDash val="solid"/>
          </a:ln>
        </p:spPr>
      </p:sp>
      <p:sp>
        <p:nvSpPr>
          <p:cNvPr id="387" name="path-364">
            <a:extLst xmlns:a="http://schemas.openxmlformats.org/drawingml/2006/main">
              <a:ext uri="{FF2B5EF4-FFF2-40B4-BE49-F238E27FC236}">
                <a16:creationId xmlns:a16="http://schemas.microsoft.com/office/drawing/2014/main" id="{A75B267F-A497-45D2-ACD3-F574EDAB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3684" y="3742313"/>
            <a:ext cx="789434" cy="275106"/>
          </a:xfrm>
          <a:custGeom xmlns:a="http://schemas.openxmlformats.org/drawingml/2006/main">
            <a:pathLst>
              <a:path w="789434" h="275106">
                <a:moveTo>
                  <a:pt x="0" y="0"/>
                </a:moveTo>
                <a:lnTo>
                  <a:pt x="789434" y="0"/>
                </a:lnTo>
                <a:lnTo>
                  <a:pt x="789434" y="275106"/>
                </a:lnTo>
                <a:lnTo>
                  <a:pt x="0" y="275106"/>
                </a:lnTo>
                <a:close/>
              </a:path>
            </a:pathLst>
          </a:custGeom>
          <a:solidFill xmlns:a="http://schemas.openxmlformats.org/drawingml/2006/main">
            <a:srgbClr val="FAFC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text-365 Frozen">
            <a:extLst xmlns:a="http://schemas.openxmlformats.org/drawingml/2006/main">
              <a:ext uri="{FF2B5EF4-FFF2-40B4-BE49-F238E27FC236}">
                <a16:creationId xmlns:a16="http://schemas.microsoft.com/office/drawing/2014/main" id="{0974AE82-BD31-4FA0-AF8D-4D10F3BB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4102" y="3812808"/>
            <a:ext cx="393651" cy="1614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8" b="1" i="0">
                <a:solidFill>
                  <a:srgbClr val="314E7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8" b="1" i="0">
                <a:solidFill>
                  <a:srgbClr val="314E70"/>
                </a:solidFill>
                <a:latin typeface="Comic Sans MS"/>
                <a:ea typeface="Comic Sans MS"/>
                <a:cs typeface="Comic Sans MS"/>
              </a:defRPr>
            </a:pPr>
            <a:r>
              <a:rPr sz="908" b="1" i="0">
                <a:solidFill>
                  <a:srgbClr val="314E70"/>
                </a:solidFill>
                <a:latin typeface="Comic Sans MS"/>
                <a:ea typeface="Comic Sans MS"/>
                <a:cs typeface="Comic Sans MS"/>
              </a:rPr>
              <a:t>Frozen</a:t>
            </a:r>
          </a:p>
        </p:txBody>
      </p:sp>
      <p:sp>
        <p:nvSpPr>
          <p:cNvPr id="389" name="text-365 model">
            <a:extLst xmlns:a="http://schemas.openxmlformats.org/drawingml/2006/main">
              <a:ext uri="{FF2B5EF4-FFF2-40B4-BE49-F238E27FC236}">
                <a16:creationId xmlns:a16="http://schemas.microsoft.com/office/drawing/2014/main" id="{2223091B-69FE-4C72-BA57-EA97D669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7857" y="3811361"/>
            <a:ext cx="338947" cy="163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0" b="1" i="0">
                <a:solidFill>
                  <a:srgbClr val="314E7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0" b="1" i="0">
                <a:solidFill>
                  <a:srgbClr val="314E70"/>
                </a:solidFill>
                <a:latin typeface="Comic Sans MS"/>
                <a:ea typeface="Comic Sans MS"/>
                <a:cs typeface="Comic Sans MS"/>
              </a:defRPr>
            </a:pPr>
            <a:r>
              <a:rPr sz="920" b="1" i="0">
                <a:solidFill>
                  <a:srgbClr val="314E70"/>
                </a:solidFill>
                <a:latin typeface="Comic Sans MS"/>
                <a:ea typeface="Comic Sans MS"/>
                <a:cs typeface="Comic Sans MS"/>
              </a:rPr>
              <a:t>model</a:t>
            </a:r>
          </a:p>
        </p:txBody>
      </p:sp>
      <p:pic>
        <p:nvPic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1CA86EE3-9BD8-4155-8BD6-90F2A59D4B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1499fbdf1424f"/>
          <a:stretch xmlns:a="http://schemas.openxmlformats.org/drawingml/2006/main"/>
        </p:blipFill>
        <p:spPr>
          <a:xfrm xmlns:a="http://schemas.openxmlformats.org/drawingml/2006/main">
            <a:off x="11697832" y="2734524"/>
            <a:ext cx="685800" cy="533400"/>
          </a:xfrm>
          <a:prstGeom xmlns:a="http://schemas.openxmlformats.org/drawingml/2006/main" prst="rect">
            <a:avLst/>
          </a:prstGeom>
        </p:spPr>
      </p:pic>
      <p:sp>
        <p:nvSpPr>
          <p:cNvPr id="391" name="path-367">
            <a:extLst xmlns:a="http://schemas.openxmlformats.org/drawingml/2006/main">
              <a:ext uri="{FF2B5EF4-FFF2-40B4-BE49-F238E27FC236}">
                <a16:creationId xmlns:a16="http://schemas.microsoft.com/office/drawing/2014/main" id="{8D7C2A9D-D6A6-4A29-A858-6B2D8B29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081" y="186263"/>
            <a:ext cx="4140705" cy="5736509"/>
          </a:xfrm>
          <a:custGeom xmlns:a="http://schemas.openxmlformats.org/drawingml/2006/main">
            <a:pathLst>
              <a:path w="4140705" h="5736509">
                <a:moveTo>
                  <a:pt x="0" y="234071"/>
                </a:moveTo>
                <a:cubicBezTo>
                  <a:pt x="0" y="104834"/>
                  <a:pt x="104763" y="0"/>
                  <a:pt x="234001" y="0"/>
                </a:cubicBezTo>
                <a:lnTo>
                  <a:pt x="3906704" y="0"/>
                </a:lnTo>
                <a:cubicBezTo>
                  <a:pt x="4035942" y="0"/>
                  <a:pt x="4140705" y="104834"/>
                  <a:pt x="4140705" y="234071"/>
                </a:cubicBezTo>
                <a:lnTo>
                  <a:pt x="4140705" y="5502449"/>
                </a:lnTo>
                <a:cubicBezTo>
                  <a:pt x="4140705" y="5631714"/>
                  <a:pt x="4035942" y="5736509"/>
                  <a:pt x="3906704" y="5736509"/>
                </a:cubicBezTo>
                <a:lnTo>
                  <a:pt x="234001" y="5736509"/>
                </a:lnTo>
                <a:cubicBezTo>
                  <a:pt x="104763" y="5736509"/>
                  <a:pt x="0" y="5631714"/>
                  <a:pt x="0" y="5502449"/>
                </a:cubicBezTo>
                <a:lnTo>
                  <a:pt x="0" y="234071"/>
                </a:lnTo>
              </a:path>
            </a:pathLst>
          </a:cu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2" name="path-368">
            <a:extLst xmlns:a="http://schemas.openxmlformats.org/drawingml/2006/main">
              <a:ext uri="{FF2B5EF4-FFF2-40B4-BE49-F238E27FC236}">
                <a16:creationId xmlns:a16="http://schemas.microsoft.com/office/drawing/2014/main" id="{2DD625E3-1266-47A1-9862-75C537C6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288" y="3042158"/>
            <a:ext cx="777267" cy="114665"/>
          </a:xfrm>
          <a:custGeom xmlns:a="http://schemas.openxmlformats.org/drawingml/2006/main">
            <a:pathLst>
              <a:path w="777267" h="114665">
                <a:moveTo>
                  <a:pt x="0" y="43292"/>
                </a:moveTo>
                <a:lnTo>
                  <a:pt x="743100" y="45272"/>
                </a:lnTo>
                <a:lnTo>
                  <a:pt x="743030" y="70030"/>
                </a:lnTo>
                <a:lnTo>
                  <a:pt x="0" y="68050"/>
                </a:lnTo>
                <a:lnTo>
                  <a:pt x="0" y="43292"/>
                </a:lnTo>
                <a:moveTo>
                  <a:pt x="636286" y="2476"/>
                </a:moveTo>
                <a:lnTo>
                  <a:pt x="777267" y="57722"/>
                </a:lnTo>
                <a:lnTo>
                  <a:pt x="636003" y="112261"/>
                </a:lnTo>
                <a:cubicBezTo>
                  <a:pt x="629637" y="114665"/>
                  <a:pt x="622493" y="111482"/>
                  <a:pt x="620016" y="105116"/>
                </a:cubicBezTo>
                <a:cubicBezTo>
                  <a:pt x="617541" y="98750"/>
                  <a:pt x="620723" y="91606"/>
                  <a:pt x="627089" y="89129"/>
                </a:cubicBezTo>
                <a:lnTo>
                  <a:pt x="738644" y="46050"/>
                </a:lnTo>
                <a:lnTo>
                  <a:pt x="738572" y="69181"/>
                </a:lnTo>
                <a:lnTo>
                  <a:pt x="627302" y="25537"/>
                </a:lnTo>
                <a:cubicBezTo>
                  <a:pt x="620935" y="23060"/>
                  <a:pt x="617753" y="15845"/>
                  <a:pt x="620228" y="9478"/>
                </a:cubicBezTo>
                <a:cubicBezTo>
                  <a:pt x="622775" y="3112"/>
                  <a:pt x="629919" y="0"/>
                  <a:pt x="636286" y="2476"/>
                </a:cubicBez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" name="path-369">
            <a:extLst xmlns:a="http://schemas.openxmlformats.org/drawingml/2006/main">
              <a:ext uri="{FF2B5EF4-FFF2-40B4-BE49-F238E27FC236}">
                <a16:creationId xmlns:a16="http://schemas.microsoft.com/office/drawing/2014/main" id="{5633FD9D-3F6E-471A-8980-5D646BB6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008" y="3386933"/>
            <a:ext cx="781370" cy="114666"/>
          </a:xfrm>
          <a:custGeom xmlns:a="http://schemas.openxmlformats.org/drawingml/2006/main">
            <a:pathLst>
              <a:path w="781370" h="114666">
                <a:moveTo>
                  <a:pt x="34167" y="44918"/>
                </a:moveTo>
                <a:lnTo>
                  <a:pt x="34167" y="69677"/>
                </a:lnTo>
                <a:lnTo>
                  <a:pt x="781370" y="69677"/>
                </a:lnTo>
                <a:lnTo>
                  <a:pt x="781370" y="44918"/>
                </a:lnTo>
                <a:close/>
                <a:moveTo>
                  <a:pt x="141122" y="2476"/>
                </a:moveTo>
                <a:lnTo>
                  <a:pt x="0" y="57298"/>
                </a:lnTo>
                <a:lnTo>
                  <a:pt x="141122" y="112190"/>
                </a:lnTo>
                <a:cubicBezTo>
                  <a:pt x="147488" y="114666"/>
                  <a:pt x="154634" y="111553"/>
                  <a:pt x="157110" y="105187"/>
                </a:cubicBezTo>
                <a:cubicBezTo>
                  <a:pt x="159585" y="98750"/>
                  <a:pt x="156472" y="91605"/>
                  <a:pt x="150035" y="89130"/>
                </a:cubicBezTo>
                <a:lnTo>
                  <a:pt x="38623" y="45767"/>
                </a:lnTo>
                <a:lnTo>
                  <a:pt x="38623" y="68899"/>
                </a:lnTo>
                <a:lnTo>
                  <a:pt x="150035" y="25536"/>
                </a:lnTo>
                <a:cubicBezTo>
                  <a:pt x="156472" y="23060"/>
                  <a:pt x="159585" y="15845"/>
                  <a:pt x="157110" y="9479"/>
                </a:cubicBezTo>
                <a:cubicBezTo>
                  <a:pt x="154634" y="3113"/>
                  <a:pt x="147488" y="0"/>
                  <a:pt x="141122" y="2476"/>
                </a:cubicBez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path-370">
            <a:extLst xmlns:a="http://schemas.openxmlformats.org/drawingml/2006/main">
              <a:ext uri="{FF2B5EF4-FFF2-40B4-BE49-F238E27FC236}">
                <a16:creationId xmlns:a16="http://schemas.microsoft.com/office/drawing/2014/main" id="{BD64FBEF-9D96-4B38-9A9F-6A7956F7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9148" y="2142940"/>
            <a:ext cx="2665681" cy="427539"/>
          </a:xfrm>
          <a:custGeom xmlns:a="http://schemas.openxmlformats.org/drawingml/2006/main">
            <a:pathLst>
              <a:path w="2665681" h="427539">
                <a:moveTo>
                  <a:pt x="0" y="427539"/>
                </a:moveTo>
                <a:lnTo>
                  <a:pt x="0" y="0"/>
                </a:lnTo>
                <a:lnTo>
                  <a:pt x="2620763" y="0"/>
                </a:lnTo>
                <a:lnTo>
                  <a:pt x="2620763" y="360338"/>
                </a:lnTo>
                <a:lnTo>
                  <a:pt x="2596005" y="360338"/>
                </a:lnTo>
                <a:lnTo>
                  <a:pt x="2596005" y="12379"/>
                </a:lnTo>
                <a:lnTo>
                  <a:pt x="2608383" y="24758"/>
                </a:lnTo>
                <a:lnTo>
                  <a:pt x="12379" y="24758"/>
                </a:lnTo>
                <a:lnTo>
                  <a:pt x="24758" y="12379"/>
                </a:lnTo>
                <a:lnTo>
                  <a:pt x="24758" y="427539"/>
                </a:lnTo>
                <a:lnTo>
                  <a:pt x="0" y="427539"/>
                </a:lnTo>
                <a:moveTo>
                  <a:pt x="2663206" y="253383"/>
                </a:moveTo>
                <a:lnTo>
                  <a:pt x="2608383" y="394504"/>
                </a:lnTo>
                <a:lnTo>
                  <a:pt x="2553491" y="253383"/>
                </a:lnTo>
                <a:cubicBezTo>
                  <a:pt x="2551016" y="246946"/>
                  <a:pt x="2554199" y="239801"/>
                  <a:pt x="2560564" y="237325"/>
                </a:cubicBezTo>
                <a:cubicBezTo>
                  <a:pt x="2566931" y="234849"/>
                  <a:pt x="2574076" y="238032"/>
                  <a:pt x="2576552" y="244399"/>
                </a:cubicBezTo>
                <a:lnTo>
                  <a:pt x="2619913" y="355811"/>
                </a:lnTo>
                <a:lnTo>
                  <a:pt x="2596782" y="355811"/>
                </a:lnTo>
                <a:lnTo>
                  <a:pt x="2640145" y="244399"/>
                </a:lnTo>
                <a:cubicBezTo>
                  <a:pt x="2642621" y="238032"/>
                  <a:pt x="2649764" y="234849"/>
                  <a:pt x="2656131" y="237325"/>
                </a:cubicBezTo>
                <a:cubicBezTo>
                  <a:pt x="2662569" y="239801"/>
                  <a:pt x="2665681" y="246946"/>
                  <a:pt x="2663206" y="253383"/>
                </a:cubicBez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text-371 (">
            <a:extLst xmlns:a="http://schemas.openxmlformats.org/drawingml/2006/main">
              <a:ext uri="{FF2B5EF4-FFF2-40B4-BE49-F238E27FC236}">
                <a16:creationId xmlns:a16="http://schemas.microsoft.com/office/drawing/2014/main" id="{CBAF09D5-6468-4957-84AB-7019A37D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187" y="228661"/>
            <a:ext cx="139310" cy="357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9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9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pPr>
            <a:r>
              <a:rPr sz="2009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rPr>
              <a:t>(</a:t>
            </a:r>
          </a:p>
        </p:txBody>
      </p:sp>
      <p:sp>
        <p:nvSpPr>
          <p:cNvPr id="396" name="text-372 b">
            <a:extLst xmlns:a="http://schemas.openxmlformats.org/drawingml/2006/main">
              <a:ext uri="{FF2B5EF4-FFF2-40B4-BE49-F238E27FC236}">
                <a16:creationId xmlns:a16="http://schemas.microsoft.com/office/drawing/2014/main" id="{281EC63C-B406-4578-AFFB-A8947EB6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136" y="228725"/>
            <a:ext cx="197199" cy="35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8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8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pPr>
            <a:r>
              <a:rPr sz="2008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rPr>
              <a:t>b</a:t>
            </a:r>
          </a:p>
        </p:txBody>
      </p:sp>
      <p:sp>
        <p:nvSpPr>
          <p:cNvPr id="397" name="text-373 )">
            <a:extLst xmlns:a="http://schemas.openxmlformats.org/drawingml/2006/main">
              <a:ext uri="{FF2B5EF4-FFF2-40B4-BE49-F238E27FC236}">
                <a16:creationId xmlns:a16="http://schemas.microsoft.com/office/drawing/2014/main" id="{6308B44B-D3B8-4C4F-AA28-3F367791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5303" y="228661"/>
            <a:ext cx="139310" cy="357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9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9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pPr>
            <a:r>
              <a:rPr sz="2009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rPr>
              <a:t>)</a:t>
            </a:r>
          </a:p>
        </p:txBody>
      </p:sp>
      <p:sp>
        <p:nvSpPr>
          <p:cNvPr id="398" name="text-374 Model">
            <a:extLst xmlns:a="http://schemas.openxmlformats.org/drawingml/2006/main">
              <a:ext uri="{FF2B5EF4-FFF2-40B4-BE49-F238E27FC236}">
                <a16:creationId xmlns:a16="http://schemas.microsoft.com/office/drawing/2014/main" id="{8E3C34F8-F390-4E8F-BD5E-1B289A86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8886" y="228716"/>
            <a:ext cx="767316" cy="357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8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8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pPr>
            <a:r>
              <a:rPr sz="2008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rPr>
              <a:t>Model</a:t>
            </a:r>
          </a:p>
        </p:txBody>
      </p:sp>
      <p:sp>
        <p:nvSpPr>
          <p:cNvPr id="399" name="text-374 parameter">
            <a:extLst xmlns:a="http://schemas.openxmlformats.org/drawingml/2006/main">
              <a:ext uri="{FF2B5EF4-FFF2-40B4-BE49-F238E27FC236}">
                <a16:creationId xmlns:a16="http://schemas.microsoft.com/office/drawing/2014/main" id="{A05D8C85-92B4-4407-B6C3-EA407825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8432" y="228950"/>
            <a:ext cx="1312878" cy="356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7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7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pPr>
            <a:r>
              <a:rPr sz="2007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rPr>
              <a:t>parameter</a:t>
            </a:r>
          </a:p>
        </p:txBody>
      </p:sp>
      <p:sp>
        <p:nvSpPr>
          <p:cNvPr id="400" name="text-374 evolution">
            <a:extLst xmlns:a="http://schemas.openxmlformats.org/drawingml/2006/main">
              <a:ext uri="{FF2B5EF4-FFF2-40B4-BE49-F238E27FC236}">
                <a16:creationId xmlns:a16="http://schemas.microsoft.com/office/drawing/2014/main" id="{D2B93DCC-F049-46CB-892C-3777BEBC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2169" y="229244"/>
            <a:ext cx="1106004" cy="356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4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pPr>
            <a:r>
              <a:rPr sz="2004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rPr>
              <a:t>evolution</a:t>
            </a:r>
          </a:p>
        </p:txBody>
      </p:sp>
      <p:sp>
        <p:nvSpPr>
          <p:cNvPr id="401" name="path-375">
            <a:extLst xmlns:a="http://schemas.openxmlformats.org/drawingml/2006/main">
              <a:ext uri="{FF2B5EF4-FFF2-40B4-BE49-F238E27FC236}">
                <a16:creationId xmlns:a16="http://schemas.microsoft.com/office/drawing/2014/main" id="{DAB2FE60-4E54-4D29-9916-BFFF225F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891" y="728821"/>
            <a:ext cx="3295248" cy="937417"/>
          </a:xfrm>
          <a:custGeom xmlns:a="http://schemas.openxmlformats.org/drawingml/2006/main">
            <a:pathLst>
              <a:path w="3295248" h="937417">
                <a:moveTo>
                  <a:pt x="0" y="0"/>
                </a:moveTo>
                <a:lnTo>
                  <a:pt x="3295248" y="0"/>
                </a:lnTo>
                <a:lnTo>
                  <a:pt x="3295248" y="937417"/>
                </a:lnTo>
                <a:lnTo>
                  <a:pt x="0" y="937417"/>
                </a:lnTo>
                <a:close/>
              </a:path>
            </a:pathLst>
          </a:custGeom>
          <a:solidFill xmlns:a="http://schemas.openxmlformats.org/drawingml/2006/main">
            <a:srgbClr val="172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" name="path-376">
            <a:extLst xmlns:a="http://schemas.openxmlformats.org/drawingml/2006/main">
              <a:ext uri="{FF2B5EF4-FFF2-40B4-BE49-F238E27FC236}">
                <a16:creationId xmlns:a16="http://schemas.microsoft.com/office/drawing/2014/main" id="{32773816-0915-4911-BEA4-E2D2B71A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891" y="728821"/>
            <a:ext cx="3295248" cy="937417"/>
          </a:xfrm>
          <a:custGeom xmlns:a="http://schemas.openxmlformats.org/drawingml/2006/main">
            <a:pathLst>
              <a:path w="3295248" h="937417">
                <a:moveTo>
                  <a:pt x="0" y="0"/>
                </a:moveTo>
                <a:lnTo>
                  <a:pt x="3295248" y="0"/>
                </a:lnTo>
                <a:lnTo>
                  <a:pt x="3295248" y="937417"/>
                </a:lnTo>
                <a:lnTo>
                  <a:pt x="0" y="9374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17212E"/>
            </a:solidFill>
            <a:prstDash val="solid"/>
          </a:ln>
        </p:spPr>
      </p:sp>
      <p:sp>
        <p:nvSpPr>
          <p:cNvPr id="403" name="path-377">
            <a:extLst xmlns:a="http://schemas.openxmlformats.org/drawingml/2006/main">
              <a:ext uri="{FF2B5EF4-FFF2-40B4-BE49-F238E27FC236}">
                <a16:creationId xmlns:a16="http://schemas.microsoft.com/office/drawing/2014/main" id="{EF09DA3E-93C8-47B2-A347-C2689CE7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195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path-378">
            <a:extLst xmlns:a="http://schemas.openxmlformats.org/drawingml/2006/main">
              <a:ext uri="{FF2B5EF4-FFF2-40B4-BE49-F238E27FC236}">
                <a16:creationId xmlns:a16="http://schemas.microsoft.com/office/drawing/2014/main" id="{94617EFF-9AEE-450B-A8C2-66B63C1A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195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05" name="path-379">
            <a:extLst xmlns:a="http://schemas.openxmlformats.org/drawingml/2006/main">
              <a:ext uri="{FF2B5EF4-FFF2-40B4-BE49-F238E27FC236}">
                <a16:creationId xmlns:a16="http://schemas.microsoft.com/office/drawing/2014/main" id="{135CF505-4105-413D-84BB-E515F67A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195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path-380">
            <a:extLst xmlns:a="http://schemas.openxmlformats.org/drawingml/2006/main">
              <a:ext uri="{FF2B5EF4-FFF2-40B4-BE49-F238E27FC236}">
                <a16:creationId xmlns:a16="http://schemas.microsoft.com/office/drawing/2014/main" id="{5B9E44D9-0E26-4344-BAD9-269EFA2F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195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07" name="path-381">
            <a:extLst xmlns:a="http://schemas.openxmlformats.org/drawingml/2006/main">
              <a:ext uri="{FF2B5EF4-FFF2-40B4-BE49-F238E27FC236}">
                <a16:creationId xmlns:a16="http://schemas.microsoft.com/office/drawing/2014/main" id="{626E657F-700D-4FB4-873B-74D6950E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802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path-382">
            <a:extLst xmlns:a="http://schemas.openxmlformats.org/drawingml/2006/main">
              <a:ext uri="{FF2B5EF4-FFF2-40B4-BE49-F238E27FC236}">
                <a16:creationId xmlns:a16="http://schemas.microsoft.com/office/drawing/2014/main" id="{FCFBF8E9-D855-48FC-B0E1-AAB1C498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802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09" name="path-383">
            <a:extLst xmlns:a="http://schemas.openxmlformats.org/drawingml/2006/main">
              <a:ext uri="{FF2B5EF4-FFF2-40B4-BE49-F238E27FC236}">
                <a16:creationId xmlns:a16="http://schemas.microsoft.com/office/drawing/2014/main" id="{15AFFA21-A27A-4CD4-B28E-18D29E60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802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path-384">
            <a:extLst xmlns:a="http://schemas.openxmlformats.org/drawingml/2006/main">
              <a:ext uri="{FF2B5EF4-FFF2-40B4-BE49-F238E27FC236}">
                <a16:creationId xmlns:a16="http://schemas.microsoft.com/office/drawing/2014/main" id="{3B454322-107E-4C21-AF21-32E63FF1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802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11" name="path-385">
            <a:extLst xmlns:a="http://schemas.openxmlformats.org/drawingml/2006/main">
              <a:ext uri="{FF2B5EF4-FFF2-40B4-BE49-F238E27FC236}">
                <a16:creationId xmlns:a16="http://schemas.microsoft.com/office/drawing/2014/main" id="{7D498C01-8766-4D93-8405-23260B3E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17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path-386">
            <a:extLst xmlns:a="http://schemas.openxmlformats.org/drawingml/2006/main">
              <a:ext uri="{FF2B5EF4-FFF2-40B4-BE49-F238E27FC236}">
                <a16:creationId xmlns:a16="http://schemas.microsoft.com/office/drawing/2014/main" id="{7EEBDCB0-6386-49B5-99AE-5CD2CEF8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17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13" name="path-387">
            <a:extLst xmlns:a="http://schemas.openxmlformats.org/drawingml/2006/main">
              <a:ext uri="{FF2B5EF4-FFF2-40B4-BE49-F238E27FC236}">
                <a16:creationId xmlns:a16="http://schemas.microsoft.com/office/drawing/2014/main" id="{08EFC7DE-8E27-4CE7-883B-2343F82F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17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path-388">
            <a:extLst xmlns:a="http://schemas.openxmlformats.org/drawingml/2006/main">
              <a:ext uri="{FF2B5EF4-FFF2-40B4-BE49-F238E27FC236}">
                <a16:creationId xmlns:a16="http://schemas.microsoft.com/office/drawing/2014/main" id="{ECDF335D-735F-4C78-B381-C76DB5C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17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15" name="path-389">
            <a:extLst xmlns:a="http://schemas.openxmlformats.org/drawingml/2006/main">
              <a:ext uri="{FF2B5EF4-FFF2-40B4-BE49-F238E27FC236}">
                <a16:creationId xmlns:a16="http://schemas.microsoft.com/office/drawing/2014/main" id="{3A72E18A-4E67-4981-B190-93A669F1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24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path-390">
            <a:extLst xmlns:a="http://schemas.openxmlformats.org/drawingml/2006/main">
              <a:ext uri="{FF2B5EF4-FFF2-40B4-BE49-F238E27FC236}">
                <a16:creationId xmlns:a16="http://schemas.microsoft.com/office/drawing/2014/main" id="{42514864-30E3-40C3-87BA-1A8657FD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24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17" name="path-391">
            <a:extLst xmlns:a="http://schemas.openxmlformats.org/drawingml/2006/main">
              <a:ext uri="{FF2B5EF4-FFF2-40B4-BE49-F238E27FC236}">
                <a16:creationId xmlns:a16="http://schemas.microsoft.com/office/drawing/2014/main" id="{9B0FF10C-9E61-4D3A-B383-937CCD11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24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path-392">
            <a:extLst xmlns:a="http://schemas.openxmlformats.org/drawingml/2006/main">
              <a:ext uri="{FF2B5EF4-FFF2-40B4-BE49-F238E27FC236}">
                <a16:creationId xmlns:a16="http://schemas.microsoft.com/office/drawing/2014/main" id="{50637B85-A175-452E-BFD7-1B60D9E2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24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19" name="path-393">
            <a:extLst xmlns:a="http://schemas.openxmlformats.org/drawingml/2006/main">
              <a:ext uri="{FF2B5EF4-FFF2-40B4-BE49-F238E27FC236}">
                <a16:creationId xmlns:a16="http://schemas.microsoft.com/office/drawing/2014/main" id="{C03B3843-D3A5-490D-8F91-AF73E612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38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path-394">
            <a:extLst xmlns:a="http://schemas.openxmlformats.org/drawingml/2006/main">
              <a:ext uri="{FF2B5EF4-FFF2-40B4-BE49-F238E27FC236}">
                <a16:creationId xmlns:a16="http://schemas.microsoft.com/office/drawing/2014/main" id="{DC575A9E-FB5A-4C5D-B3FF-90CF46D5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38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21" name="path-395">
            <a:extLst xmlns:a="http://schemas.openxmlformats.org/drawingml/2006/main">
              <a:ext uri="{FF2B5EF4-FFF2-40B4-BE49-F238E27FC236}">
                <a16:creationId xmlns:a16="http://schemas.microsoft.com/office/drawing/2014/main" id="{7D051223-0FBD-4EE8-9E55-87B5F29A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38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path-396">
            <a:extLst xmlns:a="http://schemas.openxmlformats.org/drawingml/2006/main">
              <a:ext uri="{FF2B5EF4-FFF2-40B4-BE49-F238E27FC236}">
                <a16:creationId xmlns:a16="http://schemas.microsoft.com/office/drawing/2014/main" id="{60EE77F9-A71B-4818-AC45-A2AFEE84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38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23" name="path-397">
            <a:extLst xmlns:a="http://schemas.openxmlformats.org/drawingml/2006/main">
              <a:ext uri="{FF2B5EF4-FFF2-40B4-BE49-F238E27FC236}">
                <a16:creationId xmlns:a16="http://schemas.microsoft.com/office/drawing/2014/main" id="{B894807A-7061-4D1B-89A0-1C4E76EB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045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path-398">
            <a:extLst xmlns:a="http://schemas.openxmlformats.org/drawingml/2006/main">
              <a:ext uri="{FF2B5EF4-FFF2-40B4-BE49-F238E27FC236}">
                <a16:creationId xmlns:a16="http://schemas.microsoft.com/office/drawing/2014/main" id="{155E312E-7DB8-4832-9B9E-7F53D9C8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045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25" name="path-399">
            <a:extLst xmlns:a="http://schemas.openxmlformats.org/drawingml/2006/main">
              <a:ext uri="{FF2B5EF4-FFF2-40B4-BE49-F238E27FC236}">
                <a16:creationId xmlns:a16="http://schemas.microsoft.com/office/drawing/2014/main" id="{F3A1208C-738E-4287-88FB-C3E1EA35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045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path-400">
            <a:extLst xmlns:a="http://schemas.openxmlformats.org/drawingml/2006/main">
              <a:ext uri="{FF2B5EF4-FFF2-40B4-BE49-F238E27FC236}">
                <a16:creationId xmlns:a16="http://schemas.microsoft.com/office/drawing/2014/main" id="{603AA89A-7FB1-4F0B-8670-A49D10F9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045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27" name="path-401">
            <a:extLst xmlns:a="http://schemas.openxmlformats.org/drawingml/2006/main">
              <a:ext uri="{FF2B5EF4-FFF2-40B4-BE49-F238E27FC236}">
                <a16:creationId xmlns:a16="http://schemas.microsoft.com/office/drawing/2014/main" id="{60D104CB-689B-4724-B355-6FFFEF73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559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path-402">
            <a:extLst xmlns:a="http://schemas.openxmlformats.org/drawingml/2006/main">
              <a:ext uri="{FF2B5EF4-FFF2-40B4-BE49-F238E27FC236}">
                <a16:creationId xmlns:a16="http://schemas.microsoft.com/office/drawing/2014/main" id="{269A6A31-7CBE-403F-8EEF-05C68734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559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29" name="path-403">
            <a:extLst xmlns:a="http://schemas.openxmlformats.org/drawingml/2006/main">
              <a:ext uri="{FF2B5EF4-FFF2-40B4-BE49-F238E27FC236}">
                <a16:creationId xmlns:a16="http://schemas.microsoft.com/office/drawing/2014/main" id="{EABEBC5D-0C7A-44B8-9128-47786F18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559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path-404">
            <a:extLst xmlns:a="http://schemas.openxmlformats.org/drawingml/2006/main">
              <a:ext uri="{FF2B5EF4-FFF2-40B4-BE49-F238E27FC236}">
                <a16:creationId xmlns:a16="http://schemas.microsoft.com/office/drawing/2014/main" id="{1A88629B-D534-40AC-8AC1-9A7CE718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559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31" name="path-405">
            <a:extLst xmlns:a="http://schemas.openxmlformats.org/drawingml/2006/main">
              <a:ext uri="{FF2B5EF4-FFF2-40B4-BE49-F238E27FC236}">
                <a16:creationId xmlns:a16="http://schemas.microsoft.com/office/drawing/2014/main" id="{A4723521-9D56-4215-8E39-9E715223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166" y="789994"/>
            <a:ext cx="50931" cy="56040"/>
          </a:xfrm>
          <a:custGeom xmlns:a="http://schemas.openxmlformats.org/drawingml/2006/main">
            <a:pathLst>
              <a:path w="50931" h="56040">
                <a:moveTo>
                  <a:pt x="0" y="0"/>
                </a:moveTo>
                <a:lnTo>
                  <a:pt x="50931" y="0"/>
                </a:lnTo>
                <a:lnTo>
                  <a:pt x="50931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path-406">
            <a:extLst xmlns:a="http://schemas.openxmlformats.org/drawingml/2006/main">
              <a:ext uri="{FF2B5EF4-FFF2-40B4-BE49-F238E27FC236}">
                <a16:creationId xmlns:a16="http://schemas.microsoft.com/office/drawing/2014/main" id="{5B7C43CC-55C9-40F0-86D7-EF1EFAFD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166" y="789994"/>
            <a:ext cx="50931" cy="56040"/>
          </a:xfrm>
          <a:custGeom xmlns:a="http://schemas.openxmlformats.org/drawingml/2006/main">
            <a:pathLst>
              <a:path w="50931" h="56040">
                <a:moveTo>
                  <a:pt x="0" y="0"/>
                </a:moveTo>
                <a:lnTo>
                  <a:pt x="50931" y="0"/>
                </a:lnTo>
                <a:lnTo>
                  <a:pt x="50931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33" name="path-407">
            <a:extLst xmlns:a="http://schemas.openxmlformats.org/drawingml/2006/main">
              <a:ext uri="{FF2B5EF4-FFF2-40B4-BE49-F238E27FC236}">
                <a16:creationId xmlns:a16="http://schemas.microsoft.com/office/drawing/2014/main" id="{41894BCE-8FE1-40DE-97B6-AE988E38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166" y="1554173"/>
            <a:ext cx="50931" cy="56041"/>
          </a:xfrm>
          <a:custGeom xmlns:a="http://schemas.openxmlformats.org/drawingml/2006/main">
            <a:pathLst>
              <a:path w="50931" h="56041">
                <a:moveTo>
                  <a:pt x="0" y="0"/>
                </a:moveTo>
                <a:lnTo>
                  <a:pt x="50931" y="0"/>
                </a:lnTo>
                <a:lnTo>
                  <a:pt x="50931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path-408">
            <a:extLst xmlns:a="http://schemas.openxmlformats.org/drawingml/2006/main">
              <a:ext uri="{FF2B5EF4-FFF2-40B4-BE49-F238E27FC236}">
                <a16:creationId xmlns:a16="http://schemas.microsoft.com/office/drawing/2014/main" id="{4E1F2CC4-949C-4D3C-A661-3EB1A68F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166" y="1554173"/>
            <a:ext cx="50931" cy="56041"/>
          </a:xfrm>
          <a:custGeom xmlns:a="http://schemas.openxmlformats.org/drawingml/2006/main">
            <a:pathLst>
              <a:path w="50931" h="56041">
                <a:moveTo>
                  <a:pt x="0" y="0"/>
                </a:moveTo>
                <a:lnTo>
                  <a:pt x="50931" y="0"/>
                </a:lnTo>
                <a:lnTo>
                  <a:pt x="50931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35" name="path-409">
            <a:extLst xmlns:a="http://schemas.openxmlformats.org/drawingml/2006/main">
              <a:ext uri="{FF2B5EF4-FFF2-40B4-BE49-F238E27FC236}">
                <a16:creationId xmlns:a16="http://schemas.microsoft.com/office/drawing/2014/main" id="{849B6BE7-4EBA-4294-BC2B-C248E870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680" y="789994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path-410">
            <a:extLst xmlns:a="http://schemas.openxmlformats.org/drawingml/2006/main">
              <a:ext uri="{FF2B5EF4-FFF2-40B4-BE49-F238E27FC236}">
                <a16:creationId xmlns:a16="http://schemas.microsoft.com/office/drawing/2014/main" id="{C187F3B1-E240-4623-9122-0558903C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680" y="789994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37" name="path-411">
            <a:extLst xmlns:a="http://schemas.openxmlformats.org/drawingml/2006/main">
              <a:ext uri="{FF2B5EF4-FFF2-40B4-BE49-F238E27FC236}">
                <a16:creationId xmlns:a16="http://schemas.microsoft.com/office/drawing/2014/main" id="{8C625BD6-511F-4535-B549-2B6247EA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680" y="1554173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" name="path-412">
            <a:extLst xmlns:a="http://schemas.openxmlformats.org/drawingml/2006/main">
              <a:ext uri="{FF2B5EF4-FFF2-40B4-BE49-F238E27FC236}">
                <a16:creationId xmlns:a16="http://schemas.microsoft.com/office/drawing/2014/main" id="{27E748D2-21AB-4B6D-B739-3455FE5C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680" y="1554173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39" name="path-413">
            <a:extLst xmlns:a="http://schemas.openxmlformats.org/drawingml/2006/main">
              <a:ext uri="{FF2B5EF4-FFF2-40B4-BE49-F238E27FC236}">
                <a16:creationId xmlns:a16="http://schemas.microsoft.com/office/drawing/2014/main" id="{5DC00034-E875-4733-94FE-E2F0ED6D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288" y="789994"/>
            <a:ext cx="50931" cy="56040"/>
          </a:xfrm>
          <a:custGeom xmlns:a="http://schemas.openxmlformats.org/drawingml/2006/main">
            <a:pathLst>
              <a:path w="50931" h="56040">
                <a:moveTo>
                  <a:pt x="0" y="0"/>
                </a:moveTo>
                <a:lnTo>
                  <a:pt x="50931" y="0"/>
                </a:lnTo>
                <a:lnTo>
                  <a:pt x="50931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path-414">
            <a:extLst xmlns:a="http://schemas.openxmlformats.org/drawingml/2006/main">
              <a:ext uri="{FF2B5EF4-FFF2-40B4-BE49-F238E27FC236}">
                <a16:creationId xmlns:a16="http://schemas.microsoft.com/office/drawing/2014/main" id="{E9D22805-D423-4B93-8652-056F99AF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288" y="789994"/>
            <a:ext cx="50931" cy="56040"/>
          </a:xfrm>
          <a:custGeom xmlns:a="http://schemas.openxmlformats.org/drawingml/2006/main">
            <a:pathLst>
              <a:path w="50931" h="56040">
                <a:moveTo>
                  <a:pt x="0" y="0"/>
                </a:moveTo>
                <a:lnTo>
                  <a:pt x="50931" y="0"/>
                </a:lnTo>
                <a:lnTo>
                  <a:pt x="50931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41" name="path-415">
            <a:extLst xmlns:a="http://schemas.openxmlformats.org/drawingml/2006/main">
              <a:ext uri="{FF2B5EF4-FFF2-40B4-BE49-F238E27FC236}">
                <a16:creationId xmlns:a16="http://schemas.microsoft.com/office/drawing/2014/main" id="{10E23BB6-16CC-4F70-B4BA-73974FDF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288" y="1554173"/>
            <a:ext cx="50931" cy="56041"/>
          </a:xfrm>
          <a:custGeom xmlns:a="http://schemas.openxmlformats.org/drawingml/2006/main">
            <a:pathLst>
              <a:path w="50931" h="56041">
                <a:moveTo>
                  <a:pt x="0" y="0"/>
                </a:moveTo>
                <a:lnTo>
                  <a:pt x="50931" y="0"/>
                </a:lnTo>
                <a:lnTo>
                  <a:pt x="50931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path-416">
            <a:extLst xmlns:a="http://schemas.openxmlformats.org/drawingml/2006/main">
              <a:ext uri="{FF2B5EF4-FFF2-40B4-BE49-F238E27FC236}">
                <a16:creationId xmlns:a16="http://schemas.microsoft.com/office/drawing/2014/main" id="{85BAB55F-0CF2-4F94-8D66-65D8AD10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288" y="1554173"/>
            <a:ext cx="50931" cy="56041"/>
          </a:xfrm>
          <a:custGeom xmlns:a="http://schemas.openxmlformats.org/drawingml/2006/main">
            <a:pathLst>
              <a:path w="50931" h="56041">
                <a:moveTo>
                  <a:pt x="0" y="0"/>
                </a:moveTo>
                <a:lnTo>
                  <a:pt x="50931" y="0"/>
                </a:lnTo>
                <a:lnTo>
                  <a:pt x="50931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43" name="path-417">
            <a:extLst xmlns:a="http://schemas.openxmlformats.org/drawingml/2006/main">
              <a:ext uri="{FF2B5EF4-FFF2-40B4-BE49-F238E27FC236}">
                <a16:creationId xmlns:a16="http://schemas.microsoft.com/office/drawing/2014/main" id="{3CD31807-50E9-489A-B928-C1BF6939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02" y="789994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path-418">
            <a:extLst xmlns:a="http://schemas.openxmlformats.org/drawingml/2006/main">
              <a:ext uri="{FF2B5EF4-FFF2-40B4-BE49-F238E27FC236}">
                <a16:creationId xmlns:a16="http://schemas.microsoft.com/office/drawing/2014/main" id="{710BE519-AE56-42FD-BB9F-1716A8E5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02" y="789994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45" name="path-419">
            <a:extLst xmlns:a="http://schemas.openxmlformats.org/drawingml/2006/main">
              <a:ext uri="{FF2B5EF4-FFF2-40B4-BE49-F238E27FC236}">
                <a16:creationId xmlns:a16="http://schemas.microsoft.com/office/drawing/2014/main" id="{14501897-85E4-4D57-860A-1C3E6323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02" y="1554173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path-420">
            <a:extLst xmlns:a="http://schemas.openxmlformats.org/drawingml/2006/main">
              <a:ext uri="{FF2B5EF4-FFF2-40B4-BE49-F238E27FC236}">
                <a16:creationId xmlns:a16="http://schemas.microsoft.com/office/drawing/2014/main" id="{AFE099B6-127D-4AB4-9D9B-12205244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02" y="1554173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47" name="path-421">
            <a:extLst xmlns:a="http://schemas.openxmlformats.org/drawingml/2006/main">
              <a:ext uri="{FF2B5EF4-FFF2-40B4-BE49-F238E27FC236}">
                <a16:creationId xmlns:a16="http://schemas.microsoft.com/office/drawing/2014/main" id="{7B72E4AD-F85E-4997-8831-AE635AE8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317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path-422">
            <a:extLst xmlns:a="http://schemas.openxmlformats.org/drawingml/2006/main">
              <a:ext uri="{FF2B5EF4-FFF2-40B4-BE49-F238E27FC236}">
                <a16:creationId xmlns:a16="http://schemas.microsoft.com/office/drawing/2014/main" id="{F83F915F-BCDB-48B7-82A9-B32D79F1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317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49" name="path-423">
            <a:extLst xmlns:a="http://schemas.openxmlformats.org/drawingml/2006/main">
              <a:ext uri="{FF2B5EF4-FFF2-40B4-BE49-F238E27FC236}">
                <a16:creationId xmlns:a16="http://schemas.microsoft.com/office/drawing/2014/main" id="{F961616B-AAA5-4D7F-9EF5-16682B14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317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path-424">
            <a:extLst xmlns:a="http://schemas.openxmlformats.org/drawingml/2006/main">
              <a:ext uri="{FF2B5EF4-FFF2-40B4-BE49-F238E27FC236}">
                <a16:creationId xmlns:a16="http://schemas.microsoft.com/office/drawing/2014/main" id="{7494569E-36C2-4D96-AC2D-74354E66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317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51" name="path-425">
            <a:extLst xmlns:a="http://schemas.openxmlformats.org/drawingml/2006/main">
              <a:ext uri="{FF2B5EF4-FFF2-40B4-BE49-F238E27FC236}">
                <a16:creationId xmlns:a16="http://schemas.microsoft.com/office/drawing/2014/main" id="{77D4759F-67B0-48E3-BD2C-144266A3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924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" name="path-426">
            <a:extLst xmlns:a="http://schemas.openxmlformats.org/drawingml/2006/main">
              <a:ext uri="{FF2B5EF4-FFF2-40B4-BE49-F238E27FC236}">
                <a16:creationId xmlns:a16="http://schemas.microsoft.com/office/drawing/2014/main" id="{4CAD11AE-94AE-47CD-95B0-59D3720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924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53" name="path-427">
            <a:extLst xmlns:a="http://schemas.openxmlformats.org/drawingml/2006/main">
              <a:ext uri="{FF2B5EF4-FFF2-40B4-BE49-F238E27FC236}">
                <a16:creationId xmlns:a16="http://schemas.microsoft.com/office/drawing/2014/main" id="{3C511304-AD8F-448A-BF52-9F660E78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924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path-428">
            <a:extLst xmlns:a="http://schemas.openxmlformats.org/drawingml/2006/main">
              <a:ext uri="{FF2B5EF4-FFF2-40B4-BE49-F238E27FC236}">
                <a16:creationId xmlns:a16="http://schemas.microsoft.com/office/drawing/2014/main" id="{AFBDA28C-78F0-45EF-B583-ECB614F9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924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55" name="path-429">
            <a:extLst xmlns:a="http://schemas.openxmlformats.org/drawingml/2006/main">
              <a:ext uri="{FF2B5EF4-FFF2-40B4-BE49-F238E27FC236}">
                <a16:creationId xmlns:a16="http://schemas.microsoft.com/office/drawing/2014/main" id="{FA984C55-1C93-4D89-9832-21BE84B1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438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" name="path-430">
            <a:extLst xmlns:a="http://schemas.openxmlformats.org/drawingml/2006/main">
              <a:ext uri="{FF2B5EF4-FFF2-40B4-BE49-F238E27FC236}">
                <a16:creationId xmlns:a16="http://schemas.microsoft.com/office/drawing/2014/main" id="{5B989168-53E2-49CC-A887-3416E6C8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438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57" name="path-431">
            <a:extLst xmlns:a="http://schemas.openxmlformats.org/drawingml/2006/main">
              <a:ext uri="{FF2B5EF4-FFF2-40B4-BE49-F238E27FC236}">
                <a16:creationId xmlns:a16="http://schemas.microsoft.com/office/drawing/2014/main" id="{825FFA65-F282-433E-9C09-65060273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438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path-432">
            <a:extLst xmlns:a="http://schemas.openxmlformats.org/drawingml/2006/main">
              <a:ext uri="{FF2B5EF4-FFF2-40B4-BE49-F238E27FC236}">
                <a16:creationId xmlns:a16="http://schemas.microsoft.com/office/drawing/2014/main" id="{14944380-3A7A-4B9D-8924-D72CE1E4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438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59" name="path-433">
            <a:extLst xmlns:a="http://schemas.openxmlformats.org/drawingml/2006/main">
              <a:ext uri="{FF2B5EF4-FFF2-40B4-BE49-F238E27FC236}">
                <a16:creationId xmlns:a16="http://schemas.microsoft.com/office/drawing/2014/main" id="{89F6F75C-4F31-4AFC-8032-90FB6765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045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" name="path-434">
            <a:extLst xmlns:a="http://schemas.openxmlformats.org/drawingml/2006/main">
              <a:ext uri="{FF2B5EF4-FFF2-40B4-BE49-F238E27FC236}">
                <a16:creationId xmlns:a16="http://schemas.microsoft.com/office/drawing/2014/main" id="{A0B40B62-C349-4C09-97C3-05485201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045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61" name="path-435">
            <a:extLst xmlns:a="http://schemas.openxmlformats.org/drawingml/2006/main">
              <a:ext uri="{FF2B5EF4-FFF2-40B4-BE49-F238E27FC236}">
                <a16:creationId xmlns:a16="http://schemas.microsoft.com/office/drawing/2014/main" id="{1ED7BAEB-FE4E-4054-A74C-068EA19B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045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path-436">
            <a:extLst xmlns:a="http://schemas.openxmlformats.org/drawingml/2006/main">
              <a:ext uri="{FF2B5EF4-FFF2-40B4-BE49-F238E27FC236}">
                <a16:creationId xmlns:a16="http://schemas.microsoft.com/office/drawing/2014/main" id="{5EB37F31-C27F-4727-94C2-36F86F85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045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63" name="path-437">
            <a:extLst xmlns:a="http://schemas.openxmlformats.org/drawingml/2006/main">
              <a:ext uri="{FF2B5EF4-FFF2-40B4-BE49-F238E27FC236}">
                <a16:creationId xmlns:a16="http://schemas.microsoft.com/office/drawing/2014/main" id="{BC49D38B-9630-4AC6-9EEF-073F7439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559" y="789994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path-438">
            <a:extLst xmlns:a="http://schemas.openxmlformats.org/drawingml/2006/main">
              <a:ext uri="{FF2B5EF4-FFF2-40B4-BE49-F238E27FC236}">
                <a16:creationId xmlns:a16="http://schemas.microsoft.com/office/drawing/2014/main" id="{C83B6453-DB0F-49D8-B212-8FB9B6B3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559" y="789994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65" name="path-439">
            <a:extLst xmlns:a="http://schemas.openxmlformats.org/drawingml/2006/main">
              <a:ext uri="{FF2B5EF4-FFF2-40B4-BE49-F238E27FC236}">
                <a16:creationId xmlns:a16="http://schemas.microsoft.com/office/drawing/2014/main" id="{E1D80F25-A107-409B-9146-2076A0A9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559" y="1554173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" name="path-440">
            <a:extLst xmlns:a="http://schemas.openxmlformats.org/drawingml/2006/main">
              <a:ext uri="{FF2B5EF4-FFF2-40B4-BE49-F238E27FC236}">
                <a16:creationId xmlns:a16="http://schemas.microsoft.com/office/drawing/2014/main" id="{5865F3A3-3D0D-40C4-BE8A-7C0A9BA2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559" y="1554173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67" name="path-441">
            <a:extLst xmlns:a="http://schemas.openxmlformats.org/drawingml/2006/main">
              <a:ext uri="{FF2B5EF4-FFF2-40B4-BE49-F238E27FC236}">
                <a16:creationId xmlns:a16="http://schemas.microsoft.com/office/drawing/2014/main" id="{6D404F48-6087-42B1-93E9-1C9FF893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166" y="789994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" name="path-442">
            <a:extLst xmlns:a="http://schemas.openxmlformats.org/drawingml/2006/main">
              <a:ext uri="{FF2B5EF4-FFF2-40B4-BE49-F238E27FC236}">
                <a16:creationId xmlns:a16="http://schemas.microsoft.com/office/drawing/2014/main" id="{8519349C-3FBC-46C3-A143-EC433030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166" y="789994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69" name="path-443">
            <a:extLst xmlns:a="http://schemas.openxmlformats.org/drawingml/2006/main">
              <a:ext uri="{FF2B5EF4-FFF2-40B4-BE49-F238E27FC236}">
                <a16:creationId xmlns:a16="http://schemas.microsoft.com/office/drawing/2014/main" id="{EE53B2B2-3FC6-47D3-9E7B-8DD7552A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166" y="1554173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" name="path-444">
            <a:extLst xmlns:a="http://schemas.openxmlformats.org/drawingml/2006/main">
              <a:ext uri="{FF2B5EF4-FFF2-40B4-BE49-F238E27FC236}">
                <a16:creationId xmlns:a16="http://schemas.microsoft.com/office/drawing/2014/main" id="{2BF5A979-17AF-426F-8521-272E458D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166" y="1554173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71" name="path-445">
            <a:extLst xmlns:a="http://schemas.openxmlformats.org/drawingml/2006/main">
              <a:ext uri="{FF2B5EF4-FFF2-40B4-BE49-F238E27FC236}">
                <a16:creationId xmlns:a16="http://schemas.microsoft.com/office/drawing/2014/main" id="{48222BD6-A0B5-4788-9126-991521A6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680" y="789994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" name="path-446">
            <a:extLst xmlns:a="http://schemas.openxmlformats.org/drawingml/2006/main">
              <a:ext uri="{FF2B5EF4-FFF2-40B4-BE49-F238E27FC236}">
                <a16:creationId xmlns:a16="http://schemas.microsoft.com/office/drawing/2014/main" id="{6E0BE4A4-D096-455C-8A2D-C6B0B8F4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680" y="789994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73" name="path-447">
            <a:extLst xmlns:a="http://schemas.openxmlformats.org/drawingml/2006/main">
              <a:ext uri="{FF2B5EF4-FFF2-40B4-BE49-F238E27FC236}">
                <a16:creationId xmlns:a16="http://schemas.microsoft.com/office/drawing/2014/main" id="{5F4DB8D4-FF26-4698-910B-C9BD1829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680" y="1554173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" name="path-448">
            <a:extLst xmlns:a="http://schemas.openxmlformats.org/drawingml/2006/main">
              <a:ext uri="{FF2B5EF4-FFF2-40B4-BE49-F238E27FC236}">
                <a16:creationId xmlns:a16="http://schemas.microsoft.com/office/drawing/2014/main" id="{7910D52C-5494-4475-A538-14204D46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680" y="1554173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75" name="text-449 …">
            <a:extLst xmlns:a="http://schemas.openxmlformats.org/drawingml/2006/main">
              <a:ext uri="{FF2B5EF4-FFF2-40B4-BE49-F238E27FC236}">
                <a16:creationId xmlns:a16="http://schemas.microsoft.com/office/drawing/2014/main" id="{A0E3DB9B-B3FD-4CF8-905E-C8B6345C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4627" y="1018942"/>
            <a:ext cx="213590" cy="349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6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6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pPr>
            <a:r>
              <a:rPr sz="1966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rPr>
              <a:t>…</a:t>
            </a:r>
          </a:p>
        </p:txBody>
      </p:sp>
      <p:sp>
        <p:nvSpPr>
          <p:cNvPr id="476" name="text-450 Unlabeled">
            <a:extLst xmlns:a="http://schemas.openxmlformats.org/drawingml/2006/main">
              <a:ext uri="{FF2B5EF4-FFF2-40B4-BE49-F238E27FC236}">
                <a16:creationId xmlns:a16="http://schemas.microsoft.com/office/drawing/2014/main" id="{99B8A374-66BA-45BF-9279-5FA9E64E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7780" y="1763748"/>
            <a:ext cx="903468" cy="261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70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Unlabeled</a:t>
            </a:r>
          </a:p>
        </p:txBody>
      </p:sp>
      <p:sp>
        <p:nvSpPr>
          <p:cNvPr id="477" name="text-450 vi">
            <a:extLst xmlns:a="http://schemas.openxmlformats.org/drawingml/2006/main">
              <a:ext uri="{FF2B5EF4-FFF2-40B4-BE49-F238E27FC236}">
                <a16:creationId xmlns:a16="http://schemas.microsoft.com/office/drawing/2014/main" id="{D511A6F7-7E90-42BE-96BC-09DDC091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4984" y="1761608"/>
            <a:ext cx="178653" cy="264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8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vi</a:t>
            </a:r>
          </a:p>
        </p:txBody>
      </p:sp>
      <p:sp>
        <p:nvSpPr>
          <p:cNvPr id="478" name="text-451 deo">
            <a:extLst xmlns:a="http://schemas.openxmlformats.org/drawingml/2006/main">
              <a:ext uri="{FF2B5EF4-FFF2-40B4-BE49-F238E27FC236}">
                <a16:creationId xmlns:a16="http://schemas.microsoft.com/office/drawing/2014/main" id="{1A4D0165-E0F1-4880-9698-0ADECFC3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0183" y="1763122"/>
            <a:ext cx="346715" cy="262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7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deo</a:t>
            </a:r>
          </a:p>
        </p:txBody>
      </p:sp>
      <p:sp>
        <p:nvSpPr>
          <p:cNvPr id="479" name="text-452 Questioner">
            <a:extLst xmlns:a="http://schemas.openxmlformats.org/drawingml/2006/main">
              <a:ext uri="{FF2B5EF4-FFF2-40B4-BE49-F238E27FC236}">
                <a16:creationId xmlns:a16="http://schemas.microsoft.com/office/drawing/2014/main" id="{97C9C641-F057-4C93-BDBA-F1534C86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1214" y="2561599"/>
            <a:ext cx="1102209" cy="282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58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Questioner</a:t>
            </a:r>
          </a:p>
        </p:txBody>
      </p:sp>
      <p:sp>
        <p:nvSpPr>
          <p:cNvPr id="480" name="text-453 Solver">
            <a:extLst xmlns:a="http://schemas.openxmlformats.org/drawingml/2006/main">
              <a:ext uri="{FF2B5EF4-FFF2-40B4-BE49-F238E27FC236}">
                <a16:creationId xmlns:a16="http://schemas.microsoft.com/office/drawing/2014/main" id="{06F8C7B8-3924-4E81-B73C-939E1841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8043" y="2579413"/>
            <a:ext cx="643521" cy="281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58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481" name="path-454">
            <a:extLst xmlns:a="http://schemas.openxmlformats.org/drawingml/2006/main">
              <a:ext uri="{FF2B5EF4-FFF2-40B4-BE49-F238E27FC236}">
                <a16:creationId xmlns:a16="http://schemas.microsoft.com/office/drawing/2014/main" id="{D5548FE2-0D59-4504-8AE6-6F5B35CD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474" y="2858381"/>
            <a:ext cx="1181603" cy="973069"/>
          </a:xfrm>
          <a:custGeom xmlns:a="http://schemas.openxmlformats.org/drawingml/2006/main">
            <a:pathLst>
              <a:path w="1181603" h="973069">
                <a:moveTo>
                  <a:pt x="0" y="106390"/>
                </a:moveTo>
                <a:cubicBezTo>
                  <a:pt x="0" y="47607"/>
                  <a:pt x="47606" y="0"/>
                  <a:pt x="106389" y="0"/>
                </a:cubicBezTo>
                <a:lnTo>
                  <a:pt x="1075214" y="0"/>
                </a:lnTo>
                <a:cubicBezTo>
                  <a:pt x="1133997" y="0"/>
                  <a:pt x="1181603" y="47607"/>
                  <a:pt x="1181603" y="106390"/>
                </a:cubicBezTo>
                <a:lnTo>
                  <a:pt x="1181603" y="866679"/>
                </a:lnTo>
                <a:cubicBezTo>
                  <a:pt x="1181603" y="925462"/>
                  <a:pt x="1133997" y="973069"/>
                  <a:pt x="1075214" y="973069"/>
                </a:cubicBezTo>
                <a:lnTo>
                  <a:pt x="106389" y="973069"/>
                </a:lnTo>
                <a:cubicBezTo>
                  <a:pt x="47606" y="973069"/>
                  <a:pt x="0" y="925462"/>
                  <a:pt x="0" y="866679"/>
                </a:cubicBezTo>
                <a:lnTo>
                  <a:pt x="0" y="10639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" name="path-455">
            <a:extLst xmlns:a="http://schemas.openxmlformats.org/drawingml/2006/main">
              <a:ext uri="{FF2B5EF4-FFF2-40B4-BE49-F238E27FC236}">
                <a16:creationId xmlns:a16="http://schemas.microsoft.com/office/drawing/2014/main" id="{41973118-2980-43E3-B82E-FF76E2EB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474" y="2858381"/>
            <a:ext cx="1181603" cy="973069"/>
          </a:xfrm>
          <a:custGeom xmlns:a="http://schemas.openxmlformats.org/drawingml/2006/main">
            <a:pathLst>
              <a:path w="1181603" h="973069">
                <a:moveTo>
                  <a:pt x="0" y="106390"/>
                </a:moveTo>
                <a:cubicBezTo>
                  <a:pt x="0" y="47607"/>
                  <a:pt x="47606" y="0"/>
                  <a:pt x="106389" y="0"/>
                </a:cubicBezTo>
                <a:lnTo>
                  <a:pt x="1075214" y="0"/>
                </a:lnTo>
                <a:cubicBezTo>
                  <a:pt x="1133997" y="0"/>
                  <a:pt x="1181603" y="47607"/>
                  <a:pt x="1181603" y="106390"/>
                </a:cubicBezTo>
                <a:lnTo>
                  <a:pt x="1181603" y="866679"/>
                </a:lnTo>
                <a:cubicBezTo>
                  <a:pt x="1181603" y="925462"/>
                  <a:pt x="1133997" y="973069"/>
                  <a:pt x="1075214" y="973069"/>
                </a:cubicBezTo>
                <a:lnTo>
                  <a:pt x="106389" y="973069"/>
                </a:lnTo>
                <a:cubicBezTo>
                  <a:pt x="47606" y="973069"/>
                  <a:pt x="0" y="925462"/>
                  <a:pt x="0" y="866679"/>
                </a:cubicBezTo>
                <a:lnTo>
                  <a:pt x="0" y="106390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483" name="text-456 Q:">
            <a:extLst xmlns:a="http://schemas.openxmlformats.org/drawingml/2006/main">
              <a:ext uri="{FF2B5EF4-FFF2-40B4-BE49-F238E27FC236}">
                <a16:creationId xmlns:a16="http://schemas.microsoft.com/office/drawing/2014/main" id="{3613EF7B-2BE3-4048-8282-7EB41899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9679" y="2885865"/>
            <a:ext cx="234362" cy="220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8" b="1" i="0">
                <a:solidFill>
                  <a:srgbClr val="2E73C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2E73C5"/>
                </a:solidFill>
                <a:latin typeface="Comic Sans MS"/>
                <a:ea typeface="Comic Sans MS"/>
                <a:cs typeface="Comic Sans MS"/>
              </a:defRPr>
            </a:pPr>
            <a:r>
              <a:rPr sz="1238" b="1" i="0">
                <a:solidFill>
                  <a:srgbClr val="2E73C5"/>
                </a:solidFill>
                <a:latin typeface="Comic Sans MS"/>
                <a:ea typeface="Comic Sans MS"/>
                <a:cs typeface="Comic Sans MS"/>
              </a:rPr>
              <a:t>Q:</a:t>
            </a:r>
          </a:p>
        </p:txBody>
      </p:sp>
      <p:sp>
        <p:nvSpPr>
          <p:cNvPr id="484" name="text-457 Is">
            <a:extLst xmlns:a="http://schemas.openxmlformats.org/drawingml/2006/main">
              <a:ext uri="{FF2B5EF4-FFF2-40B4-BE49-F238E27FC236}">
                <a16:creationId xmlns:a16="http://schemas.microsoft.com/office/drawing/2014/main" id="{A859A8E6-CD9F-411F-9743-982A9E01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0161" y="2885093"/>
            <a:ext cx="191700" cy="221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485" name="text-457 Lucas">
            <a:extLst xmlns:a="http://schemas.openxmlformats.org/drawingml/2006/main">
              <a:ext uri="{FF2B5EF4-FFF2-40B4-BE49-F238E27FC236}">
                <a16:creationId xmlns:a16="http://schemas.microsoft.com/office/drawing/2014/main" id="{CDEA7252-B9E8-48CA-94C3-2FA5F1C8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8963" y="2887163"/>
            <a:ext cx="430952" cy="218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Lucas</a:t>
            </a:r>
          </a:p>
        </p:txBody>
      </p:sp>
      <p:sp>
        <p:nvSpPr>
          <p:cNvPr id="486" name="text-458 skilled">
            <a:extLst xmlns:a="http://schemas.openxmlformats.org/drawingml/2006/main">
              <a:ext uri="{FF2B5EF4-FFF2-40B4-BE49-F238E27FC236}">
                <a16:creationId xmlns:a16="http://schemas.microsoft.com/office/drawing/2014/main" id="{34CA58BC-F65C-4AC6-8C6F-9122F9FC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7863" y="3076618"/>
            <a:ext cx="492413" cy="217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skilled</a:t>
            </a:r>
          </a:p>
        </p:txBody>
      </p:sp>
      <p:sp>
        <p:nvSpPr>
          <p:cNvPr id="487" name="text-460 at">
            <a:extLst xmlns:a="http://schemas.openxmlformats.org/drawingml/2006/main">
              <a:ext uri="{FF2B5EF4-FFF2-40B4-BE49-F238E27FC236}">
                <a16:creationId xmlns:a16="http://schemas.microsoft.com/office/drawing/2014/main" id="{2B7655C5-15EA-4507-A1ED-9BD42FA4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084" y="3073186"/>
            <a:ext cx="184615" cy="222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5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at</a:t>
            </a:r>
          </a:p>
        </p:txBody>
      </p:sp>
      <p:sp>
        <p:nvSpPr>
          <p:cNvPr id="488" name="text-461 cooking">
            <a:extLst xmlns:a="http://schemas.openxmlformats.org/drawingml/2006/main">
              <a:ext uri="{FF2B5EF4-FFF2-40B4-BE49-F238E27FC236}">
                <a16:creationId xmlns:a16="http://schemas.microsoft.com/office/drawing/2014/main" id="{B0F9A341-58DC-4944-8D74-F20F3855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517" y="3259257"/>
            <a:ext cx="565334" cy="218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cooking</a:t>
            </a:r>
          </a:p>
        </p:txBody>
      </p:sp>
      <p:sp>
        <p:nvSpPr>
          <p:cNvPr id="489" name="text-462 throughout">
            <a:extLst xmlns:a="http://schemas.openxmlformats.org/drawingml/2006/main">
              <a:ext uri="{FF2B5EF4-FFF2-40B4-BE49-F238E27FC236}">
                <a16:creationId xmlns:a16="http://schemas.microsoft.com/office/drawing/2014/main" id="{43D5317D-5C92-47C2-B63C-3577BA4B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4083" y="3447746"/>
            <a:ext cx="841251" cy="218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throughout</a:t>
            </a:r>
          </a:p>
        </p:txBody>
      </p:sp>
      <p:sp>
        <p:nvSpPr>
          <p:cNvPr id="490" name="text-463 the">
            <a:extLst xmlns:a="http://schemas.openxmlformats.org/drawingml/2006/main">
              <a:ext uri="{FF2B5EF4-FFF2-40B4-BE49-F238E27FC236}">
                <a16:creationId xmlns:a16="http://schemas.microsoft.com/office/drawing/2014/main" id="{17C5911F-2086-49F7-906A-41E01728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2732" y="3636251"/>
            <a:ext cx="277875" cy="219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491" name="text-463 video?">
            <a:extLst xmlns:a="http://schemas.openxmlformats.org/drawingml/2006/main">
              <a:ext uri="{FF2B5EF4-FFF2-40B4-BE49-F238E27FC236}">
                <a16:creationId xmlns:a16="http://schemas.microsoft.com/office/drawing/2014/main" id="{FDBC9594-069D-45B7-901F-0F807244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8468" y="3636691"/>
            <a:ext cx="488506" cy="218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video?</a:t>
            </a:r>
          </a:p>
        </p:txBody>
      </p:sp>
      <p:sp>
        <p:nvSpPr>
          <p:cNvPr id="492" name="path-464">
            <a:extLst xmlns:a="http://schemas.openxmlformats.org/drawingml/2006/main">
              <a:ext uri="{FF2B5EF4-FFF2-40B4-BE49-F238E27FC236}">
                <a16:creationId xmlns:a16="http://schemas.microsoft.com/office/drawing/2014/main" id="{2C552ABB-8555-4C02-85ED-1A629D0E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401" y="2832916"/>
            <a:ext cx="1156137" cy="988347"/>
          </a:xfrm>
          <a:custGeom xmlns:a="http://schemas.openxmlformats.org/drawingml/2006/main">
            <a:pathLst>
              <a:path w="1156137" h="988347">
                <a:moveTo>
                  <a:pt x="0" y="112685"/>
                </a:moveTo>
                <a:cubicBezTo>
                  <a:pt x="0" y="50436"/>
                  <a:pt x="50436" y="0"/>
                  <a:pt x="112685" y="0"/>
                </a:cubicBezTo>
                <a:lnTo>
                  <a:pt x="1043452" y="0"/>
                </a:lnTo>
                <a:cubicBezTo>
                  <a:pt x="1105702" y="0"/>
                  <a:pt x="1156137" y="50436"/>
                  <a:pt x="1156137" y="112685"/>
                </a:cubicBezTo>
                <a:lnTo>
                  <a:pt x="1156137" y="875662"/>
                </a:lnTo>
                <a:cubicBezTo>
                  <a:pt x="1156137" y="937911"/>
                  <a:pt x="1105702" y="988347"/>
                  <a:pt x="1043452" y="988347"/>
                </a:cubicBezTo>
                <a:lnTo>
                  <a:pt x="112685" y="988347"/>
                </a:lnTo>
                <a:cubicBezTo>
                  <a:pt x="50436" y="988347"/>
                  <a:pt x="0" y="937911"/>
                  <a:pt x="0" y="875662"/>
                </a:cubicBezTo>
                <a:lnTo>
                  <a:pt x="0" y="112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" name="path-465">
            <a:extLst xmlns:a="http://schemas.openxmlformats.org/drawingml/2006/main">
              <a:ext uri="{FF2B5EF4-FFF2-40B4-BE49-F238E27FC236}">
                <a16:creationId xmlns:a16="http://schemas.microsoft.com/office/drawing/2014/main" id="{BAE8E642-3795-4BDC-BD9B-717D4A1F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401" y="2832916"/>
            <a:ext cx="1156137" cy="988347"/>
          </a:xfrm>
          <a:custGeom xmlns:a="http://schemas.openxmlformats.org/drawingml/2006/main">
            <a:pathLst>
              <a:path w="1156137" h="988347">
                <a:moveTo>
                  <a:pt x="0" y="112685"/>
                </a:moveTo>
                <a:cubicBezTo>
                  <a:pt x="0" y="50436"/>
                  <a:pt x="50436" y="0"/>
                  <a:pt x="112685" y="0"/>
                </a:cubicBezTo>
                <a:lnTo>
                  <a:pt x="1043452" y="0"/>
                </a:lnTo>
                <a:cubicBezTo>
                  <a:pt x="1105702" y="0"/>
                  <a:pt x="1156137" y="50436"/>
                  <a:pt x="1156137" y="112685"/>
                </a:cubicBezTo>
                <a:lnTo>
                  <a:pt x="1156137" y="875662"/>
                </a:lnTo>
                <a:cubicBezTo>
                  <a:pt x="1156137" y="937911"/>
                  <a:pt x="1105702" y="988347"/>
                  <a:pt x="1043452" y="988347"/>
                </a:cubicBezTo>
                <a:lnTo>
                  <a:pt x="112685" y="988347"/>
                </a:lnTo>
                <a:cubicBezTo>
                  <a:pt x="50436" y="988347"/>
                  <a:pt x="0" y="937911"/>
                  <a:pt x="0" y="875662"/>
                </a:cubicBezTo>
                <a:lnTo>
                  <a:pt x="0" y="112685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494" name="text-466 A:">
            <a:extLst xmlns:a="http://schemas.openxmlformats.org/drawingml/2006/main">
              <a:ext uri="{FF2B5EF4-FFF2-40B4-BE49-F238E27FC236}">
                <a16:creationId xmlns:a16="http://schemas.microsoft.com/office/drawing/2014/main" id="{DFB067B1-1108-45C4-B8A4-7F3033E3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6795" y="2834358"/>
            <a:ext cx="208490" cy="217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1" b="1" i="0">
                <a:solidFill>
                  <a:srgbClr val="2E73C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1" b="1" i="0">
                <a:solidFill>
                  <a:srgbClr val="2E73C5"/>
                </a:solidFill>
                <a:latin typeface="Comic Sans MS"/>
                <a:ea typeface="Comic Sans MS"/>
                <a:cs typeface="Comic Sans MS"/>
              </a:defRPr>
            </a:pPr>
            <a:r>
              <a:rPr sz="1221" b="1" i="0">
                <a:solidFill>
                  <a:srgbClr val="2E73C5"/>
                </a:solidFill>
                <a:latin typeface="Comic Sans MS"/>
                <a:ea typeface="Comic Sans MS"/>
                <a:cs typeface="Comic Sans MS"/>
              </a:rPr>
              <a:t>A:</a:t>
            </a:r>
          </a:p>
        </p:txBody>
      </p:sp>
      <p:sp>
        <p:nvSpPr>
          <p:cNvPr id="495" name="text-467 No.">
            <a:extLst xmlns:a="http://schemas.openxmlformats.org/drawingml/2006/main">
              <a:ext uri="{FF2B5EF4-FFF2-40B4-BE49-F238E27FC236}">
                <a16:creationId xmlns:a16="http://schemas.microsoft.com/office/drawing/2014/main" id="{AF515984-9ADD-4C25-A3DE-242B374A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4924" y="2834500"/>
            <a:ext cx="271300" cy="216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No.</a:t>
            </a:r>
          </a:p>
        </p:txBody>
      </p:sp>
      <p:sp>
        <p:nvSpPr>
          <p:cNvPr id="496" name="text-467 His">
            <a:extLst xmlns:a="http://schemas.openxmlformats.org/drawingml/2006/main">
              <a:ext uri="{FF2B5EF4-FFF2-40B4-BE49-F238E27FC236}">
                <a16:creationId xmlns:a16="http://schemas.microsoft.com/office/drawing/2014/main" id="{1D5676FC-60C3-4344-8263-B2D57E5A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445" y="2833077"/>
            <a:ext cx="268048" cy="218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His</a:t>
            </a:r>
          </a:p>
        </p:txBody>
      </p:sp>
      <p:sp>
        <p:nvSpPr>
          <p:cNvPr id="497" name="text-468 performance">
            <a:extLst xmlns:a="http://schemas.openxmlformats.org/drawingml/2006/main">
              <a:ext uri="{FF2B5EF4-FFF2-40B4-BE49-F238E27FC236}">
                <a16:creationId xmlns:a16="http://schemas.microsoft.com/office/drawing/2014/main" id="{4130DFA6-248F-4A76-8C1E-7347F673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3183" y="3022396"/>
            <a:ext cx="954243" cy="2179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6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6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6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performance</a:t>
            </a:r>
          </a:p>
        </p:txBody>
      </p:sp>
      <p:sp>
        <p:nvSpPr>
          <p:cNvPr id="498" name="text-469 indicates">
            <a:extLst xmlns:a="http://schemas.openxmlformats.org/drawingml/2006/main">
              <a:ext uri="{FF2B5EF4-FFF2-40B4-BE49-F238E27FC236}">
                <a16:creationId xmlns:a16="http://schemas.microsoft.com/office/drawing/2014/main" id="{63E1D642-641E-47F3-A5A2-821D6CCF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9848" y="3206437"/>
            <a:ext cx="679745" cy="217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indicates</a:t>
            </a:r>
          </a:p>
        </p:txBody>
      </p:sp>
      <p:sp>
        <p:nvSpPr>
          <p:cNvPr id="499" name="text-470 limited">
            <a:extLst xmlns:a="http://schemas.openxmlformats.org/drawingml/2006/main">
              <a:ext uri="{FF2B5EF4-FFF2-40B4-BE49-F238E27FC236}">
                <a16:creationId xmlns:a16="http://schemas.microsoft.com/office/drawing/2014/main" id="{1692F40E-701D-4DB8-8634-01833EB1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5371" y="3394782"/>
            <a:ext cx="527992" cy="217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limited</a:t>
            </a:r>
          </a:p>
        </p:txBody>
      </p:sp>
      <p:sp>
        <p:nvSpPr>
          <p:cNvPr id="500" name="text-470 cooking">
            <a:extLst xmlns:a="http://schemas.openxmlformats.org/drawingml/2006/main">
              <a:ext uri="{FF2B5EF4-FFF2-40B4-BE49-F238E27FC236}">
                <a16:creationId xmlns:a16="http://schemas.microsoft.com/office/drawing/2014/main" id="{4F28FEF3-E991-4779-AA57-E68EA5F7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0058" y="3394014"/>
            <a:ext cx="565332" cy="218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cooking</a:t>
            </a:r>
          </a:p>
        </p:txBody>
      </p:sp>
      <p:sp>
        <p:nvSpPr>
          <p:cNvPr id="501" name="text-471 skill.">
            <a:extLst xmlns:a="http://schemas.openxmlformats.org/drawingml/2006/main">
              <a:ext uri="{FF2B5EF4-FFF2-40B4-BE49-F238E27FC236}">
                <a16:creationId xmlns:a16="http://schemas.microsoft.com/office/drawing/2014/main" id="{64B851D5-D56B-4CB5-B578-0E438FFF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2615" y="3582410"/>
            <a:ext cx="357593" cy="219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skill.</a:t>
            </a:r>
          </a:p>
        </p:txBody>
      </p:sp>
      <p:sp>
        <p:nvSpPr>
          <p:cNvPr id="502" name="text-472 Question">
            <a:extLst xmlns:a="http://schemas.openxmlformats.org/drawingml/2006/main">
              <a:ext uri="{FF2B5EF4-FFF2-40B4-BE49-F238E27FC236}">
                <a16:creationId xmlns:a16="http://schemas.microsoft.com/office/drawing/2014/main" id="{D9D362B7-D8D9-46E7-AA2A-2FB9A617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325" y="2815284"/>
            <a:ext cx="682579" cy="216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pPr>
            <a:r>
              <a:rPr sz="121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503" name="text-473 Answer">
            <a:extLst xmlns:a="http://schemas.openxmlformats.org/drawingml/2006/main">
              <a:ext uri="{FF2B5EF4-FFF2-40B4-BE49-F238E27FC236}">
                <a16:creationId xmlns:a16="http://schemas.microsoft.com/office/drawing/2014/main" id="{27BB9E20-4B35-4E60-BFD0-6F55A839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1495" y="3612777"/>
            <a:ext cx="596336" cy="22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8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8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pPr>
            <a:r>
              <a:rPr sz="1288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504" name="text-474 Self">
            <a:extLst xmlns:a="http://schemas.openxmlformats.org/drawingml/2006/main">
              <a:ext uri="{FF2B5EF4-FFF2-40B4-BE49-F238E27FC236}">
                <a16:creationId xmlns:a16="http://schemas.microsoft.com/office/drawing/2014/main" id="{54CE8B06-68DC-4D9F-958B-651915A2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7351" y="3969964"/>
            <a:ext cx="464593" cy="293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2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2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pPr>
            <a:r>
              <a:rPr sz="1652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rPr>
              <a:t>Self</a:t>
            </a:r>
          </a:p>
        </p:txBody>
      </p:sp>
      <p:sp>
        <p:nvSpPr>
          <p:cNvPr id="505" name="text-475 -">
            <a:extLst xmlns:a="http://schemas.openxmlformats.org/drawingml/2006/main">
              <a:ext uri="{FF2B5EF4-FFF2-40B4-BE49-F238E27FC236}">
                <a16:creationId xmlns:a16="http://schemas.microsoft.com/office/drawing/2014/main" id="{F7A3BB1B-A377-4859-BBDF-18E55E3A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2838" y="3970733"/>
            <a:ext cx="165186" cy="29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pPr>
            <a:r>
              <a:rPr sz="164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06" name="text-476 play">
            <a:extLst xmlns:a="http://schemas.openxmlformats.org/drawingml/2006/main">
              <a:ext uri="{FF2B5EF4-FFF2-40B4-BE49-F238E27FC236}">
                <a16:creationId xmlns:a16="http://schemas.microsoft.com/office/drawing/2014/main" id="{16F49C87-3EBC-4035-8F42-C1B35F2B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1086" y="3970735"/>
            <a:ext cx="438213" cy="292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pPr>
            <a:r>
              <a:rPr sz="164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rPr>
              <a:t>play</a:t>
            </a:r>
          </a:p>
        </p:txBody>
      </p:sp>
      <p:sp>
        <p:nvSpPr>
          <p:cNvPr id="507" name="text-476 +">
            <a:extLst xmlns:a="http://schemas.openxmlformats.org/drawingml/2006/main">
              <a:ext uri="{FF2B5EF4-FFF2-40B4-BE49-F238E27FC236}">
                <a16:creationId xmlns:a16="http://schemas.microsoft.com/office/drawing/2014/main" id="{81E9F304-5475-4B28-B075-E29F33DB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4731" y="3970733"/>
            <a:ext cx="165186" cy="29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pPr>
            <a:r>
              <a:rPr sz="164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508" name="text-476 RL">
            <a:extLst xmlns:a="http://schemas.openxmlformats.org/drawingml/2006/main">
              <a:ext uri="{FF2B5EF4-FFF2-40B4-BE49-F238E27FC236}">
                <a16:creationId xmlns:a16="http://schemas.microsoft.com/office/drawing/2014/main" id="{957F8AD0-C5CE-4DBC-9E80-DB8B090C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3548" y="3971838"/>
            <a:ext cx="285040" cy="29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pPr>
            <a:r>
              <a:rPr sz="1637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rPr>
              <a:t>RL</a:t>
            </a:r>
          </a:p>
        </p:txBody>
      </p:sp>
      <p:sp>
        <p:nvSpPr>
          <p:cNvPr id="509" name="text-477 θ">
            <a:extLst xmlns:a="http://schemas.openxmlformats.org/drawingml/2006/main">
              <a:ext uri="{FF2B5EF4-FFF2-40B4-BE49-F238E27FC236}">
                <a16:creationId xmlns:a16="http://schemas.microsoft.com/office/drawing/2014/main" id="{72C9CDE4-1F7A-410B-9B8C-49399D95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3792" y="4505596"/>
            <a:ext cx="149240" cy="264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8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8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pPr>
            <a:r>
              <a:rPr sz="1488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rPr>
              <a:t>θ</a:t>
            </a:r>
          </a:p>
        </p:txBody>
      </p:sp>
      <p:sp>
        <p:nvSpPr>
          <p:cNvPr id="510" name="text-478 Q">
            <a:extLst xmlns:a="http://schemas.openxmlformats.org/drawingml/2006/main">
              <a:ext uri="{FF2B5EF4-FFF2-40B4-BE49-F238E27FC236}">
                <a16:creationId xmlns:a16="http://schemas.microsoft.com/office/drawing/2014/main" id="{F65405ED-593D-4BD8-AD33-2CD94F59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7211" y="4623307"/>
            <a:ext cx="113197" cy="150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pPr>
            <a:r>
              <a: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sp>
        <p:nvSpPr>
          <p:cNvPr id="511" name="text-479 →">
            <a:extLst xmlns:a="http://schemas.openxmlformats.org/drawingml/2006/main">
              <a:ext uri="{FF2B5EF4-FFF2-40B4-BE49-F238E27FC236}">
                <a16:creationId xmlns:a16="http://schemas.microsoft.com/office/drawing/2014/main" id="{7A92FED7-81B2-4504-A157-B7B26C8A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2377" y="4502052"/>
            <a:ext cx="222579" cy="264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5" b="0" i="0">
                <a:solidFill>
                  <a:srgbClr val="48658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5" b="0" i="0">
                <a:solidFill>
                  <a:srgbClr val="48658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5" b="0" i="0">
                <a:solidFill>
                  <a:srgbClr val="48658E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512" name="text-480 θ′">
            <a:extLst xmlns:a="http://schemas.openxmlformats.org/drawingml/2006/main">
              <a:ext uri="{FF2B5EF4-FFF2-40B4-BE49-F238E27FC236}">
                <a16:creationId xmlns:a16="http://schemas.microsoft.com/office/drawing/2014/main" id="{B8385E16-C56D-47B9-9EAC-0B7CC4C2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7778" y="4509641"/>
            <a:ext cx="179344" cy="258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6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6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pPr>
            <a:r>
              <a:rPr sz="1456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rPr>
              <a:t>θ′</a:t>
            </a:r>
          </a:p>
        </p:txBody>
      </p:sp>
      <p:sp>
        <p:nvSpPr>
          <p:cNvPr id="513" name="text-481 Q">
            <a:extLst xmlns:a="http://schemas.openxmlformats.org/drawingml/2006/main">
              <a:ext uri="{FF2B5EF4-FFF2-40B4-BE49-F238E27FC236}">
                <a16:creationId xmlns:a16="http://schemas.microsoft.com/office/drawing/2014/main" id="{BB8B2C50-F6DD-4F12-A6DF-59510FAB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8430" y="4623307"/>
            <a:ext cx="113197" cy="150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pPr>
            <a:r>
              <a: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sp>
        <p:nvSpPr>
          <p:cNvPr id="514" name="path-482">
            <a:extLst xmlns:a="http://schemas.openxmlformats.org/drawingml/2006/main">
              <a:ext uri="{FF2B5EF4-FFF2-40B4-BE49-F238E27FC236}">
                <a16:creationId xmlns:a16="http://schemas.microsoft.com/office/drawing/2014/main" id="{80E0CEF3-764E-43F6-85B8-0F54ED76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713" y="4883503"/>
            <a:ext cx="101863" cy="96798"/>
          </a:xfrm>
          <a:custGeom xmlns:a="http://schemas.openxmlformats.org/drawingml/2006/main">
            <a:pathLst>
              <a:path w="101863" h="96798">
                <a:moveTo>
                  <a:pt x="0" y="0"/>
                </a:moveTo>
                <a:lnTo>
                  <a:pt x="101863" y="0"/>
                </a:lnTo>
                <a:lnTo>
                  <a:pt x="101863" y="96798"/>
                </a:lnTo>
                <a:lnTo>
                  <a:pt x="0" y="96798"/>
                </a:lnTo>
                <a:close/>
              </a:path>
            </a:pathLst>
          </a:custGeom>
          <a:solidFill xmlns:a="http://schemas.openxmlformats.org/drawingml/2006/main">
            <a:srgbClr val="B2D6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" name="path-483">
            <a:extLst xmlns:a="http://schemas.openxmlformats.org/drawingml/2006/main">
              <a:ext uri="{FF2B5EF4-FFF2-40B4-BE49-F238E27FC236}">
                <a16:creationId xmlns:a16="http://schemas.microsoft.com/office/drawing/2014/main" id="{DB737C98-C072-470B-AC8B-88C1C2F0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713" y="4883503"/>
            <a:ext cx="101863" cy="96798"/>
          </a:xfrm>
          <a:custGeom xmlns:a="http://schemas.openxmlformats.org/drawingml/2006/main">
            <a:pathLst>
              <a:path w="101863" h="96798">
                <a:moveTo>
                  <a:pt x="0" y="0"/>
                </a:moveTo>
                <a:lnTo>
                  <a:pt x="101863" y="0"/>
                </a:lnTo>
                <a:lnTo>
                  <a:pt x="101863" y="96798"/>
                </a:lnTo>
                <a:lnTo>
                  <a:pt x="0" y="967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16" name="path-484">
            <a:extLst xmlns:a="http://schemas.openxmlformats.org/drawingml/2006/main">
              <a:ext uri="{FF2B5EF4-FFF2-40B4-BE49-F238E27FC236}">
                <a16:creationId xmlns:a16="http://schemas.microsoft.com/office/drawing/2014/main" id="{ADB839A4-8110-4FF5-957B-904D113A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855" y="4883503"/>
            <a:ext cx="96769" cy="96798"/>
          </a:xfrm>
          <a:custGeom xmlns:a="http://schemas.openxmlformats.org/drawingml/2006/main">
            <a:pathLst>
              <a:path w="96769" h="96798">
                <a:moveTo>
                  <a:pt x="0" y="0"/>
                </a:moveTo>
                <a:lnTo>
                  <a:pt x="96769" y="0"/>
                </a:lnTo>
                <a:lnTo>
                  <a:pt x="96769" y="96798"/>
                </a:lnTo>
                <a:lnTo>
                  <a:pt x="0" y="96798"/>
                </a:lnTo>
                <a:close/>
              </a:path>
            </a:pathLst>
          </a:custGeom>
          <a:solidFill xmlns:a="http://schemas.openxmlformats.org/drawingml/2006/main">
            <a:srgbClr val="B2D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" name="path-485">
            <a:extLst xmlns:a="http://schemas.openxmlformats.org/drawingml/2006/main">
              <a:ext uri="{FF2B5EF4-FFF2-40B4-BE49-F238E27FC236}">
                <a16:creationId xmlns:a16="http://schemas.microsoft.com/office/drawing/2014/main" id="{9A530023-A4FE-46D8-ADD3-7A8A9597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855" y="4883503"/>
            <a:ext cx="96769" cy="96798"/>
          </a:xfrm>
          <a:custGeom xmlns:a="http://schemas.openxmlformats.org/drawingml/2006/main">
            <a:pathLst>
              <a:path w="96769" h="96798">
                <a:moveTo>
                  <a:pt x="0" y="0"/>
                </a:moveTo>
                <a:lnTo>
                  <a:pt x="96769" y="0"/>
                </a:lnTo>
                <a:lnTo>
                  <a:pt x="96769" y="96798"/>
                </a:lnTo>
                <a:lnTo>
                  <a:pt x="0" y="967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18" name="path-486">
            <a:extLst xmlns:a="http://schemas.openxmlformats.org/drawingml/2006/main">
              <a:ext uri="{FF2B5EF4-FFF2-40B4-BE49-F238E27FC236}">
                <a16:creationId xmlns:a16="http://schemas.microsoft.com/office/drawing/2014/main" id="{6F18F288-4645-4D49-BC72-089016CD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996" y="4883503"/>
            <a:ext cx="96769" cy="96798"/>
          </a:xfrm>
          <a:custGeom xmlns:a="http://schemas.openxmlformats.org/drawingml/2006/main">
            <a:pathLst>
              <a:path w="96769" h="96798">
                <a:moveTo>
                  <a:pt x="0" y="0"/>
                </a:moveTo>
                <a:lnTo>
                  <a:pt x="96769" y="0"/>
                </a:lnTo>
                <a:lnTo>
                  <a:pt x="96769" y="96798"/>
                </a:lnTo>
                <a:lnTo>
                  <a:pt x="0" y="96798"/>
                </a:lnTo>
                <a:close/>
              </a:path>
            </a:pathLst>
          </a:custGeom>
          <a:solidFill xmlns:a="http://schemas.openxmlformats.org/drawingml/2006/main">
            <a:srgbClr val="A9D0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" name="path-487">
            <a:extLst xmlns:a="http://schemas.openxmlformats.org/drawingml/2006/main">
              <a:ext uri="{FF2B5EF4-FFF2-40B4-BE49-F238E27FC236}">
                <a16:creationId xmlns:a16="http://schemas.microsoft.com/office/drawing/2014/main" id="{935DBC5C-8C64-42FF-BC70-2159E88E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996" y="4883503"/>
            <a:ext cx="96769" cy="96798"/>
          </a:xfrm>
          <a:custGeom xmlns:a="http://schemas.openxmlformats.org/drawingml/2006/main">
            <a:pathLst>
              <a:path w="96769" h="96798">
                <a:moveTo>
                  <a:pt x="0" y="0"/>
                </a:moveTo>
                <a:lnTo>
                  <a:pt x="96769" y="0"/>
                </a:lnTo>
                <a:lnTo>
                  <a:pt x="96769" y="96798"/>
                </a:lnTo>
                <a:lnTo>
                  <a:pt x="0" y="967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20" name="path-488">
            <a:extLst xmlns:a="http://schemas.openxmlformats.org/drawingml/2006/main">
              <a:ext uri="{FF2B5EF4-FFF2-40B4-BE49-F238E27FC236}">
                <a16:creationId xmlns:a16="http://schemas.microsoft.com/office/drawing/2014/main" id="{51855FFD-D709-4A63-AC43-CA82A18A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45" y="4883503"/>
            <a:ext cx="101862" cy="96798"/>
          </a:xfrm>
          <a:custGeom xmlns:a="http://schemas.openxmlformats.org/drawingml/2006/main">
            <a:pathLst>
              <a:path w="101862" h="96798">
                <a:moveTo>
                  <a:pt x="0" y="0"/>
                </a:moveTo>
                <a:lnTo>
                  <a:pt x="101862" y="0"/>
                </a:lnTo>
                <a:lnTo>
                  <a:pt x="101862" y="96798"/>
                </a:lnTo>
                <a:lnTo>
                  <a:pt x="0" y="96798"/>
                </a:lnTo>
                <a:close/>
              </a:path>
            </a:pathLst>
          </a:custGeom>
          <a:solidFill xmlns:a="http://schemas.openxmlformats.org/drawingml/2006/main">
            <a:srgbClr val="16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" name="path-489">
            <a:extLst xmlns:a="http://schemas.openxmlformats.org/drawingml/2006/main">
              <a:ext uri="{FF2B5EF4-FFF2-40B4-BE49-F238E27FC236}">
                <a16:creationId xmlns:a16="http://schemas.microsoft.com/office/drawing/2014/main" id="{63B56342-0664-4603-83ED-2DC09524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45" y="4883503"/>
            <a:ext cx="101862" cy="96798"/>
          </a:xfrm>
          <a:custGeom xmlns:a="http://schemas.openxmlformats.org/drawingml/2006/main">
            <a:pathLst>
              <a:path w="101862" h="96798">
                <a:moveTo>
                  <a:pt x="0" y="0"/>
                </a:moveTo>
                <a:lnTo>
                  <a:pt x="101862" y="0"/>
                </a:lnTo>
                <a:lnTo>
                  <a:pt x="101862" y="96798"/>
                </a:lnTo>
                <a:lnTo>
                  <a:pt x="0" y="967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22" name="path-490">
            <a:extLst xmlns:a="http://schemas.openxmlformats.org/drawingml/2006/main">
              <a:ext uri="{FF2B5EF4-FFF2-40B4-BE49-F238E27FC236}">
                <a16:creationId xmlns:a16="http://schemas.microsoft.com/office/drawing/2014/main" id="{FAE011D7-E6E2-47C6-B439-69C5456D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713" y="5000645"/>
            <a:ext cx="101863" cy="96798"/>
          </a:xfrm>
          <a:custGeom xmlns:a="http://schemas.openxmlformats.org/drawingml/2006/main">
            <a:pathLst>
              <a:path w="101863" h="96798">
                <a:moveTo>
                  <a:pt x="0" y="0"/>
                </a:moveTo>
                <a:lnTo>
                  <a:pt x="101863" y="0"/>
                </a:lnTo>
                <a:lnTo>
                  <a:pt x="101863" y="96798"/>
                </a:lnTo>
                <a:lnTo>
                  <a:pt x="0" y="96798"/>
                </a:lnTo>
                <a:close/>
              </a:path>
            </a:pathLst>
          </a:custGeom>
          <a:solidFill xmlns:a="http://schemas.openxmlformats.org/drawingml/2006/main">
            <a:srgbClr val="62A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" name="path-491">
            <a:extLst xmlns:a="http://schemas.openxmlformats.org/drawingml/2006/main">
              <a:ext uri="{FF2B5EF4-FFF2-40B4-BE49-F238E27FC236}">
                <a16:creationId xmlns:a16="http://schemas.microsoft.com/office/drawing/2014/main" id="{41036E20-2F04-4EED-9E36-F1E016B1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713" y="5000645"/>
            <a:ext cx="101863" cy="96798"/>
          </a:xfrm>
          <a:custGeom xmlns:a="http://schemas.openxmlformats.org/drawingml/2006/main">
            <a:pathLst>
              <a:path w="101863" h="96798">
                <a:moveTo>
                  <a:pt x="0" y="0"/>
                </a:moveTo>
                <a:lnTo>
                  <a:pt x="101863" y="0"/>
                </a:lnTo>
                <a:lnTo>
                  <a:pt x="101863" y="96798"/>
                </a:lnTo>
                <a:lnTo>
                  <a:pt x="0" y="967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24" name="path-492">
            <a:extLst xmlns:a="http://schemas.openxmlformats.org/drawingml/2006/main">
              <a:ext uri="{FF2B5EF4-FFF2-40B4-BE49-F238E27FC236}">
                <a16:creationId xmlns:a16="http://schemas.microsoft.com/office/drawing/2014/main" id="{BC77FAD2-4B5B-4B09-9262-7090DF8E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855" y="5000645"/>
            <a:ext cx="96769" cy="96798"/>
          </a:xfrm>
          <a:custGeom xmlns:a="http://schemas.openxmlformats.org/drawingml/2006/main">
            <a:pathLst>
              <a:path w="96769" h="96798">
                <a:moveTo>
                  <a:pt x="0" y="0"/>
                </a:moveTo>
                <a:lnTo>
                  <a:pt x="96769" y="0"/>
                </a:lnTo>
                <a:lnTo>
                  <a:pt x="96769" y="96798"/>
                </a:lnTo>
                <a:lnTo>
                  <a:pt x="0" y="96798"/>
                </a:lnTo>
                <a:close/>
              </a:path>
            </a:pathLst>
          </a:custGeom>
          <a:solidFill xmlns:a="http://schemas.openxmlformats.org/drawingml/2006/main">
            <a:srgbClr val="0A48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" name="path-493">
            <a:extLst xmlns:a="http://schemas.openxmlformats.org/drawingml/2006/main">
              <a:ext uri="{FF2B5EF4-FFF2-40B4-BE49-F238E27FC236}">
                <a16:creationId xmlns:a16="http://schemas.microsoft.com/office/drawing/2014/main" id="{7B4DEE7C-5CE4-4174-8AD0-6B0FB6A6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855" y="5000645"/>
            <a:ext cx="96769" cy="96798"/>
          </a:xfrm>
          <a:custGeom xmlns:a="http://schemas.openxmlformats.org/drawingml/2006/main">
            <a:pathLst>
              <a:path w="96769" h="96798">
                <a:moveTo>
                  <a:pt x="0" y="0"/>
                </a:moveTo>
                <a:lnTo>
                  <a:pt x="96769" y="0"/>
                </a:lnTo>
                <a:lnTo>
                  <a:pt x="96769" y="96798"/>
                </a:lnTo>
                <a:lnTo>
                  <a:pt x="0" y="967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26" name="path-494">
            <a:extLst xmlns:a="http://schemas.openxmlformats.org/drawingml/2006/main">
              <a:ext uri="{FF2B5EF4-FFF2-40B4-BE49-F238E27FC236}">
                <a16:creationId xmlns:a16="http://schemas.microsoft.com/office/drawing/2014/main" id="{24427B99-0C78-4D75-8A8F-6D3C58F0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996" y="5000645"/>
            <a:ext cx="96769" cy="96798"/>
          </a:xfrm>
          <a:custGeom xmlns:a="http://schemas.openxmlformats.org/drawingml/2006/main">
            <a:pathLst>
              <a:path w="96769" h="96798">
                <a:moveTo>
                  <a:pt x="0" y="0"/>
                </a:moveTo>
                <a:lnTo>
                  <a:pt x="96769" y="0"/>
                </a:lnTo>
                <a:lnTo>
                  <a:pt x="96769" y="96798"/>
                </a:lnTo>
                <a:lnTo>
                  <a:pt x="0" y="96798"/>
                </a:lnTo>
                <a:close/>
              </a:path>
            </a:pathLst>
          </a:custGeom>
          <a:solidFill xmlns:a="http://schemas.openxmlformats.org/drawingml/2006/main">
            <a:srgbClr val="589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" name="path-495">
            <a:extLst xmlns:a="http://schemas.openxmlformats.org/drawingml/2006/main">
              <a:ext uri="{FF2B5EF4-FFF2-40B4-BE49-F238E27FC236}">
                <a16:creationId xmlns:a16="http://schemas.microsoft.com/office/drawing/2014/main" id="{AB946949-6262-4AC5-A8D6-0A0EF8E8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996" y="5000645"/>
            <a:ext cx="96769" cy="96798"/>
          </a:xfrm>
          <a:custGeom xmlns:a="http://schemas.openxmlformats.org/drawingml/2006/main">
            <a:pathLst>
              <a:path w="96769" h="96798">
                <a:moveTo>
                  <a:pt x="0" y="0"/>
                </a:moveTo>
                <a:lnTo>
                  <a:pt x="96769" y="0"/>
                </a:lnTo>
                <a:lnTo>
                  <a:pt x="96769" y="96798"/>
                </a:lnTo>
                <a:lnTo>
                  <a:pt x="0" y="967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28" name="path-496">
            <a:extLst xmlns:a="http://schemas.openxmlformats.org/drawingml/2006/main">
              <a:ext uri="{FF2B5EF4-FFF2-40B4-BE49-F238E27FC236}">
                <a16:creationId xmlns:a16="http://schemas.microsoft.com/office/drawing/2014/main" id="{8A64836B-41F9-4F43-84F6-C7B5E714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45" y="5000645"/>
            <a:ext cx="101862" cy="96798"/>
          </a:xfrm>
          <a:custGeom xmlns:a="http://schemas.openxmlformats.org/drawingml/2006/main">
            <a:pathLst>
              <a:path w="101862" h="96798">
                <a:moveTo>
                  <a:pt x="0" y="0"/>
                </a:moveTo>
                <a:lnTo>
                  <a:pt x="101862" y="0"/>
                </a:lnTo>
                <a:lnTo>
                  <a:pt x="101862" y="96798"/>
                </a:lnTo>
                <a:lnTo>
                  <a:pt x="0" y="96798"/>
                </a:lnTo>
                <a:close/>
              </a:path>
            </a:pathLst>
          </a:custGeom>
          <a:solidFill xmlns:a="http://schemas.openxmlformats.org/drawingml/2006/main">
            <a:srgbClr val="FCE3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" name="path-497">
            <a:extLst xmlns:a="http://schemas.openxmlformats.org/drawingml/2006/main">
              <a:ext uri="{FF2B5EF4-FFF2-40B4-BE49-F238E27FC236}">
                <a16:creationId xmlns:a16="http://schemas.microsoft.com/office/drawing/2014/main" id="{795EFB4F-79BB-4ADC-9AF9-1AF6B6AA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45" y="5000645"/>
            <a:ext cx="101862" cy="96798"/>
          </a:xfrm>
          <a:custGeom xmlns:a="http://schemas.openxmlformats.org/drawingml/2006/main">
            <a:pathLst>
              <a:path w="101862" h="96798">
                <a:moveTo>
                  <a:pt x="0" y="0"/>
                </a:moveTo>
                <a:lnTo>
                  <a:pt x="101862" y="0"/>
                </a:lnTo>
                <a:lnTo>
                  <a:pt x="101862" y="96798"/>
                </a:lnTo>
                <a:lnTo>
                  <a:pt x="0" y="967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30" name="path-498">
            <a:extLst xmlns:a="http://schemas.openxmlformats.org/drawingml/2006/main">
              <a:ext uri="{FF2B5EF4-FFF2-40B4-BE49-F238E27FC236}">
                <a16:creationId xmlns:a16="http://schemas.microsoft.com/office/drawing/2014/main" id="{77BB2FA7-596A-4DDA-94A6-F1061063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713" y="5112765"/>
            <a:ext cx="101863" cy="101891"/>
          </a:xfrm>
          <a:custGeom xmlns:a="http://schemas.openxmlformats.org/drawingml/2006/main">
            <a:pathLst>
              <a:path w="101863" h="101891">
                <a:moveTo>
                  <a:pt x="0" y="0"/>
                </a:moveTo>
                <a:lnTo>
                  <a:pt x="101863" y="0"/>
                </a:lnTo>
                <a:lnTo>
                  <a:pt x="101863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A3D0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" name="path-499">
            <a:extLst xmlns:a="http://schemas.openxmlformats.org/drawingml/2006/main">
              <a:ext uri="{FF2B5EF4-FFF2-40B4-BE49-F238E27FC236}">
                <a16:creationId xmlns:a16="http://schemas.microsoft.com/office/drawing/2014/main" id="{81F6CA2F-A75F-4094-96AD-C7C94573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713" y="5112765"/>
            <a:ext cx="101863" cy="101891"/>
          </a:xfrm>
          <a:custGeom xmlns:a="http://schemas.openxmlformats.org/drawingml/2006/main">
            <a:pathLst>
              <a:path w="101863" h="101891">
                <a:moveTo>
                  <a:pt x="0" y="0"/>
                </a:moveTo>
                <a:lnTo>
                  <a:pt x="101863" y="0"/>
                </a:lnTo>
                <a:lnTo>
                  <a:pt x="101863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32" name="path-500">
            <a:extLst xmlns:a="http://schemas.openxmlformats.org/drawingml/2006/main">
              <a:ext uri="{FF2B5EF4-FFF2-40B4-BE49-F238E27FC236}">
                <a16:creationId xmlns:a16="http://schemas.microsoft.com/office/drawing/2014/main" id="{716C1C41-7F8F-4DA8-8D57-732A5F80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855" y="5112765"/>
            <a:ext cx="96769" cy="101891"/>
          </a:xfrm>
          <a:custGeom xmlns:a="http://schemas.openxmlformats.org/drawingml/2006/main">
            <a:pathLst>
              <a:path w="96769" h="101891">
                <a:moveTo>
                  <a:pt x="0" y="0"/>
                </a:moveTo>
                <a:lnTo>
                  <a:pt x="96769" y="0"/>
                </a:lnTo>
                <a:lnTo>
                  <a:pt x="96769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0E57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" name="path-501">
            <a:extLst xmlns:a="http://schemas.openxmlformats.org/drawingml/2006/main">
              <a:ext uri="{FF2B5EF4-FFF2-40B4-BE49-F238E27FC236}">
                <a16:creationId xmlns:a16="http://schemas.microsoft.com/office/drawing/2014/main" id="{46DA1DEB-14FF-4ADB-AC4C-C09F8005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855" y="5112765"/>
            <a:ext cx="96769" cy="101891"/>
          </a:xfrm>
          <a:custGeom xmlns:a="http://schemas.openxmlformats.org/drawingml/2006/main">
            <a:pathLst>
              <a:path w="96769" h="101891">
                <a:moveTo>
                  <a:pt x="0" y="0"/>
                </a:moveTo>
                <a:lnTo>
                  <a:pt x="96769" y="0"/>
                </a:lnTo>
                <a:lnTo>
                  <a:pt x="96769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34" name="path-502">
            <a:extLst xmlns:a="http://schemas.openxmlformats.org/drawingml/2006/main">
              <a:ext uri="{FF2B5EF4-FFF2-40B4-BE49-F238E27FC236}">
                <a16:creationId xmlns:a16="http://schemas.microsoft.com/office/drawing/2014/main" id="{22FD6F2D-26CF-43AB-A96C-20430BC0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996" y="5112765"/>
            <a:ext cx="96769" cy="101891"/>
          </a:xfrm>
          <a:custGeom xmlns:a="http://schemas.openxmlformats.org/drawingml/2006/main">
            <a:pathLst>
              <a:path w="96769" h="101891">
                <a:moveTo>
                  <a:pt x="0" y="0"/>
                </a:moveTo>
                <a:lnTo>
                  <a:pt x="96769" y="0"/>
                </a:lnTo>
                <a:lnTo>
                  <a:pt x="96769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114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" name="path-503">
            <a:extLst xmlns:a="http://schemas.openxmlformats.org/drawingml/2006/main">
              <a:ext uri="{FF2B5EF4-FFF2-40B4-BE49-F238E27FC236}">
                <a16:creationId xmlns:a16="http://schemas.microsoft.com/office/drawing/2014/main" id="{A8D279CF-ADA3-4F00-8598-36C426E2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996" y="5112765"/>
            <a:ext cx="96769" cy="101891"/>
          </a:xfrm>
          <a:custGeom xmlns:a="http://schemas.openxmlformats.org/drawingml/2006/main">
            <a:pathLst>
              <a:path w="96769" h="101891">
                <a:moveTo>
                  <a:pt x="0" y="0"/>
                </a:moveTo>
                <a:lnTo>
                  <a:pt x="96769" y="0"/>
                </a:lnTo>
                <a:lnTo>
                  <a:pt x="96769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36" name="path-504">
            <a:extLst xmlns:a="http://schemas.openxmlformats.org/drawingml/2006/main">
              <a:ext uri="{FF2B5EF4-FFF2-40B4-BE49-F238E27FC236}">
                <a16:creationId xmlns:a16="http://schemas.microsoft.com/office/drawing/2014/main" id="{2BAEA25D-AD4C-4802-B4FD-3FAFD920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45" y="5112765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6AAD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" name="path-505">
            <a:extLst xmlns:a="http://schemas.openxmlformats.org/drawingml/2006/main">
              <a:ext uri="{FF2B5EF4-FFF2-40B4-BE49-F238E27FC236}">
                <a16:creationId xmlns:a16="http://schemas.microsoft.com/office/drawing/2014/main" id="{B5E2022A-D646-4EED-A7A0-B77F59BF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45" y="5112765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38" name="path-506">
            <a:extLst xmlns:a="http://schemas.openxmlformats.org/drawingml/2006/main">
              <a:ext uri="{FF2B5EF4-FFF2-40B4-BE49-F238E27FC236}">
                <a16:creationId xmlns:a16="http://schemas.microsoft.com/office/drawing/2014/main" id="{E98BC95F-BE43-48E4-ABCF-5780FF07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713" y="5229913"/>
            <a:ext cx="101863" cy="101891"/>
          </a:xfrm>
          <a:custGeom xmlns:a="http://schemas.openxmlformats.org/drawingml/2006/main">
            <a:pathLst>
              <a:path w="101863" h="101891">
                <a:moveTo>
                  <a:pt x="0" y="0"/>
                </a:moveTo>
                <a:lnTo>
                  <a:pt x="101863" y="0"/>
                </a:lnTo>
                <a:lnTo>
                  <a:pt x="101863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ABD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" name="path-507">
            <a:extLst xmlns:a="http://schemas.openxmlformats.org/drawingml/2006/main">
              <a:ext uri="{FF2B5EF4-FFF2-40B4-BE49-F238E27FC236}">
                <a16:creationId xmlns:a16="http://schemas.microsoft.com/office/drawing/2014/main" id="{7892E92D-6114-4EED-934B-E504D1E8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713" y="5229913"/>
            <a:ext cx="101863" cy="101891"/>
          </a:xfrm>
          <a:custGeom xmlns:a="http://schemas.openxmlformats.org/drawingml/2006/main">
            <a:pathLst>
              <a:path w="101863" h="101891">
                <a:moveTo>
                  <a:pt x="0" y="0"/>
                </a:moveTo>
                <a:lnTo>
                  <a:pt x="101863" y="0"/>
                </a:lnTo>
                <a:lnTo>
                  <a:pt x="101863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40" name="path-508">
            <a:extLst xmlns:a="http://schemas.openxmlformats.org/drawingml/2006/main">
              <a:ext uri="{FF2B5EF4-FFF2-40B4-BE49-F238E27FC236}">
                <a16:creationId xmlns:a16="http://schemas.microsoft.com/office/drawing/2014/main" id="{D48336A4-EFFF-48FE-94B2-7CC8B51C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855" y="5229913"/>
            <a:ext cx="96769" cy="101891"/>
          </a:xfrm>
          <a:custGeom xmlns:a="http://schemas.openxmlformats.org/drawingml/2006/main">
            <a:pathLst>
              <a:path w="96769" h="101891">
                <a:moveTo>
                  <a:pt x="0" y="0"/>
                </a:moveTo>
                <a:lnTo>
                  <a:pt x="96769" y="0"/>
                </a:lnTo>
                <a:lnTo>
                  <a:pt x="96769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60A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path-509">
            <a:extLst xmlns:a="http://schemas.openxmlformats.org/drawingml/2006/main">
              <a:ext uri="{FF2B5EF4-FFF2-40B4-BE49-F238E27FC236}">
                <a16:creationId xmlns:a16="http://schemas.microsoft.com/office/drawing/2014/main" id="{4FDD1D47-FA9A-4ABC-A531-D9DE0B6A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855" y="5229913"/>
            <a:ext cx="96769" cy="101891"/>
          </a:xfrm>
          <a:custGeom xmlns:a="http://schemas.openxmlformats.org/drawingml/2006/main">
            <a:pathLst>
              <a:path w="96769" h="101891">
                <a:moveTo>
                  <a:pt x="0" y="0"/>
                </a:moveTo>
                <a:lnTo>
                  <a:pt x="96769" y="0"/>
                </a:lnTo>
                <a:lnTo>
                  <a:pt x="96769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42" name="path-510">
            <a:extLst xmlns:a="http://schemas.openxmlformats.org/drawingml/2006/main">
              <a:ext uri="{FF2B5EF4-FFF2-40B4-BE49-F238E27FC236}">
                <a16:creationId xmlns:a16="http://schemas.microsoft.com/office/drawing/2014/main" id="{F1BF6290-12B4-4F13-9B33-92C6C91D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996" y="5229913"/>
            <a:ext cx="96769" cy="101891"/>
          </a:xfrm>
          <a:custGeom xmlns:a="http://schemas.openxmlformats.org/drawingml/2006/main">
            <a:pathLst>
              <a:path w="96769" h="101891">
                <a:moveTo>
                  <a:pt x="0" y="0"/>
                </a:moveTo>
                <a:lnTo>
                  <a:pt x="96769" y="0"/>
                </a:lnTo>
                <a:lnTo>
                  <a:pt x="96769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80B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path-511">
            <a:extLst xmlns:a="http://schemas.openxmlformats.org/drawingml/2006/main">
              <a:ext uri="{FF2B5EF4-FFF2-40B4-BE49-F238E27FC236}">
                <a16:creationId xmlns:a16="http://schemas.microsoft.com/office/drawing/2014/main" id="{F339C312-5F04-4E54-84F3-E54AE126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996" y="5229913"/>
            <a:ext cx="96769" cy="101891"/>
          </a:xfrm>
          <a:custGeom xmlns:a="http://schemas.openxmlformats.org/drawingml/2006/main">
            <a:pathLst>
              <a:path w="96769" h="101891">
                <a:moveTo>
                  <a:pt x="0" y="0"/>
                </a:moveTo>
                <a:lnTo>
                  <a:pt x="96769" y="0"/>
                </a:lnTo>
                <a:lnTo>
                  <a:pt x="96769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44" name="path-512">
            <a:extLst xmlns:a="http://schemas.openxmlformats.org/drawingml/2006/main">
              <a:ext uri="{FF2B5EF4-FFF2-40B4-BE49-F238E27FC236}">
                <a16:creationId xmlns:a16="http://schemas.microsoft.com/office/drawing/2014/main" id="{247883CA-F906-4BF0-9326-717A2E5B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45" y="5229913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ACD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path-513">
            <a:extLst xmlns:a="http://schemas.openxmlformats.org/drawingml/2006/main">
              <a:ext uri="{FF2B5EF4-FFF2-40B4-BE49-F238E27FC236}">
                <a16:creationId xmlns:a16="http://schemas.microsoft.com/office/drawing/2014/main" id="{0112A101-5889-477B-B1B0-D939D20D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45" y="5229913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46" name="path-514">
            <a:extLst xmlns:a="http://schemas.openxmlformats.org/drawingml/2006/main">
              <a:ext uri="{FF2B5EF4-FFF2-40B4-BE49-F238E27FC236}">
                <a16:creationId xmlns:a16="http://schemas.microsoft.com/office/drawing/2014/main" id="{4EDAF942-0652-4895-B2CF-D22A6469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709" y="4649135"/>
            <a:ext cx="142608" cy="142650"/>
          </a:xfrm>
          <a:custGeom xmlns:a="http://schemas.openxmlformats.org/drawingml/2006/main">
            <a:pathLst>
              <a:path w="142608" h="142650">
                <a:moveTo>
                  <a:pt x="0" y="0"/>
                </a:moveTo>
                <a:lnTo>
                  <a:pt x="142608" y="0"/>
                </a:lnTo>
                <a:lnTo>
                  <a:pt x="142608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DEF0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path-515">
            <a:extLst xmlns:a="http://schemas.openxmlformats.org/drawingml/2006/main">
              <a:ext uri="{FF2B5EF4-FFF2-40B4-BE49-F238E27FC236}">
                <a16:creationId xmlns:a16="http://schemas.microsoft.com/office/drawing/2014/main" id="{D7D66767-4B5C-42F7-9994-C19A3C4C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709" y="4649135"/>
            <a:ext cx="142608" cy="142650"/>
          </a:xfrm>
          <a:custGeom xmlns:a="http://schemas.openxmlformats.org/drawingml/2006/main">
            <a:pathLst>
              <a:path w="142608" h="142650">
                <a:moveTo>
                  <a:pt x="0" y="0"/>
                </a:moveTo>
                <a:lnTo>
                  <a:pt x="142608" y="0"/>
                </a:lnTo>
                <a:lnTo>
                  <a:pt x="142608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48" name="path-516">
            <a:extLst xmlns:a="http://schemas.openxmlformats.org/drawingml/2006/main">
              <a:ext uri="{FF2B5EF4-FFF2-40B4-BE49-F238E27FC236}">
                <a16:creationId xmlns:a16="http://schemas.microsoft.com/office/drawing/2014/main" id="{6AEB5F37-484E-432C-8F8D-2392A083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689" y="4649135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FCEF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path-517">
            <a:extLst xmlns:a="http://schemas.openxmlformats.org/drawingml/2006/main">
              <a:ext uri="{FF2B5EF4-FFF2-40B4-BE49-F238E27FC236}">
                <a16:creationId xmlns:a16="http://schemas.microsoft.com/office/drawing/2014/main" id="{167CC106-648E-446C-A507-DFDF894A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689" y="4649135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50" name="path-518">
            <a:extLst xmlns:a="http://schemas.openxmlformats.org/drawingml/2006/main">
              <a:ext uri="{FF2B5EF4-FFF2-40B4-BE49-F238E27FC236}">
                <a16:creationId xmlns:a16="http://schemas.microsoft.com/office/drawing/2014/main" id="{BF0C00BF-BE88-49F6-BA8B-EB77C756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668" y="4649135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FDEC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path-519">
            <a:extLst xmlns:a="http://schemas.openxmlformats.org/drawingml/2006/main">
              <a:ext uri="{FF2B5EF4-FFF2-40B4-BE49-F238E27FC236}">
                <a16:creationId xmlns:a16="http://schemas.microsoft.com/office/drawing/2014/main" id="{BA33A426-1FC3-467A-A284-2CB531FB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668" y="4649135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52" name="path-520">
            <a:extLst xmlns:a="http://schemas.openxmlformats.org/drawingml/2006/main">
              <a:ext uri="{FF2B5EF4-FFF2-40B4-BE49-F238E27FC236}">
                <a16:creationId xmlns:a16="http://schemas.microsoft.com/office/drawing/2014/main" id="{57ED22D5-4F88-42C8-91C2-B5F19E65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740" y="4649135"/>
            <a:ext cx="137515" cy="142650"/>
          </a:xfrm>
          <a:custGeom xmlns:a="http://schemas.openxmlformats.org/drawingml/2006/main">
            <a:pathLst>
              <a:path w="137515" h="142650">
                <a:moveTo>
                  <a:pt x="0" y="0"/>
                </a:moveTo>
                <a:lnTo>
                  <a:pt x="137515" y="0"/>
                </a:lnTo>
                <a:lnTo>
                  <a:pt x="137515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5EA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path-521">
            <a:extLst xmlns:a="http://schemas.openxmlformats.org/drawingml/2006/main">
              <a:ext uri="{FF2B5EF4-FFF2-40B4-BE49-F238E27FC236}">
                <a16:creationId xmlns:a16="http://schemas.microsoft.com/office/drawing/2014/main" id="{693DD1ED-7635-4136-B3DE-B3A7845F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740" y="4649135"/>
            <a:ext cx="137515" cy="142650"/>
          </a:xfrm>
          <a:custGeom xmlns:a="http://schemas.openxmlformats.org/drawingml/2006/main">
            <a:pathLst>
              <a:path w="137515" h="142650">
                <a:moveTo>
                  <a:pt x="0" y="0"/>
                </a:moveTo>
                <a:lnTo>
                  <a:pt x="137515" y="0"/>
                </a:lnTo>
                <a:lnTo>
                  <a:pt x="137515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54" name="path-522">
            <a:extLst xmlns:a="http://schemas.openxmlformats.org/drawingml/2006/main">
              <a:ext uri="{FF2B5EF4-FFF2-40B4-BE49-F238E27FC236}">
                <a16:creationId xmlns:a16="http://schemas.microsoft.com/office/drawing/2014/main" id="{BB61656C-1021-4793-8618-2CC90590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709" y="4812186"/>
            <a:ext cx="142608" cy="137556"/>
          </a:xfrm>
          <a:custGeom xmlns:a="http://schemas.openxmlformats.org/drawingml/2006/main">
            <a:pathLst>
              <a:path w="142608" h="137556">
                <a:moveTo>
                  <a:pt x="0" y="0"/>
                </a:moveTo>
                <a:lnTo>
                  <a:pt x="142608" y="0"/>
                </a:lnTo>
                <a:lnTo>
                  <a:pt x="142608" y="137556"/>
                </a:lnTo>
                <a:lnTo>
                  <a:pt x="0" y="137556"/>
                </a:lnTo>
                <a:close/>
              </a:path>
            </a:pathLst>
          </a:custGeom>
          <a:solidFill xmlns:a="http://schemas.openxmlformats.org/drawingml/2006/main">
            <a:srgbClr val="FDE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path-523">
            <a:extLst xmlns:a="http://schemas.openxmlformats.org/drawingml/2006/main">
              <a:ext uri="{FF2B5EF4-FFF2-40B4-BE49-F238E27FC236}">
                <a16:creationId xmlns:a16="http://schemas.microsoft.com/office/drawing/2014/main" id="{8323D986-07E4-4141-9873-5FE3DD02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709" y="4812186"/>
            <a:ext cx="142608" cy="137556"/>
          </a:xfrm>
          <a:custGeom xmlns:a="http://schemas.openxmlformats.org/drawingml/2006/main">
            <a:pathLst>
              <a:path w="142608" h="137556">
                <a:moveTo>
                  <a:pt x="0" y="0"/>
                </a:moveTo>
                <a:lnTo>
                  <a:pt x="142608" y="0"/>
                </a:lnTo>
                <a:lnTo>
                  <a:pt x="142608" y="137556"/>
                </a:lnTo>
                <a:lnTo>
                  <a:pt x="0" y="1375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56" name="path-524">
            <a:extLst xmlns:a="http://schemas.openxmlformats.org/drawingml/2006/main">
              <a:ext uri="{FF2B5EF4-FFF2-40B4-BE49-F238E27FC236}">
                <a16:creationId xmlns:a16="http://schemas.microsoft.com/office/drawing/2014/main" id="{8CF0EE78-5183-4FA8-B34F-1580A17D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689" y="4812186"/>
            <a:ext cx="142607" cy="137556"/>
          </a:xfrm>
          <a:custGeom xmlns:a="http://schemas.openxmlformats.org/drawingml/2006/main">
            <a:pathLst>
              <a:path w="142607" h="137556">
                <a:moveTo>
                  <a:pt x="0" y="0"/>
                </a:moveTo>
                <a:lnTo>
                  <a:pt x="142607" y="0"/>
                </a:lnTo>
                <a:lnTo>
                  <a:pt x="142607" y="137556"/>
                </a:lnTo>
                <a:lnTo>
                  <a:pt x="0" y="137556"/>
                </a:lnTo>
                <a:close/>
              </a:path>
            </a:pathLst>
          </a:custGeom>
          <a:solidFill xmlns:a="http://schemas.openxmlformats.org/drawingml/2006/main">
            <a:srgbClr val="B8D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path-525">
            <a:extLst xmlns:a="http://schemas.openxmlformats.org/drawingml/2006/main">
              <a:ext uri="{FF2B5EF4-FFF2-40B4-BE49-F238E27FC236}">
                <a16:creationId xmlns:a16="http://schemas.microsoft.com/office/drawing/2014/main" id="{5966D182-98C1-4EF8-BE58-F97D2EB0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689" y="4812186"/>
            <a:ext cx="142607" cy="137556"/>
          </a:xfrm>
          <a:custGeom xmlns:a="http://schemas.openxmlformats.org/drawingml/2006/main">
            <a:pathLst>
              <a:path w="142607" h="137556">
                <a:moveTo>
                  <a:pt x="0" y="0"/>
                </a:moveTo>
                <a:lnTo>
                  <a:pt x="142607" y="0"/>
                </a:lnTo>
                <a:lnTo>
                  <a:pt x="142607" y="137556"/>
                </a:lnTo>
                <a:lnTo>
                  <a:pt x="0" y="1375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58" name="path-526">
            <a:extLst xmlns:a="http://schemas.openxmlformats.org/drawingml/2006/main">
              <a:ext uri="{FF2B5EF4-FFF2-40B4-BE49-F238E27FC236}">
                <a16:creationId xmlns:a16="http://schemas.microsoft.com/office/drawing/2014/main" id="{8C4EEC24-A13A-4024-98D4-449C968A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668" y="4812186"/>
            <a:ext cx="142607" cy="137556"/>
          </a:xfrm>
          <a:custGeom xmlns:a="http://schemas.openxmlformats.org/drawingml/2006/main">
            <a:pathLst>
              <a:path w="142607" h="137556">
                <a:moveTo>
                  <a:pt x="0" y="0"/>
                </a:moveTo>
                <a:lnTo>
                  <a:pt x="142607" y="0"/>
                </a:lnTo>
                <a:lnTo>
                  <a:pt x="142607" y="137556"/>
                </a:lnTo>
                <a:lnTo>
                  <a:pt x="0" y="137556"/>
                </a:lnTo>
                <a:close/>
              </a:path>
            </a:pathLst>
          </a:custGeom>
          <a:solidFill xmlns:a="http://schemas.openxmlformats.org/drawingml/2006/main">
            <a:srgbClr val="A7D3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path-527">
            <a:extLst xmlns:a="http://schemas.openxmlformats.org/drawingml/2006/main">
              <a:ext uri="{FF2B5EF4-FFF2-40B4-BE49-F238E27FC236}">
                <a16:creationId xmlns:a16="http://schemas.microsoft.com/office/drawing/2014/main" id="{93D7162F-704E-44BE-882C-C0A80598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668" y="4812186"/>
            <a:ext cx="142607" cy="137556"/>
          </a:xfrm>
          <a:custGeom xmlns:a="http://schemas.openxmlformats.org/drawingml/2006/main">
            <a:pathLst>
              <a:path w="142607" h="137556">
                <a:moveTo>
                  <a:pt x="0" y="0"/>
                </a:moveTo>
                <a:lnTo>
                  <a:pt x="142607" y="0"/>
                </a:lnTo>
                <a:lnTo>
                  <a:pt x="142607" y="137556"/>
                </a:lnTo>
                <a:lnTo>
                  <a:pt x="0" y="1375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60" name="path-528">
            <a:extLst xmlns:a="http://schemas.openxmlformats.org/drawingml/2006/main">
              <a:ext uri="{FF2B5EF4-FFF2-40B4-BE49-F238E27FC236}">
                <a16:creationId xmlns:a16="http://schemas.microsoft.com/office/drawing/2014/main" id="{9C83A82A-598C-4C76-8EB1-8AA9B617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740" y="4812186"/>
            <a:ext cx="137515" cy="137556"/>
          </a:xfrm>
          <a:custGeom xmlns:a="http://schemas.openxmlformats.org/drawingml/2006/main">
            <a:pathLst>
              <a:path w="137515" h="137556">
                <a:moveTo>
                  <a:pt x="0" y="0"/>
                </a:moveTo>
                <a:lnTo>
                  <a:pt x="137515" y="0"/>
                </a:lnTo>
                <a:lnTo>
                  <a:pt x="137515" y="137556"/>
                </a:lnTo>
                <a:lnTo>
                  <a:pt x="0" y="137556"/>
                </a:lnTo>
                <a:close/>
              </a:path>
            </a:pathLst>
          </a:custGeom>
          <a:solidFill xmlns:a="http://schemas.openxmlformats.org/drawingml/2006/main">
            <a:srgbClr val="FCE9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path-529">
            <a:extLst xmlns:a="http://schemas.openxmlformats.org/drawingml/2006/main">
              <a:ext uri="{FF2B5EF4-FFF2-40B4-BE49-F238E27FC236}">
                <a16:creationId xmlns:a16="http://schemas.microsoft.com/office/drawing/2014/main" id="{3F104490-B8D0-40B4-A580-64F0D1CD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740" y="4812186"/>
            <a:ext cx="137515" cy="137556"/>
          </a:xfrm>
          <a:custGeom xmlns:a="http://schemas.openxmlformats.org/drawingml/2006/main">
            <a:pathLst>
              <a:path w="137515" h="137556">
                <a:moveTo>
                  <a:pt x="0" y="0"/>
                </a:moveTo>
                <a:lnTo>
                  <a:pt x="137515" y="0"/>
                </a:lnTo>
                <a:lnTo>
                  <a:pt x="137515" y="137556"/>
                </a:lnTo>
                <a:lnTo>
                  <a:pt x="0" y="1375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62" name="path-530">
            <a:extLst xmlns:a="http://schemas.openxmlformats.org/drawingml/2006/main">
              <a:ext uri="{FF2B5EF4-FFF2-40B4-BE49-F238E27FC236}">
                <a16:creationId xmlns:a16="http://schemas.microsoft.com/office/drawing/2014/main" id="{1D1B4F56-F718-4102-95CE-442C70C1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709" y="4975165"/>
            <a:ext cx="142608" cy="137557"/>
          </a:xfrm>
          <a:custGeom xmlns:a="http://schemas.openxmlformats.org/drawingml/2006/main">
            <a:pathLst>
              <a:path w="142608" h="137557">
                <a:moveTo>
                  <a:pt x="0" y="0"/>
                </a:moveTo>
                <a:lnTo>
                  <a:pt x="142608" y="0"/>
                </a:lnTo>
                <a:lnTo>
                  <a:pt x="142608" y="137557"/>
                </a:lnTo>
                <a:lnTo>
                  <a:pt x="0" y="137557"/>
                </a:lnTo>
                <a:close/>
              </a:path>
            </a:pathLst>
          </a:custGeom>
          <a:solidFill xmlns:a="http://schemas.openxmlformats.org/drawingml/2006/main">
            <a:srgbClr val="FFF0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path-531">
            <a:extLst xmlns:a="http://schemas.openxmlformats.org/drawingml/2006/main">
              <a:ext uri="{FF2B5EF4-FFF2-40B4-BE49-F238E27FC236}">
                <a16:creationId xmlns:a16="http://schemas.microsoft.com/office/drawing/2014/main" id="{B78BC97D-D972-4443-B468-D864A20A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709" y="4975165"/>
            <a:ext cx="142608" cy="137557"/>
          </a:xfrm>
          <a:custGeom xmlns:a="http://schemas.openxmlformats.org/drawingml/2006/main">
            <a:pathLst>
              <a:path w="142608" h="137557">
                <a:moveTo>
                  <a:pt x="0" y="0"/>
                </a:moveTo>
                <a:lnTo>
                  <a:pt x="142608" y="0"/>
                </a:lnTo>
                <a:lnTo>
                  <a:pt x="142608" y="137557"/>
                </a:lnTo>
                <a:lnTo>
                  <a:pt x="0" y="1375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64" name="path-532">
            <a:extLst xmlns:a="http://schemas.openxmlformats.org/drawingml/2006/main">
              <a:ext uri="{FF2B5EF4-FFF2-40B4-BE49-F238E27FC236}">
                <a16:creationId xmlns:a16="http://schemas.microsoft.com/office/drawing/2014/main" id="{099DB9E3-8084-4143-B2B7-A7C252E1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689" y="4975165"/>
            <a:ext cx="142607" cy="137557"/>
          </a:xfrm>
          <a:custGeom xmlns:a="http://schemas.openxmlformats.org/drawingml/2006/main">
            <a:pathLst>
              <a:path w="142607" h="137557">
                <a:moveTo>
                  <a:pt x="0" y="0"/>
                </a:moveTo>
                <a:lnTo>
                  <a:pt x="142607" y="0"/>
                </a:lnTo>
                <a:lnTo>
                  <a:pt x="142607" y="137557"/>
                </a:lnTo>
                <a:lnTo>
                  <a:pt x="0" y="137557"/>
                </a:lnTo>
                <a:close/>
              </a:path>
            </a:pathLst>
          </a:custGeom>
          <a:solidFill xmlns:a="http://schemas.openxmlformats.org/drawingml/2006/main">
            <a:srgbClr val="E1DD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path-533">
            <a:extLst xmlns:a="http://schemas.openxmlformats.org/drawingml/2006/main">
              <a:ext uri="{FF2B5EF4-FFF2-40B4-BE49-F238E27FC236}">
                <a16:creationId xmlns:a16="http://schemas.microsoft.com/office/drawing/2014/main" id="{CE605868-4E31-406C-B6B8-58F7CC92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689" y="4975165"/>
            <a:ext cx="142607" cy="137557"/>
          </a:xfrm>
          <a:custGeom xmlns:a="http://schemas.openxmlformats.org/drawingml/2006/main">
            <a:pathLst>
              <a:path w="142607" h="137557">
                <a:moveTo>
                  <a:pt x="0" y="0"/>
                </a:moveTo>
                <a:lnTo>
                  <a:pt x="142607" y="0"/>
                </a:lnTo>
                <a:lnTo>
                  <a:pt x="142607" y="137557"/>
                </a:lnTo>
                <a:lnTo>
                  <a:pt x="0" y="1375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66" name="path-534">
            <a:extLst xmlns:a="http://schemas.openxmlformats.org/drawingml/2006/main">
              <a:ext uri="{FF2B5EF4-FFF2-40B4-BE49-F238E27FC236}">
                <a16:creationId xmlns:a16="http://schemas.microsoft.com/office/drawing/2014/main" id="{2D287098-E270-495B-AA3C-5555BB36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668" y="4975165"/>
            <a:ext cx="142607" cy="137557"/>
          </a:xfrm>
          <a:custGeom xmlns:a="http://schemas.openxmlformats.org/drawingml/2006/main">
            <a:pathLst>
              <a:path w="142607" h="137557">
                <a:moveTo>
                  <a:pt x="0" y="0"/>
                </a:moveTo>
                <a:lnTo>
                  <a:pt x="142607" y="0"/>
                </a:lnTo>
                <a:lnTo>
                  <a:pt x="142607" y="137557"/>
                </a:lnTo>
                <a:lnTo>
                  <a:pt x="0" y="137557"/>
                </a:lnTo>
                <a:close/>
              </a:path>
            </a:pathLst>
          </a:custGeom>
          <a:solidFill xmlns:a="http://schemas.openxmlformats.org/drawingml/2006/main">
            <a:srgbClr val="FDE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path-535">
            <a:extLst xmlns:a="http://schemas.openxmlformats.org/drawingml/2006/main">
              <a:ext uri="{FF2B5EF4-FFF2-40B4-BE49-F238E27FC236}">
                <a16:creationId xmlns:a16="http://schemas.microsoft.com/office/drawing/2014/main" id="{0E5D53EE-8EA0-4CE1-813D-A31B843A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668" y="4975165"/>
            <a:ext cx="142607" cy="137557"/>
          </a:xfrm>
          <a:custGeom xmlns:a="http://schemas.openxmlformats.org/drawingml/2006/main">
            <a:pathLst>
              <a:path w="142607" h="137557">
                <a:moveTo>
                  <a:pt x="0" y="0"/>
                </a:moveTo>
                <a:lnTo>
                  <a:pt x="142607" y="0"/>
                </a:lnTo>
                <a:lnTo>
                  <a:pt x="142607" y="137557"/>
                </a:lnTo>
                <a:lnTo>
                  <a:pt x="0" y="1375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68" name="path-536">
            <a:extLst xmlns:a="http://schemas.openxmlformats.org/drawingml/2006/main">
              <a:ext uri="{FF2B5EF4-FFF2-40B4-BE49-F238E27FC236}">
                <a16:creationId xmlns:a16="http://schemas.microsoft.com/office/drawing/2014/main" id="{1BAA0E46-D11A-4EA3-B65F-49DC9E18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740" y="4975165"/>
            <a:ext cx="137515" cy="137557"/>
          </a:xfrm>
          <a:custGeom xmlns:a="http://schemas.openxmlformats.org/drawingml/2006/main">
            <a:pathLst>
              <a:path w="137515" h="137557">
                <a:moveTo>
                  <a:pt x="0" y="0"/>
                </a:moveTo>
                <a:lnTo>
                  <a:pt x="137515" y="0"/>
                </a:lnTo>
                <a:lnTo>
                  <a:pt x="137515" y="137557"/>
                </a:lnTo>
                <a:lnTo>
                  <a:pt x="0" y="137557"/>
                </a:lnTo>
                <a:close/>
              </a:path>
            </a:pathLst>
          </a:custGeom>
          <a:solidFill xmlns:a="http://schemas.openxmlformats.org/drawingml/2006/main">
            <a:srgbClr val="FCDD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path-537">
            <a:extLst xmlns:a="http://schemas.openxmlformats.org/drawingml/2006/main">
              <a:ext uri="{FF2B5EF4-FFF2-40B4-BE49-F238E27FC236}">
                <a16:creationId xmlns:a16="http://schemas.microsoft.com/office/drawing/2014/main" id="{05549F2F-A706-447B-BB52-04AE492A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740" y="4975165"/>
            <a:ext cx="137515" cy="137557"/>
          </a:xfrm>
          <a:custGeom xmlns:a="http://schemas.openxmlformats.org/drawingml/2006/main">
            <a:pathLst>
              <a:path w="137515" h="137557">
                <a:moveTo>
                  <a:pt x="0" y="0"/>
                </a:moveTo>
                <a:lnTo>
                  <a:pt x="137515" y="0"/>
                </a:lnTo>
                <a:lnTo>
                  <a:pt x="137515" y="137557"/>
                </a:lnTo>
                <a:lnTo>
                  <a:pt x="0" y="1375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70" name="path-538">
            <a:extLst xmlns:a="http://schemas.openxmlformats.org/drawingml/2006/main">
              <a:ext uri="{FF2B5EF4-FFF2-40B4-BE49-F238E27FC236}">
                <a16:creationId xmlns:a16="http://schemas.microsoft.com/office/drawing/2014/main" id="{6350F32C-9E78-46A2-AE2A-D707EC58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709" y="5138209"/>
            <a:ext cx="142608" cy="137549"/>
          </a:xfrm>
          <a:custGeom xmlns:a="http://schemas.openxmlformats.org/drawingml/2006/main">
            <a:pathLst>
              <a:path w="142608" h="137549">
                <a:moveTo>
                  <a:pt x="0" y="0"/>
                </a:moveTo>
                <a:lnTo>
                  <a:pt x="142608" y="0"/>
                </a:lnTo>
                <a:lnTo>
                  <a:pt x="142608" y="137549"/>
                </a:lnTo>
                <a:lnTo>
                  <a:pt x="0" y="137549"/>
                </a:lnTo>
                <a:close/>
              </a:path>
            </a:pathLst>
          </a:custGeom>
          <a:solidFill xmlns:a="http://schemas.openxmlformats.org/drawingml/2006/main">
            <a:srgbClr val="FCF3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" name="path-539">
            <a:extLst xmlns:a="http://schemas.openxmlformats.org/drawingml/2006/main">
              <a:ext uri="{FF2B5EF4-FFF2-40B4-BE49-F238E27FC236}">
                <a16:creationId xmlns:a16="http://schemas.microsoft.com/office/drawing/2014/main" id="{736D11E2-2436-495F-AB07-02EF5971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709" y="5138209"/>
            <a:ext cx="142608" cy="137549"/>
          </a:xfrm>
          <a:custGeom xmlns:a="http://schemas.openxmlformats.org/drawingml/2006/main">
            <a:pathLst>
              <a:path w="142608" h="137549">
                <a:moveTo>
                  <a:pt x="0" y="0"/>
                </a:moveTo>
                <a:lnTo>
                  <a:pt x="142608" y="0"/>
                </a:lnTo>
                <a:lnTo>
                  <a:pt x="142608" y="137549"/>
                </a:lnTo>
                <a:lnTo>
                  <a:pt x="0" y="1375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72" name="path-540">
            <a:extLst xmlns:a="http://schemas.openxmlformats.org/drawingml/2006/main">
              <a:ext uri="{FF2B5EF4-FFF2-40B4-BE49-F238E27FC236}">
                <a16:creationId xmlns:a16="http://schemas.microsoft.com/office/drawing/2014/main" id="{D33F08C6-59AC-4BD9-BA96-319A665F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689" y="5138209"/>
            <a:ext cx="142607" cy="137549"/>
          </a:xfrm>
          <a:custGeom xmlns:a="http://schemas.openxmlformats.org/drawingml/2006/main">
            <a:pathLst>
              <a:path w="142607" h="137549">
                <a:moveTo>
                  <a:pt x="0" y="0"/>
                </a:moveTo>
                <a:lnTo>
                  <a:pt x="142607" y="0"/>
                </a:lnTo>
                <a:lnTo>
                  <a:pt x="142607" y="137549"/>
                </a:lnTo>
                <a:lnTo>
                  <a:pt x="0" y="137549"/>
                </a:lnTo>
                <a:close/>
              </a:path>
            </a:pathLst>
          </a:custGeom>
          <a:solidFill xmlns:a="http://schemas.openxmlformats.org/drawingml/2006/main">
            <a:srgbClr val="FBE8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path-541">
            <a:extLst xmlns:a="http://schemas.openxmlformats.org/drawingml/2006/main">
              <a:ext uri="{FF2B5EF4-FFF2-40B4-BE49-F238E27FC236}">
                <a16:creationId xmlns:a16="http://schemas.microsoft.com/office/drawing/2014/main" id="{89BE3718-2F6F-4301-B7E5-485459D5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689" y="5138209"/>
            <a:ext cx="142607" cy="137549"/>
          </a:xfrm>
          <a:custGeom xmlns:a="http://schemas.openxmlformats.org/drawingml/2006/main">
            <a:pathLst>
              <a:path w="142607" h="137549">
                <a:moveTo>
                  <a:pt x="0" y="0"/>
                </a:moveTo>
                <a:lnTo>
                  <a:pt x="142607" y="0"/>
                </a:lnTo>
                <a:lnTo>
                  <a:pt x="142607" y="137549"/>
                </a:lnTo>
                <a:lnTo>
                  <a:pt x="0" y="1375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74" name="path-542">
            <a:extLst xmlns:a="http://schemas.openxmlformats.org/drawingml/2006/main">
              <a:ext uri="{FF2B5EF4-FFF2-40B4-BE49-F238E27FC236}">
                <a16:creationId xmlns:a16="http://schemas.microsoft.com/office/drawing/2014/main" id="{AA5C524B-C0A6-48ED-9591-E296DA55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668" y="5138209"/>
            <a:ext cx="142607" cy="137549"/>
          </a:xfrm>
          <a:custGeom xmlns:a="http://schemas.openxmlformats.org/drawingml/2006/main">
            <a:pathLst>
              <a:path w="142607" h="137549">
                <a:moveTo>
                  <a:pt x="0" y="0"/>
                </a:moveTo>
                <a:lnTo>
                  <a:pt x="142607" y="0"/>
                </a:lnTo>
                <a:lnTo>
                  <a:pt x="142607" y="137549"/>
                </a:lnTo>
                <a:lnTo>
                  <a:pt x="0" y="137549"/>
                </a:lnTo>
                <a:close/>
              </a:path>
            </a:pathLst>
          </a:custGeom>
          <a:solidFill xmlns:a="http://schemas.openxmlformats.org/drawingml/2006/main">
            <a:srgbClr val="FBCE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" name="path-543">
            <a:extLst xmlns:a="http://schemas.openxmlformats.org/drawingml/2006/main">
              <a:ext uri="{FF2B5EF4-FFF2-40B4-BE49-F238E27FC236}">
                <a16:creationId xmlns:a16="http://schemas.microsoft.com/office/drawing/2014/main" id="{204A2053-93A4-434B-BDDC-E8A0D34F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668" y="5138209"/>
            <a:ext cx="142607" cy="137549"/>
          </a:xfrm>
          <a:custGeom xmlns:a="http://schemas.openxmlformats.org/drawingml/2006/main">
            <a:pathLst>
              <a:path w="142607" h="137549">
                <a:moveTo>
                  <a:pt x="0" y="0"/>
                </a:moveTo>
                <a:lnTo>
                  <a:pt x="142607" y="0"/>
                </a:lnTo>
                <a:lnTo>
                  <a:pt x="142607" y="137549"/>
                </a:lnTo>
                <a:lnTo>
                  <a:pt x="0" y="1375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76" name="path-544">
            <a:extLst xmlns:a="http://schemas.openxmlformats.org/drawingml/2006/main">
              <a:ext uri="{FF2B5EF4-FFF2-40B4-BE49-F238E27FC236}">
                <a16:creationId xmlns:a16="http://schemas.microsoft.com/office/drawing/2014/main" id="{5F14978B-D306-41A1-B615-3D8BAB87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740" y="5138209"/>
            <a:ext cx="137515" cy="137549"/>
          </a:xfrm>
          <a:custGeom xmlns:a="http://schemas.openxmlformats.org/drawingml/2006/main">
            <a:pathLst>
              <a:path w="137515" h="137549">
                <a:moveTo>
                  <a:pt x="0" y="0"/>
                </a:moveTo>
                <a:lnTo>
                  <a:pt x="137515" y="0"/>
                </a:lnTo>
                <a:lnTo>
                  <a:pt x="137515" y="137549"/>
                </a:lnTo>
                <a:lnTo>
                  <a:pt x="0" y="137549"/>
                </a:lnTo>
                <a:close/>
              </a:path>
            </a:pathLst>
          </a:custGeom>
          <a:solidFill xmlns:a="http://schemas.openxmlformats.org/drawingml/2006/main">
            <a:srgbClr val="C8E0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path-545">
            <a:extLst xmlns:a="http://schemas.openxmlformats.org/drawingml/2006/main">
              <a:ext uri="{FF2B5EF4-FFF2-40B4-BE49-F238E27FC236}">
                <a16:creationId xmlns:a16="http://schemas.microsoft.com/office/drawing/2014/main" id="{2393DA64-C768-4168-922C-5B659E30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740" y="5138209"/>
            <a:ext cx="137515" cy="137549"/>
          </a:xfrm>
          <a:custGeom xmlns:a="http://schemas.openxmlformats.org/drawingml/2006/main">
            <a:pathLst>
              <a:path w="137515" h="137549">
                <a:moveTo>
                  <a:pt x="0" y="0"/>
                </a:moveTo>
                <a:lnTo>
                  <a:pt x="137515" y="0"/>
                </a:lnTo>
                <a:lnTo>
                  <a:pt x="137515" y="137549"/>
                </a:lnTo>
                <a:lnTo>
                  <a:pt x="0" y="1375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78" name="path-546">
            <a:extLst xmlns:a="http://schemas.openxmlformats.org/drawingml/2006/main">
              <a:ext uri="{FF2B5EF4-FFF2-40B4-BE49-F238E27FC236}">
                <a16:creationId xmlns:a16="http://schemas.microsoft.com/office/drawing/2014/main" id="{28D9ED53-386A-4EF0-A85E-D2019201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98" y="4654228"/>
            <a:ext cx="137514" cy="142650"/>
          </a:xfrm>
          <a:custGeom xmlns:a="http://schemas.openxmlformats.org/drawingml/2006/main">
            <a:pathLst>
              <a:path w="137514" h="142650">
                <a:moveTo>
                  <a:pt x="0" y="0"/>
                </a:moveTo>
                <a:lnTo>
                  <a:pt x="137514" y="0"/>
                </a:lnTo>
                <a:lnTo>
                  <a:pt x="137514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D5F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path-547">
            <a:extLst xmlns:a="http://schemas.openxmlformats.org/drawingml/2006/main">
              <a:ext uri="{FF2B5EF4-FFF2-40B4-BE49-F238E27FC236}">
                <a16:creationId xmlns:a16="http://schemas.microsoft.com/office/drawing/2014/main" id="{454F8B97-B0EB-4C1F-8B62-A08B8776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98" y="4654228"/>
            <a:ext cx="137514" cy="142650"/>
          </a:xfrm>
          <a:custGeom xmlns:a="http://schemas.openxmlformats.org/drawingml/2006/main">
            <a:pathLst>
              <a:path w="137514" h="142650">
                <a:moveTo>
                  <a:pt x="0" y="0"/>
                </a:moveTo>
                <a:lnTo>
                  <a:pt x="137514" y="0"/>
                </a:lnTo>
                <a:lnTo>
                  <a:pt x="137514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80" name="path-548">
            <a:extLst xmlns:a="http://schemas.openxmlformats.org/drawingml/2006/main">
              <a:ext uri="{FF2B5EF4-FFF2-40B4-BE49-F238E27FC236}">
                <a16:creationId xmlns:a16="http://schemas.microsoft.com/office/drawing/2014/main" id="{B283338E-0159-49DA-A9DC-A9BA5599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78" y="4654228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C9F2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path-549">
            <a:extLst xmlns:a="http://schemas.openxmlformats.org/drawingml/2006/main">
              <a:ext uri="{FF2B5EF4-FFF2-40B4-BE49-F238E27FC236}">
                <a16:creationId xmlns:a16="http://schemas.microsoft.com/office/drawing/2014/main" id="{9CA84659-D689-4714-A276-874A17FD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78" y="4654228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82" name="path-550">
            <a:extLst xmlns:a="http://schemas.openxmlformats.org/drawingml/2006/main">
              <a:ext uri="{FF2B5EF4-FFF2-40B4-BE49-F238E27FC236}">
                <a16:creationId xmlns:a16="http://schemas.microsoft.com/office/drawing/2014/main" id="{5D2C788E-744E-4B10-9A45-FE2E66A0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056" y="4654228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C8F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" name="path-551">
            <a:extLst xmlns:a="http://schemas.openxmlformats.org/drawingml/2006/main">
              <a:ext uri="{FF2B5EF4-FFF2-40B4-BE49-F238E27FC236}">
                <a16:creationId xmlns:a16="http://schemas.microsoft.com/office/drawing/2014/main" id="{BEB3FBA6-283C-4332-91A5-7D6384E4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056" y="4654228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84" name="path-552">
            <a:extLst xmlns:a="http://schemas.openxmlformats.org/drawingml/2006/main">
              <a:ext uri="{FF2B5EF4-FFF2-40B4-BE49-F238E27FC236}">
                <a16:creationId xmlns:a16="http://schemas.microsoft.com/office/drawing/2014/main" id="{93F8FB3D-ACB6-4ACD-8BF2-53C8E5FC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037" y="4654228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BCEC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" name="path-553">
            <a:extLst xmlns:a="http://schemas.openxmlformats.org/drawingml/2006/main">
              <a:ext uri="{FF2B5EF4-FFF2-40B4-BE49-F238E27FC236}">
                <a16:creationId xmlns:a16="http://schemas.microsoft.com/office/drawing/2014/main" id="{6E9AD641-001C-4A55-84A1-D9D645D5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037" y="4654228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86" name="path-554">
            <a:extLst xmlns:a="http://schemas.openxmlformats.org/drawingml/2006/main">
              <a:ext uri="{FF2B5EF4-FFF2-40B4-BE49-F238E27FC236}">
                <a16:creationId xmlns:a16="http://schemas.microsoft.com/office/drawing/2014/main" id="{5547724A-CCA0-4AC7-B6DB-F9C1CD33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98" y="4817279"/>
            <a:ext cx="137514" cy="142650"/>
          </a:xfrm>
          <a:custGeom xmlns:a="http://schemas.openxmlformats.org/drawingml/2006/main">
            <a:pathLst>
              <a:path w="137514" h="142650">
                <a:moveTo>
                  <a:pt x="0" y="0"/>
                </a:moveTo>
                <a:lnTo>
                  <a:pt x="137514" y="0"/>
                </a:lnTo>
                <a:lnTo>
                  <a:pt x="137514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CAF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path-555">
            <a:extLst xmlns:a="http://schemas.openxmlformats.org/drawingml/2006/main">
              <a:ext uri="{FF2B5EF4-FFF2-40B4-BE49-F238E27FC236}">
                <a16:creationId xmlns:a16="http://schemas.microsoft.com/office/drawing/2014/main" id="{34BDCBDB-30BE-4B3F-80C2-B18048AE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98" y="4817279"/>
            <a:ext cx="137514" cy="142650"/>
          </a:xfrm>
          <a:custGeom xmlns:a="http://schemas.openxmlformats.org/drawingml/2006/main">
            <a:pathLst>
              <a:path w="137514" h="142650">
                <a:moveTo>
                  <a:pt x="0" y="0"/>
                </a:moveTo>
                <a:lnTo>
                  <a:pt x="137514" y="0"/>
                </a:lnTo>
                <a:lnTo>
                  <a:pt x="137514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88" name="path-556">
            <a:extLst xmlns:a="http://schemas.openxmlformats.org/drawingml/2006/main">
              <a:ext uri="{FF2B5EF4-FFF2-40B4-BE49-F238E27FC236}">
                <a16:creationId xmlns:a16="http://schemas.microsoft.com/office/drawing/2014/main" id="{BB24DCC1-CA7B-4A67-92F3-914AEB7E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78" y="4817279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CDF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path-557">
            <a:extLst xmlns:a="http://schemas.openxmlformats.org/drawingml/2006/main">
              <a:ext uri="{FF2B5EF4-FFF2-40B4-BE49-F238E27FC236}">
                <a16:creationId xmlns:a16="http://schemas.microsoft.com/office/drawing/2014/main" id="{0F5A6CB3-7A82-46B2-A887-FCB2D259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78" y="4817279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90" name="path-558">
            <a:extLst xmlns:a="http://schemas.openxmlformats.org/drawingml/2006/main">
              <a:ext uri="{FF2B5EF4-FFF2-40B4-BE49-F238E27FC236}">
                <a16:creationId xmlns:a16="http://schemas.microsoft.com/office/drawing/2014/main" id="{D6EA55FF-662F-4C08-B4EB-02DE09C0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056" y="4817279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9DC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" name="path-559">
            <a:extLst xmlns:a="http://schemas.openxmlformats.org/drawingml/2006/main">
              <a:ext uri="{FF2B5EF4-FFF2-40B4-BE49-F238E27FC236}">
                <a16:creationId xmlns:a16="http://schemas.microsoft.com/office/drawing/2014/main" id="{C1FEF3FA-EF00-4799-8118-1F69AFD4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056" y="4817279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92" name="path-560">
            <a:extLst xmlns:a="http://schemas.openxmlformats.org/drawingml/2006/main">
              <a:ext uri="{FF2B5EF4-FFF2-40B4-BE49-F238E27FC236}">
                <a16:creationId xmlns:a16="http://schemas.microsoft.com/office/drawing/2014/main" id="{EC2D2880-9047-4D03-8EE8-D08CAF47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037" y="4817279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FEE7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" name="path-561">
            <a:extLst xmlns:a="http://schemas.openxmlformats.org/drawingml/2006/main">
              <a:ext uri="{FF2B5EF4-FFF2-40B4-BE49-F238E27FC236}">
                <a16:creationId xmlns:a16="http://schemas.microsoft.com/office/drawing/2014/main" id="{93A55636-D202-4759-AA20-32C12855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037" y="4817279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94" name="path-562">
            <a:extLst xmlns:a="http://schemas.openxmlformats.org/drawingml/2006/main">
              <a:ext uri="{FF2B5EF4-FFF2-40B4-BE49-F238E27FC236}">
                <a16:creationId xmlns:a16="http://schemas.microsoft.com/office/drawing/2014/main" id="{EE972195-8535-4749-90B7-015D639B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98" y="4980259"/>
            <a:ext cx="137514" cy="142650"/>
          </a:xfrm>
          <a:custGeom xmlns:a="http://schemas.openxmlformats.org/drawingml/2006/main">
            <a:pathLst>
              <a:path w="137514" h="142650">
                <a:moveTo>
                  <a:pt x="0" y="0"/>
                </a:moveTo>
                <a:lnTo>
                  <a:pt x="137514" y="0"/>
                </a:lnTo>
                <a:lnTo>
                  <a:pt x="137514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FDE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" name="path-563">
            <a:extLst xmlns:a="http://schemas.openxmlformats.org/drawingml/2006/main">
              <a:ext uri="{FF2B5EF4-FFF2-40B4-BE49-F238E27FC236}">
                <a16:creationId xmlns:a16="http://schemas.microsoft.com/office/drawing/2014/main" id="{0C83B518-7C62-485D-BB53-7625D194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98" y="4980259"/>
            <a:ext cx="137514" cy="142650"/>
          </a:xfrm>
          <a:custGeom xmlns:a="http://schemas.openxmlformats.org/drawingml/2006/main">
            <a:pathLst>
              <a:path w="137514" h="142650">
                <a:moveTo>
                  <a:pt x="0" y="0"/>
                </a:moveTo>
                <a:lnTo>
                  <a:pt x="137514" y="0"/>
                </a:lnTo>
                <a:lnTo>
                  <a:pt x="137514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96" name="path-564">
            <a:extLst xmlns:a="http://schemas.openxmlformats.org/drawingml/2006/main">
              <a:ext uri="{FF2B5EF4-FFF2-40B4-BE49-F238E27FC236}">
                <a16:creationId xmlns:a16="http://schemas.microsoft.com/office/drawing/2014/main" id="{4A461586-5815-4AD1-B3F5-7D18E22A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78" y="4980259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D3F7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" name="path-565">
            <a:extLst xmlns:a="http://schemas.openxmlformats.org/drawingml/2006/main">
              <a:ext uri="{FF2B5EF4-FFF2-40B4-BE49-F238E27FC236}">
                <a16:creationId xmlns:a16="http://schemas.microsoft.com/office/drawing/2014/main" id="{46FEDAE1-BB8A-4C3E-8295-04C189C0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78" y="4980259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98" name="path-566">
            <a:extLst xmlns:a="http://schemas.openxmlformats.org/drawingml/2006/main">
              <a:ext uri="{FF2B5EF4-FFF2-40B4-BE49-F238E27FC236}">
                <a16:creationId xmlns:a16="http://schemas.microsoft.com/office/drawing/2014/main" id="{5DBB53F3-8376-4691-A450-C854D86C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056" y="4980259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FDE5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" name="path-567">
            <a:extLst xmlns:a="http://schemas.openxmlformats.org/drawingml/2006/main">
              <a:ext uri="{FF2B5EF4-FFF2-40B4-BE49-F238E27FC236}">
                <a16:creationId xmlns:a16="http://schemas.microsoft.com/office/drawing/2014/main" id="{7638CAF5-45B9-4EB7-B495-349DA11C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056" y="4980259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00" name="path-568">
            <a:extLst xmlns:a="http://schemas.openxmlformats.org/drawingml/2006/main">
              <a:ext uri="{FF2B5EF4-FFF2-40B4-BE49-F238E27FC236}">
                <a16:creationId xmlns:a16="http://schemas.microsoft.com/office/drawing/2014/main" id="{EF53629E-4495-45F6-9A4E-7FCEC5C5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037" y="4980259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B3E5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" name="path-569">
            <a:extLst xmlns:a="http://schemas.openxmlformats.org/drawingml/2006/main">
              <a:ext uri="{FF2B5EF4-FFF2-40B4-BE49-F238E27FC236}">
                <a16:creationId xmlns:a16="http://schemas.microsoft.com/office/drawing/2014/main" id="{F33AA07F-0467-4124-B556-0B3AA8B3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037" y="4980259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02" name="path-570">
            <a:extLst xmlns:a="http://schemas.openxmlformats.org/drawingml/2006/main">
              <a:ext uri="{FF2B5EF4-FFF2-40B4-BE49-F238E27FC236}">
                <a16:creationId xmlns:a16="http://schemas.microsoft.com/office/drawing/2014/main" id="{0821F6A5-8981-4B3B-815E-9C90F9F7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98" y="5143302"/>
            <a:ext cx="137514" cy="137550"/>
          </a:xfrm>
          <a:custGeom xmlns:a="http://schemas.openxmlformats.org/drawingml/2006/main">
            <a:pathLst>
              <a:path w="137514" h="137550">
                <a:moveTo>
                  <a:pt x="0" y="0"/>
                </a:moveTo>
                <a:lnTo>
                  <a:pt x="137514" y="0"/>
                </a:lnTo>
                <a:lnTo>
                  <a:pt x="137514" y="137550"/>
                </a:lnTo>
                <a:lnTo>
                  <a:pt x="0" y="137550"/>
                </a:lnTo>
                <a:close/>
              </a:path>
            </a:pathLst>
          </a:custGeom>
          <a:solidFill xmlns:a="http://schemas.openxmlformats.org/drawingml/2006/main">
            <a:srgbClr val="DBF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" name="path-571">
            <a:extLst xmlns:a="http://schemas.openxmlformats.org/drawingml/2006/main">
              <a:ext uri="{FF2B5EF4-FFF2-40B4-BE49-F238E27FC236}">
                <a16:creationId xmlns:a16="http://schemas.microsoft.com/office/drawing/2014/main" id="{960F1B51-284A-4542-BFC1-98D1A074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98" y="5143302"/>
            <a:ext cx="137514" cy="137550"/>
          </a:xfrm>
          <a:custGeom xmlns:a="http://schemas.openxmlformats.org/drawingml/2006/main">
            <a:pathLst>
              <a:path w="137514" h="137550">
                <a:moveTo>
                  <a:pt x="0" y="0"/>
                </a:moveTo>
                <a:lnTo>
                  <a:pt x="137514" y="0"/>
                </a:lnTo>
                <a:lnTo>
                  <a:pt x="137514" y="137550"/>
                </a:lnTo>
                <a:lnTo>
                  <a:pt x="0" y="1375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04" name="path-572">
            <a:extLst xmlns:a="http://schemas.openxmlformats.org/drawingml/2006/main">
              <a:ext uri="{FF2B5EF4-FFF2-40B4-BE49-F238E27FC236}">
                <a16:creationId xmlns:a16="http://schemas.microsoft.com/office/drawing/2014/main" id="{BAFA5586-2E8E-4C42-9432-22967EDC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78" y="5143302"/>
            <a:ext cx="142607" cy="137550"/>
          </a:xfrm>
          <a:custGeom xmlns:a="http://schemas.openxmlformats.org/drawingml/2006/main">
            <a:pathLst>
              <a:path w="142607" h="137550">
                <a:moveTo>
                  <a:pt x="0" y="0"/>
                </a:moveTo>
                <a:lnTo>
                  <a:pt x="142607" y="0"/>
                </a:lnTo>
                <a:lnTo>
                  <a:pt x="142607" y="137550"/>
                </a:lnTo>
                <a:lnTo>
                  <a:pt x="0" y="137550"/>
                </a:lnTo>
                <a:close/>
              </a:path>
            </a:pathLst>
          </a:custGeom>
          <a:solidFill xmlns:a="http://schemas.openxmlformats.org/drawingml/2006/main">
            <a:srgbClr val="FBDE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" name="path-573">
            <a:extLst xmlns:a="http://schemas.openxmlformats.org/drawingml/2006/main">
              <a:ext uri="{FF2B5EF4-FFF2-40B4-BE49-F238E27FC236}">
                <a16:creationId xmlns:a16="http://schemas.microsoft.com/office/drawing/2014/main" id="{73DB8500-2CC3-4DC8-AB72-D398A2D7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78" y="5143302"/>
            <a:ext cx="142607" cy="137550"/>
          </a:xfrm>
          <a:custGeom xmlns:a="http://schemas.openxmlformats.org/drawingml/2006/main">
            <a:pathLst>
              <a:path w="142607" h="137550">
                <a:moveTo>
                  <a:pt x="0" y="0"/>
                </a:moveTo>
                <a:lnTo>
                  <a:pt x="142607" y="0"/>
                </a:lnTo>
                <a:lnTo>
                  <a:pt x="142607" y="137550"/>
                </a:lnTo>
                <a:lnTo>
                  <a:pt x="0" y="1375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06" name="path-574">
            <a:extLst xmlns:a="http://schemas.openxmlformats.org/drawingml/2006/main">
              <a:ext uri="{FF2B5EF4-FFF2-40B4-BE49-F238E27FC236}">
                <a16:creationId xmlns:a16="http://schemas.microsoft.com/office/drawing/2014/main" id="{C55D4F92-632D-4599-8E4D-A23D29A7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056" y="5143302"/>
            <a:ext cx="142607" cy="137550"/>
          </a:xfrm>
          <a:custGeom xmlns:a="http://schemas.openxmlformats.org/drawingml/2006/main">
            <a:pathLst>
              <a:path w="142607" h="137550">
                <a:moveTo>
                  <a:pt x="0" y="0"/>
                </a:moveTo>
                <a:lnTo>
                  <a:pt x="142607" y="0"/>
                </a:lnTo>
                <a:lnTo>
                  <a:pt x="142607" y="137550"/>
                </a:lnTo>
                <a:lnTo>
                  <a:pt x="0" y="137550"/>
                </a:lnTo>
                <a:close/>
              </a:path>
            </a:pathLst>
          </a:custGeom>
          <a:solidFill xmlns:a="http://schemas.openxmlformats.org/drawingml/2006/main">
            <a:srgbClr val="A3CB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" name="path-575">
            <a:extLst xmlns:a="http://schemas.openxmlformats.org/drawingml/2006/main">
              <a:ext uri="{FF2B5EF4-FFF2-40B4-BE49-F238E27FC236}">
                <a16:creationId xmlns:a16="http://schemas.microsoft.com/office/drawing/2014/main" id="{2C47C683-F37D-4045-B3DE-8640B52A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056" y="5143302"/>
            <a:ext cx="142607" cy="137550"/>
          </a:xfrm>
          <a:custGeom xmlns:a="http://schemas.openxmlformats.org/drawingml/2006/main">
            <a:pathLst>
              <a:path w="142607" h="137550">
                <a:moveTo>
                  <a:pt x="0" y="0"/>
                </a:moveTo>
                <a:lnTo>
                  <a:pt x="142607" y="0"/>
                </a:lnTo>
                <a:lnTo>
                  <a:pt x="142607" y="137550"/>
                </a:lnTo>
                <a:lnTo>
                  <a:pt x="0" y="1375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08" name="path-576">
            <a:extLst xmlns:a="http://schemas.openxmlformats.org/drawingml/2006/main">
              <a:ext uri="{FF2B5EF4-FFF2-40B4-BE49-F238E27FC236}">
                <a16:creationId xmlns:a16="http://schemas.microsoft.com/office/drawing/2014/main" id="{18BF6DE8-31A9-4AE3-9BCD-53085EC4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037" y="5143302"/>
            <a:ext cx="142607" cy="137550"/>
          </a:xfrm>
          <a:custGeom xmlns:a="http://schemas.openxmlformats.org/drawingml/2006/main">
            <a:pathLst>
              <a:path w="142607" h="137550">
                <a:moveTo>
                  <a:pt x="0" y="0"/>
                </a:moveTo>
                <a:lnTo>
                  <a:pt x="142607" y="0"/>
                </a:lnTo>
                <a:lnTo>
                  <a:pt x="142607" y="137550"/>
                </a:lnTo>
                <a:lnTo>
                  <a:pt x="0" y="137550"/>
                </a:lnTo>
                <a:close/>
              </a:path>
            </a:pathLst>
          </a:custGeom>
          <a:solidFill xmlns:a="http://schemas.openxmlformats.org/drawingml/2006/main">
            <a:srgbClr val="BBD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" name="path-577">
            <a:extLst xmlns:a="http://schemas.openxmlformats.org/drawingml/2006/main">
              <a:ext uri="{FF2B5EF4-FFF2-40B4-BE49-F238E27FC236}">
                <a16:creationId xmlns:a16="http://schemas.microsoft.com/office/drawing/2014/main" id="{F74BC0C1-AE8F-4F83-B79B-508F49F8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037" y="5143302"/>
            <a:ext cx="142607" cy="137550"/>
          </a:xfrm>
          <a:custGeom xmlns:a="http://schemas.openxmlformats.org/drawingml/2006/main">
            <a:pathLst>
              <a:path w="142607" h="137550">
                <a:moveTo>
                  <a:pt x="0" y="0"/>
                </a:moveTo>
                <a:lnTo>
                  <a:pt x="142607" y="0"/>
                </a:lnTo>
                <a:lnTo>
                  <a:pt x="142607" y="137550"/>
                </a:lnTo>
                <a:lnTo>
                  <a:pt x="0" y="1375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10" name="text-578 θ">
            <a:extLst xmlns:a="http://schemas.openxmlformats.org/drawingml/2006/main">
              <a:ext uri="{FF2B5EF4-FFF2-40B4-BE49-F238E27FC236}">
                <a16:creationId xmlns:a16="http://schemas.microsoft.com/office/drawing/2014/main" id="{743F52F1-489E-4107-8EBD-FECA8414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2375" y="4511949"/>
            <a:ext cx="149096" cy="2642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6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6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pPr>
            <a:r>
              <a:rPr sz="1486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rPr>
              <a:t>θ</a:t>
            </a:r>
          </a:p>
        </p:txBody>
      </p:sp>
      <p:sp>
        <p:nvSpPr>
          <p:cNvPr id="611" name="text-579 S">
            <a:extLst xmlns:a="http://schemas.openxmlformats.org/drawingml/2006/main">
              <a:ext uri="{FF2B5EF4-FFF2-40B4-BE49-F238E27FC236}">
                <a16:creationId xmlns:a16="http://schemas.microsoft.com/office/drawing/2014/main" id="{F800E878-CFAE-400E-93F2-7C8C9062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5652" y="4629289"/>
            <a:ext cx="93587" cy="150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pPr>
            <a:r>
              <a: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rPr>
              <a:t>S</a:t>
            </a:r>
          </a:p>
        </p:txBody>
      </p:sp>
      <p:sp>
        <p:nvSpPr>
          <p:cNvPr id="612" name="text-580 →">
            <a:extLst xmlns:a="http://schemas.openxmlformats.org/drawingml/2006/main">
              <a:ext uri="{FF2B5EF4-FFF2-40B4-BE49-F238E27FC236}">
                <a16:creationId xmlns:a16="http://schemas.microsoft.com/office/drawing/2014/main" id="{6524B268-B6E5-44E3-9943-6A311253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0464" y="4507735"/>
            <a:ext cx="222803" cy="264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0" i="0">
                <a:solidFill>
                  <a:srgbClr val="48658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0" i="0">
                <a:solidFill>
                  <a:srgbClr val="48658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7" b="0" i="0">
                <a:solidFill>
                  <a:srgbClr val="48658E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613" name="text-581 θ′">
            <a:extLst xmlns:a="http://schemas.openxmlformats.org/drawingml/2006/main">
              <a:ext uri="{FF2B5EF4-FFF2-40B4-BE49-F238E27FC236}">
                <a16:creationId xmlns:a16="http://schemas.microsoft.com/office/drawing/2014/main" id="{8F4A58DD-D056-42BB-A2F2-50A637F6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6359" y="4515894"/>
            <a:ext cx="179291" cy="258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5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5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pPr>
            <a:r>
              <a:rPr sz="1455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rPr>
              <a:t>θ′</a:t>
            </a:r>
          </a:p>
        </p:txBody>
      </p:sp>
      <p:sp>
        <p:nvSpPr>
          <p:cNvPr id="614" name="text-582 S">
            <a:extLst xmlns:a="http://schemas.openxmlformats.org/drawingml/2006/main">
              <a:ext uri="{FF2B5EF4-FFF2-40B4-BE49-F238E27FC236}">
                <a16:creationId xmlns:a16="http://schemas.microsoft.com/office/drawing/2014/main" id="{B82FC222-1DE2-4DA7-BE28-BC7B413A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7012" y="4629289"/>
            <a:ext cx="93587" cy="150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pPr>
            <a:r>
              <a: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rPr>
              <a:t>S</a:t>
            </a:r>
          </a:p>
        </p:txBody>
      </p:sp>
      <p:sp>
        <p:nvSpPr>
          <p:cNvPr id="615" name="path-583">
            <a:extLst xmlns:a="http://schemas.openxmlformats.org/drawingml/2006/main">
              <a:ext uri="{FF2B5EF4-FFF2-40B4-BE49-F238E27FC236}">
                <a16:creationId xmlns:a16="http://schemas.microsoft.com/office/drawing/2014/main" id="{08DC51F1-9012-46B8-82FB-678A3EDE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956" y="4888596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B5D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" name="path-584">
            <a:extLst xmlns:a="http://schemas.openxmlformats.org/drawingml/2006/main">
              <a:ext uri="{FF2B5EF4-FFF2-40B4-BE49-F238E27FC236}">
                <a16:creationId xmlns:a16="http://schemas.microsoft.com/office/drawing/2014/main" id="{3F83A97D-A4E8-41B0-B38B-FB05FB64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956" y="4888596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17" name="path-585">
            <a:extLst xmlns:a="http://schemas.openxmlformats.org/drawingml/2006/main">
              <a:ext uri="{FF2B5EF4-FFF2-40B4-BE49-F238E27FC236}">
                <a16:creationId xmlns:a16="http://schemas.microsoft.com/office/drawing/2014/main" id="{FD2434C5-DE5A-47BA-8E1E-47808A85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097" y="4888596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A1D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" name="path-586">
            <a:extLst xmlns:a="http://schemas.openxmlformats.org/drawingml/2006/main">
              <a:ext uri="{FF2B5EF4-FFF2-40B4-BE49-F238E27FC236}">
                <a16:creationId xmlns:a16="http://schemas.microsoft.com/office/drawing/2014/main" id="{3C756E1E-9168-4718-9C31-492F4FE6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097" y="4888596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19" name="path-587">
            <a:extLst xmlns:a="http://schemas.openxmlformats.org/drawingml/2006/main">
              <a:ext uri="{FF2B5EF4-FFF2-40B4-BE49-F238E27FC236}">
                <a16:creationId xmlns:a16="http://schemas.microsoft.com/office/drawing/2014/main" id="{9C73B38D-7513-48EF-B560-6C25387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3239" y="4888596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A7D0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" name="path-588">
            <a:extLst xmlns:a="http://schemas.openxmlformats.org/drawingml/2006/main">
              <a:ext uri="{FF2B5EF4-FFF2-40B4-BE49-F238E27FC236}">
                <a16:creationId xmlns:a16="http://schemas.microsoft.com/office/drawing/2014/main" id="{57332634-1E42-43AA-9A4B-85079B4A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3239" y="4888596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21" name="path-589">
            <a:extLst xmlns:a="http://schemas.openxmlformats.org/drawingml/2006/main">
              <a:ext uri="{FF2B5EF4-FFF2-40B4-BE49-F238E27FC236}">
                <a16:creationId xmlns:a16="http://schemas.microsoft.com/office/drawing/2014/main" id="{1D20CF4A-CB9F-422A-8747-143F1F71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382" y="4888596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0B5D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" name="path-590">
            <a:extLst xmlns:a="http://schemas.openxmlformats.org/drawingml/2006/main">
              <a:ext uri="{FF2B5EF4-FFF2-40B4-BE49-F238E27FC236}">
                <a16:creationId xmlns:a16="http://schemas.microsoft.com/office/drawing/2014/main" id="{F2FF693F-2742-44E0-A319-DF1545E4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382" y="4888596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23" name="path-591">
            <a:extLst xmlns:a="http://schemas.openxmlformats.org/drawingml/2006/main">
              <a:ext uri="{FF2B5EF4-FFF2-40B4-BE49-F238E27FC236}">
                <a16:creationId xmlns:a16="http://schemas.microsoft.com/office/drawing/2014/main" id="{878E081D-787D-4CE8-A98E-99E370A1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956" y="5005739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5BA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" name="path-592">
            <a:extLst xmlns:a="http://schemas.openxmlformats.org/drawingml/2006/main">
              <a:ext uri="{FF2B5EF4-FFF2-40B4-BE49-F238E27FC236}">
                <a16:creationId xmlns:a16="http://schemas.microsoft.com/office/drawing/2014/main" id="{AD8456C0-A275-4B42-9DF6-7F9EE0EE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956" y="5005739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25" name="path-593">
            <a:extLst xmlns:a="http://schemas.openxmlformats.org/drawingml/2006/main">
              <a:ext uri="{FF2B5EF4-FFF2-40B4-BE49-F238E27FC236}">
                <a16:creationId xmlns:a16="http://schemas.microsoft.com/office/drawing/2014/main" id="{48837C40-96FE-4833-B611-4546FDE7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097" y="5005739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0B4D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" name="path-594">
            <a:extLst xmlns:a="http://schemas.openxmlformats.org/drawingml/2006/main">
              <a:ext uri="{FF2B5EF4-FFF2-40B4-BE49-F238E27FC236}">
                <a16:creationId xmlns:a16="http://schemas.microsoft.com/office/drawing/2014/main" id="{C6F341B7-2DAC-49A7-88B0-5AFA91D2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097" y="5005739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27" name="path-595">
            <a:extLst xmlns:a="http://schemas.openxmlformats.org/drawingml/2006/main">
              <a:ext uri="{FF2B5EF4-FFF2-40B4-BE49-F238E27FC236}">
                <a16:creationId xmlns:a16="http://schemas.microsoft.com/office/drawing/2014/main" id="{E5D45BEE-CBFD-4D1C-9E60-AE840E0D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3239" y="5005739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4A9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" name="path-596">
            <a:extLst xmlns:a="http://schemas.openxmlformats.org/drawingml/2006/main">
              <a:ext uri="{FF2B5EF4-FFF2-40B4-BE49-F238E27FC236}">
                <a16:creationId xmlns:a16="http://schemas.microsoft.com/office/drawing/2014/main" id="{D3AE852C-FBC9-43D8-AC3D-BD8EC131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3239" y="5005739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29" name="path-597">
            <a:extLst xmlns:a="http://schemas.openxmlformats.org/drawingml/2006/main">
              <a:ext uri="{FF2B5EF4-FFF2-40B4-BE49-F238E27FC236}">
                <a16:creationId xmlns:a16="http://schemas.microsoft.com/office/drawing/2014/main" id="{3376E541-98BC-4AE0-BFCC-FA0A368D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382" y="5005739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FDD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" name="path-598">
            <a:extLst xmlns:a="http://schemas.openxmlformats.org/drawingml/2006/main">
              <a:ext uri="{FF2B5EF4-FFF2-40B4-BE49-F238E27FC236}">
                <a16:creationId xmlns:a16="http://schemas.microsoft.com/office/drawing/2014/main" id="{D4224FD6-8520-4600-A3F9-47FCDA3B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382" y="5005739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31" name="path-599">
            <a:extLst xmlns:a="http://schemas.openxmlformats.org/drawingml/2006/main">
              <a:ext uri="{FF2B5EF4-FFF2-40B4-BE49-F238E27FC236}">
                <a16:creationId xmlns:a16="http://schemas.microsoft.com/office/drawing/2014/main" id="{790A8EAE-02F4-475A-BEF0-F8A71852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956" y="5122951"/>
            <a:ext cx="101862" cy="96797"/>
          </a:xfrm>
          <a:custGeom xmlns:a="http://schemas.openxmlformats.org/drawingml/2006/main">
            <a:pathLst>
              <a:path w="101862" h="96797">
                <a:moveTo>
                  <a:pt x="0" y="0"/>
                </a:moveTo>
                <a:lnTo>
                  <a:pt x="101862" y="0"/>
                </a:lnTo>
                <a:lnTo>
                  <a:pt x="101862" y="96797"/>
                </a:lnTo>
                <a:lnTo>
                  <a:pt x="0" y="96797"/>
                </a:lnTo>
                <a:close/>
              </a:path>
            </a:pathLst>
          </a:custGeom>
          <a:solidFill xmlns:a="http://schemas.openxmlformats.org/drawingml/2006/main">
            <a:srgbClr val="A4D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" name="path-600">
            <a:extLst xmlns:a="http://schemas.openxmlformats.org/drawingml/2006/main">
              <a:ext uri="{FF2B5EF4-FFF2-40B4-BE49-F238E27FC236}">
                <a16:creationId xmlns:a16="http://schemas.microsoft.com/office/drawing/2014/main" id="{6A1B33FF-4C13-4038-BB46-A1740EA4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956" y="5122951"/>
            <a:ext cx="101862" cy="96797"/>
          </a:xfrm>
          <a:custGeom xmlns:a="http://schemas.openxmlformats.org/drawingml/2006/main">
            <a:pathLst>
              <a:path w="101862" h="96797">
                <a:moveTo>
                  <a:pt x="0" y="0"/>
                </a:moveTo>
                <a:lnTo>
                  <a:pt x="101862" y="0"/>
                </a:lnTo>
                <a:lnTo>
                  <a:pt x="101862" y="96797"/>
                </a:lnTo>
                <a:lnTo>
                  <a:pt x="0" y="967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33" name="path-601">
            <a:extLst xmlns:a="http://schemas.openxmlformats.org/drawingml/2006/main">
              <a:ext uri="{FF2B5EF4-FFF2-40B4-BE49-F238E27FC236}">
                <a16:creationId xmlns:a16="http://schemas.microsoft.com/office/drawing/2014/main" id="{9DE05AF6-A0A4-4799-8A7F-393D0D0A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097" y="5122951"/>
            <a:ext cx="101862" cy="96797"/>
          </a:xfrm>
          <a:custGeom xmlns:a="http://schemas.openxmlformats.org/drawingml/2006/main">
            <a:pathLst>
              <a:path w="101862" h="96797">
                <a:moveTo>
                  <a:pt x="0" y="0"/>
                </a:moveTo>
                <a:lnTo>
                  <a:pt x="101862" y="0"/>
                </a:lnTo>
                <a:lnTo>
                  <a:pt x="101862" y="96797"/>
                </a:lnTo>
                <a:lnTo>
                  <a:pt x="0" y="96797"/>
                </a:lnTo>
                <a:close/>
              </a:path>
            </a:pathLst>
          </a:custGeom>
          <a:solidFill xmlns:a="http://schemas.openxmlformats.org/drawingml/2006/main">
            <a:srgbClr val="0F4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" name="path-602">
            <a:extLst xmlns:a="http://schemas.openxmlformats.org/drawingml/2006/main">
              <a:ext uri="{FF2B5EF4-FFF2-40B4-BE49-F238E27FC236}">
                <a16:creationId xmlns:a16="http://schemas.microsoft.com/office/drawing/2014/main" id="{34D83DFB-6096-48C1-A340-6AAA5271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097" y="5122951"/>
            <a:ext cx="101862" cy="96797"/>
          </a:xfrm>
          <a:custGeom xmlns:a="http://schemas.openxmlformats.org/drawingml/2006/main">
            <a:pathLst>
              <a:path w="101862" h="96797">
                <a:moveTo>
                  <a:pt x="0" y="0"/>
                </a:moveTo>
                <a:lnTo>
                  <a:pt x="101862" y="0"/>
                </a:lnTo>
                <a:lnTo>
                  <a:pt x="101862" y="96797"/>
                </a:lnTo>
                <a:lnTo>
                  <a:pt x="0" y="967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35" name="path-603">
            <a:extLst xmlns:a="http://schemas.openxmlformats.org/drawingml/2006/main">
              <a:ext uri="{FF2B5EF4-FFF2-40B4-BE49-F238E27FC236}">
                <a16:creationId xmlns:a16="http://schemas.microsoft.com/office/drawing/2014/main" id="{2CD64EE6-397E-4340-9FD9-DAA2B01F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3239" y="5122951"/>
            <a:ext cx="101862" cy="96797"/>
          </a:xfrm>
          <a:custGeom xmlns:a="http://schemas.openxmlformats.org/drawingml/2006/main">
            <a:pathLst>
              <a:path w="101862" h="96797">
                <a:moveTo>
                  <a:pt x="0" y="0"/>
                </a:moveTo>
                <a:lnTo>
                  <a:pt x="101862" y="0"/>
                </a:lnTo>
                <a:lnTo>
                  <a:pt x="101862" y="96797"/>
                </a:lnTo>
                <a:lnTo>
                  <a:pt x="0" y="96797"/>
                </a:lnTo>
                <a:close/>
              </a:path>
            </a:pathLst>
          </a:custGeom>
          <a:solidFill xmlns:a="http://schemas.openxmlformats.org/drawingml/2006/main">
            <a:srgbClr val="1049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" name="path-604">
            <a:extLst xmlns:a="http://schemas.openxmlformats.org/drawingml/2006/main">
              <a:ext uri="{FF2B5EF4-FFF2-40B4-BE49-F238E27FC236}">
                <a16:creationId xmlns:a16="http://schemas.microsoft.com/office/drawing/2014/main" id="{FECE0B76-9BA2-438B-99DB-70829ABA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3239" y="5122951"/>
            <a:ext cx="101862" cy="96797"/>
          </a:xfrm>
          <a:custGeom xmlns:a="http://schemas.openxmlformats.org/drawingml/2006/main">
            <a:pathLst>
              <a:path w="101862" h="96797">
                <a:moveTo>
                  <a:pt x="0" y="0"/>
                </a:moveTo>
                <a:lnTo>
                  <a:pt x="101862" y="0"/>
                </a:lnTo>
                <a:lnTo>
                  <a:pt x="101862" y="96797"/>
                </a:lnTo>
                <a:lnTo>
                  <a:pt x="0" y="967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37" name="path-605">
            <a:extLst xmlns:a="http://schemas.openxmlformats.org/drawingml/2006/main">
              <a:ext uri="{FF2B5EF4-FFF2-40B4-BE49-F238E27FC236}">
                <a16:creationId xmlns:a16="http://schemas.microsoft.com/office/drawing/2014/main" id="{EAB6C2DF-3C2E-4004-A6CA-910EDA6B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382" y="5122951"/>
            <a:ext cx="101862" cy="96797"/>
          </a:xfrm>
          <a:custGeom xmlns:a="http://schemas.openxmlformats.org/drawingml/2006/main">
            <a:pathLst>
              <a:path w="101862" h="96797">
                <a:moveTo>
                  <a:pt x="0" y="0"/>
                </a:moveTo>
                <a:lnTo>
                  <a:pt x="101862" y="0"/>
                </a:lnTo>
                <a:lnTo>
                  <a:pt x="101862" y="96797"/>
                </a:lnTo>
                <a:lnTo>
                  <a:pt x="0" y="96797"/>
                </a:lnTo>
                <a:close/>
              </a:path>
            </a:pathLst>
          </a:custGeom>
          <a:solidFill xmlns:a="http://schemas.openxmlformats.org/drawingml/2006/main">
            <a:srgbClr val="6FB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" name="path-606">
            <a:extLst xmlns:a="http://schemas.openxmlformats.org/drawingml/2006/main">
              <a:ext uri="{FF2B5EF4-FFF2-40B4-BE49-F238E27FC236}">
                <a16:creationId xmlns:a16="http://schemas.microsoft.com/office/drawing/2014/main" id="{23D4CF0A-6EB1-4089-BAE0-39080C62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382" y="5122951"/>
            <a:ext cx="101862" cy="96797"/>
          </a:xfrm>
          <a:custGeom xmlns:a="http://schemas.openxmlformats.org/drawingml/2006/main">
            <a:pathLst>
              <a:path w="101862" h="96797">
                <a:moveTo>
                  <a:pt x="0" y="0"/>
                </a:moveTo>
                <a:lnTo>
                  <a:pt x="101862" y="0"/>
                </a:lnTo>
                <a:lnTo>
                  <a:pt x="101862" y="96797"/>
                </a:lnTo>
                <a:lnTo>
                  <a:pt x="0" y="967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39" name="path-607">
            <a:extLst xmlns:a="http://schemas.openxmlformats.org/drawingml/2006/main">
              <a:ext uri="{FF2B5EF4-FFF2-40B4-BE49-F238E27FC236}">
                <a16:creationId xmlns:a16="http://schemas.microsoft.com/office/drawing/2014/main" id="{6EEF5EBD-D0FF-4F89-8D1E-B8588585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956" y="5235006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9AC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" name="path-608">
            <a:extLst xmlns:a="http://schemas.openxmlformats.org/drawingml/2006/main">
              <a:ext uri="{FF2B5EF4-FFF2-40B4-BE49-F238E27FC236}">
                <a16:creationId xmlns:a16="http://schemas.microsoft.com/office/drawing/2014/main" id="{AC67C0AF-3FDA-4F48-A51B-2DB36906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956" y="5235006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41" name="path-609">
            <a:extLst xmlns:a="http://schemas.openxmlformats.org/drawingml/2006/main">
              <a:ext uri="{FF2B5EF4-FFF2-40B4-BE49-F238E27FC236}">
                <a16:creationId xmlns:a16="http://schemas.microsoft.com/office/drawing/2014/main" id="{E49D4545-5FFD-4F88-B9CE-C0243B14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097" y="5235006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67A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" name="path-610">
            <a:extLst xmlns:a="http://schemas.openxmlformats.org/drawingml/2006/main">
              <a:ext uri="{FF2B5EF4-FFF2-40B4-BE49-F238E27FC236}">
                <a16:creationId xmlns:a16="http://schemas.microsoft.com/office/drawing/2014/main" id="{AF7469A9-7CA9-44A5-BEAC-7B8076B0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097" y="5235006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43" name="path-611">
            <a:extLst xmlns:a="http://schemas.openxmlformats.org/drawingml/2006/main">
              <a:ext uri="{FF2B5EF4-FFF2-40B4-BE49-F238E27FC236}">
                <a16:creationId xmlns:a16="http://schemas.microsoft.com/office/drawing/2014/main" id="{085293E2-A7DB-41C0-9939-D064F232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3239" y="5235006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78A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" name="path-612">
            <a:extLst xmlns:a="http://schemas.openxmlformats.org/drawingml/2006/main">
              <a:ext uri="{FF2B5EF4-FFF2-40B4-BE49-F238E27FC236}">
                <a16:creationId xmlns:a16="http://schemas.microsoft.com/office/drawing/2014/main" id="{400EF6D7-FDC3-489F-AA5C-9B73B6A1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3239" y="5235006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45" name="path-613">
            <a:extLst xmlns:a="http://schemas.openxmlformats.org/drawingml/2006/main">
              <a:ext uri="{FF2B5EF4-FFF2-40B4-BE49-F238E27FC236}">
                <a16:creationId xmlns:a16="http://schemas.microsoft.com/office/drawing/2014/main" id="{383C8E5C-EB01-4B2C-ADC3-26F3763B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382" y="5235006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AAC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" name="path-614">
            <a:extLst xmlns:a="http://schemas.openxmlformats.org/drawingml/2006/main">
              <a:ext uri="{FF2B5EF4-FFF2-40B4-BE49-F238E27FC236}">
                <a16:creationId xmlns:a16="http://schemas.microsoft.com/office/drawing/2014/main" id="{DD710740-0852-4388-862B-9FAFDEAF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382" y="5235006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47" name="path-615">
            <a:extLst xmlns:a="http://schemas.openxmlformats.org/drawingml/2006/main">
              <a:ext uri="{FF2B5EF4-FFF2-40B4-BE49-F238E27FC236}">
                <a16:creationId xmlns:a16="http://schemas.microsoft.com/office/drawing/2014/main" id="{EB2AB64B-CAB1-4FEB-93A8-D389C4E2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353" y="5400575"/>
            <a:ext cx="3748534" cy="427949"/>
          </a:xfrm>
          <a:custGeom xmlns:a="http://schemas.openxmlformats.org/drawingml/2006/main">
            <a:pathLst>
              <a:path w="3748534" h="427949">
                <a:moveTo>
                  <a:pt x="0" y="56774"/>
                </a:moveTo>
                <a:cubicBezTo>
                  <a:pt x="0" y="25416"/>
                  <a:pt x="25395" y="0"/>
                  <a:pt x="56732" y="0"/>
                </a:cubicBezTo>
                <a:lnTo>
                  <a:pt x="3691803" y="0"/>
                </a:lnTo>
                <a:cubicBezTo>
                  <a:pt x="3723140" y="0"/>
                  <a:pt x="3748534" y="25416"/>
                  <a:pt x="3748534" y="56774"/>
                </a:cubicBezTo>
                <a:lnTo>
                  <a:pt x="3748534" y="371175"/>
                </a:lnTo>
                <a:cubicBezTo>
                  <a:pt x="3748534" y="402533"/>
                  <a:pt x="3723140" y="427949"/>
                  <a:pt x="3691803" y="427949"/>
                </a:cubicBezTo>
                <a:lnTo>
                  <a:pt x="56732" y="427949"/>
                </a:lnTo>
                <a:cubicBezTo>
                  <a:pt x="25395" y="427949"/>
                  <a:pt x="0" y="402533"/>
                  <a:pt x="0" y="371175"/>
                </a:cubicBezTo>
                <a:lnTo>
                  <a:pt x="0" y="56774"/>
                </a:lnTo>
              </a:path>
            </a:pathLst>
          </a:custGeom>
          <a:noFill xmlns:a="http://schemas.openxmlformats.org/drawingml/2006/main"/>
          <a:ln xmlns:a="http://schemas.openxmlformats.org/drawingml/2006/main" w="14152">
            <a:solidFill>
              <a:srgbClr val="2F5597"/>
            </a:solidFill>
            <a:prstDash val="solid"/>
          </a:ln>
        </p:spPr>
      </p:sp>
      <p:sp>
        <p:nvSpPr>
          <p:cNvPr id="648" name="text-616 No">
            <a:extLst xmlns:a="http://schemas.openxmlformats.org/drawingml/2006/main">
              <a:ext uri="{FF2B5EF4-FFF2-40B4-BE49-F238E27FC236}">
                <a16:creationId xmlns:a16="http://schemas.microsoft.com/office/drawing/2014/main" id="{6C8A42FC-FD4D-45FA-891B-8DB80E4E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6205" y="5491343"/>
            <a:ext cx="303589" cy="279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rPr>
              <a:t>No</a:t>
            </a:r>
          </a:p>
        </p:txBody>
      </p:sp>
      <p:sp>
        <p:nvSpPr>
          <p:cNvPr id="649" name="text-616 agent">
            <a:extLst xmlns:a="http://schemas.openxmlformats.org/drawingml/2006/main">
              <a:ext uri="{FF2B5EF4-FFF2-40B4-BE49-F238E27FC236}">
                <a16:creationId xmlns:a16="http://schemas.microsoft.com/office/drawing/2014/main" id="{896050D8-AA66-402A-B59F-3ED5FC03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7414" y="5493648"/>
            <a:ext cx="557142" cy="276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6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6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pPr>
            <a:r>
              <a:rPr sz="1556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rPr>
              <a:t>agent</a:t>
            </a:r>
          </a:p>
        </p:txBody>
      </p:sp>
      <p:sp>
        <p:nvSpPr>
          <p:cNvPr id="650" name="text-616 harness">
            <a:extLst xmlns:a="http://schemas.openxmlformats.org/drawingml/2006/main">
              <a:ext uri="{FF2B5EF4-FFF2-40B4-BE49-F238E27FC236}">
                <a16:creationId xmlns:a16="http://schemas.microsoft.com/office/drawing/2014/main" id="{EE38D05C-C213-4A55-9ADD-F631600C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3324" y="5492845"/>
            <a:ext cx="763759" cy="277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2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2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pPr>
            <a:r>
              <a:rPr sz="1562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651" name="text-616 evolution">
            <a:extLst xmlns:a="http://schemas.openxmlformats.org/drawingml/2006/main">
              <a:ext uri="{FF2B5EF4-FFF2-40B4-BE49-F238E27FC236}">
                <a16:creationId xmlns:a16="http://schemas.microsoft.com/office/drawing/2014/main" id="{8EED483C-8FE1-47B2-B7E2-CA2409E2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7771" y="5493933"/>
            <a:ext cx="857410" cy="276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3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3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pPr>
            <a:r>
              <a:rPr sz="1553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rPr>
              <a:t>evolution</a:t>
            </a:r>
          </a:p>
        </p:txBody>
      </p:sp>
      <p:pic>
        <p:nvPic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1FD402C2-5B76-4B2D-86E8-D016C14741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637cff2334d8c"/>
          <a:stretch xmlns:a="http://schemas.openxmlformats.org/drawingml/2006/main"/>
        </p:blipFill>
        <p:spPr>
          <a:xfrm xmlns:a="http://schemas.openxmlformats.org/drawingml/2006/main">
            <a:off x="6230482" y="877149"/>
            <a:ext cx="781050" cy="638175"/>
          </a:xfrm>
          <a:prstGeom xmlns:a="http://schemas.openxmlformats.org/drawingml/2006/main" prst="rect">
            <a:avLst/>
          </a:prstGeom>
        </p:spPr>
      </p:pic>
      <p:pic>
        <p:nvPic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9812ECF6-115E-43EC-8E0F-8D4776027C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4b60a8ac04dee"/>
          <a:stretch xmlns:a="http://schemas.openxmlformats.org/drawingml/2006/main"/>
        </p:blipFill>
        <p:spPr>
          <a:xfrm xmlns:a="http://schemas.openxmlformats.org/drawingml/2006/main">
            <a:off x="7040107" y="877149"/>
            <a:ext cx="771525" cy="638175"/>
          </a:xfrm>
          <a:prstGeom xmlns:a="http://schemas.openxmlformats.org/drawingml/2006/main" prst="rect">
            <a:avLst/>
          </a:prstGeom>
        </p:spPr>
      </p:pic>
      <p:sp>
        <p:nvSpPr>
          <p:cNvPr id="654" name="path-619">
            <a:extLst xmlns:a="http://schemas.openxmlformats.org/drawingml/2006/main">
              <a:ext uri="{FF2B5EF4-FFF2-40B4-BE49-F238E27FC236}">
                <a16:creationId xmlns:a16="http://schemas.microsoft.com/office/drawing/2014/main" id="{96A18649-D062-4B9F-A9A3-A8A3DF29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644" y="2002526"/>
            <a:ext cx="191" cy="142607"/>
          </a:xfrm>
          <a:custGeom xmlns:a="http://schemas.openxmlformats.org/drawingml/2006/main">
            <a:pathLst>
              <a:path w="191" h="142607">
                <a:moveTo>
                  <a:pt x="0" y="0"/>
                </a:moveTo>
                <a:lnTo>
                  <a:pt x="0" y="142607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2E75B6"/>
            </a:solidFill>
            <a:prstDash val="solid"/>
          </a:ln>
        </p:spPr>
      </p:sp>
      <p:pic>
        <p:nvPic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E0A6AA35-0459-44C8-8EEE-1F9A2FBAD7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ac06698b74348"/>
          <a:stretch xmlns:a="http://schemas.openxmlformats.org/drawingml/2006/main"/>
        </p:blipFill>
        <p:spPr>
          <a:xfrm xmlns:a="http://schemas.openxmlformats.org/drawingml/2006/main">
            <a:off x="4230232" y="3029799"/>
            <a:ext cx="533400" cy="638175"/>
          </a:xfrm>
          <a:prstGeom xmlns:a="http://schemas.openxmlformats.org/drawingml/2006/main" prst="rect">
            <a:avLst/>
          </a:prstGeom>
        </p:spPr>
      </p:pic>
      <p:pic>
        <p:nvPic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51679FDF-89F6-4581-86AF-378893A033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71fecd0204d45"/>
          <a:stretch xmlns:a="http://schemas.openxmlformats.org/drawingml/2006/main"/>
        </p:blipFill>
        <p:spPr>
          <a:xfrm xmlns:a="http://schemas.openxmlformats.org/drawingml/2006/main">
            <a:off x="6582907" y="3029799"/>
            <a:ext cx="533400" cy="638175"/>
          </a:xfrm>
          <a:prstGeom xmlns:a="http://schemas.openxmlformats.org/drawingml/2006/main" prst="rect">
            <a:avLst/>
          </a:prstGeom>
        </p:spPr>
      </p:pic>
      <p:pic>
        <p:nvPic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797C1F43-657D-4A57-BDE7-1612BA67D3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56b0d82f14df8"/>
          <a:stretch xmlns:a="http://schemas.openxmlformats.org/drawingml/2006/main"/>
        </p:blipFill>
        <p:spPr>
          <a:xfrm xmlns:a="http://schemas.openxmlformats.org/drawingml/2006/main">
            <a:off x="4620757" y="877149"/>
            <a:ext cx="781050" cy="638175"/>
          </a:xfrm>
          <a:prstGeom xmlns:a="http://schemas.openxmlformats.org/drawingml/2006/main" prst="rect">
            <a:avLst/>
          </a:prstGeom>
        </p:spPr>
      </p:pic>
      <p:pic>
        <p:nvPic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4C883FC8-44E7-4551-9810-9811EE5AED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144c9d6eb4a3a"/>
          <a:stretch xmlns:a="http://schemas.openxmlformats.org/drawingml/2006/main"/>
        </p:blipFill>
        <p:spPr>
          <a:xfrm xmlns:a="http://schemas.openxmlformats.org/drawingml/2006/main">
            <a:off x="5430382" y="877149"/>
            <a:ext cx="771525" cy="638175"/>
          </a:xfrm>
          <a:prstGeom xmlns:a="http://schemas.openxmlformats.org/drawingml/2006/main" prst="rect">
            <a:avLst/>
          </a:prstGeom>
        </p:spPr>
      </p:pic>
      <p:sp>
        <p:nvSpPr>
          <p:cNvPr id="659" name="path-624">
            <a:extLst xmlns:a="http://schemas.openxmlformats.org/drawingml/2006/main">
              <a:ext uri="{FF2B5EF4-FFF2-40B4-BE49-F238E27FC236}">
                <a16:creationId xmlns:a16="http://schemas.microsoft.com/office/drawing/2014/main" id="{BE69D87E-A5A7-4559-9F61-B3BBC768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287" y="789994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" name="path-625">
            <a:extLst xmlns:a="http://schemas.openxmlformats.org/drawingml/2006/main">
              <a:ext uri="{FF2B5EF4-FFF2-40B4-BE49-F238E27FC236}">
                <a16:creationId xmlns:a16="http://schemas.microsoft.com/office/drawing/2014/main" id="{4E60A332-79EE-4BDA-AC9E-10DA4B9A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287" y="789994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61" name="path-626">
            <a:extLst xmlns:a="http://schemas.openxmlformats.org/drawingml/2006/main">
              <a:ext uri="{FF2B5EF4-FFF2-40B4-BE49-F238E27FC236}">
                <a16:creationId xmlns:a16="http://schemas.microsoft.com/office/drawing/2014/main" id="{367A311E-D400-468F-864C-E574930A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801" y="789994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" name="path-627">
            <a:extLst xmlns:a="http://schemas.openxmlformats.org/drawingml/2006/main">
              <a:ext uri="{FF2B5EF4-FFF2-40B4-BE49-F238E27FC236}">
                <a16:creationId xmlns:a16="http://schemas.microsoft.com/office/drawing/2014/main" id="{721F6D8B-2EB9-4D73-958B-643C5DAE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801" y="789994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63" name="path-628">
            <a:extLst xmlns:a="http://schemas.openxmlformats.org/drawingml/2006/main">
              <a:ext uri="{FF2B5EF4-FFF2-40B4-BE49-F238E27FC236}">
                <a16:creationId xmlns:a16="http://schemas.microsoft.com/office/drawing/2014/main" id="{15605879-D740-4FC4-8195-985B6AAE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409" y="789994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" name="path-629">
            <a:extLst xmlns:a="http://schemas.openxmlformats.org/drawingml/2006/main">
              <a:ext uri="{FF2B5EF4-FFF2-40B4-BE49-F238E27FC236}">
                <a16:creationId xmlns:a16="http://schemas.microsoft.com/office/drawing/2014/main" id="{128C25AC-BAF8-4215-935D-FAC1D896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409" y="789994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65" name="path-630">
            <a:extLst xmlns:a="http://schemas.openxmlformats.org/drawingml/2006/main">
              <a:ext uri="{FF2B5EF4-FFF2-40B4-BE49-F238E27FC236}">
                <a16:creationId xmlns:a16="http://schemas.microsoft.com/office/drawing/2014/main" id="{8A5EF065-D1F1-46BE-B91F-5EA33DE0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922" y="789994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" name="path-631">
            <a:extLst xmlns:a="http://schemas.openxmlformats.org/drawingml/2006/main">
              <a:ext uri="{FF2B5EF4-FFF2-40B4-BE49-F238E27FC236}">
                <a16:creationId xmlns:a16="http://schemas.microsoft.com/office/drawing/2014/main" id="{32095AAC-29C4-48C0-B164-91D9821C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922" y="789994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67" name="path-632">
            <a:extLst xmlns:a="http://schemas.openxmlformats.org/drawingml/2006/main">
              <a:ext uri="{FF2B5EF4-FFF2-40B4-BE49-F238E27FC236}">
                <a16:creationId xmlns:a16="http://schemas.microsoft.com/office/drawing/2014/main" id="{CD41BFCE-3795-4340-A14F-A593BBE9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531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" name="path-633">
            <a:extLst xmlns:a="http://schemas.openxmlformats.org/drawingml/2006/main">
              <a:ext uri="{FF2B5EF4-FFF2-40B4-BE49-F238E27FC236}">
                <a16:creationId xmlns:a16="http://schemas.microsoft.com/office/drawing/2014/main" id="{9F487DC0-FB01-4269-8E0B-457A1B08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531" y="789994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69" name="path-634">
            <a:extLst xmlns:a="http://schemas.openxmlformats.org/drawingml/2006/main">
              <a:ext uri="{FF2B5EF4-FFF2-40B4-BE49-F238E27FC236}">
                <a16:creationId xmlns:a16="http://schemas.microsoft.com/office/drawing/2014/main" id="{13AC9BE0-1926-4AB1-BB73-ACBC1EA8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287" y="1554173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" name="path-635">
            <a:extLst xmlns:a="http://schemas.openxmlformats.org/drawingml/2006/main">
              <a:ext uri="{FF2B5EF4-FFF2-40B4-BE49-F238E27FC236}">
                <a16:creationId xmlns:a16="http://schemas.microsoft.com/office/drawing/2014/main" id="{B63922B7-01D8-445A-875D-78CFAF34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287" y="1554173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71" name="path-636">
            <a:extLst xmlns:a="http://schemas.openxmlformats.org/drawingml/2006/main">
              <a:ext uri="{FF2B5EF4-FFF2-40B4-BE49-F238E27FC236}">
                <a16:creationId xmlns:a16="http://schemas.microsoft.com/office/drawing/2014/main" id="{8DE3B27C-AA4B-40D6-BC3C-FB3598A0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801" y="1554173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" name="path-637">
            <a:extLst xmlns:a="http://schemas.openxmlformats.org/drawingml/2006/main">
              <a:ext uri="{FF2B5EF4-FFF2-40B4-BE49-F238E27FC236}">
                <a16:creationId xmlns:a16="http://schemas.microsoft.com/office/drawing/2014/main" id="{CF0EAFF4-7B24-4F45-B691-DCA7F6B1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801" y="1554173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73" name="path-638">
            <a:extLst xmlns:a="http://schemas.openxmlformats.org/drawingml/2006/main">
              <a:ext uri="{FF2B5EF4-FFF2-40B4-BE49-F238E27FC236}">
                <a16:creationId xmlns:a16="http://schemas.microsoft.com/office/drawing/2014/main" id="{D0C8A29C-CE37-4A7F-A98E-4B224069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409" y="1554173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" name="path-639">
            <a:extLst xmlns:a="http://schemas.openxmlformats.org/drawingml/2006/main">
              <a:ext uri="{FF2B5EF4-FFF2-40B4-BE49-F238E27FC236}">
                <a16:creationId xmlns:a16="http://schemas.microsoft.com/office/drawing/2014/main" id="{B4032A70-D1B4-48FA-98A5-D89C40D5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409" y="1554173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75" name="path-640">
            <a:extLst xmlns:a="http://schemas.openxmlformats.org/drawingml/2006/main">
              <a:ext uri="{FF2B5EF4-FFF2-40B4-BE49-F238E27FC236}">
                <a16:creationId xmlns:a16="http://schemas.microsoft.com/office/drawing/2014/main" id="{E970F77C-A81E-499A-AB19-0B947017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922" y="1554173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" name="path-641">
            <a:extLst xmlns:a="http://schemas.openxmlformats.org/drawingml/2006/main">
              <a:ext uri="{FF2B5EF4-FFF2-40B4-BE49-F238E27FC236}">
                <a16:creationId xmlns:a16="http://schemas.microsoft.com/office/drawing/2014/main" id="{11EAFB6A-FC13-4107-9AC8-D3010AA6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922" y="1554173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77" name="path-642">
            <a:extLst xmlns:a="http://schemas.openxmlformats.org/drawingml/2006/main">
              <a:ext uri="{FF2B5EF4-FFF2-40B4-BE49-F238E27FC236}">
                <a16:creationId xmlns:a16="http://schemas.microsoft.com/office/drawing/2014/main" id="{0C392A43-88F7-44DA-964A-C9F45FFC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531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" name="path-643">
            <a:extLst xmlns:a="http://schemas.openxmlformats.org/drawingml/2006/main">
              <a:ext uri="{FF2B5EF4-FFF2-40B4-BE49-F238E27FC236}">
                <a16:creationId xmlns:a16="http://schemas.microsoft.com/office/drawing/2014/main" id="{6ADBE63E-A70B-4D00-A0A7-225B1CCA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531" y="1554173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79" name="path-644">
            <a:extLst xmlns:a="http://schemas.openxmlformats.org/drawingml/2006/main">
              <a:ext uri="{FF2B5EF4-FFF2-40B4-BE49-F238E27FC236}">
                <a16:creationId xmlns:a16="http://schemas.microsoft.com/office/drawing/2014/main" id="{0B93528C-34D3-42BB-8993-A8244B9E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252" y="3867101"/>
            <a:ext cx="2631726" cy="531878"/>
          </a:xfrm>
          <a:custGeom xmlns:a="http://schemas.openxmlformats.org/drawingml/2006/main">
            <a:pathLst>
              <a:path w="2631726" h="531878">
                <a:moveTo>
                  <a:pt x="2631726" y="0"/>
                </a:moveTo>
                <a:lnTo>
                  <a:pt x="2631726" y="531878"/>
                </a:lnTo>
                <a:lnTo>
                  <a:pt x="44989" y="531878"/>
                </a:lnTo>
                <a:lnTo>
                  <a:pt x="44989" y="36218"/>
                </a:lnTo>
                <a:lnTo>
                  <a:pt x="69747" y="36218"/>
                </a:lnTo>
                <a:lnTo>
                  <a:pt x="69747" y="519499"/>
                </a:lnTo>
                <a:lnTo>
                  <a:pt x="57368" y="507119"/>
                </a:lnTo>
                <a:lnTo>
                  <a:pt x="2619347" y="507119"/>
                </a:lnTo>
                <a:lnTo>
                  <a:pt x="2606968" y="519499"/>
                </a:lnTo>
                <a:lnTo>
                  <a:pt x="2606968" y="0"/>
                </a:lnTo>
                <a:lnTo>
                  <a:pt x="2631726" y="0"/>
                </a:lnTo>
                <a:moveTo>
                  <a:pt x="2475" y="143173"/>
                </a:moveTo>
                <a:lnTo>
                  <a:pt x="57368" y="2051"/>
                </a:lnTo>
                <a:lnTo>
                  <a:pt x="112261" y="143173"/>
                </a:lnTo>
                <a:cubicBezTo>
                  <a:pt x="114736" y="149540"/>
                  <a:pt x="111553" y="156755"/>
                  <a:pt x="105187" y="159231"/>
                </a:cubicBezTo>
                <a:cubicBezTo>
                  <a:pt x="98820" y="161707"/>
                  <a:pt x="91605" y="158524"/>
                  <a:pt x="89129" y="152157"/>
                </a:cubicBezTo>
                <a:lnTo>
                  <a:pt x="45838" y="40745"/>
                </a:lnTo>
                <a:lnTo>
                  <a:pt x="68898" y="40745"/>
                </a:lnTo>
                <a:lnTo>
                  <a:pt x="25607" y="152157"/>
                </a:lnTo>
                <a:cubicBezTo>
                  <a:pt x="23131" y="158524"/>
                  <a:pt x="15915" y="161707"/>
                  <a:pt x="9549" y="159231"/>
                </a:cubicBezTo>
                <a:cubicBezTo>
                  <a:pt x="3183" y="156755"/>
                  <a:pt x="0" y="149540"/>
                  <a:pt x="2475" y="143173"/>
                </a:cubicBez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" name="path-645">
            <a:extLst xmlns:a="http://schemas.openxmlformats.org/drawingml/2006/main">
              <a:ext uri="{FF2B5EF4-FFF2-40B4-BE49-F238E27FC236}">
                <a16:creationId xmlns:a16="http://schemas.microsoft.com/office/drawing/2014/main" id="{5C966EE0-B159-4A31-900D-9B5A5251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478" y="5027342"/>
            <a:ext cx="436381" cy="114737"/>
          </a:xfrm>
          <a:custGeom xmlns:a="http://schemas.openxmlformats.org/drawingml/2006/main">
            <a:pathLst>
              <a:path w="436381" h="114737">
                <a:moveTo>
                  <a:pt x="0" y="44989"/>
                </a:moveTo>
                <a:lnTo>
                  <a:pt x="0" y="69748"/>
                </a:lnTo>
                <a:lnTo>
                  <a:pt x="402215" y="69748"/>
                </a:lnTo>
                <a:lnTo>
                  <a:pt x="402215" y="44989"/>
                </a:lnTo>
                <a:close/>
                <a:moveTo>
                  <a:pt x="295259" y="2476"/>
                </a:moveTo>
                <a:lnTo>
                  <a:pt x="436381" y="57369"/>
                </a:lnTo>
                <a:lnTo>
                  <a:pt x="295259" y="112261"/>
                </a:lnTo>
                <a:cubicBezTo>
                  <a:pt x="288893" y="114737"/>
                  <a:pt x="281748" y="111554"/>
                  <a:pt x="279273" y="105187"/>
                </a:cubicBezTo>
                <a:cubicBezTo>
                  <a:pt x="276797" y="98821"/>
                  <a:pt x="279909" y="91676"/>
                  <a:pt x="286346" y="89200"/>
                </a:cubicBezTo>
                <a:lnTo>
                  <a:pt x="397758" y="45838"/>
                </a:lnTo>
                <a:lnTo>
                  <a:pt x="397758" y="68899"/>
                </a:lnTo>
                <a:lnTo>
                  <a:pt x="286346" y="25607"/>
                </a:lnTo>
                <a:cubicBezTo>
                  <a:pt x="279909" y="23060"/>
                  <a:pt x="276797" y="15916"/>
                  <a:pt x="279273" y="9550"/>
                </a:cubicBezTo>
                <a:cubicBezTo>
                  <a:pt x="281748" y="3183"/>
                  <a:pt x="288893" y="0"/>
                  <a:pt x="295259" y="2476"/>
                </a:cubicBez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" name="path-646">
            <a:extLst xmlns:a="http://schemas.openxmlformats.org/drawingml/2006/main">
              <a:ext uri="{FF2B5EF4-FFF2-40B4-BE49-F238E27FC236}">
                <a16:creationId xmlns:a16="http://schemas.microsoft.com/office/drawing/2014/main" id="{260A7569-92B5-44FA-84B6-B15E636A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843" y="5068087"/>
            <a:ext cx="436380" cy="114736"/>
          </a:xfrm>
          <a:custGeom xmlns:a="http://schemas.openxmlformats.org/drawingml/2006/main">
            <a:pathLst>
              <a:path w="436380" h="114736">
                <a:moveTo>
                  <a:pt x="0" y="44989"/>
                </a:moveTo>
                <a:lnTo>
                  <a:pt x="0" y="69747"/>
                </a:lnTo>
                <a:lnTo>
                  <a:pt x="402215" y="69747"/>
                </a:lnTo>
                <a:lnTo>
                  <a:pt x="402215" y="44989"/>
                </a:lnTo>
                <a:close/>
                <a:moveTo>
                  <a:pt x="295259" y="2476"/>
                </a:moveTo>
                <a:lnTo>
                  <a:pt x="436380" y="57368"/>
                </a:lnTo>
                <a:lnTo>
                  <a:pt x="295259" y="112261"/>
                </a:lnTo>
                <a:cubicBezTo>
                  <a:pt x="288892" y="114736"/>
                  <a:pt x="281748" y="111553"/>
                  <a:pt x="279273" y="105187"/>
                </a:cubicBezTo>
                <a:cubicBezTo>
                  <a:pt x="276796" y="98820"/>
                  <a:pt x="279908" y="91676"/>
                  <a:pt x="286346" y="89200"/>
                </a:cubicBezTo>
                <a:lnTo>
                  <a:pt x="397758" y="45838"/>
                </a:lnTo>
                <a:lnTo>
                  <a:pt x="397758" y="68899"/>
                </a:lnTo>
                <a:lnTo>
                  <a:pt x="286346" y="25607"/>
                </a:lnTo>
                <a:cubicBezTo>
                  <a:pt x="279908" y="23131"/>
                  <a:pt x="276796" y="15916"/>
                  <a:pt x="279273" y="9549"/>
                </a:cubicBezTo>
                <a:cubicBezTo>
                  <a:pt x="281748" y="3183"/>
                  <a:pt x="288892" y="0"/>
                  <a:pt x="295259" y="2476"/>
                </a:cubicBez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" name="path-647">
            <a:extLst xmlns:a="http://schemas.openxmlformats.org/drawingml/2006/main">
              <a:ext uri="{FF2B5EF4-FFF2-40B4-BE49-F238E27FC236}">
                <a16:creationId xmlns:a16="http://schemas.microsoft.com/office/drawing/2014/main" id="{532DC752-2195-4622-ACBA-7A1BB5C2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08" y="186263"/>
            <a:ext cx="3860583" cy="5736509"/>
          </a:xfrm>
          <a:custGeom xmlns:a="http://schemas.openxmlformats.org/drawingml/2006/main">
            <a:pathLst>
              <a:path w="3860583" h="5736509">
                <a:moveTo>
                  <a:pt x="0" y="218226"/>
                </a:moveTo>
                <a:cubicBezTo>
                  <a:pt x="0" y="97689"/>
                  <a:pt x="97675" y="0"/>
                  <a:pt x="218162" y="0"/>
                </a:cubicBezTo>
                <a:lnTo>
                  <a:pt x="3642428" y="0"/>
                </a:lnTo>
                <a:cubicBezTo>
                  <a:pt x="3762894" y="0"/>
                  <a:pt x="3860583" y="97689"/>
                  <a:pt x="3860583" y="218226"/>
                </a:cubicBezTo>
                <a:lnTo>
                  <a:pt x="3860583" y="5518286"/>
                </a:lnTo>
                <a:cubicBezTo>
                  <a:pt x="3860583" y="5638810"/>
                  <a:pt x="3762894" y="5736509"/>
                  <a:pt x="3642428" y="5736509"/>
                </a:cubicBezTo>
                <a:lnTo>
                  <a:pt x="218162" y="5736509"/>
                </a:lnTo>
                <a:cubicBezTo>
                  <a:pt x="97675" y="5736509"/>
                  <a:pt x="0" y="5638810"/>
                  <a:pt x="0" y="5518286"/>
                </a:cubicBezTo>
                <a:lnTo>
                  <a:pt x="0" y="218226"/>
                </a:lnTo>
              </a:path>
            </a:pathLst>
          </a:custGeom>
          <a:solidFill xmlns:a="http://schemas.openxmlformats.org/drawingml/2006/main">
            <a:srgbClr val="FFEED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83" name="text-648 (a)">
            <a:extLst xmlns:a="http://schemas.openxmlformats.org/drawingml/2006/main">
              <a:ext uri="{FF2B5EF4-FFF2-40B4-BE49-F238E27FC236}">
                <a16:creationId xmlns:a16="http://schemas.microsoft.com/office/drawing/2014/main" id="{DC8B5E11-107C-4DE9-96EF-94B3459E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590" y="232976"/>
            <a:ext cx="373284" cy="355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2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2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defRPr>
            </a:pPr>
            <a:r>
              <a:rPr sz="2002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rPr>
              <a:t>(a)</a:t>
            </a:r>
          </a:p>
        </p:txBody>
      </p:sp>
      <p:sp>
        <p:nvSpPr>
          <p:cNvPr id="684" name="text-648 Agent">
            <a:extLst xmlns:a="http://schemas.openxmlformats.org/drawingml/2006/main">
              <a:ext uri="{FF2B5EF4-FFF2-40B4-BE49-F238E27FC236}">
                <a16:creationId xmlns:a16="http://schemas.microsoft.com/office/drawing/2014/main" id="{AF505DD9-F98E-4317-BED1-3F602A8E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393" y="232822"/>
            <a:ext cx="762181" cy="356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3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3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defRPr>
            </a:pPr>
            <a:r>
              <a:rPr sz="2003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rPr>
              <a:t>Agent</a:t>
            </a:r>
          </a:p>
        </p:txBody>
      </p:sp>
      <p:sp>
        <p:nvSpPr>
          <p:cNvPr id="685" name="text-648 code">
            <a:extLst xmlns:a="http://schemas.openxmlformats.org/drawingml/2006/main">
              <a:ext uri="{FF2B5EF4-FFF2-40B4-BE49-F238E27FC236}">
                <a16:creationId xmlns:a16="http://schemas.microsoft.com/office/drawing/2014/main" id="{425C16F7-3023-4610-8127-B0A50B96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4873" y="233323"/>
            <a:ext cx="600754" cy="355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9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9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defRPr>
            </a:pPr>
            <a:r>
              <a:rPr sz="1999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rPr>
              <a:t>code</a:t>
            </a:r>
          </a:p>
        </p:txBody>
      </p:sp>
      <p:sp>
        <p:nvSpPr>
          <p:cNvPr id="686" name="text-648 evolution">
            <a:extLst xmlns:a="http://schemas.openxmlformats.org/drawingml/2006/main">
              <a:ext uri="{FF2B5EF4-FFF2-40B4-BE49-F238E27FC236}">
                <a16:creationId xmlns:a16="http://schemas.microsoft.com/office/drawing/2014/main" id="{149BBCE9-9255-4ECD-A389-39F7B326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1771" y="232842"/>
            <a:ext cx="1105500" cy="356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3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3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defRPr>
            </a:pPr>
            <a:r>
              <a:rPr sz="2003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rPr>
              <a:t>evolution</a:t>
            </a:r>
          </a:p>
        </p:txBody>
      </p:sp>
      <p:sp>
        <p:nvSpPr>
          <p:cNvPr id="687" name="path-649">
            <a:extLst xmlns:a="http://schemas.openxmlformats.org/drawingml/2006/main">
              <a:ext uri="{FF2B5EF4-FFF2-40B4-BE49-F238E27FC236}">
                <a16:creationId xmlns:a16="http://schemas.microsoft.com/office/drawing/2014/main" id="{4A791CD6-0032-4D53-AA2E-3F5E55B1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42" y="698263"/>
            <a:ext cx="1762219" cy="774366"/>
          </a:xfrm>
          <a:custGeom xmlns:a="http://schemas.openxmlformats.org/drawingml/2006/main">
            <a:pathLst>
              <a:path w="1762219" h="774366">
                <a:moveTo>
                  <a:pt x="0" y="0"/>
                </a:moveTo>
                <a:lnTo>
                  <a:pt x="1762219" y="0"/>
                </a:lnTo>
                <a:lnTo>
                  <a:pt x="1762219" y="774366"/>
                </a:lnTo>
                <a:lnTo>
                  <a:pt x="0" y="774366"/>
                </a:lnTo>
                <a:close/>
              </a:path>
            </a:pathLst>
          </a:custGeom>
          <a:solidFill xmlns:a="http://schemas.openxmlformats.org/drawingml/2006/main">
            <a:srgbClr val="172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" name="path-650">
            <a:extLst xmlns:a="http://schemas.openxmlformats.org/drawingml/2006/main">
              <a:ext uri="{FF2B5EF4-FFF2-40B4-BE49-F238E27FC236}">
                <a16:creationId xmlns:a16="http://schemas.microsoft.com/office/drawing/2014/main" id="{B8954474-68CE-4CA8-9C49-3F4A75D2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42" y="698263"/>
            <a:ext cx="1762219" cy="774366"/>
          </a:xfrm>
          <a:custGeom xmlns:a="http://schemas.openxmlformats.org/drawingml/2006/main">
            <a:pathLst>
              <a:path w="1762219" h="774366">
                <a:moveTo>
                  <a:pt x="0" y="0"/>
                </a:moveTo>
                <a:lnTo>
                  <a:pt x="1762219" y="0"/>
                </a:lnTo>
                <a:lnTo>
                  <a:pt x="1762219" y="774366"/>
                </a:lnTo>
                <a:lnTo>
                  <a:pt x="0" y="77436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17212E"/>
            </a:solidFill>
            <a:prstDash val="solid"/>
          </a:ln>
        </p:spPr>
      </p:sp>
      <p:sp>
        <p:nvSpPr>
          <p:cNvPr id="689" name="path-651">
            <a:extLst xmlns:a="http://schemas.openxmlformats.org/drawingml/2006/main">
              <a:ext uri="{FF2B5EF4-FFF2-40B4-BE49-F238E27FC236}">
                <a16:creationId xmlns:a16="http://schemas.microsoft.com/office/drawing/2014/main" id="{374F22F0-406A-4EE8-AC41-9E0DA3A9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45" y="754342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" name="path-652">
            <a:extLst xmlns:a="http://schemas.openxmlformats.org/drawingml/2006/main">
              <a:ext uri="{FF2B5EF4-FFF2-40B4-BE49-F238E27FC236}">
                <a16:creationId xmlns:a16="http://schemas.microsoft.com/office/drawing/2014/main" id="{04AC50F6-796D-42B0-95A5-5616483C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45" y="754342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91" name="path-653">
            <a:extLst xmlns:a="http://schemas.openxmlformats.org/drawingml/2006/main">
              <a:ext uri="{FF2B5EF4-FFF2-40B4-BE49-F238E27FC236}">
                <a16:creationId xmlns:a16="http://schemas.microsoft.com/office/drawing/2014/main" id="{F0A7D64E-BD9E-4E9D-BB25-05D72647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45" y="1360565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" name="path-654">
            <a:extLst xmlns:a="http://schemas.openxmlformats.org/drawingml/2006/main">
              <a:ext uri="{FF2B5EF4-FFF2-40B4-BE49-F238E27FC236}">
                <a16:creationId xmlns:a16="http://schemas.microsoft.com/office/drawing/2014/main" id="{B4E016D6-5C5D-4359-9AED-018B0895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45" y="1360565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93" name="path-655">
            <a:extLst xmlns:a="http://schemas.openxmlformats.org/drawingml/2006/main">
              <a:ext uri="{FF2B5EF4-FFF2-40B4-BE49-F238E27FC236}">
                <a16:creationId xmlns:a16="http://schemas.microsoft.com/office/drawing/2014/main" id="{D9DFB03D-F0CC-4A72-9A3B-F9898C8C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59" y="754342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" name="path-656">
            <a:extLst xmlns:a="http://schemas.openxmlformats.org/drawingml/2006/main">
              <a:ext uri="{FF2B5EF4-FFF2-40B4-BE49-F238E27FC236}">
                <a16:creationId xmlns:a16="http://schemas.microsoft.com/office/drawing/2014/main" id="{CFE501D8-53A3-433D-AFC6-8CBADB93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59" y="754342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95" name="path-657">
            <a:extLst xmlns:a="http://schemas.openxmlformats.org/drawingml/2006/main">
              <a:ext uri="{FF2B5EF4-FFF2-40B4-BE49-F238E27FC236}">
                <a16:creationId xmlns:a16="http://schemas.microsoft.com/office/drawing/2014/main" id="{E85E957C-AB37-4EDD-A57B-613156DA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59" y="1360565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" name="path-658">
            <a:extLst xmlns:a="http://schemas.openxmlformats.org/drawingml/2006/main">
              <a:ext uri="{FF2B5EF4-FFF2-40B4-BE49-F238E27FC236}">
                <a16:creationId xmlns:a16="http://schemas.microsoft.com/office/drawing/2014/main" id="{21091DA5-9900-441C-87AD-16851D9D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59" y="1360565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97" name="path-659">
            <a:extLst xmlns:a="http://schemas.openxmlformats.org/drawingml/2006/main">
              <a:ext uri="{FF2B5EF4-FFF2-40B4-BE49-F238E27FC236}">
                <a16:creationId xmlns:a16="http://schemas.microsoft.com/office/drawing/2014/main" id="{7494624B-1136-4D8A-9AD5-5BA42EFA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67" y="754342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" name="path-660">
            <a:extLst xmlns:a="http://schemas.openxmlformats.org/drawingml/2006/main">
              <a:ext uri="{FF2B5EF4-FFF2-40B4-BE49-F238E27FC236}">
                <a16:creationId xmlns:a16="http://schemas.microsoft.com/office/drawing/2014/main" id="{95C39E80-5E1C-4E28-ADB0-AFD95299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67" y="754342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99" name="path-661">
            <a:extLst xmlns:a="http://schemas.openxmlformats.org/drawingml/2006/main">
              <a:ext uri="{FF2B5EF4-FFF2-40B4-BE49-F238E27FC236}">
                <a16:creationId xmlns:a16="http://schemas.microsoft.com/office/drawing/2014/main" id="{5E23EFC0-4155-4E61-B693-3E103F7A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67" y="1360565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" name="path-662">
            <a:extLst xmlns:a="http://schemas.openxmlformats.org/drawingml/2006/main">
              <a:ext uri="{FF2B5EF4-FFF2-40B4-BE49-F238E27FC236}">
                <a16:creationId xmlns:a16="http://schemas.microsoft.com/office/drawing/2014/main" id="{A1B02E90-68EB-4476-997A-D9BAC85E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67" y="1360565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01" name="path-663">
            <a:extLst xmlns:a="http://schemas.openxmlformats.org/drawingml/2006/main">
              <a:ext uri="{FF2B5EF4-FFF2-40B4-BE49-F238E27FC236}">
                <a16:creationId xmlns:a16="http://schemas.microsoft.com/office/drawing/2014/main" id="{D0616D97-6D2E-4EEF-A80D-BB2033D9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81" y="754342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" name="path-664">
            <a:extLst xmlns:a="http://schemas.openxmlformats.org/drawingml/2006/main">
              <a:ext uri="{FF2B5EF4-FFF2-40B4-BE49-F238E27FC236}">
                <a16:creationId xmlns:a16="http://schemas.microsoft.com/office/drawing/2014/main" id="{936E3F18-FD0F-4396-A0AC-F3B966A8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81" y="754342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03" name="path-665">
            <a:extLst xmlns:a="http://schemas.openxmlformats.org/drawingml/2006/main">
              <a:ext uri="{FF2B5EF4-FFF2-40B4-BE49-F238E27FC236}">
                <a16:creationId xmlns:a16="http://schemas.microsoft.com/office/drawing/2014/main" id="{4A9380E4-CC77-43FC-BB05-ADC720BE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81" y="1360565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" name="path-666">
            <a:extLst xmlns:a="http://schemas.openxmlformats.org/drawingml/2006/main">
              <a:ext uri="{FF2B5EF4-FFF2-40B4-BE49-F238E27FC236}">
                <a16:creationId xmlns:a16="http://schemas.microsoft.com/office/drawing/2014/main" id="{F9B00966-DA3B-4F51-8265-1C476DAF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81" y="1360565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05" name="path-667">
            <a:extLst xmlns:a="http://schemas.openxmlformats.org/drawingml/2006/main">
              <a:ext uri="{FF2B5EF4-FFF2-40B4-BE49-F238E27FC236}">
                <a16:creationId xmlns:a16="http://schemas.microsoft.com/office/drawing/2014/main" id="{444D8348-9B50-47FE-AB0A-3BFED598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8" y="754342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" name="path-668">
            <a:extLst xmlns:a="http://schemas.openxmlformats.org/drawingml/2006/main">
              <a:ext uri="{FF2B5EF4-FFF2-40B4-BE49-F238E27FC236}">
                <a16:creationId xmlns:a16="http://schemas.microsoft.com/office/drawing/2014/main" id="{4AD1EBC6-2F80-432A-AD15-4137771C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8" y="754342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07" name="path-669">
            <a:extLst xmlns:a="http://schemas.openxmlformats.org/drawingml/2006/main">
              <a:ext uri="{FF2B5EF4-FFF2-40B4-BE49-F238E27FC236}">
                <a16:creationId xmlns:a16="http://schemas.microsoft.com/office/drawing/2014/main" id="{76D78F83-54DD-42C1-9D56-19776B2B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8" y="1360565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" name="path-670">
            <a:extLst xmlns:a="http://schemas.openxmlformats.org/drawingml/2006/main">
              <a:ext uri="{FF2B5EF4-FFF2-40B4-BE49-F238E27FC236}">
                <a16:creationId xmlns:a16="http://schemas.microsoft.com/office/drawing/2014/main" id="{E98B98B7-04E1-4AFB-AA47-8B13CA17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8" y="1360565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09" name="path-671">
            <a:extLst xmlns:a="http://schemas.openxmlformats.org/drawingml/2006/main">
              <a:ext uri="{FF2B5EF4-FFF2-40B4-BE49-F238E27FC236}">
                <a16:creationId xmlns:a16="http://schemas.microsoft.com/office/drawing/2014/main" id="{FF10A003-06D5-490B-917B-C538127D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502" y="754342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" name="path-672">
            <a:extLst xmlns:a="http://schemas.openxmlformats.org/drawingml/2006/main">
              <a:ext uri="{FF2B5EF4-FFF2-40B4-BE49-F238E27FC236}">
                <a16:creationId xmlns:a16="http://schemas.microsoft.com/office/drawing/2014/main" id="{CAF07C8E-BA40-4485-AA02-F451F223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502" y="754342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11" name="path-673">
            <a:extLst xmlns:a="http://schemas.openxmlformats.org/drawingml/2006/main">
              <a:ext uri="{FF2B5EF4-FFF2-40B4-BE49-F238E27FC236}">
                <a16:creationId xmlns:a16="http://schemas.microsoft.com/office/drawing/2014/main" id="{C031C41C-19FE-4CC1-BBE8-65026C89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502" y="1360565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" name="path-674">
            <a:extLst xmlns:a="http://schemas.openxmlformats.org/drawingml/2006/main">
              <a:ext uri="{FF2B5EF4-FFF2-40B4-BE49-F238E27FC236}">
                <a16:creationId xmlns:a16="http://schemas.microsoft.com/office/drawing/2014/main" id="{5C1ACB19-3F45-483A-B71A-9114FF7D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502" y="1360565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13" name="path-675">
            <a:extLst xmlns:a="http://schemas.openxmlformats.org/drawingml/2006/main">
              <a:ext uri="{FF2B5EF4-FFF2-40B4-BE49-F238E27FC236}">
                <a16:creationId xmlns:a16="http://schemas.microsoft.com/office/drawing/2014/main" id="{2734ABB0-F889-4C23-85FD-525DDD11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110" y="754342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" name="path-676">
            <a:extLst xmlns:a="http://schemas.openxmlformats.org/drawingml/2006/main">
              <a:ext uri="{FF2B5EF4-FFF2-40B4-BE49-F238E27FC236}">
                <a16:creationId xmlns:a16="http://schemas.microsoft.com/office/drawing/2014/main" id="{05561EE5-EBE8-4BAB-A530-4E758540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110" y="754342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15" name="path-677">
            <a:extLst xmlns:a="http://schemas.openxmlformats.org/drawingml/2006/main">
              <a:ext uri="{FF2B5EF4-FFF2-40B4-BE49-F238E27FC236}">
                <a16:creationId xmlns:a16="http://schemas.microsoft.com/office/drawing/2014/main" id="{4D55945C-3025-4F94-A045-A6D3FF8F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110" y="1360565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" name="path-678">
            <a:extLst xmlns:a="http://schemas.openxmlformats.org/drawingml/2006/main">
              <a:ext uri="{FF2B5EF4-FFF2-40B4-BE49-F238E27FC236}">
                <a16:creationId xmlns:a16="http://schemas.microsoft.com/office/drawing/2014/main" id="{1E7F3278-7609-4024-90FC-2A25BC33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110" y="1360565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17" name="path-679">
            <a:extLst xmlns:a="http://schemas.openxmlformats.org/drawingml/2006/main">
              <a:ext uri="{FF2B5EF4-FFF2-40B4-BE49-F238E27FC236}">
                <a16:creationId xmlns:a16="http://schemas.microsoft.com/office/drawing/2014/main" id="{FE1E2B4C-C2BB-4663-A734-D78E0751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624" y="754342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" name="path-680">
            <a:extLst xmlns:a="http://schemas.openxmlformats.org/drawingml/2006/main">
              <a:ext uri="{FF2B5EF4-FFF2-40B4-BE49-F238E27FC236}">
                <a16:creationId xmlns:a16="http://schemas.microsoft.com/office/drawing/2014/main" id="{154F1351-A8FE-4934-8E21-7F904967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624" y="754342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19" name="path-681">
            <a:extLst xmlns:a="http://schemas.openxmlformats.org/drawingml/2006/main">
              <a:ext uri="{FF2B5EF4-FFF2-40B4-BE49-F238E27FC236}">
                <a16:creationId xmlns:a16="http://schemas.microsoft.com/office/drawing/2014/main" id="{20054FD2-9D0E-4D9F-AED3-4AF62475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624" y="1360565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" name="path-682">
            <a:extLst xmlns:a="http://schemas.openxmlformats.org/drawingml/2006/main">
              <a:ext uri="{FF2B5EF4-FFF2-40B4-BE49-F238E27FC236}">
                <a16:creationId xmlns:a16="http://schemas.microsoft.com/office/drawing/2014/main" id="{3C080B1E-E54F-41B0-80F6-4AF6AF8C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624" y="1360565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21" name="path-683">
            <a:extLst xmlns:a="http://schemas.openxmlformats.org/drawingml/2006/main">
              <a:ext uri="{FF2B5EF4-FFF2-40B4-BE49-F238E27FC236}">
                <a16:creationId xmlns:a16="http://schemas.microsoft.com/office/drawing/2014/main" id="{6941CDC9-533E-42E6-BF67-3527528D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231" y="754342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" name="path-684">
            <a:extLst xmlns:a="http://schemas.openxmlformats.org/drawingml/2006/main">
              <a:ext uri="{FF2B5EF4-FFF2-40B4-BE49-F238E27FC236}">
                <a16:creationId xmlns:a16="http://schemas.microsoft.com/office/drawing/2014/main" id="{B8A83031-EC0E-4DB0-9C8A-CD67A2FB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231" y="754342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23" name="path-685">
            <a:extLst xmlns:a="http://schemas.openxmlformats.org/drawingml/2006/main">
              <a:ext uri="{FF2B5EF4-FFF2-40B4-BE49-F238E27FC236}">
                <a16:creationId xmlns:a16="http://schemas.microsoft.com/office/drawing/2014/main" id="{7213B946-CC89-4CE7-9DFE-C03345F6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231" y="1360565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" name="path-686">
            <a:extLst xmlns:a="http://schemas.openxmlformats.org/drawingml/2006/main">
              <a:ext uri="{FF2B5EF4-FFF2-40B4-BE49-F238E27FC236}">
                <a16:creationId xmlns:a16="http://schemas.microsoft.com/office/drawing/2014/main" id="{13FD1404-0973-452C-853B-EC2698E5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231" y="1360565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25" name="path-687">
            <a:extLst xmlns:a="http://schemas.openxmlformats.org/drawingml/2006/main">
              <a:ext uri="{FF2B5EF4-FFF2-40B4-BE49-F238E27FC236}">
                <a16:creationId xmlns:a16="http://schemas.microsoft.com/office/drawing/2014/main" id="{6B8D1073-24D9-4B3A-A560-CA41F360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745" y="754342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" name="path-688">
            <a:extLst xmlns:a="http://schemas.openxmlformats.org/drawingml/2006/main">
              <a:ext uri="{FF2B5EF4-FFF2-40B4-BE49-F238E27FC236}">
                <a16:creationId xmlns:a16="http://schemas.microsoft.com/office/drawing/2014/main" id="{E06CBD6D-72B8-483B-8004-497E1C31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745" y="754342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27" name="path-689">
            <a:extLst xmlns:a="http://schemas.openxmlformats.org/drawingml/2006/main">
              <a:ext uri="{FF2B5EF4-FFF2-40B4-BE49-F238E27FC236}">
                <a16:creationId xmlns:a16="http://schemas.microsoft.com/office/drawing/2014/main" id="{11244535-A602-4317-8CB3-954BE238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745" y="1360565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" name="path-690">
            <a:extLst xmlns:a="http://schemas.openxmlformats.org/drawingml/2006/main">
              <a:ext uri="{FF2B5EF4-FFF2-40B4-BE49-F238E27FC236}">
                <a16:creationId xmlns:a16="http://schemas.microsoft.com/office/drawing/2014/main" id="{021DB614-ED55-4DEA-8F50-F7F6DAE7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745" y="1360565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29" name="path-691">
            <a:extLst xmlns:a="http://schemas.openxmlformats.org/drawingml/2006/main">
              <a:ext uri="{FF2B5EF4-FFF2-40B4-BE49-F238E27FC236}">
                <a16:creationId xmlns:a16="http://schemas.microsoft.com/office/drawing/2014/main" id="{75472B2A-3A68-42DF-BD1F-A879A73A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353" y="754342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" name="path-692">
            <a:extLst xmlns:a="http://schemas.openxmlformats.org/drawingml/2006/main">
              <a:ext uri="{FF2B5EF4-FFF2-40B4-BE49-F238E27FC236}">
                <a16:creationId xmlns:a16="http://schemas.microsoft.com/office/drawing/2014/main" id="{BDC7F83B-9ADA-41B2-95CA-58FAA0F8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353" y="754342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31" name="path-693">
            <a:extLst xmlns:a="http://schemas.openxmlformats.org/drawingml/2006/main">
              <a:ext uri="{FF2B5EF4-FFF2-40B4-BE49-F238E27FC236}">
                <a16:creationId xmlns:a16="http://schemas.microsoft.com/office/drawing/2014/main" id="{53802A63-0159-4BAD-B324-10C9B29A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353" y="1360565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" name="path-694">
            <a:extLst xmlns:a="http://schemas.openxmlformats.org/drawingml/2006/main">
              <a:ext uri="{FF2B5EF4-FFF2-40B4-BE49-F238E27FC236}">
                <a16:creationId xmlns:a16="http://schemas.microsoft.com/office/drawing/2014/main" id="{911BDAF4-6202-40CC-ABEB-3CE612C1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353" y="1360565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33" name="path-695">
            <a:extLst xmlns:a="http://schemas.openxmlformats.org/drawingml/2006/main">
              <a:ext uri="{FF2B5EF4-FFF2-40B4-BE49-F238E27FC236}">
                <a16:creationId xmlns:a16="http://schemas.microsoft.com/office/drawing/2014/main" id="{77DD5B06-4238-4439-BB38-9192FA71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867" y="754342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" name="path-696">
            <a:extLst xmlns:a="http://schemas.openxmlformats.org/drawingml/2006/main">
              <a:ext uri="{FF2B5EF4-FFF2-40B4-BE49-F238E27FC236}">
                <a16:creationId xmlns:a16="http://schemas.microsoft.com/office/drawing/2014/main" id="{3A3170E0-2BC9-4A25-8A59-907EF004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867" y="754342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35" name="path-697">
            <a:extLst xmlns:a="http://schemas.openxmlformats.org/drawingml/2006/main">
              <a:ext uri="{FF2B5EF4-FFF2-40B4-BE49-F238E27FC236}">
                <a16:creationId xmlns:a16="http://schemas.microsoft.com/office/drawing/2014/main" id="{B8D4E132-79FD-4F75-BAF0-930DA376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867" y="1360565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" name="path-698">
            <a:extLst xmlns:a="http://schemas.openxmlformats.org/drawingml/2006/main">
              <a:ext uri="{FF2B5EF4-FFF2-40B4-BE49-F238E27FC236}">
                <a16:creationId xmlns:a16="http://schemas.microsoft.com/office/drawing/2014/main" id="{39ACED53-8346-4618-AA5B-B525CE94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867" y="1360565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37" name="text-699 …">
            <a:extLst xmlns:a="http://schemas.openxmlformats.org/drawingml/2006/main">
              <a:ext uri="{FF2B5EF4-FFF2-40B4-BE49-F238E27FC236}">
                <a16:creationId xmlns:a16="http://schemas.microsoft.com/office/drawing/2014/main" id="{45A5DC1D-1763-48AE-8002-0EB4C3DF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5502" y="914843"/>
            <a:ext cx="165693" cy="271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52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…</a:t>
            </a:r>
          </a:p>
        </p:txBody>
      </p:sp>
      <p:sp>
        <p:nvSpPr>
          <p:cNvPr id="738" name="path-700">
            <a:extLst xmlns:a="http://schemas.openxmlformats.org/drawingml/2006/main">
              <a:ext uri="{FF2B5EF4-FFF2-40B4-BE49-F238E27FC236}">
                <a16:creationId xmlns:a16="http://schemas.microsoft.com/office/drawing/2014/main" id="{E337520B-3359-42A3-8C73-CC51AD45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317" y="759380"/>
            <a:ext cx="1517749" cy="1747506"/>
          </a:xfrm>
          <a:custGeom xmlns:a="http://schemas.openxmlformats.org/drawingml/2006/main">
            <a:pathLst>
              <a:path w="1517749" h="1747506">
                <a:moveTo>
                  <a:pt x="0" y="29640"/>
                </a:moveTo>
                <a:cubicBezTo>
                  <a:pt x="0" y="13299"/>
                  <a:pt x="13227" y="0"/>
                  <a:pt x="29568" y="0"/>
                </a:cubicBezTo>
                <a:lnTo>
                  <a:pt x="1488180" y="0"/>
                </a:lnTo>
                <a:cubicBezTo>
                  <a:pt x="1504521" y="0"/>
                  <a:pt x="1517749" y="13299"/>
                  <a:pt x="1517749" y="29640"/>
                </a:cubicBezTo>
                <a:lnTo>
                  <a:pt x="1517749" y="1717867"/>
                </a:lnTo>
                <a:cubicBezTo>
                  <a:pt x="1517749" y="1734207"/>
                  <a:pt x="1504521" y="1747506"/>
                  <a:pt x="1488180" y="1747506"/>
                </a:cubicBezTo>
                <a:lnTo>
                  <a:pt x="29568" y="1747506"/>
                </a:lnTo>
                <a:cubicBezTo>
                  <a:pt x="13227" y="1747506"/>
                  <a:pt x="0" y="1734207"/>
                  <a:pt x="0" y="1717867"/>
                </a:cubicBezTo>
                <a:lnTo>
                  <a:pt x="0" y="29640"/>
                </a:lnTo>
              </a:path>
            </a:pathLst>
          </a:custGeom>
          <a:solidFill xmlns:a="http://schemas.openxmlformats.org/drawingml/2006/main">
            <a:srgbClr val="FFF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" name="path-701">
            <a:extLst xmlns:a="http://schemas.openxmlformats.org/drawingml/2006/main">
              <a:ext uri="{FF2B5EF4-FFF2-40B4-BE49-F238E27FC236}">
                <a16:creationId xmlns:a16="http://schemas.microsoft.com/office/drawing/2014/main" id="{EDED9533-6F42-4791-85C3-0D6EFA7F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317" y="759380"/>
            <a:ext cx="1517749" cy="1747506"/>
          </a:xfrm>
          <a:custGeom xmlns:a="http://schemas.openxmlformats.org/drawingml/2006/main">
            <a:pathLst>
              <a:path w="1517749" h="1747506">
                <a:moveTo>
                  <a:pt x="0" y="29640"/>
                </a:moveTo>
                <a:cubicBezTo>
                  <a:pt x="0" y="13299"/>
                  <a:pt x="13227" y="0"/>
                  <a:pt x="29568" y="0"/>
                </a:cubicBezTo>
                <a:lnTo>
                  <a:pt x="1488180" y="0"/>
                </a:lnTo>
                <a:cubicBezTo>
                  <a:pt x="1504521" y="0"/>
                  <a:pt x="1517749" y="13299"/>
                  <a:pt x="1517749" y="29640"/>
                </a:cubicBezTo>
                <a:lnTo>
                  <a:pt x="1517749" y="1717867"/>
                </a:lnTo>
                <a:cubicBezTo>
                  <a:pt x="1517749" y="1734207"/>
                  <a:pt x="1504521" y="1747506"/>
                  <a:pt x="1488180" y="1747506"/>
                </a:cubicBezTo>
                <a:lnTo>
                  <a:pt x="29568" y="1747506"/>
                </a:lnTo>
                <a:cubicBezTo>
                  <a:pt x="13227" y="1747506"/>
                  <a:pt x="0" y="1734207"/>
                  <a:pt x="0" y="1717867"/>
                </a:cubicBezTo>
                <a:lnTo>
                  <a:pt x="0" y="29640"/>
                </a:lnTo>
              </a:path>
            </a:pathLst>
          </a:custGeom>
          <a:noFill xmlns:a="http://schemas.openxmlformats.org/drawingml/2006/main"/>
          <a:ln xmlns:a="http://schemas.openxmlformats.org/drawingml/2006/main" w="14152">
            <a:solidFill>
              <a:srgbClr val="C55A11"/>
            </a:solidFill>
            <a:prstDash val="dash"/>
          </a:ln>
        </p:spPr>
      </p:sp>
      <p:sp>
        <p:nvSpPr>
          <p:cNvPr id="740" name="path-702">
            <a:extLst xmlns:a="http://schemas.openxmlformats.org/drawingml/2006/main">
              <a:ext uri="{FF2B5EF4-FFF2-40B4-BE49-F238E27FC236}">
                <a16:creationId xmlns:a16="http://schemas.microsoft.com/office/drawing/2014/main" id="{D25E6FAC-9547-4068-9251-91F4371B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911" y="848559"/>
            <a:ext cx="320867" cy="310772"/>
          </a:xfrm>
          <a:custGeom xmlns:a="http://schemas.openxmlformats.org/drawingml/2006/main">
            <a:pathLst>
              <a:path w="320867" h="310772">
                <a:moveTo>
                  <a:pt x="0" y="0"/>
                </a:moveTo>
                <a:lnTo>
                  <a:pt x="320867" y="0"/>
                </a:lnTo>
                <a:lnTo>
                  <a:pt x="320867" y="310772"/>
                </a:lnTo>
                <a:lnTo>
                  <a:pt x="0" y="310772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" name="text-703 A">
            <a:extLst xmlns:a="http://schemas.openxmlformats.org/drawingml/2006/main">
              <a:ext uri="{FF2B5EF4-FFF2-40B4-BE49-F238E27FC236}">
                <a16:creationId xmlns:a16="http://schemas.microsoft.com/office/drawing/2014/main" id="{66CA4A11-C1D1-4307-A7D1-67EBCB72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9768" y="827306"/>
            <a:ext cx="241747" cy="37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90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90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defRPr>
            </a:pPr>
            <a:r>
              <a:rPr sz="2090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742" name="path-704">
            <a:extLst xmlns:a="http://schemas.openxmlformats.org/drawingml/2006/main">
              <a:ext uri="{FF2B5EF4-FFF2-40B4-BE49-F238E27FC236}">
                <a16:creationId xmlns:a16="http://schemas.microsoft.com/office/drawing/2014/main" id="{66078903-7EE5-4F59-905C-22ABD0FF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187" y="922421"/>
            <a:ext cx="733409" cy="30568"/>
          </a:xfrm>
          <a:custGeom xmlns:a="http://schemas.openxmlformats.org/drawingml/2006/main">
            <a:pathLst>
              <a:path w="733409" h="30568">
                <a:moveTo>
                  <a:pt x="0" y="0"/>
                </a:moveTo>
                <a:lnTo>
                  <a:pt x="733409" y="0"/>
                </a:lnTo>
                <a:lnTo>
                  <a:pt x="733409" y="30568"/>
                </a:lnTo>
                <a:lnTo>
                  <a:pt x="0" y="30568"/>
                </a:lnTo>
                <a:close/>
              </a:path>
            </a:pathLst>
          </a:custGeom>
          <a:solidFill xmlns:a="http://schemas.openxmlformats.org/drawingml/2006/main">
            <a:srgbClr val="93A6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" name="path-705">
            <a:extLst xmlns:a="http://schemas.openxmlformats.org/drawingml/2006/main">
              <a:ext uri="{FF2B5EF4-FFF2-40B4-BE49-F238E27FC236}">
                <a16:creationId xmlns:a16="http://schemas.microsoft.com/office/drawing/2014/main" id="{88BB48C0-CA33-4B53-9469-42C5265D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187" y="922421"/>
            <a:ext cx="733409" cy="30568"/>
          </a:xfrm>
          <a:custGeom xmlns:a="http://schemas.openxmlformats.org/drawingml/2006/main">
            <a:pathLst>
              <a:path w="733409" h="30568">
                <a:moveTo>
                  <a:pt x="0" y="0"/>
                </a:moveTo>
                <a:lnTo>
                  <a:pt x="733409" y="0"/>
                </a:lnTo>
                <a:lnTo>
                  <a:pt x="733409" y="30568"/>
                </a:lnTo>
                <a:lnTo>
                  <a:pt x="0" y="305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93A6B9"/>
            </a:solidFill>
            <a:prstDash val="solid"/>
          </a:ln>
        </p:spPr>
      </p:sp>
      <p:sp>
        <p:nvSpPr>
          <p:cNvPr id="744" name="path-706">
            <a:extLst xmlns:a="http://schemas.openxmlformats.org/drawingml/2006/main">
              <a:ext uri="{FF2B5EF4-FFF2-40B4-BE49-F238E27FC236}">
                <a16:creationId xmlns:a16="http://schemas.microsoft.com/office/drawing/2014/main" id="{D8C5A4DF-4BAD-4221-A2BC-13F5FB7F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187" y="1039634"/>
            <a:ext cx="590801" cy="30568"/>
          </a:xfrm>
          <a:custGeom xmlns:a="http://schemas.openxmlformats.org/drawingml/2006/main">
            <a:pathLst>
              <a:path w="590801" h="30568">
                <a:moveTo>
                  <a:pt x="0" y="0"/>
                </a:moveTo>
                <a:lnTo>
                  <a:pt x="590801" y="0"/>
                </a:lnTo>
                <a:lnTo>
                  <a:pt x="590801" y="30568"/>
                </a:lnTo>
                <a:lnTo>
                  <a:pt x="0" y="30568"/>
                </a:lnTo>
                <a:close/>
              </a:path>
            </a:pathLst>
          </a:custGeom>
          <a:solidFill xmlns:a="http://schemas.openxmlformats.org/drawingml/2006/main">
            <a:srgbClr val="93A6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" name="path-707">
            <a:extLst xmlns:a="http://schemas.openxmlformats.org/drawingml/2006/main">
              <a:ext uri="{FF2B5EF4-FFF2-40B4-BE49-F238E27FC236}">
                <a16:creationId xmlns:a16="http://schemas.microsoft.com/office/drawing/2014/main" id="{96DD2977-C5C8-474A-9537-A0CA3C0A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187" y="1039634"/>
            <a:ext cx="590801" cy="30568"/>
          </a:xfrm>
          <a:custGeom xmlns:a="http://schemas.openxmlformats.org/drawingml/2006/main">
            <a:pathLst>
              <a:path w="590801" h="30568">
                <a:moveTo>
                  <a:pt x="0" y="0"/>
                </a:moveTo>
                <a:lnTo>
                  <a:pt x="590801" y="0"/>
                </a:lnTo>
                <a:lnTo>
                  <a:pt x="590801" y="30568"/>
                </a:lnTo>
                <a:lnTo>
                  <a:pt x="0" y="305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93A6B9"/>
            </a:solidFill>
            <a:prstDash val="solid"/>
          </a:ln>
        </p:spPr>
      </p:sp>
      <p:sp>
        <p:nvSpPr>
          <p:cNvPr id="746" name="path-708">
            <a:extLst xmlns:a="http://schemas.openxmlformats.org/drawingml/2006/main">
              <a:ext uri="{FF2B5EF4-FFF2-40B4-BE49-F238E27FC236}">
                <a16:creationId xmlns:a16="http://schemas.microsoft.com/office/drawing/2014/main" id="{E03D677A-18DF-411F-824D-20BB0C4C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187" y="1151681"/>
            <a:ext cx="402356" cy="35662"/>
          </a:xfrm>
          <a:custGeom xmlns:a="http://schemas.openxmlformats.org/drawingml/2006/main">
            <a:pathLst>
              <a:path w="402356" h="35662">
                <a:moveTo>
                  <a:pt x="0" y="0"/>
                </a:moveTo>
                <a:lnTo>
                  <a:pt x="402356" y="0"/>
                </a:lnTo>
                <a:lnTo>
                  <a:pt x="402356" y="35662"/>
                </a:lnTo>
                <a:lnTo>
                  <a:pt x="0" y="35662"/>
                </a:lnTo>
                <a:close/>
              </a:path>
            </a:pathLst>
          </a:custGeom>
          <a:solidFill xmlns:a="http://schemas.openxmlformats.org/drawingml/2006/main">
            <a:srgbClr val="93A6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" name="path-709">
            <a:extLst xmlns:a="http://schemas.openxmlformats.org/drawingml/2006/main">
              <a:ext uri="{FF2B5EF4-FFF2-40B4-BE49-F238E27FC236}">
                <a16:creationId xmlns:a16="http://schemas.microsoft.com/office/drawing/2014/main" id="{579AD0AC-2B7E-45DA-B295-40BF436A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187" y="1151681"/>
            <a:ext cx="402356" cy="35662"/>
          </a:xfrm>
          <a:custGeom xmlns:a="http://schemas.openxmlformats.org/drawingml/2006/main">
            <a:pathLst>
              <a:path w="402356" h="35662">
                <a:moveTo>
                  <a:pt x="0" y="0"/>
                </a:moveTo>
                <a:lnTo>
                  <a:pt x="402356" y="0"/>
                </a:lnTo>
                <a:lnTo>
                  <a:pt x="402356" y="35662"/>
                </a:lnTo>
                <a:lnTo>
                  <a:pt x="0" y="356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93A6B9"/>
            </a:solidFill>
            <a:prstDash val="solid"/>
          </a:ln>
        </p:spPr>
      </p:sp>
      <p:sp>
        <p:nvSpPr>
          <p:cNvPr id="748" name="path-710">
            <a:extLst xmlns:a="http://schemas.openxmlformats.org/drawingml/2006/main">
              <a:ext uri="{FF2B5EF4-FFF2-40B4-BE49-F238E27FC236}">
                <a16:creationId xmlns:a16="http://schemas.microsoft.com/office/drawing/2014/main" id="{DCF1666D-E304-4724-BCE6-E75F96B0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55" y="1538910"/>
            <a:ext cx="1752032" cy="967975"/>
          </a:xfrm>
          <a:custGeom xmlns:a="http://schemas.openxmlformats.org/drawingml/2006/main">
            <a:pathLst>
              <a:path w="1752032" h="967975">
                <a:moveTo>
                  <a:pt x="0" y="49304"/>
                </a:moveTo>
                <a:cubicBezTo>
                  <a:pt x="0" y="22070"/>
                  <a:pt x="22063" y="0"/>
                  <a:pt x="49283" y="0"/>
                </a:cubicBezTo>
                <a:lnTo>
                  <a:pt x="1702728" y="0"/>
                </a:lnTo>
                <a:cubicBezTo>
                  <a:pt x="1729962" y="0"/>
                  <a:pt x="1752032" y="22070"/>
                  <a:pt x="1752032" y="49304"/>
                </a:cubicBezTo>
                <a:lnTo>
                  <a:pt x="1752032" y="918671"/>
                </a:lnTo>
                <a:cubicBezTo>
                  <a:pt x="1752032" y="945905"/>
                  <a:pt x="1729962" y="967975"/>
                  <a:pt x="1702728" y="967975"/>
                </a:cubicBezTo>
                <a:lnTo>
                  <a:pt x="49283" y="967975"/>
                </a:lnTo>
                <a:cubicBezTo>
                  <a:pt x="22063" y="967975"/>
                  <a:pt x="0" y="945905"/>
                  <a:pt x="0" y="918671"/>
                </a:cubicBezTo>
                <a:lnTo>
                  <a:pt x="0" y="49304"/>
                </a:lnTo>
              </a:path>
            </a:pathLst>
          </a:custGeom>
          <a:solidFill xmlns:a="http://schemas.openxmlformats.org/drawingml/2006/main">
            <a:srgbClr val="F6F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" name="path-711">
            <a:extLst xmlns:a="http://schemas.openxmlformats.org/drawingml/2006/main">
              <a:ext uri="{FF2B5EF4-FFF2-40B4-BE49-F238E27FC236}">
                <a16:creationId xmlns:a16="http://schemas.microsoft.com/office/drawing/2014/main" id="{E10C1075-1D45-4954-97B1-72F258D9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55" y="1538910"/>
            <a:ext cx="1752032" cy="967975"/>
          </a:xfrm>
          <a:custGeom xmlns:a="http://schemas.openxmlformats.org/drawingml/2006/main">
            <a:pathLst>
              <a:path w="1752032" h="967975">
                <a:moveTo>
                  <a:pt x="0" y="49304"/>
                </a:moveTo>
                <a:cubicBezTo>
                  <a:pt x="0" y="22070"/>
                  <a:pt x="22063" y="0"/>
                  <a:pt x="49283" y="0"/>
                </a:cubicBezTo>
                <a:lnTo>
                  <a:pt x="1702728" y="0"/>
                </a:lnTo>
                <a:cubicBezTo>
                  <a:pt x="1729962" y="0"/>
                  <a:pt x="1752032" y="22070"/>
                  <a:pt x="1752032" y="49304"/>
                </a:cubicBezTo>
                <a:lnTo>
                  <a:pt x="1752032" y="918671"/>
                </a:lnTo>
                <a:cubicBezTo>
                  <a:pt x="1752032" y="945905"/>
                  <a:pt x="1729962" y="967975"/>
                  <a:pt x="1702728" y="967975"/>
                </a:cubicBezTo>
                <a:lnTo>
                  <a:pt x="49283" y="967975"/>
                </a:lnTo>
                <a:cubicBezTo>
                  <a:pt x="22063" y="967975"/>
                  <a:pt x="0" y="945905"/>
                  <a:pt x="0" y="918671"/>
                </a:cubicBezTo>
                <a:lnTo>
                  <a:pt x="0" y="49304"/>
                </a:lnTo>
              </a:path>
            </a:pathLst>
          </a:custGeom>
          <a:noFill xmlns:a="http://schemas.openxmlformats.org/drawingml/2006/main"/>
          <a:ln xmlns:a="http://schemas.openxmlformats.org/drawingml/2006/main" w="14152">
            <a:solidFill>
              <a:srgbClr val="2F5597"/>
            </a:solidFill>
            <a:prstDash val="solid"/>
          </a:ln>
        </p:spPr>
      </p:sp>
      <p:sp>
        <p:nvSpPr>
          <p:cNvPr id="750" name="text-712 Video">
            <a:extLst xmlns:a="http://schemas.openxmlformats.org/drawingml/2006/main">
              <a:ext uri="{FF2B5EF4-FFF2-40B4-BE49-F238E27FC236}">
                <a16:creationId xmlns:a16="http://schemas.microsoft.com/office/drawing/2014/main" id="{2E6D6D8B-3126-4FC2-8E80-32869A9F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452" y="1646304"/>
            <a:ext cx="392664" cy="195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2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2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102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751" name="text-712 +">
            <a:extLst xmlns:a="http://schemas.openxmlformats.org/drawingml/2006/main">
              <a:ext uri="{FF2B5EF4-FFF2-40B4-BE49-F238E27FC236}">
                <a16:creationId xmlns:a16="http://schemas.microsoft.com/office/drawing/2014/main" id="{AF813D55-E343-477A-BA95-8998F8FC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5846" y="1648470"/>
            <a:ext cx="108833" cy="192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08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752" name="text-712 question">
            <a:extLst xmlns:a="http://schemas.openxmlformats.org/drawingml/2006/main">
              <a:ext uri="{FF2B5EF4-FFF2-40B4-BE49-F238E27FC236}">
                <a16:creationId xmlns:a16="http://schemas.microsoft.com/office/drawing/2014/main" id="{F7542FC3-6E30-4D08-B7CD-496D401C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3313" y="1647169"/>
            <a:ext cx="565387" cy="194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09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753" name="text-713 Answer">
            <a:extLst xmlns:a="http://schemas.openxmlformats.org/drawingml/2006/main">
              <a:ext uri="{FF2B5EF4-FFF2-40B4-BE49-F238E27FC236}">
                <a16:creationId xmlns:a16="http://schemas.microsoft.com/office/drawing/2014/main" id="{662654F4-2C90-4CB2-AB75-2C0DE869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1119" y="2267652"/>
            <a:ext cx="508619" cy="195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09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754" name="text-713 +">
            <a:extLst xmlns:a="http://schemas.openxmlformats.org/drawingml/2006/main">
              <a:ext uri="{FF2B5EF4-FFF2-40B4-BE49-F238E27FC236}">
                <a16:creationId xmlns:a16="http://schemas.microsoft.com/office/drawing/2014/main" id="{5A5B3450-DAD0-4B7A-8741-F0FFF7F5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5688" y="2269476"/>
            <a:ext cx="108833" cy="192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08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755" name="text-714 E">
            <a:extLst xmlns:a="http://schemas.openxmlformats.org/drawingml/2006/main">
              <a:ext uri="{FF2B5EF4-FFF2-40B4-BE49-F238E27FC236}">
                <a16:creationId xmlns:a16="http://schemas.microsoft.com/office/drawing/2014/main" id="{280E1545-403F-4F43-B8C0-A9A3F5B9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2722" y="2269559"/>
            <a:ext cx="110768" cy="19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08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E</a:t>
            </a:r>
          </a:p>
        </p:txBody>
      </p:sp>
      <p:sp>
        <p:nvSpPr>
          <p:cNvPr id="756" name="text-715 vidence">
            <a:extLst xmlns:a="http://schemas.openxmlformats.org/drawingml/2006/main">
              <a:ext uri="{FF2B5EF4-FFF2-40B4-BE49-F238E27FC236}">
                <a16:creationId xmlns:a16="http://schemas.microsoft.com/office/drawing/2014/main" id="{66B0CDB3-B413-4108-9AA8-70CD34CB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0366" y="2267820"/>
            <a:ext cx="514181" cy="1951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09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vidence</a:t>
            </a:r>
          </a:p>
        </p:txBody>
      </p:sp>
      <p:sp>
        <p:nvSpPr>
          <p:cNvPr id="757" name="path-716">
            <a:extLst xmlns:a="http://schemas.openxmlformats.org/drawingml/2006/main">
              <a:ext uri="{FF2B5EF4-FFF2-40B4-BE49-F238E27FC236}">
                <a16:creationId xmlns:a16="http://schemas.microsoft.com/office/drawing/2014/main" id="{8C742961-800B-44E6-823F-A9D42FEE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63" y="3164039"/>
            <a:ext cx="1492283" cy="1049536"/>
          </a:xfrm>
          <a:custGeom xmlns:a="http://schemas.openxmlformats.org/drawingml/2006/main">
            <a:pathLst>
              <a:path w="1492283" h="1049536">
                <a:moveTo>
                  <a:pt x="0" y="70738"/>
                </a:moveTo>
                <a:cubicBezTo>
                  <a:pt x="0" y="31690"/>
                  <a:pt x="31648" y="0"/>
                  <a:pt x="70695" y="0"/>
                </a:cubicBezTo>
                <a:lnTo>
                  <a:pt x="1421617" y="0"/>
                </a:lnTo>
                <a:cubicBezTo>
                  <a:pt x="1460664" y="0"/>
                  <a:pt x="1492283" y="31690"/>
                  <a:pt x="1492283" y="70738"/>
                </a:cubicBezTo>
                <a:lnTo>
                  <a:pt x="1492283" y="978798"/>
                </a:lnTo>
                <a:cubicBezTo>
                  <a:pt x="1492283" y="1017845"/>
                  <a:pt x="1460664" y="1049536"/>
                  <a:pt x="1421617" y="1049536"/>
                </a:cubicBezTo>
                <a:lnTo>
                  <a:pt x="70695" y="1049536"/>
                </a:lnTo>
                <a:cubicBezTo>
                  <a:pt x="31648" y="1049536"/>
                  <a:pt x="0" y="1017845"/>
                  <a:pt x="0" y="978798"/>
                </a:cubicBezTo>
                <a:lnTo>
                  <a:pt x="0" y="7073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" name="path-717">
            <a:extLst xmlns:a="http://schemas.openxmlformats.org/drawingml/2006/main">
              <a:ext uri="{FF2B5EF4-FFF2-40B4-BE49-F238E27FC236}">
                <a16:creationId xmlns:a16="http://schemas.microsoft.com/office/drawing/2014/main" id="{638299AE-577B-4726-A5BA-D67E456D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63" y="3164039"/>
            <a:ext cx="1492283" cy="1049536"/>
          </a:xfrm>
          <a:custGeom xmlns:a="http://schemas.openxmlformats.org/drawingml/2006/main">
            <a:pathLst>
              <a:path w="1492283" h="1049536">
                <a:moveTo>
                  <a:pt x="0" y="70738"/>
                </a:moveTo>
                <a:cubicBezTo>
                  <a:pt x="0" y="31690"/>
                  <a:pt x="31648" y="0"/>
                  <a:pt x="70695" y="0"/>
                </a:cubicBezTo>
                <a:lnTo>
                  <a:pt x="1421617" y="0"/>
                </a:lnTo>
                <a:cubicBezTo>
                  <a:pt x="1460664" y="0"/>
                  <a:pt x="1492283" y="31690"/>
                  <a:pt x="1492283" y="70738"/>
                </a:cubicBezTo>
                <a:lnTo>
                  <a:pt x="1492283" y="978798"/>
                </a:lnTo>
                <a:cubicBezTo>
                  <a:pt x="1492283" y="1017845"/>
                  <a:pt x="1460664" y="1049536"/>
                  <a:pt x="1421617" y="1049536"/>
                </a:cubicBezTo>
                <a:lnTo>
                  <a:pt x="70695" y="1049536"/>
                </a:lnTo>
                <a:cubicBezTo>
                  <a:pt x="31648" y="1049536"/>
                  <a:pt x="0" y="1017845"/>
                  <a:pt x="0" y="978798"/>
                </a:cubicBezTo>
                <a:lnTo>
                  <a:pt x="0" y="70738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AFC3DB"/>
            </a:solidFill>
            <a:prstDash val="solid"/>
          </a:ln>
        </p:spPr>
      </p:sp>
      <p:sp>
        <p:nvSpPr>
          <p:cNvPr id="759" name="path-718">
            <a:extLst xmlns:a="http://schemas.openxmlformats.org/drawingml/2006/main">
              <a:ext uri="{FF2B5EF4-FFF2-40B4-BE49-F238E27FC236}">
                <a16:creationId xmlns:a16="http://schemas.microsoft.com/office/drawing/2014/main" id="{AC346F19-298E-4862-B9BF-6F307DE6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63" y="3164060"/>
            <a:ext cx="1492283" cy="178309"/>
          </a:xfrm>
          <a:custGeom xmlns:a="http://schemas.openxmlformats.org/drawingml/2006/main">
            <a:pathLst>
              <a:path w="1492283" h="178309">
                <a:moveTo>
                  <a:pt x="0" y="0"/>
                </a:moveTo>
                <a:lnTo>
                  <a:pt x="1492283" y="0"/>
                </a:lnTo>
                <a:lnTo>
                  <a:pt x="1492283" y="178309"/>
                </a:lnTo>
                <a:lnTo>
                  <a:pt x="0" y="178309"/>
                </a:lnTo>
                <a:close/>
              </a:path>
            </a:pathLst>
          </a:custGeom>
          <a:solidFill xmlns:a="http://schemas.openxmlformats.org/drawingml/2006/main">
            <a:srgbClr val="7890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" name="path-719">
            <a:extLst xmlns:a="http://schemas.openxmlformats.org/drawingml/2006/main">
              <a:ext uri="{FF2B5EF4-FFF2-40B4-BE49-F238E27FC236}">
                <a16:creationId xmlns:a16="http://schemas.microsoft.com/office/drawing/2014/main" id="{5E628399-F870-4353-95C5-B74520DC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63" y="3164060"/>
            <a:ext cx="1492283" cy="178309"/>
          </a:xfrm>
          <a:custGeom xmlns:a="http://schemas.openxmlformats.org/drawingml/2006/main">
            <a:pathLst>
              <a:path w="1492283" h="178309">
                <a:moveTo>
                  <a:pt x="0" y="0"/>
                </a:moveTo>
                <a:lnTo>
                  <a:pt x="1492283" y="0"/>
                </a:lnTo>
                <a:lnTo>
                  <a:pt x="1492283" y="178309"/>
                </a:lnTo>
                <a:lnTo>
                  <a:pt x="0" y="17830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7890A9"/>
            </a:solidFill>
            <a:prstDash val="solid"/>
          </a:ln>
        </p:spPr>
      </p:sp>
      <p:sp>
        <p:nvSpPr>
          <p:cNvPr id="761" name="path-720">
            <a:extLst xmlns:a="http://schemas.openxmlformats.org/drawingml/2006/main">
              <a:ext uri="{FF2B5EF4-FFF2-40B4-BE49-F238E27FC236}">
                <a16:creationId xmlns:a16="http://schemas.microsoft.com/office/drawing/2014/main" id="{FD4EB655-0CAD-4EFC-969D-AEB802E0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25" y="3230320"/>
            <a:ext cx="45838" cy="45838"/>
          </a:xfrm>
          <a:custGeom xmlns:a="http://schemas.openxmlformats.org/drawingml/2006/main">
            <a:pathLst>
              <a:path w="45838" h="45838">
                <a:moveTo>
                  <a:pt x="0" y="22919"/>
                </a:moveTo>
                <a:cubicBezTo>
                  <a:pt x="0" y="10257"/>
                  <a:pt x="10264" y="0"/>
                  <a:pt x="22919" y="0"/>
                </a:cubicBezTo>
                <a:cubicBezTo>
                  <a:pt x="35574" y="0"/>
                  <a:pt x="45838" y="10257"/>
                  <a:pt x="45838" y="22919"/>
                </a:cubicBezTo>
                <a:cubicBezTo>
                  <a:pt x="45838" y="35581"/>
                  <a:pt x="35574" y="45838"/>
                  <a:pt x="22919" y="45838"/>
                </a:cubicBezTo>
                <a:cubicBezTo>
                  <a:pt x="10264" y="45838"/>
                  <a:pt x="0" y="35581"/>
                  <a:pt x="0" y="22919"/>
                </a:cubicBezTo>
              </a:path>
            </a:pathLst>
          </a:custGeom>
          <a:solidFill xmlns:a="http://schemas.openxmlformats.org/drawingml/2006/main">
            <a:srgbClr val="FF81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" name="path-721">
            <a:extLst xmlns:a="http://schemas.openxmlformats.org/drawingml/2006/main">
              <a:ext uri="{FF2B5EF4-FFF2-40B4-BE49-F238E27FC236}">
                <a16:creationId xmlns:a16="http://schemas.microsoft.com/office/drawing/2014/main" id="{96297963-896F-4ADB-8B5D-76B64145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25" y="3230320"/>
            <a:ext cx="45838" cy="45838"/>
          </a:xfrm>
          <a:custGeom xmlns:a="http://schemas.openxmlformats.org/drawingml/2006/main">
            <a:pathLst>
              <a:path w="45838" h="45838">
                <a:moveTo>
                  <a:pt x="0" y="22919"/>
                </a:moveTo>
                <a:cubicBezTo>
                  <a:pt x="0" y="10257"/>
                  <a:pt x="10264" y="0"/>
                  <a:pt x="22919" y="0"/>
                </a:cubicBezTo>
                <a:cubicBezTo>
                  <a:pt x="35574" y="0"/>
                  <a:pt x="45838" y="10257"/>
                  <a:pt x="45838" y="22919"/>
                </a:cubicBezTo>
                <a:cubicBezTo>
                  <a:pt x="45838" y="35581"/>
                  <a:pt x="35574" y="45838"/>
                  <a:pt x="22919" y="45838"/>
                </a:cubicBezTo>
                <a:cubicBezTo>
                  <a:pt x="10264" y="45838"/>
                  <a:pt x="0" y="35581"/>
                  <a:pt x="0" y="229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8176"/>
            </a:solidFill>
            <a:prstDash val="solid"/>
          </a:ln>
        </p:spPr>
      </p:sp>
      <p:sp>
        <p:nvSpPr>
          <p:cNvPr id="763" name="path-722">
            <a:extLst xmlns:a="http://schemas.openxmlformats.org/drawingml/2006/main">
              <a:ext uri="{FF2B5EF4-FFF2-40B4-BE49-F238E27FC236}">
                <a16:creationId xmlns:a16="http://schemas.microsoft.com/office/drawing/2014/main" id="{0B2AD01C-23CC-482B-8355-EF080A85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94" y="3230320"/>
            <a:ext cx="50931" cy="45838"/>
          </a:xfrm>
          <a:custGeom xmlns:a="http://schemas.openxmlformats.org/drawingml/2006/main">
            <a:pathLst>
              <a:path w="50931" h="45838">
                <a:moveTo>
                  <a:pt x="0" y="22919"/>
                </a:moveTo>
                <a:cubicBezTo>
                  <a:pt x="0" y="10257"/>
                  <a:pt x="11403" y="0"/>
                  <a:pt x="25466" y="0"/>
                </a:cubicBezTo>
                <a:cubicBezTo>
                  <a:pt x="39528" y="0"/>
                  <a:pt x="50931" y="10257"/>
                  <a:pt x="50931" y="22919"/>
                </a:cubicBezTo>
                <a:cubicBezTo>
                  <a:pt x="50931" y="35581"/>
                  <a:pt x="39528" y="45838"/>
                  <a:pt x="25466" y="45838"/>
                </a:cubicBezTo>
                <a:cubicBezTo>
                  <a:pt x="11403" y="45838"/>
                  <a:pt x="0" y="35581"/>
                  <a:pt x="0" y="22919"/>
                </a:cubicBezTo>
              </a:path>
            </a:pathLst>
          </a:custGeom>
          <a:solidFill xmlns:a="http://schemas.openxmlformats.org/drawingml/2006/main">
            <a:srgbClr val="FFE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" name="path-723">
            <a:extLst xmlns:a="http://schemas.openxmlformats.org/drawingml/2006/main">
              <a:ext uri="{FF2B5EF4-FFF2-40B4-BE49-F238E27FC236}">
                <a16:creationId xmlns:a16="http://schemas.microsoft.com/office/drawing/2014/main" id="{484170C5-73AB-410C-9C99-FF5C9253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94" y="3230320"/>
            <a:ext cx="50931" cy="45838"/>
          </a:xfrm>
          <a:custGeom xmlns:a="http://schemas.openxmlformats.org/drawingml/2006/main">
            <a:pathLst>
              <a:path w="50931" h="45838">
                <a:moveTo>
                  <a:pt x="0" y="22919"/>
                </a:moveTo>
                <a:cubicBezTo>
                  <a:pt x="0" y="10257"/>
                  <a:pt x="11403" y="0"/>
                  <a:pt x="25466" y="0"/>
                </a:cubicBezTo>
                <a:cubicBezTo>
                  <a:pt x="39528" y="0"/>
                  <a:pt x="50931" y="10257"/>
                  <a:pt x="50931" y="22919"/>
                </a:cubicBezTo>
                <a:cubicBezTo>
                  <a:pt x="50931" y="35581"/>
                  <a:pt x="39528" y="45838"/>
                  <a:pt x="25466" y="45838"/>
                </a:cubicBezTo>
                <a:cubicBezTo>
                  <a:pt x="11403" y="45838"/>
                  <a:pt x="0" y="35581"/>
                  <a:pt x="0" y="229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E17B"/>
            </a:solidFill>
            <a:prstDash val="solid"/>
          </a:ln>
        </p:spPr>
      </p:sp>
      <p:sp>
        <p:nvSpPr>
          <p:cNvPr id="765" name="path-724">
            <a:extLst xmlns:a="http://schemas.openxmlformats.org/drawingml/2006/main">
              <a:ext uri="{FF2B5EF4-FFF2-40B4-BE49-F238E27FC236}">
                <a16:creationId xmlns:a16="http://schemas.microsoft.com/office/drawing/2014/main" id="{49F2B65F-F216-40B2-8BB7-92BFB8EB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57" y="3230320"/>
            <a:ext cx="45838" cy="45838"/>
          </a:xfrm>
          <a:custGeom xmlns:a="http://schemas.openxmlformats.org/drawingml/2006/main">
            <a:pathLst>
              <a:path w="45838" h="45838">
                <a:moveTo>
                  <a:pt x="0" y="22919"/>
                </a:moveTo>
                <a:cubicBezTo>
                  <a:pt x="0" y="10257"/>
                  <a:pt x="10264" y="0"/>
                  <a:pt x="22919" y="0"/>
                </a:cubicBezTo>
                <a:cubicBezTo>
                  <a:pt x="35574" y="0"/>
                  <a:pt x="45838" y="10257"/>
                  <a:pt x="45838" y="22919"/>
                </a:cubicBezTo>
                <a:cubicBezTo>
                  <a:pt x="45838" y="35581"/>
                  <a:pt x="35574" y="45838"/>
                  <a:pt x="22919" y="45838"/>
                </a:cubicBezTo>
                <a:cubicBezTo>
                  <a:pt x="10264" y="45838"/>
                  <a:pt x="0" y="35581"/>
                  <a:pt x="0" y="22919"/>
                </a:cubicBezTo>
              </a:path>
            </a:pathLst>
          </a:custGeom>
          <a:solidFill xmlns:a="http://schemas.openxmlformats.org/drawingml/2006/main">
            <a:srgbClr val="84D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" name="path-725">
            <a:extLst xmlns:a="http://schemas.openxmlformats.org/drawingml/2006/main">
              <a:ext uri="{FF2B5EF4-FFF2-40B4-BE49-F238E27FC236}">
                <a16:creationId xmlns:a16="http://schemas.microsoft.com/office/drawing/2014/main" id="{D5515730-F6B3-4318-BDFF-A5F97C90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57" y="3230320"/>
            <a:ext cx="45838" cy="45838"/>
          </a:xfrm>
          <a:custGeom xmlns:a="http://schemas.openxmlformats.org/drawingml/2006/main">
            <a:pathLst>
              <a:path w="45838" h="45838">
                <a:moveTo>
                  <a:pt x="0" y="22919"/>
                </a:moveTo>
                <a:cubicBezTo>
                  <a:pt x="0" y="10257"/>
                  <a:pt x="10264" y="0"/>
                  <a:pt x="22919" y="0"/>
                </a:cubicBezTo>
                <a:cubicBezTo>
                  <a:pt x="35574" y="0"/>
                  <a:pt x="45838" y="10257"/>
                  <a:pt x="45838" y="22919"/>
                </a:cubicBezTo>
                <a:cubicBezTo>
                  <a:pt x="45838" y="35581"/>
                  <a:pt x="35574" y="45838"/>
                  <a:pt x="22919" y="45838"/>
                </a:cubicBezTo>
                <a:cubicBezTo>
                  <a:pt x="10264" y="45838"/>
                  <a:pt x="0" y="35581"/>
                  <a:pt x="0" y="229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84DB9B"/>
            </a:solidFill>
            <a:prstDash val="solid"/>
          </a:ln>
        </p:spPr>
      </p:sp>
      <p:sp>
        <p:nvSpPr>
          <p:cNvPr id="767" name="text-726 1">
            <a:extLst xmlns:a="http://schemas.openxmlformats.org/drawingml/2006/main">
              <a:ext uri="{FF2B5EF4-FFF2-40B4-BE49-F238E27FC236}">
                <a16:creationId xmlns:a16="http://schemas.microsoft.com/office/drawing/2014/main" id="{33FE2149-C693-421C-AAAD-92FC7873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698" y="3446282"/>
            <a:ext cx="73953" cy="16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pPr>
            <a:r>
              <a: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768" name="text-727 2">
            <a:extLst xmlns:a="http://schemas.openxmlformats.org/drawingml/2006/main">
              <a:ext uri="{FF2B5EF4-FFF2-40B4-BE49-F238E27FC236}">
                <a16:creationId xmlns:a16="http://schemas.microsoft.com/office/drawing/2014/main" id="{D3DAAA8B-37A1-47EC-A74A-4A88E23E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389" y="3624316"/>
            <a:ext cx="92745" cy="164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pPr>
            <a:r>
              <a: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769" name="text-728 3">
            <a:extLst xmlns:a="http://schemas.openxmlformats.org/drawingml/2006/main">
              <a:ext uri="{FF2B5EF4-FFF2-40B4-BE49-F238E27FC236}">
                <a16:creationId xmlns:a16="http://schemas.microsoft.com/office/drawing/2014/main" id="{50C0747E-8097-41B6-9948-90F96CBE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389" y="3802929"/>
            <a:ext cx="92745" cy="164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pPr>
            <a:r>
              <a: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770" name="text-729 4">
            <a:extLst xmlns:a="http://schemas.openxmlformats.org/drawingml/2006/main">
              <a:ext uri="{FF2B5EF4-FFF2-40B4-BE49-F238E27FC236}">
                <a16:creationId xmlns:a16="http://schemas.microsoft.com/office/drawing/2014/main" id="{012EF7C1-CBD9-4906-BE05-F0566663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389" y="3981046"/>
            <a:ext cx="92745" cy="164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pPr>
            <a:r>
              <a: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rPr>
              <a:t>4</a:t>
            </a:r>
          </a:p>
        </p:txBody>
      </p:sp>
      <p:sp>
        <p:nvSpPr>
          <p:cNvPr id="771" name="text-730 def">
            <a:extLst xmlns:a="http://schemas.openxmlformats.org/drawingml/2006/main">
              <a:ext uri="{FF2B5EF4-FFF2-40B4-BE49-F238E27FC236}">
                <a16:creationId xmlns:a16="http://schemas.microsoft.com/office/drawing/2014/main" id="{5FCA9D0F-F2C0-40C9-8839-00F4D168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393" y="3436537"/>
            <a:ext cx="243980" cy="186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8" b="1" i="0">
                <a:solidFill>
                  <a:srgbClr val="B12FF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8" b="1" i="0">
                <a:solidFill>
                  <a:srgbClr val="B12FF0"/>
                </a:solidFill>
                <a:latin typeface="Comic Sans MS"/>
                <a:ea typeface="Comic Sans MS"/>
                <a:cs typeface="Comic Sans MS"/>
              </a:defRPr>
            </a:pPr>
            <a:r>
              <a:rPr sz="1048" b="1" i="0">
                <a:solidFill>
                  <a:srgbClr val="B12FF0"/>
                </a:solidFill>
                <a:latin typeface="Comic Sans MS"/>
                <a:ea typeface="Comic Sans MS"/>
                <a:cs typeface="Comic Sans MS"/>
              </a:rPr>
              <a:t>def</a:t>
            </a:r>
          </a:p>
        </p:txBody>
      </p:sp>
      <p:sp>
        <p:nvSpPr>
          <p:cNvPr id="772" name="text-731 a">
            <a:extLst xmlns:a="http://schemas.openxmlformats.org/drawingml/2006/main">
              <a:ext uri="{FF2B5EF4-FFF2-40B4-BE49-F238E27FC236}">
                <a16:creationId xmlns:a16="http://schemas.microsoft.com/office/drawing/2014/main" id="{02D1724A-89A2-4ECD-A3BD-2E9AC5B7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811" y="3436958"/>
            <a:ext cx="97565" cy="185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5" b="1" i="0">
                <a:solidFill>
                  <a:srgbClr val="1768D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5" b="1" i="0">
                <a:solidFill>
                  <a:srgbClr val="1768DC"/>
                </a:solidFill>
                <a:latin typeface="Comic Sans MS"/>
                <a:ea typeface="Comic Sans MS"/>
                <a:cs typeface="Comic Sans MS"/>
              </a:defRPr>
            </a:pPr>
            <a:r>
              <a:rPr sz="1045" b="1" i="0">
                <a:solidFill>
                  <a:srgbClr val="1768DC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773" name="text-732 nswer">
            <a:extLst xmlns:a="http://schemas.openxmlformats.org/drawingml/2006/main">
              <a:ext uri="{FF2B5EF4-FFF2-40B4-BE49-F238E27FC236}">
                <a16:creationId xmlns:a16="http://schemas.microsoft.com/office/drawing/2014/main" id="{10459CF6-98CA-4C8C-ADD6-0554A7C8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8166" y="3438248"/>
            <a:ext cx="382524" cy="183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5" b="1" i="0">
                <a:solidFill>
                  <a:srgbClr val="1768D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5" b="1" i="0">
                <a:solidFill>
                  <a:srgbClr val="1768DC"/>
                </a:solidFill>
                <a:latin typeface="Comic Sans MS"/>
                <a:ea typeface="Comic Sans MS"/>
                <a:cs typeface="Comic Sans MS"/>
              </a:defRPr>
            </a:pPr>
            <a:r>
              <a:rPr sz="1035" b="1" i="0">
                <a:solidFill>
                  <a:srgbClr val="1768DC"/>
                </a:solidFill>
                <a:latin typeface="Comic Sans MS"/>
                <a:ea typeface="Comic Sans MS"/>
                <a:cs typeface="Comic Sans MS"/>
              </a:rPr>
              <a:t>nswer</a:t>
            </a:r>
          </a:p>
        </p:txBody>
      </p:sp>
      <p:sp>
        <p:nvSpPr>
          <p:cNvPr id="774" name="text-733 ():">
            <a:extLst xmlns:a="http://schemas.openxmlformats.org/drawingml/2006/main">
              <a:ext uri="{FF2B5EF4-FFF2-40B4-BE49-F238E27FC236}">
                <a16:creationId xmlns:a16="http://schemas.microsoft.com/office/drawing/2014/main" id="{34360B4F-4F61-49E1-BBBA-E7E77729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0343" y="3437343"/>
            <a:ext cx="160103" cy="185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2" b="0" i="0">
                <a:solidFill>
                  <a:srgbClr val="263E5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2" b="0" i="0">
                <a:solidFill>
                  <a:srgbClr val="263E5B"/>
                </a:solidFill>
                <a:latin typeface="Comic Sans MS"/>
                <a:ea typeface="Comic Sans MS"/>
                <a:cs typeface="Comic Sans MS"/>
              </a:defRPr>
            </a:pPr>
            <a:r>
              <a:rPr sz="1042" b="0" i="0">
                <a:solidFill>
                  <a:srgbClr val="263E5B"/>
                </a:solidFill>
                <a:latin typeface="Comic Sans MS"/>
                <a:ea typeface="Comic Sans MS"/>
                <a:cs typeface="Comic Sans MS"/>
              </a:rPr>
              <a:t>():</a:t>
            </a:r>
          </a:p>
        </p:txBody>
      </p:sp>
      <p:sp>
        <p:nvSpPr>
          <p:cNvPr id="775" name="text-734 obs">
            <a:extLst xmlns:a="http://schemas.openxmlformats.org/drawingml/2006/main">
              <a:ext uri="{FF2B5EF4-FFF2-40B4-BE49-F238E27FC236}">
                <a16:creationId xmlns:a16="http://schemas.microsoft.com/office/drawing/2014/main" id="{4A629FD3-D1F2-4BF4-AD7F-8E8BD24C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899" y="3615519"/>
            <a:ext cx="235937" cy="185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1" b="1" i="0">
                <a:solidFill>
                  <a:srgbClr val="2E70D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1" b="1" i="0">
                <a:solidFill>
                  <a:srgbClr val="2E70DE"/>
                </a:solidFill>
                <a:latin typeface="Comic Sans MS"/>
                <a:ea typeface="Comic Sans MS"/>
                <a:cs typeface="Comic Sans MS"/>
              </a:defRPr>
            </a:pPr>
            <a:r>
              <a:rPr sz="1041" b="1" i="0">
                <a:solidFill>
                  <a:srgbClr val="2E70DE"/>
                </a:solidFill>
                <a:latin typeface="Comic Sans MS"/>
                <a:ea typeface="Comic Sans MS"/>
                <a:cs typeface="Comic Sans MS"/>
              </a:rPr>
              <a:t>obs</a:t>
            </a:r>
          </a:p>
        </p:txBody>
      </p:sp>
      <p:sp>
        <p:nvSpPr>
          <p:cNvPr id="776" name="text-735 =">
            <a:extLst xmlns:a="http://schemas.openxmlformats.org/drawingml/2006/main">
              <a:ext uri="{FF2B5EF4-FFF2-40B4-BE49-F238E27FC236}">
                <a16:creationId xmlns:a16="http://schemas.microsoft.com/office/drawing/2014/main" id="{EE70B6F8-ECFC-4925-A1D2-4163CAD2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589" y="3615063"/>
            <a:ext cx="104818" cy="18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5" b="1" i="0">
                <a:solidFill>
                  <a:srgbClr val="B12FF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5" b="1" i="0">
                <a:solidFill>
                  <a:srgbClr val="B12FF0"/>
                </a:solidFill>
                <a:latin typeface="Comic Sans MS"/>
                <a:ea typeface="Comic Sans MS"/>
                <a:cs typeface="Comic Sans MS"/>
              </a:defRPr>
            </a:pPr>
            <a:r>
              <a:rPr sz="1045" b="1" i="0">
                <a:solidFill>
                  <a:srgbClr val="B12FF0"/>
                </a:solidFill>
                <a:latin typeface="Comic Sans MS"/>
                <a:ea typeface="Comic Sans MS"/>
                <a:cs typeface="Comic Sans MS"/>
              </a:rPr>
              <a:t>=</a:t>
            </a:r>
          </a:p>
        </p:txBody>
      </p:sp>
      <p:sp>
        <p:nvSpPr>
          <p:cNvPr id="777" name="text-736 tool">
            <a:extLst xmlns:a="http://schemas.openxmlformats.org/drawingml/2006/main">
              <a:ext uri="{FF2B5EF4-FFF2-40B4-BE49-F238E27FC236}">
                <a16:creationId xmlns:a16="http://schemas.microsoft.com/office/drawing/2014/main" id="{FF0203DE-5C16-4259-8C51-05FC5183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431" y="3616957"/>
            <a:ext cx="258366" cy="183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0" b="0" i="0">
                <a:solidFill>
                  <a:srgbClr val="216F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0" b="0" i="0">
                <a:solidFill>
                  <a:srgbClr val="216F7C"/>
                </a:solidFill>
                <a:latin typeface="Comic Sans MS"/>
                <a:ea typeface="Comic Sans MS"/>
                <a:cs typeface="Comic Sans MS"/>
              </a:defRPr>
            </a:pPr>
            <a:r>
              <a:rPr sz="1030" b="0" i="0">
                <a:solidFill>
                  <a:srgbClr val="216F7C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778" name="text-737 ()">
            <a:extLst xmlns:a="http://schemas.openxmlformats.org/drawingml/2006/main">
              <a:ext uri="{FF2B5EF4-FFF2-40B4-BE49-F238E27FC236}">
                <a16:creationId xmlns:a16="http://schemas.microsoft.com/office/drawing/2014/main" id="{642A6C92-8270-4A98-85CC-074EC856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185" y="3611852"/>
            <a:ext cx="123953" cy="190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0" b="0" i="0">
                <a:solidFill>
                  <a:srgbClr val="263E5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0" b="0" i="0">
                <a:solidFill>
                  <a:srgbClr val="263E5B"/>
                </a:solidFill>
                <a:latin typeface="Comic Sans MS"/>
                <a:ea typeface="Comic Sans MS"/>
                <a:cs typeface="Comic Sans MS"/>
              </a:defRPr>
            </a:pPr>
            <a:r>
              <a:rPr sz="1070" b="0" i="0">
                <a:solidFill>
                  <a:srgbClr val="263E5B"/>
                </a:solidFill>
                <a:latin typeface="Comic Sans MS"/>
                <a:ea typeface="Comic Sans MS"/>
                <a:cs typeface="Comic Sans MS"/>
              </a:rPr>
              <a:t>()</a:t>
            </a:r>
          </a:p>
        </p:txBody>
      </p:sp>
      <p:sp>
        <p:nvSpPr>
          <p:cNvPr id="779" name="text-738 reason">
            <a:extLst xmlns:a="http://schemas.openxmlformats.org/drawingml/2006/main">
              <a:ext uri="{FF2B5EF4-FFF2-40B4-BE49-F238E27FC236}">
                <a16:creationId xmlns:a16="http://schemas.microsoft.com/office/drawing/2014/main" id="{AC110CA1-6026-4834-8CD3-D33F138E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899" y="3794541"/>
            <a:ext cx="428876" cy="184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8" b="0" i="0">
                <a:solidFill>
                  <a:srgbClr val="3DA35A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8" b="0" i="0">
                <a:solidFill>
                  <a:srgbClr val="3DA35A"/>
                </a:solidFill>
                <a:latin typeface="Comic Sans MS"/>
                <a:ea typeface="Comic Sans MS"/>
                <a:cs typeface="Comic Sans MS"/>
              </a:defRPr>
            </a:pPr>
            <a:r>
              <a:rPr sz="1038" b="0" i="0">
                <a:solidFill>
                  <a:srgbClr val="3DA35A"/>
                </a:solidFill>
                <a:latin typeface="Comic Sans MS"/>
                <a:ea typeface="Comic Sans MS"/>
                <a:cs typeface="Comic Sans MS"/>
              </a:rPr>
              <a:t>reason</a:t>
            </a:r>
          </a:p>
        </p:txBody>
      </p:sp>
      <p:sp>
        <p:nvSpPr>
          <p:cNvPr id="780" name="text-739 ()">
            <a:extLst xmlns:a="http://schemas.openxmlformats.org/drawingml/2006/main">
              <a:ext uri="{FF2B5EF4-FFF2-40B4-BE49-F238E27FC236}">
                <a16:creationId xmlns:a16="http://schemas.microsoft.com/office/drawing/2014/main" id="{209215F0-86BC-4CEE-97F7-6CECDFA7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212" y="3790464"/>
            <a:ext cx="123953" cy="190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0" b="0" i="0">
                <a:solidFill>
                  <a:srgbClr val="263E5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0" b="0" i="0">
                <a:solidFill>
                  <a:srgbClr val="263E5B"/>
                </a:solidFill>
                <a:latin typeface="Comic Sans MS"/>
                <a:ea typeface="Comic Sans MS"/>
                <a:cs typeface="Comic Sans MS"/>
              </a:defRPr>
            </a:pPr>
            <a:r>
              <a:rPr sz="1070" b="0" i="0">
                <a:solidFill>
                  <a:srgbClr val="263E5B"/>
                </a:solidFill>
                <a:latin typeface="Comic Sans MS"/>
                <a:ea typeface="Comic Sans MS"/>
                <a:cs typeface="Comic Sans MS"/>
              </a:rPr>
              <a:t>()</a:t>
            </a:r>
          </a:p>
        </p:txBody>
      </p:sp>
      <p:sp>
        <p:nvSpPr>
          <p:cNvPr id="781" name="text-740 return">
            <a:extLst xmlns:a="http://schemas.openxmlformats.org/drawingml/2006/main">
              <a:ext uri="{FF2B5EF4-FFF2-40B4-BE49-F238E27FC236}">
                <a16:creationId xmlns:a16="http://schemas.microsoft.com/office/drawing/2014/main" id="{2B2BE3AE-42C7-4AFF-8BC9-CAA67F98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899" y="3972395"/>
            <a:ext cx="424004" cy="184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1" i="0">
                <a:solidFill>
                  <a:srgbClr val="B12FF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1" i="0">
                <a:solidFill>
                  <a:srgbClr val="B12FF0"/>
                </a:solidFill>
                <a:latin typeface="Comic Sans MS"/>
                <a:ea typeface="Comic Sans MS"/>
                <a:cs typeface="Comic Sans MS"/>
              </a:defRPr>
            </a:pPr>
            <a:r>
              <a:rPr sz="1040" b="1" i="0">
                <a:solidFill>
                  <a:srgbClr val="B12FF0"/>
                </a:solidFill>
                <a:latin typeface="Comic Sans MS"/>
                <a:ea typeface="Comic Sans MS"/>
                <a:cs typeface="Comic Sans MS"/>
              </a:rPr>
              <a:t>return</a:t>
            </a:r>
          </a:p>
        </p:txBody>
      </p:sp>
      <p:sp>
        <p:nvSpPr>
          <p:cNvPr id="782" name="text-741 result">
            <a:extLst xmlns:a="http://schemas.openxmlformats.org/drawingml/2006/main">
              <a:ext uri="{FF2B5EF4-FFF2-40B4-BE49-F238E27FC236}">
                <a16:creationId xmlns:a16="http://schemas.microsoft.com/office/drawing/2014/main" id="{3E3EF5B8-5715-4470-9A0D-3D582E95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2532" y="3972561"/>
            <a:ext cx="391455" cy="18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8" b="1" i="0">
                <a:solidFill>
                  <a:srgbClr val="1768D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8" b="1" i="0">
                <a:solidFill>
                  <a:srgbClr val="1768DC"/>
                </a:solidFill>
                <a:latin typeface="Comic Sans MS"/>
                <a:ea typeface="Comic Sans MS"/>
                <a:cs typeface="Comic Sans MS"/>
              </a:defRPr>
            </a:pPr>
            <a:r>
              <a:rPr sz="1038" b="1" i="0">
                <a:solidFill>
                  <a:srgbClr val="1768DC"/>
                </a:solidFill>
                <a:latin typeface="Comic Sans MS"/>
                <a:ea typeface="Comic Sans MS"/>
                <a:cs typeface="Comic Sans MS"/>
              </a:rPr>
              <a:t>result</a:t>
            </a:r>
          </a:p>
        </p:txBody>
      </p:sp>
      <p:sp>
        <p:nvSpPr>
          <p:cNvPr id="783" name="text-742 Review">
            <a:extLst xmlns:a="http://schemas.openxmlformats.org/drawingml/2006/main">
              <a:ext uri="{FF2B5EF4-FFF2-40B4-BE49-F238E27FC236}">
                <a16:creationId xmlns:a16="http://schemas.microsoft.com/office/drawing/2014/main" id="{81785721-1638-47E2-9C6E-94AA67CF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8810" y="2861531"/>
            <a:ext cx="622583" cy="257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4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Review</a:t>
            </a:r>
          </a:p>
        </p:txBody>
      </p:sp>
      <p:sp>
        <p:nvSpPr>
          <p:cNvPr id="784" name="text-742 &amp;">
            <a:extLst xmlns:a="http://schemas.openxmlformats.org/drawingml/2006/main">
              <a:ext uri="{FF2B5EF4-FFF2-40B4-BE49-F238E27FC236}">
                <a16:creationId xmlns:a16="http://schemas.microsoft.com/office/drawing/2014/main" id="{D4A3A4D5-48B9-4361-A74C-BAD95743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6671" y="2861783"/>
            <a:ext cx="153110" cy="256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4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785" name="text-742 Diagnosis">
            <a:extLst xmlns:a="http://schemas.openxmlformats.org/drawingml/2006/main">
              <a:ext uri="{FF2B5EF4-FFF2-40B4-BE49-F238E27FC236}">
                <a16:creationId xmlns:a16="http://schemas.microsoft.com/office/drawing/2014/main" id="{D17FD604-CD1A-4886-9FE3-BDC892F4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5434" y="2861088"/>
            <a:ext cx="841931" cy="257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0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0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50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Diagnosis</a:t>
            </a:r>
          </a:p>
        </p:txBody>
      </p:sp>
      <p:sp>
        <p:nvSpPr>
          <p:cNvPr id="786" name="path-743">
            <a:extLst xmlns:a="http://schemas.openxmlformats.org/drawingml/2006/main">
              <a:ext uri="{FF2B5EF4-FFF2-40B4-BE49-F238E27FC236}">
                <a16:creationId xmlns:a16="http://schemas.microsoft.com/office/drawing/2014/main" id="{E7094A09-0246-4870-A54B-896EACC8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320" y="3214970"/>
            <a:ext cx="1283466" cy="1008791"/>
          </a:xfrm>
          <a:custGeom xmlns:a="http://schemas.openxmlformats.org/drawingml/2006/main">
            <a:pathLst>
              <a:path w="1283466" h="1008791">
                <a:moveTo>
                  <a:pt x="0" y="67979"/>
                </a:moveTo>
                <a:cubicBezTo>
                  <a:pt x="0" y="30488"/>
                  <a:pt x="30417" y="0"/>
                  <a:pt x="67979" y="0"/>
                </a:cubicBezTo>
                <a:lnTo>
                  <a:pt x="1215486" y="0"/>
                </a:lnTo>
                <a:cubicBezTo>
                  <a:pt x="1253048" y="0"/>
                  <a:pt x="1283466" y="30488"/>
                  <a:pt x="1283466" y="67979"/>
                </a:cubicBezTo>
                <a:lnTo>
                  <a:pt x="1283466" y="940812"/>
                </a:lnTo>
                <a:cubicBezTo>
                  <a:pt x="1283466" y="978303"/>
                  <a:pt x="1253048" y="1008791"/>
                  <a:pt x="1215486" y="1008791"/>
                </a:cubicBezTo>
                <a:lnTo>
                  <a:pt x="67979" y="1008791"/>
                </a:lnTo>
                <a:cubicBezTo>
                  <a:pt x="30417" y="1008791"/>
                  <a:pt x="0" y="978303"/>
                  <a:pt x="0" y="940812"/>
                </a:cubicBezTo>
                <a:lnTo>
                  <a:pt x="0" y="6797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" name="path-744">
            <a:extLst xmlns:a="http://schemas.openxmlformats.org/drawingml/2006/main">
              <a:ext uri="{FF2B5EF4-FFF2-40B4-BE49-F238E27FC236}">
                <a16:creationId xmlns:a16="http://schemas.microsoft.com/office/drawing/2014/main" id="{1492DE32-3846-4A23-B622-2F19DB7E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320" y="3214970"/>
            <a:ext cx="1283466" cy="1008791"/>
          </a:xfrm>
          <a:custGeom xmlns:a="http://schemas.openxmlformats.org/drawingml/2006/main">
            <a:pathLst>
              <a:path w="1283466" h="1008791">
                <a:moveTo>
                  <a:pt x="0" y="67979"/>
                </a:moveTo>
                <a:cubicBezTo>
                  <a:pt x="0" y="30488"/>
                  <a:pt x="30417" y="0"/>
                  <a:pt x="67979" y="0"/>
                </a:cubicBezTo>
                <a:lnTo>
                  <a:pt x="1215486" y="0"/>
                </a:lnTo>
                <a:cubicBezTo>
                  <a:pt x="1253048" y="0"/>
                  <a:pt x="1283466" y="30488"/>
                  <a:pt x="1283466" y="67979"/>
                </a:cubicBezTo>
                <a:lnTo>
                  <a:pt x="1283466" y="940812"/>
                </a:lnTo>
                <a:cubicBezTo>
                  <a:pt x="1283466" y="978303"/>
                  <a:pt x="1253048" y="1008791"/>
                  <a:pt x="1215486" y="1008791"/>
                </a:cubicBezTo>
                <a:lnTo>
                  <a:pt x="67979" y="1008791"/>
                </a:lnTo>
                <a:cubicBezTo>
                  <a:pt x="30417" y="1008791"/>
                  <a:pt x="0" y="978303"/>
                  <a:pt x="0" y="940812"/>
                </a:cubicBezTo>
                <a:lnTo>
                  <a:pt x="0" y="67979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788" name="path-745">
            <a:extLst xmlns:a="http://schemas.openxmlformats.org/drawingml/2006/main">
              <a:ext uri="{FF2B5EF4-FFF2-40B4-BE49-F238E27FC236}">
                <a16:creationId xmlns:a16="http://schemas.microsoft.com/office/drawing/2014/main" id="{514C8240-F260-4281-9B8F-6C8F51C8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636" y="3365287"/>
            <a:ext cx="50932" cy="56025"/>
          </a:xfrm>
          <a:custGeom xmlns:a="http://schemas.openxmlformats.org/drawingml/2006/main">
            <a:pathLst>
              <a:path w="50932" h="56025">
                <a:moveTo>
                  <a:pt x="0" y="0"/>
                </a:moveTo>
                <a:lnTo>
                  <a:pt x="50932" y="56025"/>
                </a:lnTo>
              </a:path>
            </a:pathLst>
          </a:custGeom>
          <a:noFill xmlns:a="http://schemas.openxmlformats.org/drawingml/2006/main"/>
          <a:ln xmlns:a="http://schemas.openxmlformats.org/drawingml/2006/main" w="31045">
            <a:solidFill>
              <a:srgbClr val="58B85A"/>
            </a:solidFill>
            <a:prstDash val="solid"/>
          </a:ln>
        </p:spPr>
      </p:sp>
      <p:sp>
        <p:nvSpPr>
          <p:cNvPr id="789" name="path-746">
            <a:extLst xmlns:a="http://schemas.openxmlformats.org/drawingml/2006/main">
              <a:ext uri="{FF2B5EF4-FFF2-40B4-BE49-F238E27FC236}">
                <a16:creationId xmlns:a16="http://schemas.microsoft.com/office/drawing/2014/main" id="{B58E78B4-E604-4FD2-A515-9FFCCE69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568" y="3314357"/>
            <a:ext cx="91676" cy="106955"/>
          </a:xfrm>
          <a:custGeom xmlns:a="http://schemas.openxmlformats.org/drawingml/2006/main">
            <a:pathLst>
              <a:path w="91676" h="106955">
                <a:moveTo>
                  <a:pt x="0" y="106955"/>
                </a:moveTo>
                <a:lnTo>
                  <a:pt x="916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045">
            <a:solidFill>
              <a:srgbClr val="58B85A"/>
            </a:solidFill>
            <a:prstDash val="solid"/>
          </a:ln>
        </p:spPr>
      </p:sp>
      <p:sp>
        <p:nvSpPr>
          <p:cNvPr id="790" name="path-747">
            <a:extLst xmlns:a="http://schemas.openxmlformats.org/drawingml/2006/main">
              <a:ext uri="{FF2B5EF4-FFF2-40B4-BE49-F238E27FC236}">
                <a16:creationId xmlns:a16="http://schemas.microsoft.com/office/drawing/2014/main" id="{F87076F8-3F80-4B3F-A204-01FBC4B9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636" y="3569083"/>
            <a:ext cx="50932" cy="56024"/>
          </a:xfrm>
          <a:custGeom xmlns:a="http://schemas.openxmlformats.org/drawingml/2006/main">
            <a:pathLst>
              <a:path w="50932" h="56024">
                <a:moveTo>
                  <a:pt x="0" y="0"/>
                </a:moveTo>
                <a:lnTo>
                  <a:pt x="50932" y="56024"/>
                </a:lnTo>
              </a:path>
            </a:pathLst>
          </a:custGeom>
          <a:noFill xmlns:a="http://schemas.openxmlformats.org/drawingml/2006/main"/>
          <a:ln xmlns:a="http://schemas.openxmlformats.org/drawingml/2006/main" w="31045">
            <a:solidFill>
              <a:srgbClr val="58B85A"/>
            </a:solidFill>
            <a:prstDash val="solid"/>
          </a:ln>
        </p:spPr>
      </p:sp>
      <p:sp>
        <p:nvSpPr>
          <p:cNvPr id="791" name="path-748">
            <a:extLst xmlns:a="http://schemas.openxmlformats.org/drawingml/2006/main">
              <a:ext uri="{FF2B5EF4-FFF2-40B4-BE49-F238E27FC236}">
                <a16:creationId xmlns:a16="http://schemas.microsoft.com/office/drawing/2014/main" id="{7ADBF738-A9AF-4DB7-A19A-BFE12C1F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568" y="3513059"/>
            <a:ext cx="91676" cy="112049"/>
          </a:xfrm>
          <a:custGeom xmlns:a="http://schemas.openxmlformats.org/drawingml/2006/main">
            <a:pathLst>
              <a:path w="91676" h="112049">
                <a:moveTo>
                  <a:pt x="0" y="112049"/>
                </a:moveTo>
                <a:lnTo>
                  <a:pt x="916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045">
            <a:solidFill>
              <a:srgbClr val="58B85A"/>
            </a:solidFill>
            <a:prstDash val="solid"/>
          </a:ln>
        </p:spPr>
      </p:sp>
      <p:sp>
        <p:nvSpPr>
          <p:cNvPr id="792" name="path-749">
            <a:extLst xmlns:a="http://schemas.openxmlformats.org/drawingml/2006/main">
              <a:ext uri="{FF2B5EF4-FFF2-40B4-BE49-F238E27FC236}">
                <a16:creationId xmlns:a16="http://schemas.microsoft.com/office/drawing/2014/main" id="{784F267C-959C-4CA0-B73D-595301A9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636" y="3767785"/>
            <a:ext cx="50932" cy="56025"/>
          </a:xfrm>
          <a:custGeom xmlns:a="http://schemas.openxmlformats.org/drawingml/2006/main">
            <a:pathLst>
              <a:path w="50932" h="56025">
                <a:moveTo>
                  <a:pt x="0" y="0"/>
                </a:moveTo>
                <a:lnTo>
                  <a:pt x="50932" y="56025"/>
                </a:lnTo>
              </a:path>
            </a:pathLst>
          </a:custGeom>
          <a:noFill xmlns:a="http://schemas.openxmlformats.org/drawingml/2006/main"/>
          <a:ln xmlns:a="http://schemas.openxmlformats.org/drawingml/2006/main" w="31045">
            <a:solidFill>
              <a:srgbClr val="58B85A"/>
            </a:solidFill>
            <a:prstDash val="solid"/>
          </a:ln>
        </p:spPr>
      </p:sp>
      <p:sp>
        <p:nvSpPr>
          <p:cNvPr id="793" name="path-750">
            <a:extLst xmlns:a="http://schemas.openxmlformats.org/drawingml/2006/main">
              <a:ext uri="{FF2B5EF4-FFF2-40B4-BE49-F238E27FC236}">
                <a16:creationId xmlns:a16="http://schemas.microsoft.com/office/drawing/2014/main" id="{38475309-E00A-4CA1-83B4-15D3F985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568" y="3716783"/>
            <a:ext cx="91676" cy="107027"/>
          </a:xfrm>
          <a:custGeom xmlns:a="http://schemas.openxmlformats.org/drawingml/2006/main">
            <a:pathLst>
              <a:path w="91676" h="107027">
                <a:moveTo>
                  <a:pt x="0" y="107027"/>
                </a:moveTo>
                <a:lnTo>
                  <a:pt x="916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045">
            <a:solidFill>
              <a:srgbClr val="58B85A"/>
            </a:solidFill>
            <a:prstDash val="solid"/>
          </a:ln>
        </p:spPr>
      </p:sp>
      <p:sp>
        <p:nvSpPr>
          <p:cNvPr id="794" name="path-751">
            <a:extLst xmlns:a="http://schemas.openxmlformats.org/drawingml/2006/main">
              <a:ext uri="{FF2B5EF4-FFF2-40B4-BE49-F238E27FC236}">
                <a16:creationId xmlns:a16="http://schemas.microsoft.com/office/drawing/2014/main" id="{8E0CB37D-7F35-4B5B-B3CC-D87E835F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458" y="4045431"/>
            <a:ext cx="117141" cy="117142"/>
          </a:xfrm>
          <a:custGeom xmlns:a="http://schemas.openxmlformats.org/drawingml/2006/main">
            <a:pathLst>
              <a:path w="117141" h="117142">
                <a:moveTo>
                  <a:pt x="0" y="0"/>
                </a:moveTo>
                <a:lnTo>
                  <a:pt x="117141" y="117142"/>
                </a:lnTo>
              </a:path>
            </a:pathLst>
          </a:custGeom>
          <a:noFill xmlns:a="http://schemas.openxmlformats.org/drawingml/2006/main"/>
          <a:ln xmlns:a="http://schemas.openxmlformats.org/drawingml/2006/main" w="77613">
            <a:solidFill>
              <a:srgbClr val="285E9B"/>
            </a:solidFill>
            <a:prstDash val="solid"/>
          </a:ln>
        </p:spPr>
      </p:sp>
      <p:sp>
        <p:nvSpPr>
          <p:cNvPr id="795" name="text-752 Code">
            <a:extLst xmlns:a="http://schemas.openxmlformats.org/drawingml/2006/main">
              <a:ext uri="{FF2B5EF4-FFF2-40B4-BE49-F238E27FC236}">
                <a16:creationId xmlns:a16="http://schemas.microsoft.com/office/drawing/2014/main" id="{676503EC-3F90-4B39-9744-6A236C75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586" y="4953702"/>
            <a:ext cx="460038" cy="260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7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7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defRPr>
            </a:pPr>
            <a:r>
              <a:rPr sz="1467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rPr>
              <a:t>Code</a:t>
            </a:r>
          </a:p>
        </p:txBody>
      </p:sp>
      <p:sp>
        <p:nvSpPr>
          <p:cNvPr id="796" name="text-752 updates">
            <a:extLst xmlns:a="http://schemas.openxmlformats.org/drawingml/2006/main">
              <a:ext uri="{FF2B5EF4-FFF2-40B4-BE49-F238E27FC236}">
                <a16:creationId xmlns:a16="http://schemas.microsoft.com/office/drawing/2014/main" id="{72F919D7-E0D1-42BF-862C-9DFB94A8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343" y="4953513"/>
            <a:ext cx="725851" cy="261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8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8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defRPr>
            </a:pPr>
            <a:r>
              <a:rPr sz="1468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rPr>
              <a:t>updates</a:t>
            </a:r>
          </a:p>
        </p:txBody>
      </p:sp>
      <p:sp>
        <p:nvSpPr>
          <p:cNvPr id="797" name="path-753">
            <a:extLst xmlns:a="http://schemas.openxmlformats.org/drawingml/2006/main">
              <a:ext uri="{FF2B5EF4-FFF2-40B4-BE49-F238E27FC236}">
                <a16:creationId xmlns:a16="http://schemas.microsoft.com/office/drawing/2014/main" id="{917FEDB8-6500-472C-BE6A-AFF6D3D4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093" y="4447858"/>
            <a:ext cx="993158" cy="835540"/>
          </a:xfrm>
          <a:custGeom xmlns:a="http://schemas.openxmlformats.org/drawingml/2006/main">
            <a:pathLst>
              <a:path w="993158" h="835540">
                <a:moveTo>
                  <a:pt x="0" y="54327"/>
                </a:moveTo>
                <a:cubicBezTo>
                  <a:pt x="0" y="24334"/>
                  <a:pt x="24263" y="0"/>
                  <a:pt x="54256" y="0"/>
                </a:cubicBezTo>
                <a:lnTo>
                  <a:pt x="938902" y="0"/>
                </a:lnTo>
                <a:cubicBezTo>
                  <a:pt x="968895" y="0"/>
                  <a:pt x="993158" y="24334"/>
                  <a:pt x="993158" y="54327"/>
                </a:cubicBezTo>
                <a:lnTo>
                  <a:pt x="993158" y="781298"/>
                </a:lnTo>
                <a:cubicBezTo>
                  <a:pt x="993158" y="811242"/>
                  <a:pt x="968895" y="835540"/>
                  <a:pt x="938902" y="835540"/>
                </a:cubicBezTo>
                <a:lnTo>
                  <a:pt x="54256" y="835540"/>
                </a:lnTo>
                <a:cubicBezTo>
                  <a:pt x="24263" y="835540"/>
                  <a:pt x="0" y="811242"/>
                  <a:pt x="0" y="781298"/>
                </a:cubicBezTo>
                <a:lnTo>
                  <a:pt x="0" y="5432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" name="path-754">
            <a:extLst xmlns:a="http://schemas.openxmlformats.org/drawingml/2006/main">
              <a:ext uri="{FF2B5EF4-FFF2-40B4-BE49-F238E27FC236}">
                <a16:creationId xmlns:a16="http://schemas.microsoft.com/office/drawing/2014/main" id="{A787E801-F686-4DAA-A158-A46B5985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093" y="4447858"/>
            <a:ext cx="993158" cy="835540"/>
          </a:xfrm>
          <a:custGeom xmlns:a="http://schemas.openxmlformats.org/drawingml/2006/main">
            <a:pathLst>
              <a:path w="993158" h="835540">
                <a:moveTo>
                  <a:pt x="0" y="54327"/>
                </a:moveTo>
                <a:cubicBezTo>
                  <a:pt x="0" y="24334"/>
                  <a:pt x="24263" y="0"/>
                  <a:pt x="54256" y="0"/>
                </a:cubicBezTo>
                <a:lnTo>
                  <a:pt x="938902" y="0"/>
                </a:lnTo>
                <a:cubicBezTo>
                  <a:pt x="968895" y="0"/>
                  <a:pt x="993158" y="24334"/>
                  <a:pt x="993158" y="54327"/>
                </a:cubicBezTo>
                <a:lnTo>
                  <a:pt x="993158" y="781298"/>
                </a:lnTo>
                <a:cubicBezTo>
                  <a:pt x="993158" y="811242"/>
                  <a:pt x="968895" y="835540"/>
                  <a:pt x="938902" y="835540"/>
                </a:cubicBezTo>
                <a:lnTo>
                  <a:pt x="54256" y="835540"/>
                </a:lnTo>
                <a:cubicBezTo>
                  <a:pt x="24263" y="835540"/>
                  <a:pt x="0" y="811242"/>
                  <a:pt x="0" y="781298"/>
                </a:cubicBezTo>
                <a:lnTo>
                  <a:pt x="0" y="54327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AFC3DB"/>
            </a:solidFill>
            <a:prstDash val="solid"/>
          </a:ln>
        </p:spPr>
      </p:sp>
      <p:sp>
        <p:nvSpPr>
          <p:cNvPr id="799" name="path-755">
            <a:extLst xmlns:a="http://schemas.openxmlformats.org/drawingml/2006/main">
              <a:ext uri="{FF2B5EF4-FFF2-40B4-BE49-F238E27FC236}">
                <a16:creationId xmlns:a16="http://schemas.microsoft.com/office/drawing/2014/main" id="{3FA8CDBF-3A02-4A69-A3B7-B16DBF35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093" y="4447880"/>
            <a:ext cx="993158" cy="178308"/>
          </a:xfrm>
          <a:custGeom xmlns:a="http://schemas.openxmlformats.org/drawingml/2006/main">
            <a:pathLst>
              <a:path w="993158" h="178308">
                <a:moveTo>
                  <a:pt x="0" y="0"/>
                </a:moveTo>
                <a:lnTo>
                  <a:pt x="993158" y="0"/>
                </a:lnTo>
                <a:lnTo>
                  <a:pt x="993158" y="178308"/>
                </a:lnTo>
                <a:lnTo>
                  <a:pt x="0" y="178308"/>
                </a:lnTo>
                <a:close/>
              </a:path>
            </a:pathLst>
          </a:custGeom>
          <a:solidFill xmlns:a="http://schemas.openxmlformats.org/drawingml/2006/main">
            <a:srgbClr val="7990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" name="path-756">
            <a:extLst xmlns:a="http://schemas.openxmlformats.org/drawingml/2006/main">
              <a:ext uri="{FF2B5EF4-FFF2-40B4-BE49-F238E27FC236}">
                <a16:creationId xmlns:a16="http://schemas.microsoft.com/office/drawing/2014/main" id="{6D1A3525-BD70-484D-93B0-B97E0BB7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093" y="4447880"/>
            <a:ext cx="993158" cy="178308"/>
          </a:xfrm>
          <a:custGeom xmlns:a="http://schemas.openxmlformats.org/drawingml/2006/main">
            <a:pathLst>
              <a:path w="993158" h="178308">
                <a:moveTo>
                  <a:pt x="0" y="0"/>
                </a:moveTo>
                <a:lnTo>
                  <a:pt x="993158" y="0"/>
                </a:lnTo>
                <a:lnTo>
                  <a:pt x="993158" y="178308"/>
                </a:lnTo>
                <a:lnTo>
                  <a:pt x="0" y="1783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7990A6"/>
            </a:solidFill>
            <a:prstDash val="solid"/>
          </a:ln>
        </p:spPr>
      </p:sp>
      <p:sp>
        <p:nvSpPr>
          <p:cNvPr id="801" name="path-757">
            <a:extLst xmlns:a="http://schemas.openxmlformats.org/drawingml/2006/main">
              <a:ext uri="{FF2B5EF4-FFF2-40B4-BE49-F238E27FC236}">
                <a16:creationId xmlns:a16="http://schemas.microsoft.com/office/drawing/2014/main" id="{0B5E4DB0-5A59-4A26-A289-9853524F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490" y="4509046"/>
            <a:ext cx="45838" cy="45838"/>
          </a:xfrm>
          <a:custGeom xmlns:a="http://schemas.openxmlformats.org/drawingml/2006/main">
            <a:pathLst>
              <a:path w="45838" h="45838">
                <a:moveTo>
                  <a:pt x="0" y="22919"/>
                </a:moveTo>
                <a:cubicBezTo>
                  <a:pt x="0" y="10257"/>
                  <a:pt x="10257" y="0"/>
                  <a:pt x="22919" y="0"/>
                </a:cubicBezTo>
                <a:cubicBezTo>
                  <a:pt x="35581" y="0"/>
                  <a:pt x="45838" y="10257"/>
                  <a:pt x="45838" y="22919"/>
                </a:cubicBezTo>
                <a:cubicBezTo>
                  <a:pt x="45838" y="35581"/>
                  <a:pt x="35581" y="45838"/>
                  <a:pt x="22919" y="45838"/>
                </a:cubicBezTo>
                <a:cubicBezTo>
                  <a:pt x="10257" y="45838"/>
                  <a:pt x="0" y="35581"/>
                  <a:pt x="0" y="22919"/>
                </a:cubicBezTo>
              </a:path>
            </a:pathLst>
          </a:custGeom>
          <a:solidFill xmlns:a="http://schemas.openxmlformats.org/drawingml/2006/main">
            <a:srgbClr val="FF81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" name="path-758">
            <a:extLst xmlns:a="http://schemas.openxmlformats.org/drawingml/2006/main">
              <a:ext uri="{FF2B5EF4-FFF2-40B4-BE49-F238E27FC236}">
                <a16:creationId xmlns:a16="http://schemas.microsoft.com/office/drawing/2014/main" id="{A70A4A31-46CE-4678-9C8F-7680920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490" y="4509046"/>
            <a:ext cx="45838" cy="45838"/>
          </a:xfrm>
          <a:custGeom xmlns:a="http://schemas.openxmlformats.org/drawingml/2006/main">
            <a:pathLst>
              <a:path w="45838" h="45838">
                <a:moveTo>
                  <a:pt x="0" y="22919"/>
                </a:moveTo>
                <a:cubicBezTo>
                  <a:pt x="0" y="10257"/>
                  <a:pt x="10257" y="0"/>
                  <a:pt x="22919" y="0"/>
                </a:cubicBezTo>
                <a:cubicBezTo>
                  <a:pt x="35581" y="0"/>
                  <a:pt x="45838" y="10257"/>
                  <a:pt x="45838" y="22919"/>
                </a:cubicBezTo>
                <a:cubicBezTo>
                  <a:pt x="45838" y="35581"/>
                  <a:pt x="35581" y="45838"/>
                  <a:pt x="22919" y="45838"/>
                </a:cubicBezTo>
                <a:cubicBezTo>
                  <a:pt x="10257" y="45838"/>
                  <a:pt x="0" y="35581"/>
                  <a:pt x="0" y="229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8176"/>
            </a:solidFill>
            <a:prstDash val="solid"/>
          </a:ln>
        </p:spPr>
      </p:sp>
      <p:sp>
        <p:nvSpPr>
          <p:cNvPr id="803" name="path-759">
            <a:extLst xmlns:a="http://schemas.openxmlformats.org/drawingml/2006/main">
              <a:ext uri="{FF2B5EF4-FFF2-40B4-BE49-F238E27FC236}">
                <a16:creationId xmlns:a16="http://schemas.microsoft.com/office/drawing/2014/main" id="{BF45633F-F206-4610-9FFD-371B9E2A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353" y="4509046"/>
            <a:ext cx="45838" cy="45838"/>
          </a:xfrm>
          <a:custGeom xmlns:a="http://schemas.openxmlformats.org/drawingml/2006/main">
            <a:pathLst>
              <a:path w="45838" h="45838">
                <a:moveTo>
                  <a:pt x="0" y="22919"/>
                </a:moveTo>
                <a:cubicBezTo>
                  <a:pt x="0" y="10257"/>
                  <a:pt x="10257" y="0"/>
                  <a:pt x="22919" y="0"/>
                </a:cubicBezTo>
                <a:cubicBezTo>
                  <a:pt x="35581" y="0"/>
                  <a:pt x="45838" y="10257"/>
                  <a:pt x="45838" y="22919"/>
                </a:cubicBezTo>
                <a:cubicBezTo>
                  <a:pt x="45838" y="35581"/>
                  <a:pt x="35581" y="45838"/>
                  <a:pt x="22919" y="45838"/>
                </a:cubicBezTo>
                <a:cubicBezTo>
                  <a:pt x="10257" y="45838"/>
                  <a:pt x="0" y="35581"/>
                  <a:pt x="0" y="22919"/>
                </a:cubicBezTo>
              </a:path>
            </a:pathLst>
          </a:custGeom>
          <a:solidFill xmlns:a="http://schemas.openxmlformats.org/drawingml/2006/main">
            <a:srgbClr val="FFE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" name="path-760">
            <a:extLst xmlns:a="http://schemas.openxmlformats.org/drawingml/2006/main">
              <a:ext uri="{FF2B5EF4-FFF2-40B4-BE49-F238E27FC236}">
                <a16:creationId xmlns:a16="http://schemas.microsoft.com/office/drawing/2014/main" id="{0C89FE5F-753C-4B3A-999B-CBB27F6A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353" y="4509046"/>
            <a:ext cx="45838" cy="45838"/>
          </a:xfrm>
          <a:custGeom xmlns:a="http://schemas.openxmlformats.org/drawingml/2006/main">
            <a:pathLst>
              <a:path w="45838" h="45838">
                <a:moveTo>
                  <a:pt x="0" y="22919"/>
                </a:moveTo>
                <a:cubicBezTo>
                  <a:pt x="0" y="10257"/>
                  <a:pt x="10257" y="0"/>
                  <a:pt x="22919" y="0"/>
                </a:cubicBezTo>
                <a:cubicBezTo>
                  <a:pt x="35581" y="0"/>
                  <a:pt x="45838" y="10257"/>
                  <a:pt x="45838" y="22919"/>
                </a:cubicBezTo>
                <a:cubicBezTo>
                  <a:pt x="45838" y="35581"/>
                  <a:pt x="35581" y="45838"/>
                  <a:pt x="22919" y="45838"/>
                </a:cubicBezTo>
                <a:cubicBezTo>
                  <a:pt x="10257" y="45838"/>
                  <a:pt x="0" y="35581"/>
                  <a:pt x="0" y="229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E17B"/>
            </a:solidFill>
            <a:prstDash val="solid"/>
          </a:ln>
        </p:spPr>
      </p:sp>
      <p:sp>
        <p:nvSpPr>
          <p:cNvPr id="805" name="path-761">
            <a:extLst xmlns:a="http://schemas.openxmlformats.org/drawingml/2006/main">
              <a:ext uri="{FF2B5EF4-FFF2-40B4-BE49-F238E27FC236}">
                <a16:creationId xmlns:a16="http://schemas.microsoft.com/office/drawing/2014/main" id="{635D9435-1E3C-415E-95C6-2AFEF77D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215" y="4509046"/>
            <a:ext cx="45838" cy="45838"/>
          </a:xfrm>
          <a:custGeom xmlns:a="http://schemas.openxmlformats.org/drawingml/2006/main">
            <a:pathLst>
              <a:path w="45838" h="45838">
                <a:moveTo>
                  <a:pt x="0" y="22919"/>
                </a:moveTo>
                <a:cubicBezTo>
                  <a:pt x="0" y="10257"/>
                  <a:pt x="10257" y="0"/>
                  <a:pt x="22919" y="0"/>
                </a:cubicBezTo>
                <a:cubicBezTo>
                  <a:pt x="35581" y="0"/>
                  <a:pt x="45838" y="10257"/>
                  <a:pt x="45838" y="22919"/>
                </a:cubicBezTo>
                <a:cubicBezTo>
                  <a:pt x="45838" y="35581"/>
                  <a:pt x="35581" y="45838"/>
                  <a:pt x="22919" y="45838"/>
                </a:cubicBezTo>
                <a:cubicBezTo>
                  <a:pt x="10257" y="45838"/>
                  <a:pt x="0" y="35581"/>
                  <a:pt x="0" y="22919"/>
                </a:cubicBezTo>
              </a:path>
            </a:pathLst>
          </a:custGeom>
          <a:solidFill xmlns:a="http://schemas.openxmlformats.org/drawingml/2006/main">
            <a:srgbClr val="84D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" name="path-762">
            <a:extLst xmlns:a="http://schemas.openxmlformats.org/drawingml/2006/main">
              <a:ext uri="{FF2B5EF4-FFF2-40B4-BE49-F238E27FC236}">
                <a16:creationId xmlns:a16="http://schemas.microsoft.com/office/drawing/2014/main" id="{FFA50C23-27FF-4AF3-9D1C-BE22C338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215" y="4509046"/>
            <a:ext cx="45838" cy="45838"/>
          </a:xfrm>
          <a:custGeom xmlns:a="http://schemas.openxmlformats.org/drawingml/2006/main">
            <a:pathLst>
              <a:path w="45838" h="45838">
                <a:moveTo>
                  <a:pt x="0" y="22919"/>
                </a:moveTo>
                <a:cubicBezTo>
                  <a:pt x="0" y="10257"/>
                  <a:pt x="10257" y="0"/>
                  <a:pt x="22919" y="0"/>
                </a:cubicBezTo>
                <a:cubicBezTo>
                  <a:pt x="35581" y="0"/>
                  <a:pt x="45838" y="10257"/>
                  <a:pt x="45838" y="22919"/>
                </a:cubicBezTo>
                <a:cubicBezTo>
                  <a:pt x="45838" y="35581"/>
                  <a:pt x="35581" y="45838"/>
                  <a:pt x="22919" y="45838"/>
                </a:cubicBezTo>
                <a:cubicBezTo>
                  <a:pt x="10257" y="45838"/>
                  <a:pt x="0" y="35581"/>
                  <a:pt x="0" y="229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84DB9B"/>
            </a:solidFill>
            <a:prstDash val="solid"/>
          </a:ln>
        </p:spPr>
      </p:sp>
      <p:sp>
        <p:nvSpPr>
          <p:cNvPr id="807" name="text-763 1">
            <a:extLst xmlns:a="http://schemas.openxmlformats.org/drawingml/2006/main">
              <a:ext uri="{FF2B5EF4-FFF2-40B4-BE49-F238E27FC236}">
                <a16:creationId xmlns:a16="http://schemas.microsoft.com/office/drawing/2014/main" id="{543B5A93-D1E3-4892-9687-EC2A0BCD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184" y="4658844"/>
            <a:ext cx="64316" cy="14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4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04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pPr>
            <a:r>
              <a:rPr sz="804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808" name="text-764 2">
            <a:extLst xmlns:a="http://schemas.openxmlformats.org/drawingml/2006/main">
              <a:ext uri="{FF2B5EF4-FFF2-40B4-BE49-F238E27FC236}">
                <a16:creationId xmlns:a16="http://schemas.microsoft.com/office/drawing/2014/main" id="{40BF5FE9-8813-4A11-B8AD-D724AFFB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2766" y="4798604"/>
            <a:ext cx="80528" cy="1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3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03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pPr>
            <a:r>
              <a:rPr sz="803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809" name="text-765 3">
            <a:extLst xmlns:a="http://schemas.openxmlformats.org/drawingml/2006/main">
              <a:ext uri="{FF2B5EF4-FFF2-40B4-BE49-F238E27FC236}">
                <a16:creationId xmlns:a16="http://schemas.microsoft.com/office/drawing/2014/main" id="{D19F2CBB-53C7-437E-B619-425023DC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2766" y="4968743"/>
            <a:ext cx="80671" cy="143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0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pPr>
            <a:r>
              <a:rPr sz="80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810" name="text-766 8">
            <a:extLst xmlns:a="http://schemas.openxmlformats.org/drawingml/2006/main">
              <a:ext uri="{FF2B5EF4-FFF2-40B4-BE49-F238E27FC236}">
                <a16:creationId xmlns:a16="http://schemas.microsoft.com/office/drawing/2014/main" id="{08CB7175-9BD2-4895-8452-9AE41176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2766" y="5116090"/>
            <a:ext cx="80671" cy="143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0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pPr>
            <a:r>
              <a:rPr sz="80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rPr>
              <a:t>8</a:t>
            </a:r>
          </a:p>
        </p:txBody>
      </p:sp>
      <p:sp>
        <p:nvSpPr>
          <p:cNvPr id="811" name="path-767">
            <a:extLst xmlns:a="http://schemas.openxmlformats.org/drawingml/2006/main">
              <a:ext uri="{FF2B5EF4-FFF2-40B4-BE49-F238E27FC236}">
                <a16:creationId xmlns:a16="http://schemas.microsoft.com/office/drawing/2014/main" id="{B3307452-FC9C-47EF-959C-493E103A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4687368"/>
            <a:ext cx="234283" cy="25473"/>
          </a:xfrm>
          <a:custGeom xmlns:a="http://schemas.openxmlformats.org/drawingml/2006/main">
            <a:pathLst>
              <a:path w="234283" h="25473">
                <a:moveTo>
                  <a:pt x="0" y="0"/>
                </a:moveTo>
                <a:lnTo>
                  <a:pt x="234283" y="0"/>
                </a:lnTo>
                <a:lnTo>
                  <a:pt x="234283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B05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" name="path-768">
            <a:extLst xmlns:a="http://schemas.openxmlformats.org/drawingml/2006/main">
              <a:ext uri="{FF2B5EF4-FFF2-40B4-BE49-F238E27FC236}">
                <a16:creationId xmlns:a16="http://schemas.microsoft.com/office/drawing/2014/main" id="{02BB8362-585B-4D14-9CCD-725874BC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4687368"/>
            <a:ext cx="234283" cy="25473"/>
          </a:xfrm>
          <a:custGeom xmlns:a="http://schemas.openxmlformats.org/drawingml/2006/main">
            <a:pathLst>
              <a:path w="234283" h="25473">
                <a:moveTo>
                  <a:pt x="0" y="0"/>
                </a:moveTo>
                <a:lnTo>
                  <a:pt x="234283" y="0"/>
                </a:lnTo>
                <a:lnTo>
                  <a:pt x="234283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B054EA"/>
            </a:solidFill>
            <a:prstDash val="solid"/>
          </a:ln>
        </p:spPr>
      </p:sp>
      <p:sp>
        <p:nvSpPr>
          <p:cNvPr id="813" name="path-769">
            <a:extLst xmlns:a="http://schemas.openxmlformats.org/drawingml/2006/main">
              <a:ext uri="{FF2B5EF4-FFF2-40B4-BE49-F238E27FC236}">
                <a16:creationId xmlns:a16="http://schemas.microsoft.com/office/drawing/2014/main" id="{7FBA44DD-D9F8-42DC-9857-84CCAC2B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871" y="4687368"/>
            <a:ext cx="81490" cy="25473"/>
          </a:xfrm>
          <a:custGeom xmlns:a="http://schemas.openxmlformats.org/drawingml/2006/main">
            <a:pathLst>
              <a:path w="81490" h="25473">
                <a:moveTo>
                  <a:pt x="0" y="0"/>
                </a:moveTo>
                <a:lnTo>
                  <a:pt x="81490" y="0"/>
                </a:lnTo>
                <a:lnTo>
                  <a:pt x="81490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63D5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" name="path-770">
            <a:extLst xmlns:a="http://schemas.openxmlformats.org/drawingml/2006/main">
              <a:ext uri="{FF2B5EF4-FFF2-40B4-BE49-F238E27FC236}">
                <a16:creationId xmlns:a16="http://schemas.microsoft.com/office/drawing/2014/main" id="{835294C2-118E-4D45-87A5-5ACFE013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871" y="4687368"/>
            <a:ext cx="81490" cy="25473"/>
          </a:xfrm>
          <a:custGeom xmlns:a="http://schemas.openxmlformats.org/drawingml/2006/main">
            <a:pathLst>
              <a:path w="81490" h="25473">
                <a:moveTo>
                  <a:pt x="0" y="0"/>
                </a:moveTo>
                <a:lnTo>
                  <a:pt x="81490" y="0"/>
                </a:lnTo>
                <a:lnTo>
                  <a:pt x="81490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63D5A4"/>
            </a:solidFill>
            <a:prstDash val="solid"/>
          </a:ln>
        </p:spPr>
      </p:sp>
      <p:sp>
        <p:nvSpPr>
          <p:cNvPr id="815" name="path-771">
            <a:extLst xmlns:a="http://schemas.openxmlformats.org/drawingml/2006/main">
              <a:ext uri="{FF2B5EF4-FFF2-40B4-BE49-F238E27FC236}">
                <a16:creationId xmlns:a16="http://schemas.microsoft.com/office/drawing/2014/main" id="{5E88574F-4AB4-486C-A554-F8232EA8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012" y="4687368"/>
            <a:ext cx="275029" cy="25473"/>
          </a:xfrm>
          <a:custGeom xmlns:a="http://schemas.openxmlformats.org/drawingml/2006/main">
            <a:pathLst>
              <a:path w="275029" h="25473">
                <a:moveTo>
                  <a:pt x="0" y="0"/>
                </a:moveTo>
                <a:lnTo>
                  <a:pt x="275029" y="0"/>
                </a:lnTo>
                <a:lnTo>
                  <a:pt x="275029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8BA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" name="path-772">
            <a:extLst xmlns:a="http://schemas.openxmlformats.org/drawingml/2006/main">
              <a:ext uri="{FF2B5EF4-FFF2-40B4-BE49-F238E27FC236}">
                <a16:creationId xmlns:a16="http://schemas.microsoft.com/office/drawing/2014/main" id="{996E5111-9E75-4185-8956-3023D296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012" y="4687368"/>
            <a:ext cx="275029" cy="25473"/>
          </a:xfrm>
          <a:custGeom xmlns:a="http://schemas.openxmlformats.org/drawingml/2006/main">
            <a:pathLst>
              <a:path w="275029" h="25473">
                <a:moveTo>
                  <a:pt x="0" y="0"/>
                </a:moveTo>
                <a:lnTo>
                  <a:pt x="275029" y="0"/>
                </a:lnTo>
                <a:lnTo>
                  <a:pt x="275029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8BA6C1"/>
            </a:solidFill>
            <a:prstDash val="solid"/>
          </a:ln>
        </p:spPr>
      </p:sp>
      <p:sp>
        <p:nvSpPr>
          <p:cNvPr id="817" name="path-773">
            <a:extLst xmlns:a="http://schemas.openxmlformats.org/drawingml/2006/main">
              <a:ext uri="{FF2B5EF4-FFF2-40B4-BE49-F238E27FC236}">
                <a16:creationId xmlns:a16="http://schemas.microsoft.com/office/drawing/2014/main" id="{2E176497-B4BA-4634-86C6-406243A2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4748486"/>
            <a:ext cx="193539" cy="25473"/>
          </a:xfrm>
          <a:custGeom xmlns:a="http://schemas.openxmlformats.org/drawingml/2006/main">
            <a:pathLst>
              <a:path w="193539" h="25473">
                <a:moveTo>
                  <a:pt x="0" y="0"/>
                </a:moveTo>
                <a:lnTo>
                  <a:pt x="193539" y="0"/>
                </a:lnTo>
                <a:lnTo>
                  <a:pt x="193539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B05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" name="path-774">
            <a:extLst xmlns:a="http://schemas.openxmlformats.org/drawingml/2006/main">
              <a:ext uri="{FF2B5EF4-FFF2-40B4-BE49-F238E27FC236}">
                <a16:creationId xmlns:a16="http://schemas.microsoft.com/office/drawing/2014/main" id="{9F7FF6C2-F293-40B9-BA3A-935DB8A0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4748486"/>
            <a:ext cx="193539" cy="25473"/>
          </a:xfrm>
          <a:custGeom xmlns:a="http://schemas.openxmlformats.org/drawingml/2006/main">
            <a:pathLst>
              <a:path w="193539" h="25473">
                <a:moveTo>
                  <a:pt x="0" y="0"/>
                </a:moveTo>
                <a:lnTo>
                  <a:pt x="193539" y="0"/>
                </a:lnTo>
                <a:lnTo>
                  <a:pt x="193539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B054EA"/>
            </a:solidFill>
            <a:prstDash val="solid"/>
          </a:ln>
        </p:spPr>
      </p:sp>
      <p:sp>
        <p:nvSpPr>
          <p:cNvPr id="819" name="path-775">
            <a:extLst xmlns:a="http://schemas.openxmlformats.org/drawingml/2006/main">
              <a:ext uri="{FF2B5EF4-FFF2-40B4-BE49-F238E27FC236}">
                <a16:creationId xmlns:a16="http://schemas.microsoft.com/office/drawing/2014/main" id="{EA297C98-5C99-4EA8-954A-03DFD38E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219" y="4748486"/>
            <a:ext cx="295401" cy="25473"/>
          </a:xfrm>
          <a:custGeom xmlns:a="http://schemas.openxmlformats.org/drawingml/2006/main">
            <a:pathLst>
              <a:path w="295401" h="25473">
                <a:moveTo>
                  <a:pt x="0" y="0"/>
                </a:moveTo>
                <a:lnTo>
                  <a:pt x="295401" y="0"/>
                </a:lnTo>
                <a:lnTo>
                  <a:pt x="295401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8BA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" name="path-776">
            <a:extLst xmlns:a="http://schemas.openxmlformats.org/drawingml/2006/main">
              <a:ext uri="{FF2B5EF4-FFF2-40B4-BE49-F238E27FC236}">
                <a16:creationId xmlns:a16="http://schemas.microsoft.com/office/drawing/2014/main" id="{E1932A51-1F8F-4C5E-8024-D1747A92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219" y="4748486"/>
            <a:ext cx="295401" cy="25473"/>
          </a:xfrm>
          <a:custGeom xmlns:a="http://schemas.openxmlformats.org/drawingml/2006/main">
            <a:pathLst>
              <a:path w="295401" h="25473">
                <a:moveTo>
                  <a:pt x="0" y="0"/>
                </a:moveTo>
                <a:lnTo>
                  <a:pt x="295401" y="0"/>
                </a:lnTo>
                <a:lnTo>
                  <a:pt x="295401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8BA6C1"/>
            </a:solidFill>
            <a:prstDash val="solid"/>
          </a:ln>
        </p:spPr>
      </p:sp>
      <p:sp>
        <p:nvSpPr>
          <p:cNvPr id="821" name="path-777">
            <a:extLst xmlns:a="http://schemas.openxmlformats.org/drawingml/2006/main">
              <a:ext uri="{FF2B5EF4-FFF2-40B4-BE49-F238E27FC236}">
                <a16:creationId xmlns:a16="http://schemas.microsoft.com/office/drawing/2014/main" id="{E168FC60-C345-42EF-860B-9B1FB0C8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4840162"/>
            <a:ext cx="356519" cy="25474"/>
          </a:xfrm>
          <a:custGeom xmlns:a="http://schemas.openxmlformats.org/drawingml/2006/main">
            <a:pathLst>
              <a:path w="356519" h="25474">
                <a:moveTo>
                  <a:pt x="0" y="0"/>
                </a:moveTo>
                <a:lnTo>
                  <a:pt x="356519" y="0"/>
                </a:lnTo>
                <a:lnTo>
                  <a:pt x="356519" y="25474"/>
                </a:lnTo>
                <a:lnTo>
                  <a:pt x="0" y="25474"/>
                </a:lnTo>
                <a:close/>
              </a:path>
            </a:pathLst>
          </a:custGeom>
          <a:solidFill xmlns:a="http://schemas.openxmlformats.org/drawingml/2006/main">
            <a:srgbClr val="8BA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" name="path-778">
            <a:extLst xmlns:a="http://schemas.openxmlformats.org/drawingml/2006/main">
              <a:ext uri="{FF2B5EF4-FFF2-40B4-BE49-F238E27FC236}">
                <a16:creationId xmlns:a16="http://schemas.microsoft.com/office/drawing/2014/main" id="{F2D6CA3F-1498-487C-8D04-BA2483B3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4840162"/>
            <a:ext cx="356519" cy="25474"/>
          </a:xfrm>
          <a:custGeom xmlns:a="http://schemas.openxmlformats.org/drawingml/2006/main">
            <a:pathLst>
              <a:path w="356519" h="25474">
                <a:moveTo>
                  <a:pt x="0" y="0"/>
                </a:moveTo>
                <a:lnTo>
                  <a:pt x="356519" y="0"/>
                </a:lnTo>
                <a:lnTo>
                  <a:pt x="356519" y="25474"/>
                </a:lnTo>
                <a:lnTo>
                  <a:pt x="0" y="254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8BA6C1"/>
            </a:solidFill>
            <a:prstDash val="solid"/>
          </a:ln>
        </p:spPr>
      </p:sp>
      <p:sp>
        <p:nvSpPr>
          <p:cNvPr id="823" name="path-779">
            <a:extLst xmlns:a="http://schemas.openxmlformats.org/drawingml/2006/main">
              <a:ext uri="{FF2B5EF4-FFF2-40B4-BE49-F238E27FC236}">
                <a16:creationId xmlns:a16="http://schemas.microsoft.com/office/drawing/2014/main" id="{94291C8F-5CC7-4BFE-897F-8DF094B7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4972654"/>
            <a:ext cx="132421" cy="25473"/>
          </a:xfrm>
          <a:custGeom xmlns:a="http://schemas.openxmlformats.org/drawingml/2006/main">
            <a:pathLst>
              <a:path w="132421" h="25473">
                <a:moveTo>
                  <a:pt x="0" y="0"/>
                </a:moveTo>
                <a:lnTo>
                  <a:pt x="132421" y="0"/>
                </a:lnTo>
                <a:lnTo>
                  <a:pt x="132421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AFC3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4" name="path-780">
            <a:extLst xmlns:a="http://schemas.openxmlformats.org/drawingml/2006/main">
              <a:ext uri="{FF2B5EF4-FFF2-40B4-BE49-F238E27FC236}">
                <a16:creationId xmlns:a16="http://schemas.microsoft.com/office/drawing/2014/main" id="{B793383C-9248-40BD-ABC8-547C7D43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4972654"/>
            <a:ext cx="132421" cy="25473"/>
          </a:xfrm>
          <a:custGeom xmlns:a="http://schemas.openxmlformats.org/drawingml/2006/main">
            <a:pathLst>
              <a:path w="132421" h="25473">
                <a:moveTo>
                  <a:pt x="0" y="0"/>
                </a:moveTo>
                <a:lnTo>
                  <a:pt x="132421" y="0"/>
                </a:lnTo>
                <a:lnTo>
                  <a:pt x="132421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AFC3D5"/>
            </a:solidFill>
            <a:prstDash val="solid"/>
          </a:ln>
        </p:spPr>
      </p:sp>
      <p:sp>
        <p:nvSpPr>
          <p:cNvPr id="825" name="path-781">
            <a:extLst xmlns:a="http://schemas.openxmlformats.org/drawingml/2006/main">
              <a:ext uri="{FF2B5EF4-FFF2-40B4-BE49-F238E27FC236}">
                <a16:creationId xmlns:a16="http://schemas.microsoft.com/office/drawing/2014/main" id="{BB73ECCD-D28B-434A-B86C-B155754E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636" y="4972654"/>
            <a:ext cx="203725" cy="25473"/>
          </a:xfrm>
          <a:custGeom xmlns:a="http://schemas.openxmlformats.org/drawingml/2006/main">
            <a:pathLst>
              <a:path w="203725" h="25473">
                <a:moveTo>
                  <a:pt x="0" y="0"/>
                </a:moveTo>
                <a:lnTo>
                  <a:pt x="203725" y="0"/>
                </a:lnTo>
                <a:lnTo>
                  <a:pt x="203725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B05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6" name="path-782">
            <a:extLst xmlns:a="http://schemas.openxmlformats.org/drawingml/2006/main">
              <a:ext uri="{FF2B5EF4-FFF2-40B4-BE49-F238E27FC236}">
                <a16:creationId xmlns:a16="http://schemas.microsoft.com/office/drawing/2014/main" id="{5F0BA034-96F8-474B-AFD4-A1237F8A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636" y="4972654"/>
            <a:ext cx="203725" cy="25473"/>
          </a:xfrm>
          <a:custGeom xmlns:a="http://schemas.openxmlformats.org/drawingml/2006/main">
            <a:pathLst>
              <a:path w="203725" h="25473">
                <a:moveTo>
                  <a:pt x="0" y="0"/>
                </a:moveTo>
                <a:lnTo>
                  <a:pt x="203725" y="0"/>
                </a:lnTo>
                <a:lnTo>
                  <a:pt x="203725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B054EA"/>
            </a:solidFill>
            <a:prstDash val="solid"/>
          </a:ln>
        </p:spPr>
      </p:sp>
      <p:sp>
        <p:nvSpPr>
          <p:cNvPr id="827" name="path-783">
            <a:extLst xmlns:a="http://schemas.openxmlformats.org/drawingml/2006/main">
              <a:ext uri="{FF2B5EF4-FFF2-40B4-BE49-F238E27FC236}">
                <a16:creationId xmlns:a16="http://schemas.microsoft.com/office/drawing/2014/main" id="{F08BFD5B-F32E-448D-B2C1-BD718FA1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409" y="4972654"/>
            <a:ext cx="112048" cy="25473"/>
          </a:xfrm>
          <a:custGeom xmlns:a="http://schemas.openxmlformats.org/drawingml/2006/main">
            <a:pathLst>
              <a:path w="112048" h="25473">
                <a:moveTo>
                  <a:pt x="0" y="0"/>
                </a:moveTo>
                <a:lnTo>
                  <a:pt x="112048" y="0"/>
                </a:lnTo>
                <a:lnTo>
                  <a:pt x="112048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63D5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8" name="path-784">
            <a:extLst xmlns:a="http://schemas.openxmlformats.org/drawingml/2006/main">
              <a:ext uri="{FF2B5EF4-FFF2-40B4-BE49-F238E27FC236}">
                <a16:creationId xmlns:a16="http://schemas.microsoft.com/office/drawing/2014/main" id="{7EBC9154-4402-477D-8B54-99E4E859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409" y="4972654"/>
            <a:ext cx="112048" cy="25473"/>
          </a:xfrm>
          <a:custGeom xmlns:a="http://schemas.openxmlformats.org/drawingml/2006/main">
            <a:pathLst>
              <a:path w="112048" h="25473">
                <a:moveTo>
                  <a:pt x="0" y="0"/>
                </a:moveTo>
                <a:lnTo>
                  <a:pt x="112048" y="0"/>
                </a:lnTo>
                <a:lnTo>
                  <a:pt x="112048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63D5A4"/>
            </a:solidFill>
            <a:prstDash val="solid"/>
          </a:ln>
        </p:spPr>
      </p:sp>
      <p:sp>
        <p:nvSpPr>
          <p:cNvPr id="829" name="path-785">
            <a:extLst xmlns:a="http://schemas.openxmlformats.org/drawingml/2006/main">
              <a:ext uri="{FF2B5EF4-FFF2-40B4-BE49-F238E27FC236}">
                <a16:creationId xmlns:a16="http://schemas.microsoft.com/office/drawing/2014/main" id="{29BC5485-F468-4259-B648-DF42FBE1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5033771"/>
            <a:ext cx="264842" cy="25473"/>
          </a:xfrm>
          <a:custGeom xmlns:a="http://schemas.openxmlformats.org/drawingml/2006/main">
            <a:pathLst>
              <a:path w="264842" h="25473">
                <a:moveTo>
                  <a:pt x="0" y="0"/>
                </a:moveTo>
                <a:lnTo>
                  <a:pt x="264842" y="0"/>
                </a:lnTo>
                <a:lnTo>
                  <a:pt x="264842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AFC3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0" name="path-786">
            <a:extLst xmlns:a="http://schemas.openxmlformats.org/drawingml/2006/main">
              <a:ext uri="{FF2B5EF4-FFF2-40B4-BE49-F238E27FC236}">
                <a16:creationId xmlns:a16="http://schemas.microsoft.com/office/drawing/2014/main" id="{0B8C9709-9A20-4FE0-B543-1210B3D4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5033771"/>
            <a:ext cx="264842" cy="25473"/>
          </a:xfrm>
          <a:custGeom xmlns:a="http://schemas.openxmlformats.org/drawingml/2006/main">
            <a:pathLst>
              <a:path w="264842" h="25473">
                <a:moveTo>
                  <a:pt x="0" y="0"/>
                </a:moveTo>
                <a:lnTo>
                  <a:pt x="264842" y="0"/>
                </a:lnTo>
                <a:lnTo>
                  <a:pt x="264842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AFC3D5"/>
            </a:solidFill>
            <a:prstDash val="solid"/>
          </a:ln>
        </p:spPr>
      </p:sp>
      <p:sp>
        <p:nvSpPr>
          <p:cNvPr id="831" name="path-787">
            <a:extLst xmlns:a="http://schemas.openxmlformats.org/drawingml/2006/main">
              <a:ext uri="{FF2B5EF4-FFF2-40B4-BE49-F238E27FC236}">
                <a16:creationId xmlns:a16="http://schemas.microsoft.com/office/drawing/2014/main" id="{74A22E5C-7696-4A30-959F-A4A8EC0A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337" y="5033771"/>
            <a:ext cx="366705" cy="25473"/>
          </a:xfrm>
          <a:custGeom xmlns:a="http://schemas.openxmlformats.org/drawingml/2006/main">
            <a:pathLst>
              <a:path w="366705" h="25473">
                <a:moveTo>
                  <a:pt x="0" y="0"/>
                </a:moveTo>
                <a:lnTo>
                  <a:pt x="366705" y="0"/>
                </a:lnTo>
                <a:lnTo>
                  <a:pt x="366705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8BA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2" name="path-788">
            <a:extLst xmlns:a="http://schemas.openxmlformats.org/drawingml/2006/main">
              <a:ext uri="{FF2B5EF4-FFF2-40B4-BE49-F238E27FC236}">
                <a16:creationId xmlns:a16="http://schemas.microsoft.com/office/drawing/2014/main" id="{1F0ACB6E-F824-419C-A55F-0583793F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337" y="5033771"/>
            <a:ext cx="366705" cy="25473"/>
          </a:xfrm>
          <a:custGeom xmlns:a="http://schemas.openxmlformats.org/drawingml/2006/main">
            <a:pathLst>
              <a:path w="366705" h="25473">
                <a:moveTo>
                  <a:pt x="0" y="0"/>
                </a:moveTo>
                <a:lnTo>
                  <a:pt x="366705" y="0"/>
                </a:lnTo>
                <a:lnTo>
                  <a:pt x="366705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8BA6C1"/>
            </a:solidFill>
            <a:prstDash val="solid"/>
          </a:ln>
        </p:spPr>
      </p:sp>
      <p:sp>
        <p:nvSpPr>
          <p:cNvPr id="833" name="path-789">
            <a:extLst xmlns:a="http://schemas.openxmlformats.org/drawingml/2006/main">
              <a:ext uri="{FF2B5EF4-FFF2-40B4-BE49-F238E27FC236}">
                <a16:creationId xmlns:a16="http://schemas.microsoft.com/office/drawing/2014/main" id="{17CE891B-72FB-457C-8B25-07ABDA89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5099983"/>
            <a:ext cx="193539" cy="20379"/>
          </a:xfrm>
          <a:custGeom xmlns:a="http://schemas.openxmlformats.org/drawingml/2006/main">
            <a:pathLst>
              <a:path w="193539" h="20379">
                <a:moveTo>
                  <a:pt x="0" y="0"/>
                </a:moveTo>
                <a:lnTo>
                  <a:pt x="193539" y="0"/>
                </a:lnTo>
                <a:lnTo>
                  <a:pt x="193539" y="20379"/>
                </a:lnTo>
                <a:lnTo>
                  <a:pt x="0" y="20379"/>
                </a:lnTo>
                <a:close/>
              </a:path>
            </a:pathLst>
          </a:custGeom>
          <a:solidFill xmlns:a="http://schemas.openxmlformats.org/drawingml/2006/main">
            <a:srgbClr val="8BA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4" name="path-790">
            <a:extLst xmlns:a="http://schemas.openxmlformats.org/drawingml/2006/main">
              <a:ext uri="{FF2B5EF4-FFF2-40B4-BE49-F238E27FC236}">
                <a16:creationId xmlns:a16="http://schemas.microsoft.com/office/drawing/2014/main" id="{A70462BC-E586-4A90-885E-CDFABE28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5099983"/>
            <a:ext cx="193539" cy="20379"/>
          </a:xfrm>
          <a:custGeom xmlns:a="http://schemas.openxmlformats.org/drawingml/2006/main">
            <a:pathLst>
              <a:path w="193539" h="20379">
                <a:moveTo>
                  <a:pt x="0" y="0"/>
                </a:moveTo>
                <a:lnTo>
                  <a:pt x="193539" y="0"/>
                </a:lnTo>
                <a:lnTo>
                  <a:pt x="193539" y="20379"/>
                </a:lnTo>
                <a:lnTo>
                  <a:pt x="0" y="203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8BA6C1"/>
            </a:solidFill>
            <a:prstDash val="solid"/>
          </a:ln>
        </p:spPr>
      </p:sp>
      <p:sp>
        <p:nvSpPr>
          <p:cNvPr id="835" name="path-791">
            <a:extLst xmlns:a="http://schemas.openxmlformats.org/drawingml/2006/main">
              <a:ext uri="{FF2B5EF4-FFF2-40B4-BE49-F238E27FC236}">
                <a16:creationId xmlns:a16="http://schemas.microsoft.com/office/drawing/2014/main" id="{2BAF1BCE-E84E-49B7-B1DB-20EB189D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940" y="5099983"/>
            <a:ext cx="300494" cy="20379"/>
          </a:xfrm>
          <a:custGeom xmlns:a="http://schemas.openxmlformats.org/drawingml/2006/main">
            <a:pathLst>
              <a:path w="300494" h="20379">
                <a:moveTo>
                  <a:pt x="0" y="0"/>
                </a:moveTo>
                <a:lnTo>
                  <a:pt x="300494" y="0"/>
                </a:lnTo>
                <a:lnTo>
                  <a:pt x="300494" y="20379"/>
                </a:lnTo>
                <a:lnTo>
                  <a:pt x="0" y="20379"/>
                </a:lnTo>
                <a:close/>
              </a:path>
            </a:pathLst>
          </a:custGeom>
          <a:solidFill xmlns:a="http://schemas.openxmlformats.org/drawingml/2006/main">
            <a:srgbClr val="8BA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6" name="path-792">
            <a:extLst xmlns:a="http://schemas.openxmlformats.org/drawingml/2006/main">
              <a:ext uri="{FF2B5EF4-FFF2-40B4-BE49-F238E27FC236}">
                <a16:creationId xmlns:a16="http://schemas.microsoft.com/office/drawing/2014/main" id="{BB04142E-8398-4A12-96D4-B88CFB57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940" y="5099983"/>
            <a:ext cx="300494" cy="20379"/>
          </a:xfrm>
          <a:custGeom xmlns:a="http://schemas.openxmlformats.org/drawingml/2006/main">
            <a:pathLst>
              <a:path w="300494" h="20379">
                <a:moveTo>
                  <a:pt x="0" y="0"/>
                </a:moveTo>
                <a:lnTo>
                  <a:pt x="300494" y="0"/>
                </a:lnTo>
                <a:lnTo>
                  <a:pt x="300494" y="20379"/>
                </a:lnTo>
                <a:lnTo>
                  <a:pt x="0" y="203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8BA6C1"/>
            </a:solidFill>
            <a:prstDash val="solid"/>
          </a:ln>
        </p:spPr>
      </p:sp>
      <p:sp>
        <p:nvSpPr>
          <p:cNvPr id="837" name="path-793">
            <a:extLst xmlns:a="http://schemas.openxmlformats.org/drawingml/2006/main">
              <a:ext uri="{FF2B5EF4-FFF2-40B4-BE49-F238E27FC236}">
                <a16:creationId xmlns:a16="http://schemas.microsoft.com/office/drawing/2014/main" id="{F2BCB53D-B081-4D7A-AC87-7E38F8B3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5176451"/>
            <a:ext cx="346332" cy="20379"/>
          </a:xfrm>
          <a:custGeom xmlns:a="http://schemas.openxmlformats.org/drawingml/2006/main">
            <a:pathLst>
              <a:path w="346332" h="20379">
                <a:moveTo>
                  <a:pt x="0" y="0"/>
                </a:moveTo>
                <a:lnTo>
                  <a:pt x="346332" y="0"/>
                </a:lnTo>
                <a:lnTo>
                  <a:pt x="346332" y="20379"/>
                </a:lnTo>
                <a:lnTo>
                  <a:pt x="0" y="20379"/>
                </a:lnTo>
                <a:close/>
              </a:path>
            </a:pathLst>
          </a:custGeom>
          <a:solidFill xmlns:a="http://schemas.openxmlformats.org/drawingml/2006/main">
            <a:srgbClr val="8BA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8" name="path-794">
            <a:extLst xmlns:a="http://schemas.openxmlformats.org/drawingml/2006/main">
              <a:ext uri="{FF2B5EF4-FFF2-40B4-BE49-F238E27FC236}">
                <a16:creationId xmlns:a16="http://schemas.microsoft.com/office/drawing/2014/main" id="{8BF6F523-538D-4F49-8BC6-61CFF866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5176451"/>
            <a:ext cx="346332" cy="20379"/>
          </a:xfrm>
          <a:custGeom xmlns:a="http://schemas.openxmlformats.org/drawingml/2006/main">
            <a:pathLst>
              <a:path w="346332" h="20379">
                <a:moveTo>
                  <a:pt x="0" y="0"/>
                </a:moveTo>
                <a:lnTo>
                  <a:pt x="346332" y="0"/>
                </a:lnTo>
                <a:lnTo>
                  <a:pt x="346332" y="20379"/>
                </a:lnTo>
                <a:lnTo>
                  <a:pt x="0" y="203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8BA6C1"/>
            </a:solidFill>
            <a:prstDash val="solid"/>
          </a:ln>
        </p:spPr>
      </p:sp>
      <p:sp>
        <p:nvSpPr>
          <p:cNvPr id="839" name="path-795">
            <a:extLst xmlns:a="http://schemas.openxmlformats.org/drawingml/2006/main">
              <a:ext uri="{FF2B5EF4-FFF2-40B4-BE49-F238E27FC236}">
                <a16:creationId xmlns:a16="http://schemas.microsoft.com/office/drawing/2014/main" id="{5EA1F684-0F8B-4FFF-AD9E-26AFAC16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0" y="5405668"/>
            <a:ext cx="3651765" cy="443229"/>
          </a:xfrm>
          <a:custGeom xmlns:a="http://schemas.openxmlformats.org/drawingml/2006/main">
            <a:pathLst>
              <a:path w="3651765" h="443229">
                <a:moveTo>
                  <a:pt x="0" y="54772"/>
                </a:moveTo>
                <a:cubicBezTo>
                  <a:pt x="0" y="24525"/>
                  <a:pt x="24511" y="0"/>
                  <a:pt x="54751" y="0"/>
                </a:cubicBezTo>
                <a:lnTo>
                  <a:pt x="3597014" y="0"/>
                </a:lnTo>
                <a:cubicBezTo>
                  <a:pt x="3627219" y="0"/>
                  <a:pt x="3651765" y="24525"/>
                  <a:pt x="3651765" y="54772"/>
                </a:cubicBezTo>
                <a:lnTo>
                  <a:pt x="3651765" y="388464"/>
                </a:lnTo>
                <a:cubicBezTo>
                  <a:pt x="3651765" y="418711"/>
                  <a:pt x="3627219" y="443229"/>
                  <a:pt x="3597014" y="443229"/>
                </a:cubicBezTo>
                <a:lnTo>
                  <a:pt x="54751" y="443229"/>
                </a:lnTo>
                <a:cubicBezTo>
                  <a:pt x="24511" y="443229"/>
                  <a:pt x="0" y="418711"/>
                  <a:pt x="0" y="388464"/>
                </a:cubicBezTo>
                <a:lnTo>
                  <a:pt x="0" y="54772"/>
                </a:lnTo>
              </a:path>
            </a:pathLst>
          </a:custGeom>
          <a:noFill xmlns:a="http://schemas.openxmlformats.org/drawingml/2006/main"/>
          <a:ln xmlns:a="http://schemas.openxmlformats.org/drawingml/2006/main" w="14152">
            <a:solidFill>
              <a:srgbClr val="C55A11"/>
            </a:solidFill>
            <a:prstDash val="solid"/>
          </a:ln>
        </p:spPr>
      </p:sp>
      <p:sp>
        <p:nvSpPr>
          <p:cNvPr id="840" name="text-796 Relies">
            <a:extLst xmlns:a="http://schemas.openxmlformats.org/drawingml/2006/main">
              <a:ext uri="{FF2B5EF4-FFF2-40B4-BE49-F238E27FC236}">
                <a16:creationId xmlns:a16="http://schemas.microsoft.com/office/drawing/2014/main" id="{0B6F8B1E-E6FE-43DA-B9E8-901C9FC0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380" y="5521410"/>
            <a:ext cx="590326" cy="277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1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1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defRPr>
            </a:pPr>
            <a:r>
              <a:rPr sz="1561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rPr>
              <a:t>Relies</a:t>
            </a:r>
          </a:p>
        </p:txBody>
      </p:sp>
      <p:sp>
        <p:nvSpPr>
          <p:cNvPr id="841" name="text-796 on">
            <a:extLst xmlns:a="http://schemas.openxmlformats.org/drawingml/2006/main">
              <a:ext uri="{FF2B5EF4-FFF2-40B4-BE49-F238E27FC236}">
                <a16:creationId xmlns:a16="http://schemas.microsoft.com/office/drawing/2014/main" id="{F8C3B006-F1D2-4BF0-B21A-8C418E14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5338" y="5523011"/>
            <a:ext cx="241651" cy="275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9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9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defRPr>
            </a:pPr>
            <a:r>
              <a:rPr sz="1549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rPr>
              <a:t>on</a:t>
            </a:r>
          </a:p>
        </p:txBody>
      </p:sp>
      <p:sp>
        <p:nvSpPr>
          <p:cNvPr id="842" name="text-796 previously">
            <a:extLst xmlns:a="http://schemas.openxmlformats.org/drawingml/2006/main">
              <a:ext uri="{FF2B5EF4-FFF2-40B4-BE49-F238E27FC236}">
                <a16:creationId xmlns:a16="http://schemas.microsoft.com/office/drawing/2014/main" id="{2EA2DAA3-C7A8-4161-AC70-90DDC264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598" y="5521771"/>
            <a:ext cx="965198" cy="277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8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8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defRPr>
            </a:pPr>
            <a:r>
              <a:rPr sz="1558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rPr>
              <a:t>previously</a:t>
            </a:r>
          </a:p>
        </p:txBody>
      </p:sp>
      <p:sp>
        <p:nvSpPr>
          <p:cNvPr id="843" name="text-796 annotated">
            <a:extLst xmlns:a="http://schemas.openxmlformats.org/drawingml/2006/main">
              <a:ext uri="{FF2B5EF4-FFF2-40B4-BE49-F238E27FC236}">
                <a16:creationId xmlns:a16="http://schemas.microsoft.com/office/drawing/2014/main" id="{5B9BB673-96A0-45C0-8777-3435D4D9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3497" y="5522305"/>
            <a:ext cx="976964" cy="276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4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4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defRPr>
            </a:pPr>
            <a:r>
              <a:rPr sz="1554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rPr>
              <a:t>annotated</a:t>
            </a:r>
          </a:p>
        </p:txBody>
      </p:sp>
      <p:sp>
        <p:nvSpPr>
          <p:cNvPr id="844" name="text-796 data">
            <a:extLst xmlns:a="http://schemas.openxmlformats.org/drawingml/2006/main">
              <a:ext uri="{FF2B5EF4-FFF2-40B4-BE49-F238E27FC236}">
                <a16:creationId xmlns:a16="http://schemas.microsoft.com/office/drawing/2014/main" id="{01B97BF8-5E79-4F81-B345-DD2C226B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1734" y="5520843"/>
            <a:ext cx="466938" cy="278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defRPr>
            </a:pPr>
            <a:r>
              <a:rPr sz="1566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rPr>
              <a:t>data</a:t>
            </a:r>
          </a:p>
        </p:txBody>
      </p:sp>
      <p:pic>
        <p:nvPicPr>
          <p:cNvPr id="845" name="">
            <a:extLst xmlns:a="http://schemas.openxmlformats.org/drawingml/2006/main">
              <a:ext uri="{FF2B5EF4-FFF2-40B4-BE49-F238E27FC236}">
                <a16:creationId xmlns:a16="http://schemas.microsoft.com/office/drawing/2014/main" id="{95B6D24E-1DF0-4E12-9557-60297C6575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c6f931bd141d2"/>
          <a:stretch xmlns:a="http://schemas.openxmlformats.org/drawingml/2006/main"/>
        </p:blipFill>
        <p:spPr>
          <a:xfrm xmlns:a="http://schemas.openxmlformats.org/drawingml/2006/main">
            <a:off x="401182" y="819999"/>
            <a:ext cx="514350" cy="495300"/>
          </a:xfrm>
          <a:prstGeom xmlns:a="http://schemas.openxmlformats.org/drawingml/2006/main" prst="rect">
            <a:avLst/>
          </a:prstGeom>
        </p:spPr>
      </p:pic>
      <p:pic>
        <p:nvPicPr>
          <p:cNvPr id="846" name="">
            <a:extLst xmlns:a="http://schemas.openxmlformats.org/drawingml/2006/main">
              <a:ext uri="{FF2B5EF4-FFF2-40B4-BE49-F238E27FC236}">
                <a16:creationId xmlns:a16="http://schemas.microsoft.com/office/drawing/2014/main" id="{DDEC9331-B631-4415-9CD3-AFFC84B474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6e7592ee24291"/>
          <a:stretch xmlns:a="http://schemas.openxmlformats.org/drawingml/2006/main"/>
        </p:blipFill>
        <p:spPr>
          <a:xfrm xmlns:a="http://schemas.openxmlformats.org/drawingml/2006/main">
            <a:off x="1001257" y="829524"/>
            <a:ext cx="504825" cy="485775"/>
          </a:xfrm>
          <a:prstGeom xmlns:a="http://schemas.openxmlformats.org/drawingml/2006/main" prst="rect">
            <a:avLst/>
          </a:prstGeom>
        </p:spPr>
      </p:pic>
      <p:pic>
        <p:nvPicPr>
          <p:cNvPr id="847" name="">
            <a:extLst xmlns:a="http://schemas.openxmlformats.org/drawingml/2006/main">
              <a:ext uri="{FF2B5EF4-FFF2-40B4-BE49-F238E27FC236}">
                <a16:creationId xmlns:a16="http://schemas.microsoft.com/office/drawing/2014/main" id="{DB0F2467-5AA1-4576-A6AE-052B1AE1F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697d531e54747"/>
          <a:stretch xmlns:a="http://schemas.openxmlformats.org/drawingml/2006/main"/>
        </p:blipFill>
        <p:spPr>
          <a:xfrm xmlns:a="http://schemas.openxmlformats.org/drawingml/2006/main">
            <a:off x="1572757" y="829524"/>
            <a:ext cx="514350" cy="485775"/>
          </a:xfrm>
          <a:prstGeom xmlns:a="http://schemas.openxmlformats.org/drawingml/2006/main" prst="rect">
            <a:avLst/>
          </a:prstGeom>
        </p:spPr>
      </p:pic>
      <p:sp>
        <p:nvSpPr>
          <p:cNvPr id="848" name="text-800 Correctness">
            <a:extLst xmlns:a="http://schemas.openxmlformats.org/drawingml/2006/main">
              <a:ext uri="{FF2B5EF4-FFF2-40B4-BE49-F238E27FC236}">
                <a16:creationId xmlns:a16="http://schemas.microsoft.com/office/drawing/2014/main" id="{11725A64-DA5E-496C-8C77-A82DBE50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290" y="3269360"/>
            <a:ext cx="832755" cy="19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11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Correctness</a:t>
            </a:r>
          </a:p>
        </p:txBody>
      </p:sp>
      <p:sp>
        <p:nvSpPr>
          <p:cNvPr id="849" name="text-801 Grounding">
            <a:extLst xmlns:a="http://schemas.openxmlformats.org/drawingml/2006/main">
              <a:ext uri="{FF2B5EF4-FFF2-40B4-BE49-F238E27FC236}">
                <a16:creationId xmlns:a16="http://schemas.microsoft.com/office/drawing/2014/main" id="{061A3834-4607-4256-9CC4-11E86295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5784" y="3464956"/>
            <a:ext cx="686351" cy="198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11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Grounding</a:t>
            </a:r>
          </a:p>
        </p:txBody>
      </p:sp>
      <p:sp>
        <p:nvSpPr>
          <p:cNvPr id="850" name="text-802 Attribution">
            <a:extLst xmlns:a="http://schemas.openxmlformats.org/drawingml/2006/main">
              <a:ext uri="{FF2B5EF4-FFF2-40B4-BE49-F238E27FC236}">
                <a16:creationId xmlns:a16="http://schemas.microsoft.com/office/drawing/2014/main" id="{F7D2FDE6-EC28-4A12-AF7F-37A7C537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7116" y="3647756"/>
            <a:ext cx="781915" cy="198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11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Attribution</a:t>
            </a:r>
          </a:p>
        </p:txBody>
      </p:sp>
      <p:sp>
        <p:nvSpPr>
          <p:cNvPr id="851" name="path-803">
            <a:extLst xmlns:a="http://schemas.openxmlformats.org/drawingml/2006/main">
              <a:ext uri="{FF2B5EF4-FFF2-40B4-BE49-F238E27FC236}">
                <a16:creationId xmlns:a16="http://schemas.microsoft.com/office/drawing/2014/main" id="{785EFC47-7E2A-4972-8E4B-56A7A8C0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87" y="1849661"/>
            <a:ext cx="1650170" cy="611316"/>
          </a:xfrm>
          <a:custGeom xmlns:a="http://schemas.openxmlformats.org/drawingml/2006/main">
            <a:pathLst>
              <a:path w="1650170" h="611316">
                <a:moveTo>
                  <a:pt x="0" y="66847"/>
                </a:moveTo>
                <a:cubicBezTo>
                  <a:pt x="0" y="29922"/>
                  <a:pt x="29922" y="0"/>
                  <a:pt x="66826" y="0"/>
                </a:cubicBezTo>
                <a:lnTo>
                  <a:pt x="1583323" y="0"/>
                </a:lnTo>
                <a:cubicBezTo>
                  <a:pt x="1620248" y="0"/>
                  <a:pt x="1650170" y="29922"/>
                  <a:pt x="1650170" y="66847"/>
                </a:cubicBezTo>
                <a:lnTo>
                  <a:pt x="1650170" y="544469"/>
                </a:lnTo>
                <a:cubicBezTo>
                  <a:pt x="1650170" y="581394"/>
                  <a:pt x="1620248" y="611316"/>
                  <a:pt x="1583323" y="611316"/>
                </a:cubicBezTo>
                <a:lnTo>
                  <a:pt x="66826" y="611316"/>
                </a:lnTo>
                <a:cubicBezTo>
                  <a:pt x="29922" y="611316"/>
                  <a:pt x="0" y="581394"/>
                  <a:pt x="0" y="544469"/>
                </a:cubicBezTo>
                <a:lnTo>
                  <a:pt x="0" y="6684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2" name="path-804">
            <a:extLst xmlns:a="http://schemas.openxmlformats.org/drawingml/2006/main">
              <a:ext uri="{FF2B5EF4-FFF2-40B4-BE49-F238E27FC236}">
                <a16:creationId xmlns:a16="http://schemas.microsoft.com/office/drawing/2014/main" id="{D421A9EF-E2DB-487C-B89F-72FC7659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87" y="1849661"/>
            <a:ext cx="1650170" cy="611316"/>
          </a:xfrm>
          <a:custGeom xmlns:a="http://schemas.openxmlformats.org/drawingml/2006/main">
            <a:pathLst>
              <a:path w="1650170" h="611316">
                <a:moveTo>
                  <a:pt x="0" y="66847"/>
                </a:moveTo>
                <a:cubicBezTo>
                  <a:pt x="0" y="29922"/>
                  <a:pt x="29922" y="0"/>
                  <a:pt x="66826" y="0"/>
                </a:cubicBezTo>
                <a:lnTo>
                  <a:pt x="1583323" y="0"/>
                </a:lnTo>
                <a:cubicBezTo>
                  <a:pt x="1620248" y="0"/>
                  <a:pt x="1650170" y="29922"/>
                  <a:pt x="1650170" y="66847"/>
                </a:cubicBezTo>
                <a:lnTo>
                  <a:pt x="1650170" y="544469"/>
                </a:lnTo>
                <a:cubicBezTo>
                  <a:pt x="1650170" y="581394"/>
                  <a:pt x="1620248" y="611316"/>
                  <a:pt x="1583323" y="611316"/>
                </a:cubicBezTo>
                <a:lnTo>
                  <a:pt x="66826" y="611316"/>
                </a:lnTo>
                <a:cubicBezTo>
                  <a:pt x="29922" y="611316"/>
                  <a:pt x="0" y="581394"/>
                  <a:pt x="0" y="544469"/>
                </a:cubicBezTo>
                <a:lnTo>
                  <a:pt x="0" y="66847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853" name="path-805">
            <a:extLst xmlns:a="http://schemas.openxmlformats.org/drawingml/2006/main">
              <a:ext uri="{FF2B5EF4-FFF2-40B4-BE49-F238E27FC236}">
                <a16:creationId xmlns:a16="http://schemas.microsoft.com/office/drawing/2014/main" id="{647079DB-DAE9-4032-8595-4A06827C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526" y="1258718"/>
            <a:ext cx="1400607" cy="489081"/>
          </a:xfrm>
          <a:custGeom xmlns:a="http://schemas.openxmlformats.org/drawingml/2006/main">
            <a:pathLst>
              <a:path w="1400607" h="489081">
                <a:moveTo>
                  <a:pt x="0" y="53407"/>
                </a:moveTo>
                <a:cubicBezTo>
                  <a:pt x="0" y="23909"/>
                  <a:pt x="23909" y="0"/>
                  <a:pt x="53478" y="0"/>
                </a:cubicBezTo>
                <a:lnTo>
                  <a:pt x="1347130" y="0"/>
                </a:lnTo>
                <a:cubicBezTo>
                  <a:pt x="1376698" y="0"/>
                  <a:pt x="1400607" y="23909"/>
                  <a:pt x="1400607" y="53407"/>
                </a:cubicBezTo>
                <a:lnTo>
                  <a:pt x="1400607" y="435603"/>
                </a:lnTo>
                <a:cubicBezTo>
                  <a:pt x="1400607" y="465101"/>
                  <a:pt x="1376698" y="489081"/>
                  <a:pt x="1347130" y="489081"/>
                </a:cubicBezTo>
                <a:lnTo>
                  <a:pt x="53478" y="489081"/>
                </a:lnTo>
                <a:cubicBezTo>
                  <a:pt x="23909" y="489081"/>
                  <a:pt x="0" y="465101"/>
                  <a:pt x="0" y="435603"/>
                </a:cubicBezTo>
                <a:lnTo>
                  <a:pt x="0" y="5340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4" name="path-806">
            <a:extLst xmlns:a="http://schemas.openxmlformats.org/drawingml/2006/main">
              <a:ext uri="{FF2B5EF4-FFF2-40B4-BE49-F238E27FC236}">
                <a16:creationId xmlns:a16="http://schemas.microsoft.com/office/drawing/2014/main" id="{A80C6003-175D-40B8-B811-77F9C5ED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526" y="1258718"/>
            <a:ext cx="1400607" cy="489081"/>
          </a:xfrm>
          <a:custGeom xmlns:a="http://schemas.openxmlformats.org/drawingml/2006/main">
            <a:pathLst>
              <a:path w="1400607" h="489081">
                <a:moveTo>
                  <a:pt x="0" y="53407"/>
                </a:moveTo>
                <a:cubicBezTo>
                  <a:pt x="0" y="23909"/>
                  <a:pt x="23909" y="0"/>
                  <a:pt x="53478" y="0"/>
                </a:cubicBezTo>
                <a:lnTo>
                  <a:pt x="1347130" y="0"/>
                </a:lnTo>
                <a:cubicBezTo>
                  <a:pt x="1376698" y="0"/>
                  <a:pt x="1400607" y="23909"/>
                  <a:pt x="1400607" y="53407"/>
                </a:cubicBezTo>
                <a:lnTo>
                  <a:pt x="1400607" y="435603"/>
                </a:lnTo>
                <a:cubicBezTo>
                  <a:pt x="1400607" y="465101"/>
                  <a:pt x="1376698" y="489081"/>
                  <a:pt x="1347130" y="489081"/>
                </a:cubicBezTo>
                <a:lnTo>
                  <a:pt x="53478" y="489081"/>
                </a:lnTo>
                <a:cubicBezTo>
                  <a:pt x="23909" y="489081"/>
                  <a:pt x="0" y="465101"/>
                  <a:pt x="0" y="435603"/>
                </a:cubicBezTo>
                <a:lnTo>
                  <a:pt x="0" y="53407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855" name="text-807 How">
            <a:extLst xmlns:a="http://schemas.openxmlformats.org/drawingml/2006/main">
              <a:ext uri="{FF2B5EF4-FFF2-40B4-BE49-F238E27FC236}">
                <a16:creationId xmlns:a16="http://schemas.microsoft.com/office/drawing/2014/main" id="{0FC0AA81-A6E9-4D29-84CC-FBEBA5AE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473" y="1873970"/>
            <a:ext cx="340429" cy="220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How</a:t>
            </a:r>
          </a:p>
        </p:txBody>
      </p:sp>
      <p:sp>
        <p:nvSpPr>
          <p:cNvPr id="856" name="text-807 should">
            <a:extLst xmlns:a="http://schemas.openxmlformats.org/drawingml/2006/main">
              <a:ext uri="{FF2B5EF4-FFF2-40B4-BE49-F238E27FC236}">
                <a16:creationId xmlns:a16="http://schemas.microsoft.com/office/drawing/2014/main" id="{8658F8D5-2FB0-4BB6-B84D-54D875AC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380" y="1875168"/>
            <a:ext cx="493427" cy="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should</a:t>
            </a:r>
          </a:p>
        </p:txBody>
      </p:sp>
      <p:sp>
        <p:nvSpPr>
          <p:cNvPr id="857" name="text-807 the">
            <a:extLst xmlns:a="http://schemas.openxmlformats.org/drawingml/2006/main">
              <a:ext uri="{FF2B5EF4-FFF2-40B4-BE49-F238E27FC236}">
                <a16:creationId xmlns:a16="http://schemas.microsoft.com/office/drawing/2014/main" id="{802F8079-52C5-4C47-AC13-1A1DA12D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6451" y="1875305"/>
            <a:ext cx="277875" cy="219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858" name="text-807 knife">
            <a:extLst xmlns:a="http://schemas.openxmlformats.org/drawingml/2006/main">
              <a:ext uri="{FF2B5EF4-FFF2-40B4-BE49-F238E27FC236}">
                <a16:creationId xmlns:a16="http://schemas.microsoft.com/office/drawing/2014/main" id="{094EA08E-7D20-4765-A259-AD49F7EE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2187" y="1876622"/>
            <a:ext cx="400138" cy="21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knife</a:t>
            </a:r>
          </a:p>
        </p:txBody>
      </p:sp>
      <p:sp>
        <p:nvSpPr>
          <p:cNvPr id="859" name="text-808 be">
            <a:extLst xmlns:a="http://schemas.openxmlformats.org/drawingml/2006/main">
              <a:ext uri="{FF2B5EF4-FFF2-40B4-BE49-F238E27FC236}">
                <a16:creationId xmlns:a16="http://schemas.microsoft.com/office/drawing/2014/main" id="{D70C1D38-DEE9-405C-9599-28E3323A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78" y="2064131"/>
            <a:ext cx="206388" cy="21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be</a:t>
            </a:r>
          </a:p>
        </p:txBody>
      </p:sp>
      <p:sp>
        <p:nvSpPr>
          <p:cNvPr id="860" name="text-808 positioned">
            <a:extLst xmlns:a="http://schemas.openxmlformats.org/drawingml/2006/main">
              <a:ext uri="{FF2B5EF4-FFF2-40B4-BE49-F238E27FC236}">
                <a16:creationId xmlns:a16="http://schemas.microsoft.com/office/drawing/2014/main" id="{6AC2E478-0A3D-4034-8FF8-84509A21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812" y="2063995"/>
            <a:ext cx="772840" cy="218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positioned</a:t>
            </a:r>
          </a:p>
        </p:txBody>
      </p:sp>
      <p:sp>
        <p:nvSpPr>
          <p:cNvPr id="861" name="text-808 when">
            <a:extLst xmlns:a="http://schemas.openxmlformats.org/drawingml/2006/main">
              <a:ext uri="{FF2B5EF4-FFF2-40B4-BE49-F238E27FC236}">
                <a16:creationId xmlns:a16="http://schemas.microsoft.com/office/drawing/2014/main" id="{EF852CCD-30EF-4F33-913E-58E11808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023" y="2064923"/>
            <a:ext cx="390481" cy="217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when</a:t>
            </a:r>
          </a:p>
        </p:txBody>
      </p:sp>
      <p:sp>
        <p:nvSpPr>
          <p:cNvPr id="862" name="text-809 slicing">
            <a:extLst xmlns:a="http://schemas.openxmlformats.org/drawingml/2006/main">
              <a:ext uri="{FF2B5EF4-FFF2-40B4-BE49-F238E27FC236}">
                <a16:creationId xmlns:a16="http://schemas.microsoft.com/office/drawing/2014/main" id="{09F1AF38-9E8B-4330-8335-2D29A19B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77" y="2247946"/>
            <a:ext cx="478542" cy="218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slicing</a:t>
            </a:r>
          </a:p>
        </p:txBody>
      </p:sp>
      <p:sp>
        <p:nvSpPr>
          <p:cNvPr id="863" name="text-809 scallions?">
            <a:extLst xmlns:a="http://schemas.openxmlformats.org/drawingml/2006/main">
              <a:ext uri="{FF2B5EF4-FFF2-40B4-BE49-F238E27FC236}">
                <a16:creationId xmlns:a16="http://schemas.microsoft.com/office/drawing/2014/main" id="{E4F88087-4F9A-483B-B7C4-5B46A9AF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845" y="2247327"/>
            <a:ext cx="716990" cy="219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scallions?</a:t>
            </a:r>
          </a:p>
        </p:txBody>
      </p:sp>
      <p:sp>
        <p:nvSpPr>
          <p:cNvPr id="864" name="text-810 Keep">
            <a:extLst xmlns:a="http://schemas.openxmlformats.org/drawingml/2006/main">
              <a:ext uri="{FF2B5EF4-FFF2-40B4-BE49-F238E27FC236}">
                <a16:creationId xmlns:a16="http://schemas.microsoft.com/office/drawing/2014/main" id="{F7716D3C-59BF-4769-ACEE-1769FE78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9124" y="1310132"/>
            <a:ext cx="377491" cy="218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Keep</a:t>
            </a:r>
          </a:p>
        </p:txBody>
      </p:sp>
      <p:sp>
        <p:nvSpPr>
          <p:cNvPr id="865" name="text-810 the">
            <a:extLst xmlns:a="http://schemas.openxmlformats.org/drawingml/2006/main">
              <a:ext uri="{FF2B5EF4-FFF2-40B4-BE49-F238E27FC236}">
                <a16:creationId xmlns:a16="http://schemas.microsoft.com/office/drawing/2014/main" id="{42833D7D-8429-4EA5-AB4D-2728026E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6180" y="1309913"/>
            <a:ext cx="277348" cy="218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866" name="text-810 blade">
            <a:extLst xmlns:a="http://schemas.openxmlformats.org/drawingml/2006/main">
              <a:ext uri="{FF2B5EF4-FFF2-40B4-BE49-F238E27FC236}">
                <a16:creationId xmlns:a16="http://schemas.microsoft.com/office/drawing/2014/main" id="{F8FD35CC-A7B7-4FFF-96C4-C8D1375A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1442" y="1312087"/>
            <a:ext cx="414788" cy="215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1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blade</a:t>
            </a:r>
          </a:p>
        </p:txBody>
      </p:sp>
      <p:sp>
        <p:nvSpPr>
          <p:cNvPr id="867" name="text-811 below">
            <a:extLst xmlns:a="http://schemas.openxmlformats.org/drawingml/2006/main">
              <a:ext uri="{FF2B5EF4-FFF2-40B4-BE49-F238E27FC236}">
                <a16:creationId xmlns:a16="http://schemas.microsoft.com/office/drawing/2014/main" id="{6E7A1608-9842-4C33-BCA3-1F519353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4034" y="1498914"/>
            <a:ext cx="436795" cy="218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6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6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6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below</a:t>
            </a:r>
          </a:p>
        </p:txBody>
      </p:sp>
      <p:sp>
        <p:nvSpPr>
          <p:cNvPr id="868" name="text-811 the">
            <a:extLst xmlns:a="http://schemas.openxmlformats.org/drawingml/2006/main">
              <a:ext uri="{FF2B5EF4-FFF2-40B4-BE49-F238E27FC236}">
                <a16:creationId xmlns:a16="http://schemas.microsoft.com/office/drawing/2014/main" id="{AC708945-0AD3-431F-AF93-87A1A3FD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7518" y="1498401"/>
            <a:ext cx="277523" cy="218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869" name="text-811 fingers.">
            <a:extLst xmlns:a="http://schemas.openxmlformats.org/drawingml/2006/main">
              <a:ext uri="{FF2B5EF4-FFF2-40B4-BE49-F238E27FC236}">
                <a16:creationId xmlns:a16="http://schemas.microsoft.com/office/drawing/2014/main" id="{90525CA1-836B-4177-9B55-EE6EB051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2780" y="1498308"/>
            <a:ext cx="591955" cy="218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fingers.</a:t>
            </a:r>
          </a:p>
        </p:txBody>
      </p:sp>
      <p:sp>
        <p:nvSpPr>
          <p:cNvPr id="870" name="path-812">
            <a:extLst xmlns:a="http://schemas.openxmlformats.org/drawingml/2006/main">
              <a:ext uri="{FF2B5EF4-FFF2-40B4-BE49-F238E27FC236}">
                <a16:creationId xmlns:a16="http://schemas.microsoft.com/office/drawing/2014/main" id="{24AAE525-1060-4109-8107-78D10D2E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713" y="1890406"/>
            <a:ext cx="1227442" cy="356659"/>
          </a:xfrm>
          <a:custGeom xmlns:a="http://schemas.openxmlformats.org/drawingml/2006/main">
            <a:pathLst>
              <a:path w="1227442" h="356659">
                <a:moveTo>
                  <a:pt x="0" y="6225"/>
                </a:moveTo>
                <a:cubicBezTo>
                  <a:pt x="0" y="2758"/>
                  <a:pt x="2759" y="0"/>
                  <a:pt x="6225" y="0"/>
                </a:cubicBezTo>
                <a:lnTo>
                  <a:pt x="1221216" y="0"/>
                </a:lnTo>
                <a:cubicBezTo>
                  <a:pt x="1224682" y="0"/>
                  <a:pt x="1227442" y="2758"/>
                  <a:pt x="1227442" y="6225"/>
                </a:cubicBezTo>
                <a:lnTo>
                  <a:pt x="1227442" y="350435"/>
                </a:lnTo>
                <a:cubicBezTo>
                  <a:pt x="1227442" y="353830"/>
                  <a:pt x="1224682" y="356659"/>
                  <a:pt x="1221216" y="356659"/>
                </a:cubicBezTo>
                <a:lnTo>
                  <a:pt x="6225" y="356659"/>
                </a:lnTo>
                <a:cubicBezTo>
                  <a:pt x="2759" y="356659"/>
                  <a:pt x="0" y="353830"/>
                  <a:pt x="0" y="350435"/>
                </a:cubicBezTo>
                <a:lnTo>
                  <a:pt x="0" y="6225"/>
                </a:lnTo>
              </a:path>
            </a:pathLst>
          </a:custGeom>
          <a:solidFill xmlns:a="http://schemas.openxmlformats.org/drawingml/2006/main">
            <a:srgbClr val="0B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1" name="path-813">
            <a:extLst xmlns:a="http://schemas.openxmlformats.org/drawingml/2006/main">
              <a:ext uri="{FF2B5EF4-FFF2-40B4-BE49-F238E27FC236}">
                <a16:creationId xmlns:a16="http://schemas.microsoft.com/office/drawing/2014/main" id="{21D0F8A7-3C9E-496C-8B5A-868EFC10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713" y="1890406"/>
            <a:ext cx="1227442" cy="356659"/>
          </a:xfrm>
          <a:custGeom xmlns:a="http://schemas.openxmlformats.org/drawingml/2006/main">
            <a:pathLst>
              <a:path w="1227442" h="356659">
                <a:moveTo>
                  <a:pt x="0" y="6225"/>
                </a:moveTo>
                <a:cubicBezTo>
                  <a:pt x="0" y="2758"/>
                  <a:pt x="2759" y="0"/>
                  <a:pt x="6225" y="0"/>
                </a:cubicBezTo>
                <a:lnTo>
                  <a:pt x="1221216" y="0"/>
                </a:lnTo>
                <a:cubicBezTo>
                  <a:pt x="1224682" y="0"/>
                  <a:pt x="1227442" y="2758"/>
                  <a:pt x="1227442" y="6225"/>
                </a:cubicBezTo>
                <a:lnTo>
                  <a:pt x="1227442" y="350435"/>
                </a:lnTo>
                <a:cubicBezTo>
                  <a:pt x="1227442" y="353830"/>
                  <a:pt x="1224682" y="356659"/>
                  <a:pt x="1221216" y="356659"/>
                </a:cubicBezTo>
                <a:lnTo>
                  <a:pt x="6225" y="356659"/>
                </a:lnTo>
                <a:cubicBezTo>
                  <a:pt x="2759" y="356659"/>
                  <a:pt x="0" y="353830"/>
                  <a:pt x="0" y="350435"/>
                </a:cubicBezTo>
                <a:lnTo>
                  <a:pt x="0" y="6225"/>
                </a:lnTo>
              </a:path>
            </a:pathLst>
          </a:custGeom>
          <a:noFill xmlns:a="http://schemas.openxmlformats.org/drawingml/2006/main"/>
          <a:ln xmlns:a="http://schemas.openxmlformats.org/drawingml/2006/main" w="15921">
            <a:solidFill>
              <a:srgbClr val="0B213C"/>
            </a:solidFill>
            <a:prstDash val="solid"/>
          </a:ln>
        </p:spPr>
      </p:sp>
      <p:sp>
        <p:nvSpPr>
          <p:cNvPr id="872" name="path-814">
            <a:extLst xmlns:a="http://schemas.openxmlformats.org/drawingml/2006/main">
              <a:ext uri="{FF2B5EF4-FFF2-40B4-BE49-F238E27FC236}">
                <a16:creationId xmlns:a16="http://schemas.microsoft.com/office/drawing/2014/main" id="{D44ACF61-708E-4AA3-83BF-072A72A3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365" y="1936237"/>
            <a:ext cx="280122" cy="270013"/>
          </a:xfrm>
          <a:custGeom xmlns:a="http://schemas.openxmlformats.org/drawingml/2006/main">
            <a:pathLst>
              <a:path w="280122" h="270013">
                <a:moveTo>
                  <a:pt x="0" y="0"/>
                </a:moveTo>
                <a:lnTo>
                  <a:pt x="280122" y="0"/>
                </a:lnTo>
                <a:lnTo>
                  <a:pt x="280122" y="270013"/>
                </a:lnTo>
                <a:lnTo>
                  <a:pt x="0" y="270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34">
            <a:solidFill>
              <a:srgbClr val="0B213C"/>
            </a:solidFill>
            <a:prstDash val="solid"/>
          </a:ln>
        </p:spPr>
      </p:sp>
      <p:sp>
        <p:nvSpPr>
          <p:cNvPr id="873" name="path-815">
            <a:extLst xmlns:a="http://schemas.openxmlformats.org/drawingml/2006/main">
              <a:ext uri="{FF2B5EF4-FFF2-40B4-BE49-F238E27FC236}">
                <a16:creationId xmlns:a16="http://schemas.microsoft.com/office/drawing/2014/main" id="{950C54AD-1897-4172-AD75-385E23AF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579" y="1936237"/>
            <a:ext cx="280122" cy="270013"/>
          </a:xfrm>
          <a:custGeom xmlns:a="http://schemas.openxmlformats.org/drawingml/2006/main">
            <a:pathLst>
              <a:path w="280122" h="270013">
                <a:moveTo>
                  <a:pt x="0" y="0"/>
                </a:moveTo>
                <a:lnTo>
                  <a:pt x="280122" y="0"/>
                </a:lnTo>
                <a:lnTo>
                  <a:pt x="280122" y="270013"/>
                </a:lnTo>
                <a:lnTo>
                  <a:pt x="0" y="270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34">
            <a:solidFill>
              <a:srgbClr val="0B213C"/>
            </a:solidFill>
            <a:prstDash val="solid"/>
          </a:ln>
        </p:spPr>
      </p:sp>
      <p:sp>
        <p:nvSpPr>
          <p:cNvPr id="874" name="path-816">
            <a:extLst xmlns:a="http://schemas.openxmlformats.org/drawingml/2006/main">
              <a:ext uri="{FF2B5EF4-FFF2-40B4-BE49-F238E27FC236}">
                <a16:creationId xmlns:a16="http://schemas.microsoft.com/office/drawing/2014/main" id="{8EDA2A05-A4E6-40D8-AD52-900EA5A2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794" y="1936237"/>
            <a:ext cx="280122" cy="270013"/>
          </a:xfrm>
          <a:custGeom xmlns:a="http://schemas.openxmlformats.org/drawingml/2006/main">
            <a:pathLst>
              <a:path w="280122" h="270013">
                <a:moveTo>
                  <a:pt x="0" y="0"/>
                </a:moveTo>
                <a:lnTo>
                  <a:pt x="280122" y="0"/>
                </a:lnTo>
                <a:lnTo>
                  <a:pt x="280122" y="270013"/>
                </a:lnTo>
                <a:lnTo>
                  <a:pt x="0" y="270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34">
            <a:solidFill>
              <a:srgbClr val="0B213C"/>
            </a:solidFill>
            <a:prstDash val="solid"/>
          </a:ln>
        </p:spPr>
      </p:sp>
      <p:sp>
        <p:nvSpPr>
          <p:cNvPr id="875" name="path-817">
            <a:extLst xmlns:a="http://schemas.openxmlformats.org/drawingml/2006/main">
              <a:ext uri="{FF2B5EF4-FFF2-40B4-BE49-F238E27FC236}">
                <a16:creationId xmlns:a16="http://schemas.microsoft.com/office/drawing/2014/main" id="{3D601EB4-6724-4DB9-AACA-CEBD9E34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008" y="1936237"/>
            <a:ext cx="285215" cy="270013"/>
          </a:xfrm>
          <a:custGeom xmlns:a="http://schemas.openxmlformats.org/drawingml/2006/main">
            <a:pathLst>
              <a:path w="285215" h="270013">
                <a:moveTo>
                  <a:pt x="0" y="0"/>
                </a:moveTo>
                <a:lnTo>
                  <a:pt x="285215" y="0"/>
                </a:lnTo>
                <a:lnTo>
                  <a:pt x="285215" y="270013"/>
                </a:lnTo>
                <a:lnTo>
                  <a:pt x="0" y="270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34">
            <a:solidFill>
              <a:srgbClr val="0B213C"/>
            </a:solidFill>
            <a:prstDash val="solid"/>
          </a:ln>
        </p:spPr>
      </p:sp>
      <p:sp>
        <p:nvSpPr>
          <p:cNvPr id="876" name="path-818">
            <a:extLst xmlns:a="http://schemas.openxmlformats.org/drawingml/2006/main">
              <a:ext uri="{FF2B5EF4-FFF2-40B4-BE49-F238E27FC236}">
                <a16:creationId xmlns:a16="http://schemas.microsoft.com/office/drawing/2014/main" id="{818D9E9D-D8A9-4010-A81B-B6C1D222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179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6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6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7" name="path-819">
            <a:extLst xmlns:a="http://schemas.openxmlformats.org/drawingml/2006/main">
              <a:ext uri="{FF2B5EF4-FFF2-40B4-BE49-F238E27FC236}">
                <a16:creationId xmlns:a16="http://schemas.microsoft.com/office/drawing/2014/main" id="{9A1D32EF-7C8E-452A-B6B3-B9CC0A59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179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6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6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878" name="path-820">
            <a:extLst xmlns:a="http://schemas.openxmlformats.org/drawingml/2006/main">
              <a:ext uri="{FF2B5EF4-FFF2-40B4-BE49-F238E27FC236}">
                <a16:creationId xmlns:a16="http://schemas.microsoft.com/office/drawing/2014/main" id="{4DE59215-CD23-424D-A367-D8C136B6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179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6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6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9" name="path-821">
            <a:extLst xmlns:a="http://schemas.openxmlformats.org/drawingml/2006/main">
              <a:ext uri="{FF2B5EF4-FFF2-40B4-BE49-F238E27FC236}">
                <a16:creationId xmlns:a16="http://schemas.microsoft.com/office/drawing/2014/main" id="{3F800D8A-6172-4E0D-B80B-74CDB5F3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179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6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6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880" name="path-822">
            <a:extLst xmlns:a="http://schemas.openxmlformats.org/drawingml/2006/main">
              <a:ext uri="{FF2B5EF4-FFF2-40B4-BE49-F238E27FC236}">
                <a16:creationId xmlns:a16="http://schemas.microsoft.com/office/drawing/2014/main" id="{9EEDCEBB-E353-48A9-BE54-F8D6D8F6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203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1" name="path-823">
            <a:extLst xmlns:a="http://schemas.openxmlformats.org/drawingml/2006/main">
              <a:ext uri="{FF2B5EF4-FFF2-40B4-BE49-F238E27FC236}">
                <a16:creationId xmlns:a16="http://schemas.microsoft.com/office/drawing/2014/main" id="{9A5E19D0-1112-47DA-845C-B8EE6D0E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203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882" name="path-824">
            <a:extLst xmlns:a="http://schemas.openxmlformats.org/drawingml/2006/main">
              <a:ext uri="{FF2B5EF4-FFF2-40B4-BE49-F238E27FC236}">
                <a16:creationId xmlns:a16="http://schemas.microsoft.com/office/drawing/2014/main" id="{19553382-B3EF-4893-85F7-39944253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203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7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3" name="path-825">
            <a:extLst xmlns:a="http://schemas.openxmlformats.org/drawingml/2006/main">
              <a:ext uri="{FF2B5EF4-FFF2-40B4-BE49-F238E27FC236}">
                <a16:creationId xmlns:a16="http://schemas.microsoft.com/office/drawing/2014/main" id="{E94B1836-3319-4235-9E33-5EFBC856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203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7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884" name="path-826">
            <a:extLst xmlns:a="http://schemas.openxmlformats.org/drawingml/2006/main">
              <a:ext uri="{FF2B5EF4-FFF2-40B4-BE49-F238E27FC236}">
                <a16:creationId xmlns:a16="http://schemas.microsoft.com/office/drawing/2014/main" id="{27D5C1D4-7C72-426D-A46D-6C896058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320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5" name="path-827">
            <a:extLst xmlns:a="http://schemas.openxmlformats.org/drawingml/2006/main">
              <a:ext uri="{FF2B5EF4-FFF2-40B4-BE49-F238E27FC236}">
                <a16:creationId xmlns:a16="http://schemas.microsoft.com/office/drawing/2014/main" id="{A832CD74-05E8-4B12-AA73-2D497DD2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320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886" name="path-828">
            <a:extLst xmlns:a="http://schemas.openxmlformats.org/drawingml/2006/main">
              <a:ext uri="{FF2B5EF4-FFF2-40B4-BE49-F238E27FC236}">
                <a16:creationId xmlns:a16="http://schemas.microsoft.com/office/drawing/2014/main" id="{6C0F7F51-3A1F-4EBD-A011-53555BE0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320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70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7" name="path-829">
            <a:extLst xmlns:a="http://schemas.openxmlformats.org/drawingml/2006/main">
              <a:ext uri="{FF2B5EF4-FFF2-40B4-BE49-F238E27FC236}">
                <a16:creationId xmlns:a16="http://schemas.microsoft.com/office/drawing/2014/main" id="{8CD034C5-B5E0-437B-8F7F-07A9ED59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320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70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888" name="path-830">
            <a:extLst xmlns:a="http://schemas.openxmlformats.org/drawingml/2006/main">
              <a:ext uri="{FF2B5EF4-FFF2-40B4-BE49-F238E27FC236}">
                <a16:creationId xmlns:a16="http://schemas.microsoft.com/office/drawing/2014/main" id="{17D05A3D-7B80-4430-8725-A4159297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45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9" name="path-831">
            <a:extLst xmlns:a="http://schemas.openxmlformats.org/drawingml/2006/main">
              <a:ext uri="{FF2B5EF4-FFF2-40B4-BE49-F238E27FC236}">
                <a16:creationId xmlns:a16="http://schemas.microsoft.com/office/drawing/2014/main" id="{46659DD3-DD20-4BFE-B4B2-7CD6ABE9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45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890" name="path-832">
            <a:extLst xmlns:a="http://schemas.openxmlformats.org/drawingml/2006/main">
              <a:ext uri="{FF2B5EF4-FFF2-40B4-BE49-F238E27FC236}">
                <a16:creationId xmlns:a16="http://schemas.microsoft.com/office/drawing/2014/main" id="{FD418EBA-3AB4-4737-93BF-7357BB24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45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7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1" name="path-833">
            <a:extLst xmlns:a="http://schemas.openxmlformats.org/drawingml/2006/main">
              <a:ext uri="{FF2B5EF4-FFF2-40B4-BE49-F238E27FC236}">
                <a16:creationId xmlns:a16="http://schemas.microsoft.com/office/drawing/2014/main" id="{AE2885FC-7E03-4ED6-901D-251EAC25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45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7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892" name="path-834">
            <a:extLst xmlns:a="http://schemas.openxmlformats.org/drawingml/2006/main">
              <a:ext uri="{FF2B5EF4-FFF2-40B4-BE49-F238E27FC236}">
                <a16:creationId xmlns:a16="http://schemas.microsoft.com/office/drawing/2014/main" id="{3DBCDA1F-C433-494C-BCD9-B4ED6C2E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5462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3" name="path-835">
            <a:extLst xmlns:a="http://schemas.openxmlformats.org/drawingml/2006/main">
              <a:ext uri="{FF2B5EF4-FFF2-40B4-BE49-F238E27FC236}">
                <a16:creationId xmlns:a16="http://schemas.microsoft.com/office/drawing/2014/main" id="{BCA08552-BF4B-498D-A9DC-016BFA91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5462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894" name="path-836">
            <a:extLst xmlns:a="http://schemas.openxmlformats.org/drawingml/2006/main">
              <a:ext uri="{FF2B5EF4-FFF2-40B4-BE49-F238E27FC236}">
                <a16:creationId xmlns:a16="http://schemas.microsoft.com/office/drawing/2014/main" id="{6F97848B-3AF1-4749-9FD0-8BEFAF26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5462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8" y="15280"/>
                  <a:pt x="35157" y="15280"/>
                </a:cubicBezTo>
                <a:lnTo>
                  <a:pt x="5588" y="15280"/>
                </a:lnTo>
                <a:cubicBezTo>
                  <a:pt x="2475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5" name="path-837">
            <a:extLst xmlns:a="http://schemas.openxmlformats.org/drawingml/2006/main">
              <a:ext uri="{FF2B5EF4-FFF2-40B4-BE49-F238E27FC236}">
                <a16:creationId xmlns:a16="http://schemas.microsoft.com/office/drawing/2014/main" id="{12BB8DEC-51E5-49C5-B9FB-A9239DBF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5462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8" y="15280"/>
                  <a:pt x="35157" y="15280"/>
                </a:cubicBezTo>
                <a:lnTo>
                  <a:pt x="5588" y="15280"/>
                </a:lnTo>
                <a:cubicBezTo>
                  <a:pt x="2475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896" name="path-838">
            <a:extLst xmlns:a="http://schemas.openxmlformats.org/drawingml/2006/main">
              <a:ext uri="{FF2B5EF4-FFF2-40B4-BE49-F238E27FC236}">
                <a16:creationId xmlns:a16="http://schemas.microsoft.com/office/drawing/2014/main" id="{54F5C1F0-CD49-44FD-9152-BA829D08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486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7" name="path-839">
            <a:extLst xmlns:a="http://schemas.openxmlformats.org/drawingml/2006/main">
              <a:ext uri="{FF2B5EF4-FFF2-40B4-BE49-F238E27FC236}">
                <a16:creationId xmlns:a16="http://schemas.microsoft.com/office/drawing/2014/main" id="{9CD77DE9-28BC-4FFB-B767-5D39A32B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486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898" name="path-840">
            <a:extLst xmlns:a="http://schemas.openxmlformats.org/drawingml/2006/main">
              <a:ext uri="{FF2B5EF4-FFF2-40B4-BE49-F238E27FC236}">
                <a16:creationId xmlns:a16="http://schemas.microsoft.com/office/drawing/2014/main" id="{0C40F2A2-2A54-477E-9AFE-DADC1AAF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486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9" name="path-841">
            <a:extLst xmlns:a="http://schemas.openxmlformats.org/drawingml/2006/main">
              <a:ext uri="{FF2B5EF4-FFF2-40B4-BE49-F238E27FC236}">
                <a16:creationId xmlns:a16="http://schemas.microsoft.com/office/drawing/2014/main" id="{3B8B96FA-429B-4570-B3E7-A026573E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486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00" name="path-842">
            <a:extLst xmlns:a="http://schemas.openxmlformats.org/drawingml/2006/main">
              <a:ext uri="{FF2B5EF4-FFF2-40B4-BE49-F238E27FC236}">
                <a16:creationId xmlns:a16="http://schemas.microsoft.com/office/drawing/2014/main" id="{2A101EF8-B64F-412B-918D-434FC327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603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1" name="path-843">
            <a:extLst xmlns:a="http://schemas.openxmlformats.org/drawingml/2006/main">
              <a:ext uri="{FF2B5EF4-FFF2-40B4-BE49-F238E27FC236}">
                <a16:creationId xmlns:a16="http://schemas.microsoft.com/office/drawing/2014/main" id="{F9DDB63C-A99F-485B-A248-D676F8A3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603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02" name="path-844">
            <a:extLst xmlns:a="http://schemas.openxmlformats.org/drawingml/2006/main">
              <a:ext uri="{FF2B5EF4-FFF2-40B4-BE49-F238E27FC236}">
                <a16:creationId xmlns:a16="http://schemas.microsoft.com/office/drawing/2014/main" id="{0DDC220B-A466-4BCD-8561-09D0B112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603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70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3" name="path-845">
            <a:extLst xmlns:a="http://schemas.openxmlformats.org/drawingml/2006/main">
              <a:ext uri="{FF2B5EF4-FFF2-40B4-BE49-F238E27FC236}">
                <a16:creationId xmlns:a16="http://schemas.microsoft.com/office/drawing/2014/main" id="{F05FCB3C-099B-4E20-BC8B-ACB9FEA5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603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70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04" name="path-846">
            <a:extLst xmlns:a="http://schemas.openxmlformats.org/drawingml/2006/main">
              <a:ext uri="{FF2B5EF4-FFF2-40B4-BE49-F238E27FC236}">
                <a16:creationId xmlns:a16="http://schemas.microsoft.com/office/drawing/2014/main" id="{7B8F81CB-3136-49A0-9928-2FCBD886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28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5" name="path-847">
            <a:extLst xmlns:a="http://schemas.openxmlformats.org/drawingml/2006/main">
              <a:ext uri="{FF2B5EF4-FFF2-40B4-BE49-F238E27FC236}">
                <a16:creationId xmlns:a16="http://schemas.microsoft.com/office/drawing/2014/main" id="{5E75325F-BA61-4699-8CF3-7C09D1CC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28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06" name="path-848">
            <a:extLst xmlns:a="http://schemas.openxmlformats.org/drawingml/2006/main">
              <a:ext uri="{FF2B5EF4-FFF2-40B4-BE49-F238E27FC236}">
                <a16:creationId xmlns:a16="http://schemas.microsoft.com/office/drawing/2014/main" id="{8BDC0439-22EF-4935-9A7E-8CE8A80A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28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7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7" name="path-849">
            <a:extLst xmlns:a="http://schemas.openxmlformats.org/drawingml/2006/main">
              <a:ext uri="{FF2B5EF4-FFF2-40B4-BE49-F238E27FC236}">
                <a16:creationId xmlns:a16="http://schemas.microsoft.com/office/drawing/2014/main" id="{6A8A4741-995B-43A0-868F-B99F9386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28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7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08" name="path-850">
            <a:extLst xmlns:a="http://schemas.openxmlformats.org/drawingml/2006/main">
              <a:ext uri="{FF2B5EF4-FFF2-40B4-BE49-F238E27FC236}">
                <a16:creationId xmlns:a16="http://schemas.microsoft.com/office/drawing/2014/main" id="{10785E32-E545-459B-BA2E-B0EE9A39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746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9" name="path-851">
            <a:extLst xmlns:a="http://schemas.openxmlformats.org/drawingml/2006/main">
              <a:ext uri="{FF2B5EF4-FFF2-40B4-BE49-F238E27FC236}">
                <a16:creationId xmlns:a16="http://schemas.microsoft.com/office/drawing/2014/main" id="{A028C603-9650-4D9B-9308-59FB5CFA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746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10" name="path-852">
            <a:extLst xmlns:a="http://schemas.openxmlformats.org/drawingml/2006/main">
              <a:ext uri="{FF2B5EF4-FFF2-40B4-BE49-F238E27FC236}">
                <a16:creationId xmlns:a16="http://schemas.microsoft.com/office/drawing/2014/main" id="{46ADF1A4-05FF-4953-A495-F3D98A14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746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8" y="15280"/>
                  <a:pt x="35156" y="15280"/>
                </a:cubicBezTo>
                <a:lnTo>
                  <a:pt x="5588" y="15280"/>
                </a:lnTo>
                <a:cubicBezTo>
                  <a:pt x="2475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1" name="path-853">
            <a:extLst xmlns:a="http://schemas.openxmlformats.org/drawingml/2006/main">
              <a:ext uri="{FF2B5EF4-FFF2-40B4-BE49-F238E27FC236}">
                <a16:creationId xmlns:a16="http://schemas.microsoft.com/office/drawing/2014/main" id="{BC21B051-A183-4CD7-89C6-FDB84CD4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746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8" y="15280"/>
                  <a:pt x="35156" y="15280"/>
                </a:cubicBezTo>
                <a:lnTo>
                  <a:pt x="5588" y="15280"/>
                </a:lnTo>
                <a:cubicBezTo>
                  <a:pt x="2475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12" name="path-854">
            <a:extLst xmlns:a="http://schemas.openxmlformats.org/drawingml/2006/main">
              <a:ext uri="{FF2B5EF4-FFF2-40B4-BE49-F238E27FC236}">
                <a16:creationId xmlns:a16="http://schemas.microsoft.com/office/drawing/2014/main" id="{5EF52E70-4F89-4C8D-B06B-9B70BF07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770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6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6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3" name="path-855">
            <a:extLst xmlns:a="http://schemas.openxmlformats.org/drawingml/2006/main">
              <a:ext uri="{FF2B5EF4-FFF2-40B4-BE49-F238E27FC236}">
                <a16:creationId xmlns:a16="http://schemas.microsoft.com/office/drawing/2014/main" id="{BBD4B65B-B140-4158-90AB-F0DB6E94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770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6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6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14" name="path-856">
            <a:extLst xmlns:a="http://schemas.openxmlformats.org/drawingml/2006/main">
              <a:ext uri="{FF2B5EF4-FFF2-40B4-BE49-F238E27FC236}">
                <a16:creationId xmlns:a16="http://schemas.microsoft.com/office/drawing/2014/main" id="{590341FD-744F-4FD1-832B-0DE80093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770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6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6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5" name="path-857">
            <a:extLst xmlns:a="http://schemas.openxmlformats.org/drawingml/2006/main">
              <a:ext uri="{FF2B5EF4-FFF2-40B4-BE49-F238E27FC236}">
                <a16:creationId xmlns:a16="http://schemas.microsoft.com/office/drawing/2014/main" id="{6AEE5B57-DEF4-43F0-82E1-32F720D5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770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6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6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16" name="path-858">
            <a:extLst xmlns:a="http://schemas.openxmlformats.org/drawingml/2006/main">
              <a:ext uri="{FF2B5EF4-FFF2-40B4-BE49-F238E27FC236}">
                <a16:creationId xmlns:a16="http://schemas.microsoft.com/office/drawing/2014/main" id="{7E735426-1773-45AC-A377-ED94A0DB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887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7" name="path-859">
            <a:extLst xmlns:a="http://schemas.openxmlformats.org/drawingml/2006/main">
              <a:ext uri="{FF2B5EF4-FFF2-40B4-BE49-F238E27FC236}">
                <a16:creationId xmlns:a16="http://schemas.microsoft.com/office/drawing/2014/main" id="{77E486E6-5C01-41DC-8E91-7292ECA3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887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18" name="path-860">
            <a:extLst xmlns:a="http://schemas.openxmlformats.org/drawingml/2006/main">
              <a:ext uri="{FF2B5EF4-FFF2-40B4-BE49-F238E27FC236}">
                <a16:creationId xmlns:a16="http://schemas.microsoft.com/office/drawing/2014/main" id="{52C20950-AF25-4AF2-B06B-891590EA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887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70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9" name="path-861">
            <a:extLst xmlns:a="http://schemas.openxmlformats.org/drawingml/2006/main">
              <a:ext uri="{FF2B5EF4-FFF2-40B4-BE49-F238E27FC236}">
                <a16:creationId xmlns:a16="http://schemas.microsoft.com/office/drawing/2014/main" id="{FCA96793-4731-4B7D-9780-7DAC5132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887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70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20" name="path-862">
            <a:extLst xmlns:a="http://schemas.openxmlformats.org/drawingml/2006/main">
              <a:ext uri="{FF2B5EF4-FFF2-40B4-BE49-F238E27FC236}">
                <a16:creationId xmlns:a16="http://schemas.microsoft.com/office/drawing/2014/main" id="{C5241937-BBFF-4098-BA65-1CC045AC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911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1" name="path-863">
            <a:extLst xmlns:a="http://schemas.openxmlformats.org/drawingml/2006/main">
              <a:ext uri="{FF2B5EF4-FFF2-40B4-BE49-F238E27FC236}">
                <a16:creationId xmlns:a16="http://schemas.microsoft.com/office/drawing/2014/main" id="{7B3E8FEA-545A-482C-93CA-C4766003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911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22" name="path-864">
            <a:extLst xmlns:a="http://schemas.openxmlformats.org/drawingml/2006/main">
              <a:ext uri="{FF2B5EF4-FFF2-40B4-BE49-F238E27FC236}">
                <a16:creationId xmlns:a16="http://schemas.microsoft.com/office/drawing/2014/main" id="{8237AE72-02FE-4837-89F3-8CF41B39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911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7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3" name="path-865">
            <a:extLst xmlns:a="http://schemas.openxmlformats.org/drawingml/2006/main">
              <a:ext uri="{FF2B5EF4-FFF2-40B4-BE49-F238E27FC236}">
                <a16:creationId xmlns:a16="http://schemas.microsoft.com/office/drawing/2014/main" id="{1147421D-98D2-4D40-9C08-2F8E40E9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911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7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24" name="path-866">
            <a:extLst xmlns:a="http://schemas.openxmlformats.org/drawingml/2006/main">
              <a:ext uri="{FF2B5EF4-FFF2-40B4-BE49-F238E27FC236}">
                <a16:creationId xmlns:a16="http://schemas.microsoft.com/office/drawing/2014/main" id="{66AD8B45-C2D4-4F8C-9D6D-5DCC0E0C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29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5" name="path-867">
            <a:extLst xmlns:a="http://schemas.openxmlformats.org/drawingml/2006/main">
              <a:ext uri="{FF2B5EF4-FFF2-40B4-BE49-F238E27FC236}">
                <a16:creationId xmlns:a16="http://schemas.microsoft.com/office/drawing/2014/main" id="{87B8C268-9617-4C86-9CDF-1C7FCC9B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29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26" name="path-868">
            <a:extLst xmlns:a="http://schemas.openxmlformats.org/drawingml/2006/main">
              <a:ext uri="{FF2B5EF4-FFF2-40B4-BE49-F238E27FC236}">
                <a16:creationId xmlns:a16="http://schemas.microsoft.com/office/drawing/2014/main" id="{94F81EE0-46CB-43EC-BADA-A2C231AE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29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8" y="15280"/>
                  <a:pt x="35157" y="15280"/>
                </a:cubicBezTo>
                <a:lnTo>
                  <a:pt x="5588" y="15280"/>
                </a:lnTo>
                <a:cubicBezTo>
                  <a:pt x="2475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7" name="path-869">
            <a:extLst xmlns:a="http://schemas.openxmlformats.org/drawingml/2006/main">
              <a:ext uri="{FF2B5EF4-FFF2-40B4-BE49-F238E27FC236}">
                <a16:creationId xmlns:a16="http://schemas.microsoft.com/office/drawing/2014/main" id="{8E871586-9277-482F-9CCE-239DDBD6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29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8" y="15280"/>
                  <a:pt x="35157" y="15280"/>
                </a:cubicBezTo>
                <a:lnTo>
                  <a:pt x="5588" y="15280"/>
                </a:lnTo>
                <a:cubicBezTo>
                  <a:pt x="2475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28" name="path-870">
            <a:extLst xmlns:a="http://schemas.openxmlformats.org/drawingml/2006/main">
              <a:ext uri="{FF2B5EF4-FFF2-40B4-BE49-F238E27FC236}">
                <a16:creationId xmlns:a16="http://schemas.microsoft.com/office/drawing/2014/main" id="{7CE2E8E1-2A28-4728-BDB4-738EBB4F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146" y="1905686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0063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3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9" name="path-871">
            <a:extLst xmlns:a="http://schemas.openxmlformats.org/drawingml/2006/main">
              <a:ext uri="{FF2B5EF4-FFF2-40B4-BE49-F238E27FC236}">
                <a16:creationId xmlns:a16="http://schemas.microsoft.com/office/drawing/2014/main" id="{DB0B080C-FDD2-495A-ABAB-4BAC2ECA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146" y="1905686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0063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3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30" name="path-872">
            <a:extLst xmlns:a="http://schemas.openxmlformats.org/drawingml/2006/main">
              <a:ext uri="{FF2B5EF4-FFF2-40B4-BE49-F238E27FC236}">
                <a16:creationId xmlns:a16="http://schemas.microsoft.com/office/drawing/2014/main" id="{113B3C90-7406-4D1A-BA96-2BCE25FF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146" y="2221529"/>
            <a:ext cx="35652" cy="15280"/>
          </a:xfrm>
          <a:custGeom xmlns:a="http://schemas.openxmlformats.org/drawingml/2006/main">
            <a:pathLst>
              <a:path w="35652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0063" y="0"/>
                </a:lnTo>
                <a:cubicBezTo>
                  <a:pt x="33176" y="0"/>
                  <a:pt x="35652" y="2546"/>
                  <a:pt x="35652" y="5589"/>
                </a:cubicBezTo>
                <a:lnTo>
                  <a:pt x="35652" y="9762"/>
                </a:lnTo>
                <a:cubicBezTo>
                  <a:pt x="35652" y="12804"/>
                  <a:pt x="33176" y="15280"/>
                  <a:pt x="30063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1" name="path-873">
            <a:extLst xmlns:a="http://schemas.openxmlformats.org/drawingml/2006/main">
              <a:ext uri="{FF2B5EF4-FFF2-40B4-BE49-F238E27FC236}">
                <a16:creationId xmlns:a16="http://schemas.microsoft.com/office/drawing/2014/main" id="{AF90D97B-56E9-4C20-89E3-E74CD08C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146" y="2221529"/>
            <a:ext cx="35652" cy="15280"/>
          </a:xfrm>
          <a:custGeom xmlns:a="http://schemas.openxmlformats.org/drawingml/2006/main">
            <a:pathLst>
              <a:path w="35652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0063" y="0"/>
                </a:lnTo>
                <a:cubicBezTo>
                  <a:pt x="33176" y="0"/>
                  <a:pt x="35652" y="2546"/>
                  <a:pt x="35652" y="5589"/>
                </a:cubicBezTo>
                <a:lnTo>
                  <a:pt x="35652" y="9762"/>
                </a:lnTo>
                <a:cubicBezTo>
                  <a:pt x="35652" y="12804"/>
                  <a:pt x="33176" y="15280"/>
                  <a:pt x="30063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32" name="path-874">
            <a:extLst xmlns:a="http://schemas.openxmlformats.org/drawingml/2006/main">
              <a:ext uri="{FF2B5EF4-FFF2-40B4-BE49-F238E27FC236}">
                <a16:creationId xmlns:a16="http://schemas.microsoft.com/office/drawing/2014/main" id="{5272C9D2-6A5F-4F9D-84DE-2ACCA2E4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170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3" name="path-875">
            <a:extLst xmlns:a="http://schemas.openxmlformats.org/drawingml/2006/main">
              <a:ext uri="{FF2B5EF4-FFF2-40B4-BE49-F238E27FC236}">
                <a16:creationId xmlns:a16="http://schemas.microsoft.com/office/drawing/2014/main" id="{A7E170FB-9885-4FAE-AF2F-5A65C07B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170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34" name="path-876">
            <a:extLst xmlns:a="http://schemas.openxmlformats.org/drawingml/2006/main">
              <a:ext uri="{FF2B5EF4-FFF2-40B4-BE49-F238E27FC236}">
                <a16:creationId xmlns:a16="http://schemas.microsoft.com/office/drawing/2014/main" id="{ADBC1510-31DF-463E-9D2A-443362ED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170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70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5" name="path-877">
            <a:extLst xmlns:a="http://schemas.openxmlformats.org/drawingml/2006/main">
              <a:ext uri="{FF2B5EF4-FFF2-40B4-BE49-F238E27FC236}">
                <a16:creationId xmlns:a16="http://schemas.microsoft.com/office/drawing/2014/main" id="{B720941A-A486-4A41-8BE1-0D268DAF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170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70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36" name="path-878">
            <a:extLst xmlns:a="http://schemas.openxmlformats.org/drawingml/2006/main">
              <a:ext uri="{FF2B5EF4-FFF2-40B4-BE49-F238E27FC236}">
                <a16:creationId xmlns:a16="http://schemas.microsoft.com/office/drawing/2014/main" id="{498863C9-E9E6-47BF-AE3F-85A5E25E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288" y="1905686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4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7" name="path-879">
            <a:extLst xmlns:a="http://schemas.openxmlformats.org/drawingml/2006/main">
              <a:ext uri="{FF2B5EF4-FFF2-40B4-BE49-F238E27FC236}">
                <a16:creationId xmlns:a16="http://schemas.microsoft.com/office/drawing/2014/main" id="{15F5C2DA-6C01-4690-9113-E2F7C5DD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288" y="1905686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4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38" name="path-880">
            <a:extLst xmlns:a="http://schemas.openxmlformats.org/drawingml/2006/main">
              <a:ext uri="{FF2B5EF4-FFF2-40B4-BE49-F238E27FC236}">
                <a16:creationId xmlns:a16="http://schemas.microsoft.com/office/drawing/2014/main" id="{753DE047-0C46-4D30-9EA5-CE593930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288" y="2221529"/>
            <a:ext cx="35652" cy="15280"/>
          </a:xfrm>
          <a:custGeom xmlns:a="http://schemas.openxmlformats.org/drawingml/2006/main">
            <a:pathLst>
              <a:path w="35652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546"/>
                  <a:pt x="35652" y="5589"/>
                </a:cubicBezTo>
                <a:lnTo>
                  <a:pt x="35652" y="9762"/>
                </a:lnTo>
                <a:cubicBezTo>
                  <a:pt x="35652" y="12804"/>
                  <a:pt x="33176" y="15280"/>
                  <a:pt x="30064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9" name="path-881">
            <a:extLst xmlns:a="http://schemas.openxmlformats.org/drawingml/2006/main">
              <a:ext uri="{FF2B5EF4-FFF2-40B4-BE49-F238E27FC236}">
                <a16:creationId xmlns:a16="http://schemas.microsoft.com/office/drawing/2014/main" id="{473F5FA6-405A-46AA-9C7C-865F90A0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288" y="2221529"/>
            <a:ext cx="35652" cy="15280"/>
          </a:xfrm>
          <a:custGeom xmlns:a="http://schemas.openxmlformats.org/drawingml/2006/main">
            <a:pathLst>
              <a:path w="35652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546"/>
                  <a:pt x="35652" y="5589"/>
                </a:cubicBezTo>
                <a:lnTo>
                  <a:pt x="35652" y="9762"/>
                </a:lnTo>
                <a:cubicBezTo>
                  <a:pt x="35652" y="12804"/>
                  <a:pt x="33176" y="15280"/>
                  <a:pt x="30064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40" name="path-882">
            <a:extLst xmlns:a="http://schemas.openxmlformats.org/drawingml/2006/main">
              <a:ext uri="{FF2B5EF4-FFF2-40B4-BE49-F238E27FC236}">
                <a16:creationId xmlns:a16="http://schemas.microsoft.com/office/drawing/2014/main" id="{496CB6EE-FD67-4ABD-A088-218AA559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312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1" name="path-883">
            <a:extLst xmlns:a="http://schemas.openxmlformats.org/drawingml/2006/main">
              <a:ext uri="{FF2B5EF4-FFF2-40B4-BE49-F238E27FC236}">
                <a16:creationId xmlns:a16="http://schemas.microsoft.com/office/drawing/2014/main" id="{075680D1-AC23-4208-A0BD-534653E0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312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42" name="path-884">
            <a:extLst xmlns:a="http://schemas.openxmlformats.org/drawingml/2006/main">
              <a:ext uri="{FF2B5EF4-FFF2-40B4-BE49-F238E27FC236}">
                <a16:creationId xmlns:a16="http://schemas.microsoft.com/office/drawing/2014/main" id="{772E88E9-B42F-4E2A-AD35-8C465BA9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312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8" y="15280"/>
                  <a:pt x="35157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3" name="path-885">
            <a:extLst xmlns:a="http://schemas.openxmlformats.org/drawingml/2006/main">
              <a:ext uri="{FF2B5EF4-FFF2-40B4-BE49-F238E27FC236}">
                <a16:creationId xmlns:a16="http://schemas.microsoft.com/office/drawing/2014/main" id="{BDC6AB2C-09AC-4C21-B8C8-540A47FF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312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8" y="15280"/>
                  <a:pt x="35157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44" name="path-886">
            <a:extLst xmlns:a="http://schemas.openxmlformats.org/drawingml/2006/main">
              <a:ext uri="{FF2B5EF4-FFF2-40B4-BE49-F238E27FC236}">
                <a16:creationId xmlns:a16="http://schemas.microsoft.com/office/drawing/2014/main" id="{A930DB82-CCEF-462F-9B71-B6D86C18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430" y="1905686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0063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3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5" name="path-887">
            <a:extLst xmlns:a="http://schemas.openxmlformats.org/drawingml/2006/main">
              <a:ext uri="{FF2B5EF4-FFF2-40B4-BE49-F238E27FC236}">
                <a16:creationId xmlns:a16="http://schemas.microsoft.com/office/drawing/2014/main" id="{D3EE431E-B3FD-49F6-9C7B-52E28A81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430" y="1905686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0063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3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46" name="path-888">
            <a:extLst xmlns:a="http://schemas.openxmlformats.org/drawingml/2006/main">
              <a:ext uri="{FF2B5EF4-FFF2-40B4-BE49-F238E27FC236}">
                <a16:creationId xmlns:a16="http://schemas.microsoft.com/office/drawing/2014/main" id="{439BEE41-D14E-4F26-BC25-5A994781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430" y="2221529"/>
            <a:ext cx="35652" cy="15280"/>
          </a:xfrm>
          <a:custGeom xmlns:a="http://schemas.openxmlformats.org/drawingml/2006/main">
            <a:pathLst>
              <a:path w="35652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0063" y="0"/>
                </a:lnTo>
                <a:cubicBezTo>
                  <a:pt x="33176" y="0"/>
                  <a:pt x="35652" y="2546"/>
                  <a:pt x="35652" y="5589"/>
                </a:cubicBezTo>
                <a:lnTo>
                  <a:pt x="35652" y="9762"/>
                </a:lnTo>
                <a:cubicBezTo>
                  <a:pt x="35652" y="12804"/>
                  <a:pt x="33176" y="15280"/>
                  <a:pt x="30063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7" name="path-889">
            <a:extLst xmlns:a="http://schemas.openxmlformats.org/drawingml/2006/main">
              <a:ext uri="{FF2B5EF4-FFF2-40B4-BE49-F238E27FC236}">
                <a16:creationId xmlns:a16="http://schemas.microsoft.com/office/drawing/2014/main" id="{2572D28D-E0FD-43F4-8948-50642323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430" y="2221529"/>
            <a:ext cx="35652" cy="15280"/>
          </a:xfrm>
          <a:custGeom xmlns:a="http://schemas.openxmlformats.org/drawingml/2006/main">
            <a:pathLst>
              <a:path w="35652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0063" y="0"/>
                </a:lnTo>
                <a:cubicBezTo>
                  <a:pt x="33176" y="0"/>
                  <a:pt x="35652" y="2546"/>
                  <a:pt x="35652" y="5589"/>
                </a:cubicBezTo>
                <a:lnTo>
                  <a:pt x="35652" y="9762"/>
                </a:lnTo>
                <a:cubicBezTo>
                  <a:pt x="35652" y="12804"/>
                  <a:pt x="33176" y="15280"/>
                  <a:pt x="30063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48" name="path-890">
            <a:extLst xmlns:a="http://schemas.openxmlformats.org/drawingml/2006/main">
              <a:ext uri="{FF2B5EF4-FFF2-40B4-BE49-F238E27FC236}">
                <a16:creationId xmlns:a16="http://schemas.microsoft.com/office/drawing/2014/main" id="{544F0776-9785-4005-85E0-EC83922F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454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9" name="path-891">
            <a:extLst xmlns:a="http://schemas.openxmlformats.org/drawingml/2006/main">
              <a:ext uri="{FF2B5EF4-FFF2-40B4-BE49-F238E27FC236}">
                <a16:creationId xmlns:a16="http://schemas.microsoft.com/office/drawing/2014/main" id="{B5614F68-DCD4-4B93-AD82-571F0292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454" y="1905686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50" name="path-892">
            <a:extLst xmlns:a="http://schemas.openxmlformats.org/drawingml/2006/main">
              <a:ext uri="{FF2B5EF4-FFF2-40B4-BE49-F238E27FC236}">
                <a16:creationId xmlns:a16="http://schemas.microsoft.com/office/drawing/2014/main" id="{8B86E004-9E0A-46DC-8207-A9FB3182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454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70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1" name="path-893">
            <a:extLst xmlns:a="http://schemas.openxmlformats.org/drawingml/2006/main">
              <a:ext uri="{FF2B5EF4-FFF2-40B4-BE49-F238E27FC236}">
                <a16:creationId xmlns:a16="http://schemas.microsoft.com/office/drawing/2014/main" id="{A006AB62-BFD9-4ECD-85D9-F7358DC7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454" y="2221529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70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52" name="path-894">
            <a:extLst xmlns:a="http://schemas.openxmlformats.org/drawingml/2006/main">
              <a:ext uri="{FF2B5EF4-FFF2-40B4-BE49-F238E27FC236}">
                <a16:creationId xmlns:a16="http://schemas.microsoft.com/office/drawing/2014/main" id="{7A22E659-0C3C-4FB4-8475-90E71DB0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571" y="1905686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4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3" name="path-895">
            <a:extLst xmlns:a="http://schemas.openxmlformats.org/drawingml/2006/main">
              <a:ext uri="{FF2B5EF4-FFF2-40B4-BE49-F238E27FC236}">
                <a16:creationId xmlns:a16="http://schemas.microsoft.com/office/drawing/2014/main" id="{A761A62F-6CE3-4BBA-BC9E-8C0A6833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571" y="1905686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4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54" name="path-896">
            <a:extLst xmlns:a="http://schemas.openxmlformats.org/drawingml/2006/main">
              <a:ext uri="{FF2B5EF4-FFF2-40B4-BE49-F238E27FC236}">
                <a16:creationId xmlns:a16="http://schemas.microsoft.com/office/drawing/2014/main" id="{54E935B8-6951-4C2A-BD53-10E051E7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571" y="2221529"/>
            <a:ext cx="35652" cy="15280"/>
          </a:xfrm>
          <a:custGeom xmlns:a="http://schemas.openxmlformats.org/drawingml/2006/main">
            <a:pathLst>
              <a:path w="35652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546"/>
                  <a:pt x="35652" y="5589"/>
                </a:cubicBezTo>
                <a:lnTo>
                  <a:pt x="35652" y="9762"/>
                </a:lnTo>
                <a:cubicBezTo>
                  <a:pt x="35652" y="12804"/>
                  <a:pt x="33176" y="15280"/>
                  <a:pt x="30064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5" name="path-897">
            <a:extLst xmlns:a="http://schemas.openxmlformats.org/drawingml/2006/main">
              <a:ext uri="{FF2B5EF4-FFF2-40B4-BE49-F238E27FC236}">
                <a16:creationId xmlns:a16="http://schemas.microsoft.com/office/drawing/2014/main" id="{F072B71F-F487-4C56-90E1-117E57DE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571" y="2221529"/>
            <a:ext cx="35652" cy="15280"/>
          </a:xfrm>
          <a:custGeom xmlns:a="http://schemas.openxmlformats.org/drawingml/2006/main">
            <a:pathLst>
              <a:path w="35652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546"/>
                  <a:pt x="35652" y="5589"/>
                </a:cubicBezTo>
                <a:lnTo>
                  <a:pt x="35652" y="9762"/>
                </a:lnTo>
                <a:cubicBezTo>
                  <a:pt x="35652" y="12804"/>
                  <a:pt x="33176" y="15280"/>
                  <a:pt x="30064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56" name="path-898">
            <a:extLst xmlns:a="http://schemas.openxmlformats.org/drawingml/2006/main">
              <a:ext uri="{FF2B5EF4-FFF2-40B4-BE49-F238E27FC236}">
                <a16:creationId xmlns:a16="http://schemas.microsoft.com/office/drawing/2014/main" id="{85B7970D-5B92-4246-B050-9C5243BA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207" y="1859869"/>
            <a:ext cx="5093" cy="422849"/>
          </a:xfrm>
          <a:custGeom xmlns:a="http://schemas.openxmlformats.org/drawingml/2006/main">
            <a:pathLst>
              <a:path w="5093" h="422849">
                <a:moveTo>
                  <a:pt x="0" y="0"/>
                </a:moveTo>
                <a:lnTo>
                  <a:pt x="5093" y="0"/>
                </a:lnTo>
                <a:lnTo>
                  <a:pt x="5093" y="422849"/>
                </a:lnTo>
                <a:lnTo>
                  <a:pt x="0" y="422849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7" name="path-899">
            <a:extLst xmlns:a="http://schemas.openxmlformats.org/drawingml/2006/main">
              <a:ext uri="{FF2B5EF4-FFF2-40B4-BE49-F238E27FC236}">
                <a16:creationId xmlns:a16="http://schemas.microsoft.com/office/drawing/2014/main" id="{8A88FB04-4F7F-4192-9A0A-81E25395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207" y="1859869"/>
            <a:ext cx="5093" cy="422849"/>
          </a:xfrm>
          <a:custGeom xmlns:a="http://schemas.openxmlformats.org/drawingml/2006/main">
            <a:pathLst>
              <a:path w="5093" h="422849">
                <a:moveTo>
                  <a:pt x="0" y="0"/>
                </a:moveTo>
                <a:lnTo>
                  <a:pt x="5093" y="0"/>
                </a:lnTo>
                <a:lnTo>
                  <a:pt x="5093" y="422849"/>
                </a:lnTo>
                <a:lnTo>
                  <a:pt x="0" y="4228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47A00"/>
            </a:solidFill>
            <a:prstDash val="solid"/>
          </a:ln>
        </p:spPr>
      </p:sp>
      <p:sp>
        <p:nvSpPr>
          <p:cNvPr id="958" name="path-900">
            <a:extLst xmlns:a="http://schemas.openxmlformats.org/drawingml/2006/main">
              <a:ext uri="{FF2B5EF4-FFF2-40B4-BE49-F238E27FC236}">
                <a16:creationId xmlns:a16="http://schemas.microsoft.com/office/drawing/2014/main" id="{6D6B2C23-57B8-439A-8FDF-C1DB3C9F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195" y="1859869"/>
            <a:ext cx="5093" cy="422849"/>
          </a:xfrm>
          <a:custGeom xmlns:a="http://schemas.openxmlformats.org/drawingml/2006/main">
            <a:pathLst>
              <a:path w="5093" h="422849">
                <a:moveTo>
                  <a:pt x="0" y="0"/>
                </a:moveTo>
                <a:lnTo>
                  <a:pt x="5093" y="0"/>
                </a:lnTo>
                <a:lnTo>
                  <a:pt x="5093" y="422849"/>
                </a:lnTo>
                <a:lnTo>
                  <a:pt x="0" y="422849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9" name="path-901">
            <a:extLst xmlns:a="http://schemas.openxmlformats.org/drawingml/2006/main">
              <a:ext uri="{FF2B5EF4-FFF2-40B4-BE49-F238E27FC236}">
                <a16:creationId xmlns:a16="http://schemas.microsoft.com/office/drawing/2014/main" id="{1585160D-A7EF-4DD5-A051-4DE1E12D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195" y="1859869"/>
            <a:ext cx="5093" cy="422849"/>
          </a:xfrm>
          <a:custGeom xmlns:a="http://schemas.openxmlformats.org/drawingml/2006/main">
            <a:pathLst>
              <a:path w="5093" h="422849">
                <a:moveTo>
                  <a:pt x="0" y="0"/>
                </a:moveTo>
                <a:lnTo>
                  <a:pt x="5093" y="0"/>
                </a:lnTo>
                <a:lnTo>
                  <a:pt x="5093" y="422849"/>
                </a:lnTo>
                <a:lnTo>
                  <a:pt x="0" y="4228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47A00"/>
            </a:solidFill>
            <a:prstDash val="solid"/>
          </a:ln>
        </p:spPr>
      </p:sp>
      <p:sp>
        <p:nvSpPr>
          <p:cNvPr id="960" name="path-902">
            <a:extLst xmlns:a="http://schemas.openxmlformats.org/drawingml/2006/main">
              <a:ext uri="{FF2B5EF4-FFF2-40B4-BE49-F238E27FC236}">
                <a16:creationId xmlns:a16="http://schemas.microsoft.com/office/drawing/2014/main" id="{9D5962A5-BD05-42EC-9B11-A99D41E7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300" y="1859846"/>
            <a:ext cx="147701" cy="5094"/>
          </a:xfrm>
          <a:custGeom xmlns:a="http://schemas.openxmlformats.org/drawingml/2006/main">
            <a:pathLst>
              <a:path w="147701" h="5094">
                <a:moveTo>
                  <a:pt x="0" y="0"/>
                </a:moveTo>
                <a:lnTo>
                  <a:pt x="147701" y="0"/>
                </a:lnTo>
                <a:lnTo>
                  <a:pt x="147701" y="5094"/>
                </a:lnTo>
                <a:lnTo>
                  <a:pt x="0" y="5094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1" name="path-903">
            <a:extLst xmlns:a="http://schemas.openxmlformats.org/drawingml/2006/main">
              <a:ext uri="{FF2B5EF4-FFF2-40B4-BE49-F238E27FC236}">
                <a16:creationId xmlns:a16="http://schemas.microsoft.com/office/drawing/2014/main" id="{141CDF68-B835-4D5E-8E76-BE918D41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300" y="1859846"/>
            <a:ext cx="147701" cy="5094"/>
          </a:xfrm>
          <a:custGeom xmlns:a="http://schemas.openxmlformats.org/drawingml/2006/main">
            <a:pathLst>
              <a:path w="147701" h="5094">
                <a:moveTo>
                  <a:pt x="0" y="0"/>
                </a:moveTo>
                <a:lnTo>
                  <a:pt x="147701" y="0"/>
                </a:lnTo>
                <a:lnTo>
                  <a:pt x="147701" y="5094"/>
                </a:lnTo>
                <a:lnTo>
                  <a:pt x="0" y="50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76">
            <a:solidFill>
              <a:srgbClr val="F47A00"/>
            </a:solidFill>
            <a:prstDash val="solid"/>
          </a:ln>
        </p:spPr>
      </p:sp>
      <p:sp>
        <p:nvSpPr>
          <p:cNvPr id="962" name="path-904">
            <a:extLst xmlns:a="http://schemas.openxmlformats.org/drawingml/2006/main">
              <a:ext uri="{FF2B5EF4-FFF2-40B4-BE49-F238E27FC236}">
                <a16:creationId xmlns:a16="http://schemas.microsoft.com/office/drawing/2014/main" id="{E88C0184-2FB8-4D6C-A33C-28495615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9681" y="1859846"/>
            <a:ext cx="142607" cy="5094"/>
          </a:xfrm>
          <a:custGeom xmlns:a="http://schemas.openxmlformats.org/drawingml/2006/main">
            <a:pathLst>
              <a:path w="142607" h="5094">
                <a:moveTo>
                  <a:pt x="0" y="0"/>
                </a:moveTo>
                <a:lnTo>
                  <a:pt x="142607" y="0"/>
                </a:lnTo>
                <a:lnTo>
                  <a:pt x="142607" y="5094"/>
                </a:lnTo>
                <a:lnTo>
                  <a:pt x="0" y="5094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3" name="path-905">
            <a:extLst xmlns:a="http://schemas.openxmlformats.org/drawingml/2006/main">
              <a:ext uri="{FF2B5EF4-FFF2-40B4-BE49-F238E27FC236}">
                <a16:creationId xmlns:a16="http://schemas.microsoft.com/office/drawing/2014/main" id="{6092354D-D24E-4C66-AE16-361340E7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9681" y="1859846"/>
            <a:ext cx="142607" cy="5094"/>
          </a:xfrm>
          <a:custGeom xmlns:a="http://schemas.openxmlformats.org/drawingml/2006/main">
            <a:pathLst>
              <a:path w="142607" h="5094">
                <a:moveTo>
                  <a:pt x="0" y="0"/>
                </a:moveTo>
                <a:lnTo>
                  <a:pt x="142607" y="0"/>
                </a:lnTo>
                <a:lnTo>
                  <a:pt x="142607" y="5094"/>
                </a:lnTo>
                <a:lnTo>
                  <a:pt x="0" y="50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76">
            <a:solidFill>
              <a:srgbClr val="F47A00"/>
            </a:solidFill>
            <a:prstDash val="solid"/>
          </a:ln>
        </p:spPr>
      </p:sp>
      <p:sp>
        <p:nvSpPr>
          <p:cNvPr id="964" name="path-906">
            <a:extLst xmlns:a="http://schemas.openxmlformats.org/drawingml/2006/main">
              <a:ext uri="{FF2B5EF4-FFF2-40B4-BE49-F238E27FC236}">
                <a16:creationId xmlns:a16="http://schemas.microsoft.com/office/drawing/2014/main" id="{A727A18B-F254-4959-B6FC-509D6BC8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300" y="2272528"/>
            <a:ext cx="142608" cy="10189"/>
          </a:xfrm>
          <a:custGeom xmlns:a="http://schemas.openxmlformats.org/drawingml/2006/main">
            <a:pathLst>
              <a:path w="142608" h="10189">
                <a:moveTo>
                  <a:pt x="0" y="0"/>
                </a:moveTo>
                <a:lnTo>
                  <a:pt x="142608" y="0"/>
                </a:lnTo>
                <a:lnTo>
                  <a:pt x="142608" y="10189"/>
                </a:lnTo>
                <a:lnTo>
                  <a:pt x="0" y="10189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5" name="path-907">
            <a:extLst xmlns:a="http://schemas.openxmlformats.org/drawingml/2006/main">
              <a:ext uri="{FF2B5EF4-FFF2-40B4-BE49-F238E27FC236}">
                <a16:creationId xmlns:a16="http://schemas.microsoft.com/office/drawing/2014/main" id="{FB642B46-7747-4A81-A60A-F75E761B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300" y="2272528"/>
            <a:ext cx="142608" cy="10189"/>
          </a:xfrm>
          <a:custGeom xmlns:a="http://schemas.openxmlformats.org/drawingml/2006/main">
            <a:pathLst>
              <a:path w="142608" h="10189">
                <a:moveTo>
                  <a:pt x="0" y="0"/>
                </a:moveTo>
                <a:lnTo>
                  <a:pt x="142608" y="0"/>
                </a:lnTo>
                <a:lnTo>
                  <a:pt x="142608" y="10189"/>
                </a:lnTo>
                <a:lnTo>
                  <a:pt x="0" y="101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76">
            <a:solidFill>
              <a:srgbClr val="F47A00"/>
            </a:solidFill>
            <a:prstDash val="solid"/>
          </a:ln>
        </p:spPr>
      </p:sp>
      <p:sp>
        <p:nvSpPr>
          <p:cNvPr id="966" name="path-908">
            <a:extLst xmlns:a="http://schemas.openxmlformats.org/drawingml/2006/main">
              <a:ext uri="{FF2B5EF4-FFF2-40B4-BE49-F238E27FC236}">
                <a16:creationId xmlns:a16="http://schemas.microsoft.com/office/drawing/2014/main" id="{2D7ADA19-C377-4FAF-8101-C45A7D71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9681" y="2277623"/>
            <a:ext cx="142607" cy="5095"/>
          </a:xfrm>
          <a:custGeom xmlns:a="http://schemas.openxmlformats.org/drawingml/2006/main">
            <a:pathLst>
              <a:path w="142607" h="5095">
                <a:moveTo>
                  <a:pt x="0" y="0"/>
                </a:moveTo>
                <a:lnTo>
                  <a:pt x="142607" y="0"/>
                </a:lnTo>
                <a:lnTo>
                  <a:pt x="142607" y="5095"/>
                </a:lnTo>
                <a:lnTo>
                  <a:pt x="0" y="5095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7" name="path-909">
            <a:extLst xmlns:a="http://schemas.openxmlformats.org/drawingml/2006/main">
              <a:ext uri="{FF2B5EF4-FFF2-40B4-BE49-F238E27FC236}">
                <a16:creationId xmlns:a16="http://schemas.microsoft.com/office/drawing/2014/main" id="{CE56D7B9-D3EB-49D7-B99C-D130DCB3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9681" y="2277623"/>
            <a:ext cx="142607" cy="5095"/>
          </a:xfrm>
          <a:custGeom xmlns:a="http://schemas.openxmlformats.org/drawingml/2006/main">
            <a:pathLst>
              <a:path w="142607" h="5095">
                <a:moveTo>
                  <a:pt x="0" y="0"/>
                </a:moveTo>
                <a:lnTo>
                  <a:pt x="142607" y="0"/>
                </a:lnTo>
                <a:lnTo>
                  <a:pt x="142607" y="5095"/>
                </a:lnTo>
                <a:lnTo>
                  <a:pt x="0" y="50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76">
            <a:solidFill>
              <a:srgbClr val="F47A00"/>
            </a:solidFill>
            <a:prstDash val="solid"/>
          </a:ln>
        </p:spPr>
      </p:sp>
      <p:pic>
        <p:nvPicPr>
          <p:cNvPr id="968" name="">
            <a:extLst xmlns:a="http://schemas.openxmlformats.org/drawingml/2006/main">
              <a:ext uri="{FF2B5EF4-FFF2-40B4-BE49-F238E27FC236}">
                <a16:creationId xmlns:a16="http://schemas.microsoft.com/office/drawing/2014/main" id="{916C72CB-F451-4F1A-A061-F96E7FAA43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188443eaf4d62"/>
          <a:stretch xmlns:a="http://schemas.openxmlformats.org/drawingml/2006/main"/>
        </p:blipFill>
        <p:spPr>
          <a:xfrm xmlns:a="http://schemas.openxmlformats.org/drawingml/2006/main">
            <a:off x="2496682" y="1924899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969" name="">
            <a:extLst xmlns:a="http://schemas.openxmlformats.org/drawingml/2006/main">
              <a:ext uri="{FF2B5EF4-FFF2-40B4-BE49-F238E27FC236}">
                <a16:creationId xmlns:a16="http://schemas.microsoft.com/office/drawing/2014/main" id="{6C90AE0E-A578-44CD-8A1E-74AA5997AC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3f735d36547e8"/>
          <a:stretch xmlns:a="http://schemas.openxmlformats.org/drawingml/2006/main"/>
        </p:blipFill>
        <p:spPr>
          <a:xfrm xmlns:a="http://schemas.openxmlformats.org/drawingml/2006/main">
            <a:off x="2782432" y="1924899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970" name="">
            <a:extLst xmlns:a="http://schemas.openxmlformats.org/drawingml/2006/main">
              <a:ext uri="{FF2B5EF4-FFF2-40B4-BE49-F238E27FC236}">
                <a16:creationId xmlns:a16="http://schemas.microsoft.com/office/drawing/2014/main" id="{E7316CDB-BDAC-44F4-B55C-A97D2F1FF7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0a5d760784711"/>
          <a:stretch xmlns:a="http://schemas.openxmlformats.org/drawingml/2006/main"/>
        </p:blipFill>
        <p:spPr>
          <a:xfrm xmlns:a="http://schemas.openxmlformats.org/drawingml/2006/main">
            <a:off x="3068182" y="1924899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971" name="">
            <a:extLst xmlns:a="http://schemas.openxmlformats.org/drawingml/2006/main">
              <a:ext uri="{FF2B5EF4-FFF2-40B4-BE49-F238E27FC236}">
                <a16:creationId xmlns:a16="http://schemas.microsoft.com/office/drawing/2014/main" id="{A3052C86-1B4F-45CF-8555-72F6D0DB72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f2c278a58441d"/>
          <a:stretch xmlns:a="http://schemas.openxmlformats.org/drawingml/2006/main"/>
        </p:blipFill>
        <p:spPr>
          <a:xfrm xmlns:a="http://schemas.openxmlformats.org/drawingml/2006/main">
            <a:off x="3353932" y="1924899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972" name="path-914">
            <a:extLst xmlns:a="http://schemas.openxmlformats.org/drawingml/2006/main">
              <a:ext uri="{FF2B5EF4-FFF2-40B4-BE49-F238E27FC236}">
                <a16:creationId xmlns:a16="http://schemas.microsoft.com/office/drawing/2014/main" id="{3528ADF7-B86B-4316-9046-88C88779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312" y="1790312"/>
            <a:ext cx="262437" cy="57580"/>
          </a:xfrm>
          <a:custGeom xmlns:a="http://schemas.openxmlformats.org/drawingml/2006/main">
            <a:pathLst>
              <a:path w="262437" h="57580">
                <a:moveTo>
                  <a:pt x="0" y="25253"/>
                </a:moveTo>
                <a:lnTo>
                  <a:pt x="0" y="32327"/>
                </a:lnTo>
                <a:lnTo>
                  <a:pt x="255433" y="32327"/>
                </a:lnTo>
                <a:lnTo>
                  <a:pt x="255433" y="25253"/>
                </a:lnTo>
                <a:close/>
                <a:moveTo>
                  <a:pt x="214759" y="919"/>
                </a:moveTo>
                <a:lnTo>
                  <a:pt x="262437" y="28790"/>
                </a:lnTo>
                <a:lnTo>
                  <a:pt x="214759" y="56590"/>
                </a:lnTo>
                <a:cubicBezTo>
                  <a:pt x="213062" y="57580"/>
                  <a:pt x="210940" y="57015"/>
                  <a:pt x="209949" y="55317"/>
                </a:cubicBezTo>
                <a:cubicBezTo>
                  <a:pt x="208959" y="53619"/>
                  <a:pt x="209525" y="51497"/>
                  <a:pt x="211222" y="50507"/>
                </a:cubicBezTo>
                <a:lnTo>
                  <a:pt x="253665" y="25748"/>
                </a:lnTo>
                <a:lnTo>
                  <a:pt x="253665" y="31832"/>
                </a:lnTo>
                <a:lnTo>
                  <a:pt x="211222" y="7074"/>
                </a:lnTo>
                <a:cubicBezTo>
                  <a:pt x="209525" y="6084"/>
                  <a:pt x="208959" y="3891"/>
                  <a:pt x="209949" y="2193"/>
                </a:cubicBezTo>
                <a:cubicBezTo>
                  <a:pt x="210940" y="566"/>
                  <a:pt x="213062" y="0"/>
                  <a:pt x="214759" y="91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3" name="path-915">
            <a:extLst xmlns:a="http://schemas.openxmlformats.org/drawingml/2006/main">
              <a:ext uri="{FF2B5EF4-FFF2-40B4-BE49-F238E27FC236}">
                <a16:creationId xmlns:a16="http://schemas.microsoft.com/office/drawing/2014/main" id="{E4290F52-F03B-470A-BE25-1B29185B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4903" y="3892567"/>
            <a:ext cx="876016" cy="280192"/>
          </a:xfrm>
          <a:custGeom xmlns:a="http://schemas.openxmlformats.org/drawingml/2006/main">
            <a:pathLst>
              <a:path w="876016" h="280192">
                <a:moveTo>
                  <a:pt x="0" y="5093"/>
                </a:moveTo>
                <a:cubicBezTo>
                  <a:pt x="0" y="2264"/>
                  <a:pt x="2263" y="0"/>
                  <a:pt x="5093" y="0"/>
                </a:cubicBezTo>
                <a:lnTo>
                  <a:pt x="870923" y="0"/>
                </a:lnTo>
                <a:cubicBezTo>
                  <a:pt x="873753" y="0"/>
                  <a:pt x="876016" y="2264"/>
                  <a:pt x="876016" y="5093"/>
                </a:cubicBezTo>
                <a:lnTo>
                  <a:pt x="876016" y="275099"/>
                </a:lnTo>
                <a:cubicBezTo>
                  <a:pt x="876016" y="277929"/>
                  <a:pt x="873753" y="280192"/>
                  <a:pt x="870923" y="280192"/>
                </a:cubicBezTo>
                <a:lnTo>
                  <a:pt x="5093" y="280192"/>
                </a:lnTo>
                <a:cubicBezTo>
                  <a:pt x="2263" y="280192"/>
                  <a:pt x="0" y="277929"/>
                  <a:pt x="0" y="275099"/>
                </a:cubicBezTo>
                <a:lnTo>
                  <a:pt x="0" y="5093"/>
                </a:lnTo>
              </a:path>
            </a:pathLst>
          </a:custGeom>
          <a:solidFill xmlns:a="http://schemas.openxmlformats.org/drawingml/2006/main">
            <a:srgbClr val="0B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4" name="path-916">
            <a:extLst xmlns:a="http://schemas.openxmlformats.org/drawingml/2006/main">
              <a:ext uri="{FF2B5EF4-FFF2-40B4-BE49-F238E27FC236}">
                <a16:creationId xmlns:a16="http://schemas.microsoft.com/office/drawing/2014/main" id="{EA3EB337-3634-4ADD-9183-28E259FE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4903" y="3892567"/>
            <a:ext cx="876016" cy="280192"/>
          </a:xfrm>
          <a:custGeom xmlns:a="http://schemas.openxmlformats.org/drawingml/2006/main">
            <a:pathLst>
              <a:path w="876016" h="280192">
                <a:moveTo>
                  <a:pt x="0" y="5093"/>
                </a:moveTo>
                <a:cubicBezTo>
                  <a:pt x="0" y="2264"/>
                  <a:pt x="2263" y="0"/>
                  <a:pt x="5093" y="0"/>
                </a:cubicBezTo>
                <a:lnTo>
                  <a:pt x="870923" y="0"/>
                </a:lnTo>
                <a:cubicBezTo>
                  <a:pt x="873753" y="0"/>
                  <a:pt x="876016" y="2264"/>
                  <a:pt x="876016" y="5093"/>
                </a:cubicBezTo>
                <a:lnTo>
                  <a:pt x="876016" y="275099"/>
                </a:lnTo>
                <a:cubicBezTo>
                  <a:pt x="876016" y="277929"/>
                  <a:pt x="873753" y="280192"/>
                  <a:pt x="870923" y="280192"/>
                </a:cubicBezTo>
                <a:lnTo>
                  <a:pt x="5093" y="280192"/>
                </a:lnTo>
                <a:cubicBezTo>
                  <a:pt x="2263" y="280192"/>
                  <a:pt x="0" y="277929"/>
                  <a:pt x="0" y="275099"/>
                </a:cubicBezTo>
                <a:lnTo>
                  <a:pt x="0" y="5093"/>
                </a:lnTo>
              </a:path>
            </a:pathLst>
          </a:custGeom>
          <a:noFill xmlns:a="http://schemas.openxmlformats.org/drawingml/2006/main"/>
          <a:ln xmlns:a="http://schemas.openxmlformats.org/drawingml/2006/main" w="15921">
            <a:solidFill>
              <a:srgbClr val="0B213C"/>
            </a:solidFill>
            <a:prstDash val="solid"/>
          </a:ln>
        </p:spPr>
      </p:sp>
      <p:sp>
        <p:nvSpPr>
          <p:cNvPr id="975" name="path-917">
            <a:extLst xmlns:a="http://schemas.openxmlformats.org/drawingml/2006/main">
              <a:ext uri="{FF2B5EF4-FFF2-40B4-BE49-F238E27FC236}">
                <a16:creationId xmlns:a16="http://schemas.microsoft.com/office/drawing/2014/main" id="{6C55108C-81B9-49C7-A49D-CEF1ABC1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69" y="3928233"/>
            <a:ext cx="269935" cy="208875"/>
          </a:xfrm>
          <a:custGeom xmlns:a="http://schemas.openxmlformats.org/drawingml/2006/main">
            <a:pathLst>
              <a:path w="269935" h="208875">
                <a:moveTo>
                  <a:pt x="0" y="0"/>
                </a:moveTo>
                <a:lnTo>
                  <a:pt x="269935" y="0"/>
                </a:lnTo>
                <a:lnTo>
                  <a:pt x="269935" y="208875"/>
                </a:lnTo>
                <a:lnTo>
                  <a:pt x="0" y="2088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34">
            <a:solidFill>
              <a:srgbClr val="0B213C"/>
            </a:solidFill>
            <a:prstDash val="solid"/>
          </a:ln>
        </p:spPr>
      </p:sp>
      <p:sp>
        <p:nvSpPr>
          <p:cNvPr id="976" name="path-918">
            <a:extLst xmlns:a="http://schemas.openxmlformats.org/drawingml/2006/main">
              <a:ext uri="{FF2B5EF4-FFF2-40B4-BE49-F238E27FC236}">
                <a16:creationId xmlns:a16="http://schemas.microsoft.com/office/drawing/2014/main" id="{375C5CA6-6560-45B2-8659-8680A55D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397" y="3928233"/>
            <a:ext cx="275028" cy="208875"/>
          </a:xfrm>
          <a:custGeom xmlns:a="http://schemas.openxmlformats.org/drawingml/2006/main">
            <a:pathLst>
              <a:path w="275028" h="208875">
                <a:moveTo>
                  <a:pt x="0" y="0"/>
                </a:moveTo>
                <a:lnTo>
                  <a:pt x="275028" y="0"/>
                </a:lnTo>
                <a:lnTo>
                  <a:pt x="275028" y="208875"/>
                </a:lnTo>
                <a:lnTo>
                  <a:pt x="0" y="2088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34">
            <a:solidFill>
              <a:srgbClr val="0B213C"/>
            </a:solidFill>
            <a:prstDash val="solid"/>
          </a:ln>
        </p:spPr>
      </p:sp>
      <p:pic>
        <p:nvPicPr>
          <p:cNvPr id="977" name="">
            <a:extLst xmlns:a="http://schemas.openxmlformats.org/drawingml/2006/main">
              <a:ext uri="{FF2B5EF4-FFF2-40B4-BE49-F238E27FC236}">
                <a16:creationId xmlns:a16="http://schemas.microsoft.com/office/drawing/2014/main" id="{13CB06A1-9C08-4194-91D4-E755955B5F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29ab0080f46c2"/>
          <a:stretch xmlns:a="http://schemas.openxmlformats.org/drawingml/2006/main"/>
        </p:blipFill>
        <p:spPr>
          <a:xfrm xmlns:a="http://schemas.openxmlformats.org/drawingml/2006/main">
            <a:off x="2715757" y="3925149"/>
            <a:ext cx="276225" cy="209550"/>
          </a:xfrm>
          <a:prstGeom xmlns:a="http://schemas.openxmlformats.org/drawingml/2006/main" prst="rect">
            <a:avLst/>
          </a:prstGeom>
        </p:spPr>
      </p:pic>
      <p:pic>
        <p:nvPicPr>
          <p:cNvPr id="978" name="">
            <a:extLst xmlns:a="http://schemas.openxmlformats.org/drawingml/2006/main">
              <a:ext uri="{FF2B5EF4-FFF2-40B4-BE49-F238E27FC236}">
                <a16:creationId xmlns:a16="http://schemas.microsoft.com/office/drawing/2014/main" id="{DFDBC6AF-1D44-46CA-9D04-0A63DCB189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6d701b0e4479a"/>
          <a:stretch xmlns:a="http://schemas.openxmlformats.org/drawingml/2006/main"/>
        </p:blipFill>
        <p:spPr>
          <a:xfrm xmlns:a="http://schemas.openxmlformats.org/drawingml/2006/main">
            <a:off x="2991982" y="3925149"/>
            <a:ext cx="276225" cy="209550"/>
          </a:xfrm>
          <a:prstGeom xmlns:a="http://schemas.openxmlformats.org/drawingml/2006/main" prst="rect">
            <a:avLst/>
          </a:prstGeom>
        </p:spPr>
      </p:pic>
      <p:pic>
        <p:nvPicPr>
          <p:cNvPr id="979" name="">
            <a:extLst xmlns:a="http://schemas.openxmlformats.org/drawingml/2006/main">
              <a:ext uri="{FF2B5EF4-FFF2-40B4-BE49-F238E27FC236}">
                <a16:creationId xmlns:a16="http://schemas.microsoft.com/office/drawing/2014/main" id="{2AAD79B4-294B-4C24-A279-CF139C941D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cbb0e8e7549fa"/>
          <a:stretch xmlns:a="http://schemas.openxmlformats.org/drawingml/2006/main"/>
        </p:blipFill>
        <p:spPr>
          <a:xfrm xmlns:a="http://schemas.openxmlformats.org/drawingml/2006/main">
            <a:off x="3258682" y="3925149"/>
            <a:ext cx="285750" cy="209550"/>
          </a:xfrm>
          <a:prstGeom xmlns:a="http://schemas.openxmlformats.org/drawingml/2006/main" prst="rect">
            <a:avLst/>
          </a:prstGeom>
        </p:spPr>
      </p:pic>
      <p:sp>
        <p:nvSpPr>
          <p:cNvPr id="980" name="path-922">
            <a:extLst xmlns:a="http://schemas.openxmlformats.org/drawingml/2006/main">
              <a:ext uri="{FF2B5EF4-FFF2-40B4-BE49-F238E27FC236}">
                <a16:creationId xmlns:a16="http://schemas.microsoft.com/office/drawing/2014/main" id="{B739CD79-FF94-41C3-9181-A2AC73C7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426" y="3928233"/>
            <a:ext cx="275028" cy="208875"/>
          </a:xfrm>
          <a:custGeom xmlns:a="http://schemas.openxmlformats.org/drawingml/2006/main">
            <a:pathLst>
              <a:path w="275028" h="208875">
                <a:moveTo>
                  <a:pt x="0" y="0"/>
                </a:moveTo>
                <a:lnTo>
                  <a:pt x="275028" y="0"/>
                </a:lnTo>
                <a:lnTo>
                  <a:pt x="275028" y="208875"/>
                </a:lnTo>
                <a:lnTo>
                  <a:pt x="0" y="2088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34">
            <a:solidFill>
              <a:srgbClr val="0B213C"/>
            </a:solidFill>
            <a:prstDash val="solid"/>
          </a:ln>
        </p:spPr>
      </p:sp>
      <p:sp>
        <p:nvSpPr>
          <p:cNvPr id="981" name="path-923">
            <a:extLst xmlns:a="http://schemas.openxmlformats.org/drawingml/2006/main">
              <a:ext uri="{FF2B5EF4-FFF2-40B4-BE49-F238E27FC236}">
                <a16:creationId xmlns:a16="http://schemas.microsoft.com/office/drawing/2014/main" id="{B7390C6B-C9C2-46B3-A761-0F7ECD63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69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2" name="path-924">
            <a:extLst xmlns:a="http://schemas.openxmlformats.org/drawingml/2006/main">
              <a:ext uri="{FF2B5EF4-FFF2-40B4-BE49-F238E27FC236}">
                <a16:creationId xmlns:a16="http://schemas.microsoft.com/office/drawing/2014/main" id="{57DE0585-0325-45A8-A543-48B0265F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69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83" name="path-925">
            <a:extLst xmlns:a="http://schemas.openxmlformats.org/drawingml/2006/main">
              <a:ext uri="{FF2B5EF4-FFF2-40B4-BE49-F238E27FC236}">
                <a16:creationId xmlns:a16="http://schemas.microsoft.com/office/drawing/2014/main" id="{EF0DE572-C7B1-47DC-9E72-CBE95341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69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4" name="path-926">
            <a:extLst xmlns:a="http://schemas.openxmlformats.org/drawingml/2006/main">
              <a:ext uri="{FF2B5EF4-FFF2-40B4-BE49-F238E27FC236}">
                <a16:creationId xmlns:a16="http://schemas.microsoft.com/office/drawing/2014/main" id="{A0A4E9CD-CD14-4432-9548-E1D997C0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69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85" name="path-927">
            <a:extLst xmlns:a="http://schemas.openxmlformats.org/drawingml/2006/main">
              <a:ext uri="{FF2B5EF4-FFF2-40B4-BE49-F238E27FC236}">
                <a16:creationId xmlns:a16="http://schemas.microsoft.com/office/drawing/2014/main" id="{AB9180FA-A939-4190-9EF1-D50188BA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207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6" name="path-928">
            <a:extLst xmlns:a="http://schemas.openxmlformats.org/drawingml/2006/main">
              <a:ext uri="{FF2B5EF4-FFF2-40B4-BE49-F238E27FC236}">
                <a16:creationId xmlns:a16="http://schemas.microsoft.com/office/drawing/2014/main" id="{5B82C9E4-5727-4F30-83D7-AD5F5EE3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207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87" name="path-929">
            <a:extLst xmlns:a="http://schemas.openxmlformats.org/drawingml/2006/main">
              <a:ext uri="{FF2B5EF4-FFF2-40B4-BE49-F238E27FC236}">
                <a16:creationId xmlns:a16="http://schemas.microsoft.com/office/drawing/2014/main" id="{1C95FC4A-8211-483B-9B6A-25ACE573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207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8" name="path-930">
            <a:extLst xmlns:a="http://schemas.openxmlformats.org/drawingml/2006/main">
              <a:ext uri="{FF2B5EF4-FFF2-40B4-BE49-F238E27FC236}">
                <a16:creationId xmlns:a16="http://schemas.microsoft.com/office/drawing/2014/main" id="{BDDEC7C1-E566-4662-8A2B-DD3FD578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207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89" name="path-931">
            <a:extLst xmlns:a="http://schemas.openxmlformats.org/drawingml/2006/main">
              <a:ext uri="{FF2B5EF4-FFF2-40B4-BE49-F238E27FC236}">
                <a16:creationId xmlns:a16="http://schemas.microsoft.com/office/drawing/2014/main" id="{23FFCA0F-B825-42C9-ACEF-14F0BA01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045" y="3902753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8"/>
                </a:cubicBezTo>
                <a:lnTo>
                  <a:pt x="30558" y="9762"/>
                </a:lnTo>
                <a:cubicBezTo>
                  <a:pt x="30558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0" name="path-932">
            <a:extLst xmlns:a="http://schemas.openxmlformats.org/drawingml/2006/main">
              <a:ext uri="{FF2B5EF4-FFF2-40B4-BE49-F238E27FC236}">
                <a16:creationId xmlns:a16="http://schemas.microsoft.com/office/drawing/2014/main" id="{B739AC9C-48FC-4C9A-8527-53FD6268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045" y="3902753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8"/>
                </a:cubicBezTo>
                <a:lnTo>
                  <a:pt x="30558" y="9762"/>
                </a:lnTo>
                <a:cubicBezTo>
                  <a:pt x="30558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91" name="path-933">
            <a:extLst xmlns:a="http://schemas.openxmlformats.org/drawingml/2006/main">
              <a:ext uri="{FF2B5EF4-FFF2-40B4-BE49-F238E27FC236}">
                <a16:creationId xmlns:a16="http://schemas.microsoft.com/office/drawing/2014/main" id="{75E852A5-CD2C-4B52-9F74-127278F6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045" y="4147293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9"/>
                </a:cubicBezTo>
                <a:lnTo>
                  <a:pt x="30558" y="9762"/>
                </a:lnTo>
                <a:cubicBezTo>
                  <a:pt x="30558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2" name="path-934">
            <a:extLst xmlns:a="http://schemas.openxmlformats.org/drawingml/2006/main">
              <a:ext uri="{FF2B5EF4-FFF2-40B4-BE49-F238E27FC236}">
                <a16:creationId xmlns:a16="http://schemas.microsoft.com/office/drawing/2014/main" id="{EFC2CF12-5BBF-4F09-B53A-E770F798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045" y="4147293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9"/>
                </a:cubicBezTo>
                <a:lnTo>
                  <a:pt x="30558" y="9762"/>
                </a:lnTo>
                <a:cubicBezTo>
                  <a:pt x="30558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93" name="path-935">
            <a:extLst xmlns:a="http://schemas.openxmlformats.org/drawingml/2006/main">
              <a:ext uri="{FF2B5EF4-FFF2-40B4-BE49-F238E27FC236}">
                <a16:creationId xmlns:a16="http://schemas.microsoft.com/office/drawing/2014/main" id="{F35CD372-67CF-4D34-BEF8-3C9349F6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883" y="3902753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8"/>
                </a:cubicBezTo>
                <a:lnTo>
                  <a:pt x="30558" y="9762"/>
                </a:lnTo>
                <a:cubicBezTo>
                  <a:pt x="30558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4" name="path-936">
            <a:extLst xmlns:a="http://schemas.openxmlformats.org/drawingml/2006/main">
              <a:ext uri="{FF2B5EF4-FFF2-40B4-BE49-F238E27FC236}">
                <a16:creationId xmlns:a16="http://schemas.microsoft.com/office/drawing/2014/main" id="{9EA9E102-4493-4E8F-A5CF-CB912C47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883" y="3902753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8"/>
                </a:cubicBezTo>
                <a:lnTo>
                  <a:pt x="30558" y="9762"/>
                </a:lnTo>
                <a:cubicBezTo>
                  <a:pt x="30558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95" name="path-937">
            <a:extLst xmlns:a="http://schemas.openxmlformats.org/drawingml/2006/main">
              <a:ext uri="{FF2B5EF4-FFF2-40B4-BE49-F238E27FC236}">
                <a16:creationId xmlns:a16="http://schemas.microsoft.com/office/drawing/2014/main" id="{1E136E73-13BF-4202-B34D-BFCEA702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883" y="4147293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9"/>
                </a:moveTo>
                <a:cubicBezTo>
                  <a:pt x="0" y="2476"/>
                  <a:pt x="2475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9"/>
                </a:cubicBezTo>
                <a:lnTo>
                  <a:pt x="30558" y="9762"/>
                </a:lnTo>
                <a:cubicBezTo>
                  <a:pt x="30558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5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6" name="path-938">
            <a:extLst xmlns:a="http://schemas.openxmlformats.org/drawingml/2006/main">
              <a:ext uri="{FF2B5EF4-FFF2-40B4-BE49-F238E27FC236}">
                <a16:creationId xmlns:a16="http://schemas.microsoft.com/office/drawing/2014/main" id="{637D03E8-491D-41EB-94C2-49C5B57A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883" y="4147293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9"/>
                </a:moveTo>
                <a:cubicBezTo>
                  <a:pt x="0" y="2476"/>
                  <a:pt x="2475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9"/>
                </a:cubicBezTo>
                <a:lnTo>
                  <a:pt x="30558" y="9762"/>
                </a:lnTo>
                <a:cubicBezTo>
                  <a:pt x="30558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5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97" name="path-939">
            <a:extLst xmlns:a="http://schemas.openxmlformats.org/drawingml/2006/main">
              <a:ext uri="{FF2B5EF4-FFF2-40B4-BE49-F238E27FC236}">
                <a16:creationId xmlns:a16="http://schemas.microsoft.com/office/drawing/2014/main" id="{252EE3F2-5CC5-4AA7-80E9-349B71A4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14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8" name="path-940">
            <a:extLst xmlns:a="http://schemas.openxmlformats.org/drawingml/2006/main">
              <a:ext uri="{FF2B5EF4-FFF2-40B4-BE49-F238E27FC236}">
                <a16:creationId xmlns:a16="http://schemas.microsoft.com/office/drawing/2014/main" id="{3F73BBA5-C22B-4C69-BB64-28C0AA6D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14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99" name="path-941">
            <a:extLst xmlns:a="http://schemas.openxmlformats.org/drawingml/2006/main">
              <a:ext uri="{FF2B5EF4-FFF2-40B4-BE49-F238E27FC236}">
                <a16:creationId xmlns:a16="http://schemas.microsoft.com/office/drawing/2014/main" id="{3AC2B7AD-8DC2-4CB3-B125-EE4B76FE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14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0" name="path-942">
            <a:extLst xmlns:a="http://schemas.openxmlformats.org/drawingml/2006/main">
              <a:ext uri="{FF2B5EF4-FFF2-40B4-BE49-F238E27FC236}">
                <a16:creationId xmlns:a16="http://schemas.microsoft.com/office/drawing/2014/main" id="{3521C91D-C58E-4FD5-91D3-DEC6F408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14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01" name="path-943">
            <a:extLst xmlns:a="http://schemas.openxmlformats.org/drawingml/2006/main">
              <a:ext uri="{FF2B5EF4-FFF2-40B4-BE49-F238E27FC236}">
                <a16:creationId xmlns:a16="http://schemas.microsoft.com/office/drawing/2014/main" id="{3B148156-27CD-42B4-AE01-737F461D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652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2" name="path-944">
            <a:extLst xmlns:a="http://schemas.openxmlformats.org/drawingml/2006/main">
              <a:ext uri="{FF2B5EF4-FFF2-40B4-BE49-F238E27FC236}">
                <a16:creationId xmlns:a16="http://schemas.microsoft.com/office/drawing/2014/main" id="{B91FA5C5-522B-41F5-A358-414E8BBC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652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03" name="path-945">
            <a:extLst xmlns:a="http://schemas.openxmlformats.org/drawingml/2006/main">
              <a:ext uri="{FF2B5EF4-FFF2-40B4-BE49-F238E27FC236}">
                <a16:creationId xmlns:a16="http://schemas.microsoft.com/office/drawing/2014/main" id="{F0D90EA7-E239-41A3-A92A-70934941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652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4" name="path-946">
            <a:extLst xmlns:a="http://schemas.openxmlformats.org/drawingml/2006/main">
              <a:ext uri="{FF2B5EF4-FFF2-40B4-BE49-F238E27FC236}">
                <a16:creationId xmlns:a16="http://schemas.microsoft.com/office/drawing/2014/main" id="{60C7D80F-ABC0-4FDB-AE1F-CCDB999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652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05" name="path-947">
            <a:extLst xmlns:a="http://schemas.openxmlformats.org/drawingml/2006/main">
              <a:ext uri="{FF2B5EF4-FFF2-40B4-BE49-F238E27FC236}">
                <a16:creationId xmlns:a16="http://schemas.microsoft.com/office/drawing/2014/main" id="{DBE2CDD7-E72A-4734-BEDB-977ECC39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490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6" name="path-948">
            <a:extLst xmlns:a="http://schemas.openxmlformats.org/drawingml/2006/main">
              <a:ext uri="{FF2B5EF4-FFF2-40B4-BE49-F238E27FC236}">
                <a16:creationId xmlns:a16="http://schemas.microsoft.com/office/drawing/2014/main" id="{A90A7157-07C5-4193-829C-87565637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490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07" name="path-949">
            <a:extLst xmlns:a="http://schemas.openxmlformats.org/drawingml/2006/main">
              <a:ext uri="{FF2B5EF4-FFF2-40B4-BE49-F238E27FC236}">
                <a16:creationId xmlns:a16="http://schemas.microsoft.com/office/drawing/2014/main" id="{C9B3D273-1E59-4DEC-A3B8-32D4067C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490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8" name="path-950">
            <a:extLst xmlns:a="http://schemas.openxmlformats.org/drawingml/2006/main">
              <a:ext uri="{FF2B5EF4-FFF2-40B4-BE49-F238E27FC236}">
                <a16:creationId xmlns:a16="http://schemas.microsoft.com/office/drawing/2014/main" id="{6FA25CCA-ACBB-4FC1-960C-8F6A82EB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490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09" name="path-951">
            <a:extLst xmlns:a="http://schemas.openxmlformats.org/drawingml/2006/main">
              <a:ext uri="{FF2B5EF4-FFF2-40B4-BE49-F238E27FC236}">
                <a16:creationId xmlns:a16="http://schemas.microsoft.com/office/drawing/2014/main" id="{5A531C9B-B6B8-45F4-9F09-11A48334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328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4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4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0" name="path-952">
            <a:extLst xmlns:a="http://schemas.openxmlformats.org/drawingml/2006/main">
              <a:ext uri="{FF2B5EF4-FFF2-40B4-BE49-F238E27FC236}">
                <a16:creationId xmlns:a16="http://schemas.microsoft.com/office/drawing/2014/main" id="{B62B360F-80C6-4523-BAF6-9C198F2B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328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4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4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11" name="path-953">
            <a:extLst xmlns:a="http://schemas.openxmlformats.org/drawingml/2006/main">
              <a:ext uri="{FF2B5EF4-FFF2-40B4-BE49-F238E27FC236}">
                <a16:creationId xmlns:a16="http://schemas.microsoft.com/office/drawing/2014/main" id="{62E04D45-BAD5-40CE-A9EE-ED3D580E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328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4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4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2" name="path-954">
            <a:extLst xmlns:a="http://schemas.openxmlformats.org/drawingml/2006/main">
              <a:ext uri="{FF2B5EF4-FFF2-40B4-BE49-F238E27FC236}">
                <a16:creationId xmlns:a16="http://schemas.microsoft.com/office/drawing/2014/main" id="{55D1FB52-F7ED-4E64-869C-11C9CF04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328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4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4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13" name="path-955">
            <a:extLst xmlns:a="http://schemas.openxmlformats.org/drawingml/2006/main">
              <a:ext uri="{FF2B5EF4-FFF2-40B4-BE49-F238E27FC236}">
                <a16:creationId xmlns:a16="http://schemas.microsoft.com/office/drawing/2014/main" id="{55289428-4D60-46DF-A4E9-D9799C65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2166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4" name="path-956">
            <a:extLst xmlns:a="http://schemas.openxmlformats.org/drawingml/2006/main">
              <a:ext uri="{FF2B5EF4-FFF2-40B4-BE49-F238E27FC236}">
                <a16:creationId xmlns:a16="http://schemas.microsoft.com/office/drawing/2014/main" id="{B6BDF13E-95D4-4111-8F70-D69103D4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2166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15" name="path-957">
            <a:extLst xmlns:a="http://schemas.openxmlformats.org/drawingml/2006/main">
              <a:ext uri="{FF2B5EF4-FFF2-40B4-BE49-F238E27FC236}">
                <a16:creationId xmlns:a16="http://schemas.microsoft.com/office/drawing/2014/main" id="{2F76AB80-B177-43EE-92D6-4453C01D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2166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6" name="path-958">
            <a:extLst xmlns:a="http://schemas.openxmlformats.org/drawingml/2006/main">
              <a:ext uri="{FF2B5EF4-FFF2-40B4-BE49-F238E27FC236}">
                <a16:creationId xmlns:a16="http://schemas.microsoft.com/office/drawing/2014/main" id="{6753DA5C-804B-44C4-9C21-990AE90A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2166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17" name="path-959">
            <a:extLst xmlns:a="http://schemas.openxmlformats.org/drawingml/2006/main">
              <a:ext uri="{FF2B5EF4-FFF2-40B4-BE49-F238E27FC236}">
                <a16:creationId xmlns:a16="http://schemas.microsoft.com/office/drawing/2014/main" id="{494EF304-073B-4185-A313-03EC3D78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097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8" name="path-960">
            <a:extLst xmlns:a="http://schemas.openxmlformats.org/drawingml/2006/main">
              <a:ext uri="{FF2B5EF4-FFF2-40B4-BE49-F238E27FC236}">
                <a16:creationId xmlns:a16="http://schemas.microsoft.com/office/drawing/2014/main" id="{0919D1FE-E833-4A48-8918-DD0D3350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097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19" name="path-961">
            <a:extLst xmlns:a="http://schemas.openxmlformats.org/drawingml/2006/main">
              <a:ext uri="{FF2B5EF4-FFF2-40B4-BE49-F238E27FC236}">
                <a16:creationId xmlns:a16="http://schemas.microsoft.com/office/drawing/2014/main" id="{0ED24659-30BF-4AA0-8F11-DE44A592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097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0" name="path-962">
            <a:extLst xmlns:a="http://schemas.openxmlformats.org/drawingml/2006/main">
              <a:ext uri="{FF2B5EF4-FFF2-40B4-BE49-F238E27FC236}">
                <a16:creationId xmlns:a16="http://schemas.microsoft.com/office/drawing/2014/main" id="{702BDFC3-5F77-4581-BFCA-5E1D3359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097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21" name="path-963">
            <a:extLst xmlns:a="http://schemas.openxmlformats.org/drawingml/2006/main">
              <a:ext uri="{FF2B5EF4-FFF2-40B4-BE49-F238E27FC236}">
                <a16:creationId xmlns:a16="http://schemas.microsoft.com/office/drawing/2014/main" id="{D8B4CEBD-6607-49F7-8199-EDE9B060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936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2" name="path-964">
            <a:extLst xmlns:a="http://schemas.openxmlformats.org/drawingml/2006/main">
              <a:ext uri="{FF2B5EF4-FFF2-40B4-BE49-F238E27FC236}">
                <a16:creationId xmlns:a16="http://schemas.microsoft.com/office/drawing/2014/main" id="{B723B5EC-7B42-47FA-9DB8-F97A818D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936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23" name="path-965">
            <a:extLst xmlns:a="http://schemas.openxmlformats.org/drawingml/2006/main">
              <a:ext uri="{FF2B5EF4-FFF2-40B4-BE49-F238E27FC236}">
                <a16:creationId xmlns:a16="http://schemas.microsoft.com/office/drawing/2014/main" id="{B471CAA2-2D98-4F55-9B0F-7EB29C66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936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4" name="path-966">
            <a:extLst xmlns:a="http://schemas.openxmlformats.org/drawingml/2006/main">
              <a:ext uri="{FF2B5EF4-FFF2-40B4-BE49-F238E27FC236}">
                <a16:creationId xmlns:a16="http://schemas.microsoft.com/office/drawing/2014/main" id="{E9285C9A-D1D6-4E23-BCA0-B6B733CC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936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25" name="path-967">
            <a:extLst xmlns:a="http://schemas.openxmlformats.org/drawingml/2006/main">
              <a:ext uri="{FF2B5EF4-FFF2-40B4-BE49-F238E27FC236}">
                <a16:creationId xmlns:a16="http://schemas.microsoft.com/office/drawing/2014/main" id="{4AF41B3A-F036-4468-9D16-4E74B853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774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6" name="path-968">
            <a:extLst xmlns:a="http://schemas.openxmlformats.org/drawingml/2006/main">
              <a:ext uri="{FF2B5EF4-FFF2-40B4-BE49-F238E27FC236}">
                <a16:creationId xmlns:a16="http://schemas.microsoft.com/office/drawing/2014/main" id="{850C14C8-5C84-4DD8-A260-DFC99E9C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774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27" name="path-969">
            <a:extLst xmlns:a="http://schemas.openxmlformats.org/drawingml/2006/main">
              <a:ext uri="{FF2B5EF4-FFF2-40B4-BE49-F238E27FC236}">
                <a16:creationId xmlns:a16="http://schemas.microsoft.com/office/drawing/2014/main" id="{AAFB8B8E-D403-416F-B2D1-BB87F573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774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8" name="path-970">
            <a:extLst xmlns:a="http://schemas.openxmlformats.org/drawingml/2006/main">
              <a:ext uri="{FF2B5EF4-FFF2-40B4-BE49-F238E27FC236}">
                <a16:creationId xmlns:a16="http://schemas.microsoft.com/office/drawing/2014/main" id="{0F77D766-2309-4BD0-9863-016D778B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774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29" name="path-971">
            <a:extLst xmlns:a="http://schemas.openxmlformats.org/drawingml/2006/main">
              <a:ext uri="{FF2B5EF4-FFF2-40B4-BE49-F238E27FC236}">
                <a16:creationId xmlns:a16="http://schemas.microsoft.com/office/drawing/2014/main" id="{7E45B847-19E1-4BB3-B781-30348A2B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611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0" name="path-972">
            <a:extLst xmlns:a="http://schemas.openxmlformats.org/drawingml/2006/main">
              <a:ext uri="{FF2B5EF4-FFF2-40B4-BE49-F238E27FC236}">
                <a16:creationId xmlns:a16="http://schemas.microsoft.com/office/drawing/2014/main" id="{BE813FE5-908F-4CA9-940A-F3BB4B0D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611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31" name="path-973">
            <a:extLst xmlns:a="http://schemas.openxmlformats.org/drawingml/2006/main">
              <a:ext uri="{FF2B5EF4-FFF2-40B4-BE49-F238E27FC236}">
                <a16:creationId xmlns:a16="http://schemas.microsoft.com/office/drawing/2014/main" id="{0D79B897-36EB-452A-9B37-83B332D4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611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2" name="path-974">
            <a:extLst xmlns:a="http://schemas.openxmlformats.org/drawingml/2006/main">
              <a:ext uri="{FF2B5EF4-FFF2-40B4-BE49-F238E27FC236}">
                <a16:creationId xmlns:a16="http://schemas.microsoft.com/office/drawing/2014/main" id="{C9472A60-C8B1-40C4-80A4-029CE20B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611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33" name="path-975">
            <a:extLst xmlns:a="http://schemas.openxmlformats.org/drawingml/2006/main">
              <a:ext uri="{FF2B5EF4-FFF2-40B4-BE49-F238E27FC236}">
                <a16:creationId xmlns:a16="http://schemas.microsoft.com/office/drawing/2014/main" id="{1E9534DA-3EE8-4009-89BE-17D2CEDE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450" y="3902753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8"/>
                </a:cubicBezTo>
                <a:lnTo>
                  <a:pt x="30558" y="9762"/>
                </a:lnTo>
                <a:cubicBezTo>
                  <a:pt x="30558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4" name="path-976">
            <a:extLst xmlns:a="http://schemas.openxmlformats.org/drawingml/2006/main">
              <a:ext uri="{FF2B5EF4-FFF2-40B4-BE49-F238E27FC236}">
                <a16:creationId xmlns:a16="http://schemas.microsoft.com/office/drawing/2014/main" id="{4581E104-2EB4-4703-A77A-17FD376A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450" y="3902753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8"/>
                </a:cubicBezTo>
                <a:lnTo>
                  <a:pt x="30558" y="9762"/>
                </a:lnTo>
                <a:cubicBezTo>
                  <a:pt x="30558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35" name="path-977">
            <a:extLst xmlns:a="http://schemas.openxmlformats.org/drawingml/2006/main">
              <a:ext uri="{FF2B5EF4-FFF2-40B4-BE49-F238E27FC236}">
                <a16:creationId xmlns:a16="http://schemas.microsoft.com/office/drawing/2014/main" id="{7DE1BE56-8CD6-4262-BBCC-14E6C758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450" y="4147293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9"/>
                </a:moveTo>
                <a:cubicBezTo>
                  <a:pt x="0" y="2476"/>
                  <a:pt x="2475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9"/>
                </a:cubicBezTo>
                <a:lnTo>
                  <a:pt x="30558" y="9762"/>
                </a:lnTo>
                <a:cubicBezTo>
                  <a:pt x="30558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5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6" name="path-978">
            <a:extLst xmlns:a="http://schemas.openxmlformats.org/drawingml/2006/main">
              <a:ext uri="{FF2B5EF4-FFF2-40B4-BE49-F238E27FC236}">
                <a16:creationId xmlns:a16="http://schemas.microsoft.com/office/drawing/2014/main" id="{139EB2CF-7B95-449F-8993-9911F8F9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450" y="4147293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9"/>
                </a:moveTo>
                <a:cubicBezTo>
                  <a:pt x="0" y="2476"/>
                  <a:pt x="2475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9"/>
                </a:cubicBezTo>
                <a:lnTo>
                  <a:pt x="30558" y="9762"/>
                </a:lnTo>
                <a:cubicBezTo>
                  <a:pt x="30558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5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37" name="path-979">
            <a:extLst xmlns:a="http://schemas.openxmlformats.org/drawingml/2006/main">
              <a:ext uri="{FF2B5EF4-FFF2-40B4-BE49-F238E27FC236}">
                <a16:creationId xmlns:a16="http://schemas.microsoft.com/office/drawing/2014/main" id="{BA9F530D-9A51-4C9E-BAB1-E327992B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288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8" name="path-980">
            <a:extLst xmlns:a="http://schemas.openxmlformats.org/drawingml/2006/main">
              <a:ext uri="{FF2B5EF4-FFF2-40B4-BE49-F238E27FC236}">
                <a16:creationId xmlns:a16="http://schemas.microsoft.com/office/drawing/2014/main" id="{453FE81F-E051-4D70-91A2-47978363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288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39" name="path-981">
            <a:extLst xmlns:a="http://schemas.openxmlformats.org/drawingml/2006/main">
              <a:ext uri="{FF2B5EF4-FFF2-40B4-BE49-F238E27FC236}">
                <a16:creationId xmlns:a16="http://schemas.microsoft.com/office/drawing/2014/main" id="{D2F6CA06-7E27-472E-B894-1DBA197A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288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0" name="path-982">
            <a:extLst xmlns:a="http://schemas.openxmlformats.org/drawingml/2006/main">
              <a:ext uri="{FF2B5EF4-FFF2-40B4-BE49-F238E27FC236}">
                <a16:creationId xmlns:a16="http://schemas.microsoft.com/office/drawing/2014/main" id="{E80D317F-A3BC-4E2E-877F-BD18FB2D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288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41" name="path-983">
            <a:extLst xmlns:a="http://schemas.openxmlformats.org/drawingml/2006/main">
              <a:ext uri="{FF2B5EF4-FFF2-40B4-BE49-F238E27FC236}">
                <a16:creationId xmlns:a16="http://schemas.microsoft.com/office/drawing/2014/main" id="{97D9E4AD-B841-47DF-A401-C436A884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19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2" name="path-984">
            <a:extLst xmlns:a="http://schemas.openxmlformats.org/drawingml/2006/main">
              <a:ext uri="{FF2B5EF4-FFF2-40B4-BE49-F238E27FC236}">
                <a16:creationId xmlns:a16="http://schemas.microsoft.com/office/drawing/2014/main" id="{90261B25-259F-4297-8C8C-EB21AA18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19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43" name="path-985">
            <a:extLst xmlns:a="http://schemas.openxmlformats.org/drawingml/2006/main">
              <a:ext uri="{FF2B5EF4-FFF2-40B4-BE49-F238E27FC236}">
                <a16:creationId xmlns:a16="http://schemas.microsoft.com/office/drawing/2014/main" id="{6301CFA2-9FAC-4585-9F94-82D068F0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19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4" name="path-986">
            <a:extLst xmlns:a="http://schemas.openxmlformats.org/drawingml/2006/main">
              <a:ext uri="{FF2B5EF4-FFF2-40B4-BE49-F238E27FC236}">
                <a16:creationId xmlns:a16="http://schemas.microsoft.com/office/drawing/2014/main" id="{7A00E91A-38C1-478D-B9DF-C1E9C377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19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45" name="path-987">
            <a:extLst xmlns:a="http://schemas.openxmlformats.org/drawingml/2006/main">
              <a:ext uri="{FF2B5EF4-FFF2-40B4-BE49-F238E27FC236}">
                <a16:creationId xmlns:a16="http://schemas.microsoft.com/office/drawing/2014/main" id="{469B39D6-343F-4BDC-8EB8-62153A04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9057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6" name="path-988">
            <a:extLst xmlns:a="http://schemas.openxmlformats.org/drawingml/2006/main">
              <a:ext uri="{FF2B5EF4-FFF2-40B4-BE49-F238E27FC236}">
                <a16:creationId xmlns:a16="http://schemas.microsoft.com/office/drawing/2014/main" id="{98BCC278-C06F-45F5-8BF1-5BCDB1B2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9057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47" name="path-989">
            <a:extLst xmlns:a="http://schemas.openxmlformats.org/drawingml/2006/main">
              <a:ext uri="{FF2B5EF4-FFF2-40B4-BE49-F238E27FC236}">
                <a16:creationId xmlns:a16="http://schemas.microsoft.com/office/drawing/2014/main" id="{BCC01CE9-3FF4-4226-80F4-FE0F3B9C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9057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8" name="path-990">
            <a:extLst xmlns:a="http://schemas.openxmlformats.org/drawingml/2006/main">
              <a:ext uri="{FF2B5EF4-FFF2-40B4-BE49-F238E27FC236}">
                <a16:creationId xmlns:a16="http://schemas.microsoft.com/office/drawing/2014/main" id="{91BAB199-57FA-48B6-9B43-B4FCA156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9057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49" name="path-991">
            <a:extLst xmlns:a="http://schemas.openxmlformats.org/drawingml/2006/main">
              <a:ext uri="{FF2B5EF4-FFF2-40B4-BE49-F238E27FC236}">
                <a16:creationId xmlns:a16="http://schemas.microsoft.com/office/drawing/2014/main" id="{6F6B83FA-AE76-4347-AD2F-7FE8DD74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895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0" name="path-992">
            <a:extLst xmlns:a="http://schemas.openxmlformats.org/drawingml/2006/main">
              <a:ext uri="{FF2B5EF4-FFF2-40B4-BE49-F238E27FC236}">
                <a16:creationId xmlns:a16="http://schemas.microsoft.com/office/drawing/2014/main" id="{362E037E-22BF-48E3-99F6-99BB0CC0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895" y="390275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51" name="path-993">
            <a:extLst xmlns:a="http://schemas.openxmlformats.org/drawingml/2006/main">
              <a:ext uri="{FF2B5EF4-FFF2-40B4-BE49-F238E27FC236}">
                <a16:creationId xmlns:a16="http://schemas.microsoft.com/office/drawing/2014/main" id="{EB4C4AEC-59D2-4B5C-8CDF-283AF1F5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895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2" name="path-994">
            <a:extLst xmlns:a="http://schemas.openxmlformats.org/drawingml/2006/main">
              <a:ext uri="{FF2B5EF4-FFF2-40B4-BE49-F238E27FC236}">
                <a16:creationId xmlns:a16="http://schemas.microsoft.com/office/drawing/2014/main" id="{49D189D6-0B13-41D9-8807-05000E7B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895" y="4147293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53" name="path-995">
            <a:extLst xmlns:a="http://schemas.openxmlformats.org/drawingml/2006/main">
              <a:ext uri="{FF2B5EF4-FFF2-40B4-BE49-F238E27FC236}">
                <a16:creationId xmlns:a16="http://schemas.microsoft.com/office/drawing/2014/main" id="{CA21D8D7-48CE-492F-8284-10ED714C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17" y="3872173"/>
            <a:ext cx="5094" cy="320958"/>
          </a:xfrm>
          <a:custGeom xmlns:a="http://schemas.openxmlformats.org/drawingml/2006/main">
            <a:pathLst>
              <a:path w="5094" h="320958">
                <a:moveTo>
                  <a:pt x="0" y="0"/>
                </a:moveTo>
                <a:lnTo>
                  <a:pt x="5094" y="0"/>
                </a:lnTo>
                <a:lnTo>
                  <a:pt x="5094" y="320958"/>
                </a:lnTo>
                <a:lnTo>
                  <a:pt x="0" y="320958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4" name="path-996">
            <a:extLst xmlns:a="http://schemas.openxmlformats.org/drawingml/2006/main">
              <a:ext uri="{FF2B5EF4-FFF2-40B4-BE49-F238E27FC236}">
                <a16:creationId xmlns:a16="http://schemas.microsoft.com/office/drawing/2014/main" id="{6F046834-E947-42C5-91A7-11ED1978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17" y="3872173"/>
            <a:ext cx="5094" cy="320958"/>
          </a:xfrm>
          <a:custGeom xmlns:a="http://schemas.openxmlformats.org/drawingml/2006/main">
            <a:pathLst>
              <a:path w="5094" h="320958">
                <a:moveTo>
                  <a:pt x="0" y="0"/>
                </a:moveTo>
                <a:lnTo>
                  <a:pt x="5094" y="0"/>
                </a:lnTo>
                <a:lnTo>
                  <a:pt x="5094" y="320958"/>
                </a:lnTo>
                <a:lnTo>
                  <a:pt x="0" y="3209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47A00"/>
            </a:solidFill>
            <a:prstDash val="solid"/>
          </a:ln>
        </p:spPr>
      </p:sp>
      <p:sp>
        <p:nvSpPr>
          <p:cNvPr id="1055" name="path-997">
            <a:extLst xmlns:a="http://schemas.openxmlformats.org/drawingml/2006/main">
              <a:ext uri="{FF2B5EF4-FFF2-40B4-BE49-F238E27FC236}">
                <a16:creationId xmlns:a16="http://schemas.microsoft.com/office/drawing/2014/main" id="{ED67E568-3836-4986-8ABE-AE09BAD5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518" y="3872173"/>
            <a:ext cx="10186" cy="320958"/>
          </a:xfrm>
          <a:custGeom xmlns:a="http://schemas.openxmlformats.org/drawingml/2006/main">
            <a:pathLst>
              <a:path w="10186" h="320958">
                <a:moveTo>
                  <a:pt x="0" y="0"/>
                </a:moveTo>
                <a:lnTo>
                  <a:pt x="10186" y="0"/>
                </a:lnTo>
                <a:lnTo>
                  <a:pt x="10186" y="320958"/>
                </a:lnTo>
                <a:lnTo>
                  <a:pt x="0" y="320958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6" name="path-998">
            <a:extLst xmlns:a="http://schemas.openxmlformats.org/drawingml/2006/main">
              <a:ext uri="{FF2B5EF4-FFF2-40B4-BE49-F238E27FC236}">
                <a16:creationId xmlns:a16="http://schemas.microsoft.com/office/drawing/2014/main" id="{D0001613-AC42-415B-A312-C7FB95E4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518" y="3872173"/>
            <a:ext cx="10186" cy="320958"/>
          </a:xfrm>
          <a:custGeom xmlns:a="http://schemas.openxmlformats.org/drawingml/2006/main">
            <a:pathLst>
              <a:path w="10186" h="320958">
                <a:moveTo>
                  <a:pt x="0" y="0"/>
                </a:moveTo>
                <a:lnTo>
                  <a:pt x="10186" y="0"/>
                </a:lnTo>
                <a:lnTo>
                  <a:pt x="10186" y="320958"/>
                </a:lnTo>
                <a:lnTo>
                  <a:pt x="0" y="3209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47A00"/>
            </a:solidFill>
            <a:prstDash val="solid"/>
          </a:ln>
        </p:spPr>
      </p:sp>
      <p:sp>
        <p:nvSpPr>
          <p:cNvPr id="1057" name="path-999">
            <a:extLst xmlns:a="http://schemas.openxmlformats.org/drawingml/2006/main">
              <a:ext uri="{FF2B5EF4-FFF2-40B4-BE49-F238E27FC236}">
                <a16:creationId xmlns:a16="http://schemas.microsoft.com/office/drawing/2014/main" id="{9F4CD915-73FF-4503-BD63-D81A0929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5211" y="3872193"/>
            <a:ext cx="96769" cy="5095"/>
          </a:xfrm>
          <a:custGeom xmlns:a="http://schemas.openxmlformats.org/drawingml/2006/main">
            <a:pathLst>
              <a:path w="96769" h="5095">
                <a:moveTo>
                  <a:pt x="0" y="0"/>
                </a:moveTo>
                <a:lnTo>
                  <a:pt x="96769" y="0"/>
                </a:lnTo>
                <a:lnTo>
                  <a:pt x="96769" y="5095"/>
                </a:lnTo>
                <a:lnTo>
                  <a:pt x="0" y="5095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8" name="path-1000">
            <a:extLst xmlns:a="http://schemas.openxmlformats.org/drawingml/2006/main">
              <a:ext uri="{FF2B5EF4-FFF2-40B4-BE49-F238E27FC236}">
                <a16:creationId xmlns:a16="http://schemas.microsoft.com/office/drawing/2014/main" id="{F01385AE-454F-43E8-BE88-56DA60C6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5211" y="3872193"/>
            <a:ext cx="96769" cy="5095"/>
          </a:xfrm>
          <a:custGeom xmlns:a="http://schemas.openxmlformats.org/drawingml/2006/main">
            <a:pathLst>
              <a:path w="96769" h="5095">
                <a:moveTo>
                  <a:pt x="0" y="0"/>
                </a:moveTo>
                <a:lnTo>
                  <a:pt x="96769" y="0"/>
                </a:lnTo>
                <a:lnTo>
                  <a:pt x="96769" y="5095"/>
                </a:lnTo>
                <a:lnTo>
                  <a:pt x="0" y="50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538">
            <a:solidFill>
              <a:srgbClr val="F47A00"/>
            </a:solidFill>
            <a:prstDash val="solid"/>
          </a:ln>
        </p:spPr>
      </p:sp>
      <p:sp>
        <p:nvSpPr>
          <p:cNvPr id="1059" name="path-1001">
            <a:extLst xmlns:a="http://schemas.openxmlformats.org/drawingml/2006/main">
              <a:ext uri="{FF2B5EF4-FFF2-40B4-BE49-F238E27FC236}">
                <a16:creationId xmlns:a16="http://schemas.microsoft.com/office/drawing/2014/main" id="{F3174562-7246-43D4-A211-F17D42F9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843" y="3872193"/>
            <a:ext cx="96769" cy="5095"/>
          </a:xfrm>
          <a:custGeom xmlns:a="http://schemas.openxmlformats.org/drawingml/2006/main">
            <a:pathLst>
              <a:path w="96769" h="5095">
                <a:moveTo>
                  <a:pt x="0" y="0"/>
                </a:moveTo>
                <a:lnTo>
                  <a:pt x="96769" y="0"/>
                </a:lnTo>
                <a:lnTo>
                  <a:pt x="96769" y="5095"/>
                </a:lnTo>
                <a:lnTo>
                  <a:pt x="0" y="5095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0" name="path-1002">
            <a:extLst xmlns:a="http://schemas.openxmlformats.org/drawingml/2006/main">
              <a:ext uri="{FF2B5EF4-FFF2-40B4-BE49-F238E27FC236}">
                <a16:creationId xmlns:a16="http://schemas.microsoft.com/office/drawing/2014/main" id="{B3FA81C6-D4C5-495C-A7DC-F921298A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843" y="3872193"/>
            <a:ext cx="96769" cy="5095"/>
          </a:xfrm>
          <a:custGeom xmlns:a="http://schemas.openxmlformats.org/drawingml/2006/main">
            <a:pathLst>
              <a:path w="96769" h="5095">
                <a:moveTo>
                  <a:pt x="0" y="0"/>
                </a:moveTo>
                <a:lnTo>
                  <a:pt x="96769" y="0"/>
                </a:lnTo>
                <a:lnTo>
                  <a:pt x="96769" y="5095"/>
                </a:lnTo>
                <a:lnTo>
                  <a:pt x="0" y="50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538">
            <a:solidFill>
              <a:srgbClr val="F47A00"/>
            </a:solidFill>
            <a:prstDash val="solid"/>
          </a:ln>
        </p:spPr>
      </p:sp>
      <p:sp>
        <p:nvSpPr>
          <p:cNvPr id="1061" name="path-1003">
            <a:extLst xmlns:a="http://schemas.openxmlformats.org/drawingml/2006/main">
              <a:ext uri="{FF2B5EF4-FFF2-40B4-BE49-F238E27FC236}">
                <a16:creationId xmlns:a16="http://schemas.microsoft.com/office/drawing/2014/main" id="{D32EC08F-913B-498C-90A0-1BB8F1C7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17" y="4188037"/>
            <a:ext cx="96769" cy="5095"/>
          </a:xfrm>
          <a:custGeom xmlns:a="http://schemas.openxmlformats.org/drawingml/2006/main">
            <a:pathLst>
              <a:path w="96769" h="5095">
                <a:moveTo>
                  <a:pt x="0" y="0"/>
                </a:moveTo>
                <a:lnTo>
                  <a:pt x="96769" y="0"/>
                </a:lnTo>
                <a:lnTo>
                  <a:pt x="96769" y="5095"/>
                </a:lnTo>
                <a:lnTo>
                  <a:pt x="0" y="5095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2" name="path-1004">
            <a:extLst xmlns:a="http://schemas.openxmlformats.org/drawingml/2006/main">
              <a:ext uri="{FF2B5EF4-FFF2-40B4-BE49-F238E27FC236}">
                <a16:creationId xmlns:a16="http://schemas.microsoft.com/office/drawing/2014/main" id="{6410E9DA-B81A-4EA8-91C0-78F39BAD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17" y="4188037"/>
            <a:ext cx="96769" cy="5095"/>
          </a:xfrm>
          <a:custGeom xmlns:a="http://schemas.openxmlformats.org/drawingml/2006/main">
            <a:pathLst>
              <a:path w="96769" h="5095">
                <a:moveTo>
                  <a:pt x="0" y="0"/>
                </a:moveTo>
                <a:lnTo>
                  <a:pt x="96769" y="0"/>
                </a:lnTo>
                <a:lnTo>
                  <a:pt x="96769" y="5095"/>
                </a:lnTo>
                <a:lnTo>
                  <a:pt x="0" y="50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538">
            <a:solidFill>
              <a:srgbClr val="F47A00"/>
            </a:solidFill>
            <a:prstDash val="solid"/>
          </a:ln>
        </p:spPr>
      </p:sp>
      <p:sp>
        <p:nvSpPr>
          <p:cNvPr id="1063" name="path-1005">
            <a:extLst xmlns:a="http://schemas.openxmlformats.org/drawingml/2006/main">
              <a:ext uri="{FF2B5EF4-FFF2-40B4-BE49-F238E27FC236}">
                <a16:creationId xmlns:a16="http://schemas.microsoft.com/office/drawing/2014/main" id="{C36063CE-42C5-4F9C-B9E6-866C72B5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843" y="4188037"/>
            <a:ext cx="96769" cy="5095"/>
          </a:xfrm>
          <a:custGeom xmlns:a="http://schemas.openxmlformats.org/drawingml/2006/main">
            <a:pathLst>
              <a:path w="96769" h="5095">
                <a:moveTo>
                  <a:pt x="0" y="0"/>
                </a:moveTo>
                <a:lnTo>
                  <a:pt x="96769" y="0"/>
                </a:lnTo>
                <a:lnTo>
                  <a:pt x="96769" y="5095"/>
                </a:lnTo>
                <a:lnTo>
                  <a:pt x="0" y="5095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4" name="path-1006">
            <a:extLst xmlns:a="http://schemas.openxmlformats.org/drawingml/2006/main">
              <a:ext uri="{FF2B5EF4-FFF2-40B4-BE49-F238E27FC236}">
                <a16:creationId xmlns:a16="http://schemas.microsoft.com/office/drawing/2014/main" id="{34941A80-E3D7-4079-97B2-16462B31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843" y="4188037"/>
            <a:ext cx="96769" cy="5095"/>
          </a:xfrm>
          <a:custGeom xmlns:a="http://schemas.openxmlformats.org/drawingml/2006/main">
            <a:pathLst>
              <a:path w="96769" h="5095">
                <a:moveTo>
                  <a:pt x="0" y="0"/>
                </a:moveTo>
                <a:lnTo>
                  <a:pt x="96769" y="0"/>
                </a:lnTo>
                <a:lnTo>
                  <a:pt x="96769" y="5095"/>
                </a:lnTo>
                <a:lnTo>
                  <a:pt x="0" y="50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538">
            <a:solidFill>
              <a:srgbClr val="F47A00"/>
            </a:solidFill>
            <a:prstDash val="solid"/>
          </a:ln>
        </p:spPr>
      </p:sp>
      <p:pic>
        <p:nvPicPr>
          <p:cNvPr id="1065" name="">
            <a:extLst xmlns:a="http://schemas.openxmlformats.org/drawingml/2006/main">
              <a:ext uri="{FF2B5EF4-FFF2-40B4-BE49-F238E27FC236}">
                <a16:creationId xmlns:a16="http://schemas.microsoft.com/office/drawing/2014/main" id="{3404E981-C06F-42A1-97CE-15917CF4A3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2d30355954f7f"/>
          <a:stretch xmlns:a="http://schemas.openxmlformats.org/drawingml/2006/main"/>
        </p:blipFill>
        <p:spPr>
          <a:xfrm xmlns:a="http://schemas.openxmlformats.org/drawingml/2006/main">
            <a:off x="3544432" y="3801324"/>
            <a:ext cx="266700" cy="276225"/>
          </a:xfrm>
          <a:prstGeom xmlns:a="http://schemas.openxmlformats.org/drawingml/2006/main" prst="rect">
            <a:avLst/>
          </a:prstGeom>
        </p:spPr>
      </p:pic>
      <p:pic>
        <p:nvPicPr>
          <p:cNvPr id="1066" name="">
            <a:extLst xmlns:a="http://schemas.openxmlformats.org/drawingml/2006/main">
              <a:ext uri="{FF2B5EF4-FFF2-40B4-BE49-F238E27FC236}">
                <a16:creationId xmlns:a16="http://schemas.microsoft.com/office/drawing/2014/main" id="{76D8F1E8-AA7A-4606-B638-5B05955C88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98814fb2d4261"/>
          <a:stretch xmlns:a="http://schemas.openxmlformats.org/drawingml/2006/main"/>
        </p:blipFill>
        <p:spPr>
          <a:xfrm xmlns:a="http://schemas.openxmlformats.org/drawingml/2006/main">
            <a:off x="3544432" y="3801324"/>
            <a:ext cx="266700" cy="276225"/>
          </a:xfrm>
          <a:prstGeom xmlns:a="http://schemas.openxmlformats.org/drawingml/2006/main" prst="rect">
            <a:avLst/>
          </a:prstGeom>
        </p:spPr>
      </p:pic>
      <p:sp>
        <p:nvSpPr>
          <p:cNvPr id="1067" name="path-1009">
            <a:extLst xmlns:a="http://schemas.openxmlformats.org/drawingml/2006/main">
              <a:ext uri="{FF2B5EF4-FFF2-40B4-BE49-F238E27FC236}">
                <a16:creationId xmlns:a16="http://schemas.microsoft.com/office/drawing/2014/main" id="{0A372A39-F28F-40BE-B5F1-E184E93B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093" y="3823810"/>
            <a:ext cx="254656" cy="249634"/>
          </a:xfrm>
          <a:custGeom xmlns:a="http://schemas.openxmlformats.org/drawingml/2006/main">
            <a:pathLst>
              <a:path w="254656" h="249634">
                <a:moveTo>
                  <a:pt x="0" y="124782"/>
                </a:moveTo>
                <a:cubicBezTo>
                  <a:pt x="0" y="55882"/>
                  <a:pt x="57015" y="0"/>
                  <a:pt x="127328" y="0"/>
                </a:cubicBezTo>
                <a:cubicBezTo>
                  <a:pt x="197642" y="0"/>
                  <a:pt x="254656" y="55882"/>
                  <a:pt x="254656" y="124782"/>
                </a:cubicBezTo>
                <a:cubicBezTo>
                  <a:pt x="254656" y="193751"/>
                  <a:pt x="197642" y="249634"/>
                  <a:pt x="127328" y="249634"/>
                </a:cubicBezTo>
                <a:cubicBezTo>
                  <a:pt x="57015" y="249634"/>
                  <a:pt x="0" y="193751"/>
                  <a:pt x="0" y="124782"/>
                </a:cubicBezTo>
              </a:path>
            </a:pathLst>
          </a:custGeom>
          <a:noFill xmlns:a="http://schemas.openxmlformats.org/drawingml/2006/main"/>
          <a:ln xmlns:a="http://schemas.openxmlformats.org/drawingml/2006/main" w="42686">
            <a:solidFill>
              <a:srgbClr val="4A7CB8"/>
            </a:solidFill>
            <a:prstDash val="solid"/>
          </a:ln>
        </p:spPr>
      </p:sp>
      <p:pic>
        <p:nvPicPr>
          <p:cNvPr id="1068" name="">
            <a:extLst xmlns:a="http://schemas.openxmlformats.org/drawingml/2006/main">
              <a:ext uri="{FF2B5EF4-FFF2-40B4-BE49-F238E27FC236}">
                <a16:creationId xmlns:a16="http://schemas.microsoft.com/office/drawing/2014/main" id="{57B42989-76E0-488E-ADB5-DB2D0C09E5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6540427b24ceb"/>
          <a:stretch xmlns:a="http://schemas.openxmlformats.org/drawingml/2006/main"/>
        </p:blipFill>
        <p:spPr>
          <a:xfrm xmlns:a="http://schemas.openxmlformats.org/drawingml/2006/main">
            <a:off x="2449057" y="4325199"/>
            <a:ext cx="447675" cy="504825"/>
          </a:xfrm>
          <a:prstGeom xmlns:a="http://schemas.openxmlformats.org/drawingml/2006/main" prst="rect">
            <a:avLst/>
          </a:prstGeom>
        </p:spPr>
      </p:pic>
      <p:sp>
        <p:nvSpPr>
          <p:cNvPr id="1069" name="path-1011">
            <a:extLst xmlns:a="http://schemas.openxmlformats.org/drawingml/2006/main">
              <a:ext uri="{FF2B5EF4-FFF2-40B4-BE49-F238E27FC236}">
                <a16:creationId xmlns:a16="http://schemas.microsoft.com/office/drawing/2014/main" id="{78D65E5D-58AA-41D6-B1CB-8BE700A0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06" y="1602560"/>
            <a:ext cx="295401" cy="290393"/>
          </a:xfrm>
          <a:custGeom xmlns:a="http://schemas.openxmlformats.org/drawingml/2006/main">
            <a:pathLst>
              <a:path w="295401" h="290393">
                <a:moveTo>
                  <a:pt x="0" y="0"/>
                </a:moveTo>
                <a:lnTo>
                  <a:pt x="295401" y="0"/>
                </a:lnTo>
                <a:lnTo>
                  <a:pt x="295401" y="290393"/>
                </a:lnTo>
                <a:lnTo>
                  <a:pt x="0" y="290393"/>
                </a:lnTo>
                <a:close/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0" name="text-1012 Q">
            <a:extLst xmlns:a="http://schemas.openxmlformats.org/drawingml/2006/main">
              <a:ext uri="{FF2B5EF4-FFF2-40B4-BE49-F238E27FC236}">
                <a16:creationId xmlns:a16="http://schemas.microsoft.com/office/drawing/2014/main" id="{EB5E20C3-3057-4F1D-8CEF-B4608B79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502" y="1557005"/>
            <a:ext cx="285553" cy="378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8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8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pPr>
            <a:r>
              <a:rPr sz="2128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sp>
        <p:nvSpPr>
          <p:cNvPr id="1071" name="path-1013">
            <a:extLst xmlns:a="http://schemas.openxmlformats.org/drawingml/2006/main">
              <a:ext uri="{FF2B5EF4-FFF2-40B4-BE49-F238E27FC236}">
                <a16:creationId xmlns:a16="http://schemas.microsoft.com/office/drawing/2014/main" id="{C81347FA-711B-434A-B73D-44940CEF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903" y="2506885"/>
            <a:ext cx="114737" cy="359136"/>
          </a:xfrm>
          <a:custGeom xmlns:a="http://schemas.openxmlformats.org/drawingml/2006/main">
            <a:pathLst>
              <a:path w="114737" h="359136">
                <a:moveTo>
                  <a:pt x="69748" y="0"/>
                </a:moveTo>
                <a:lnTo>
                  <a:pt x="69748" y="324969"/>
                </a:lnTo>
                <a:lnTo>
                  <a:pt x="44989" y="324969"/>
                </a:lnTo>
                <a:lnTo>
                  <a:pt x="44989" y="0"/>
                </a:lnTo>
                <a:lnTo>
                  <a:pt x="69748" y="0"/>
                </a:lnTo>
                <a:moveTo>
                  <a:pt x="112261" y="218014"/>
                </a:moveTo>
                <a:lnTo>
                  <a:pt x="57369" y="359136"/>
                </a:lnTo>
                <a:lnTo>
                  <a:pt x="2476" y="218014"/>
                </a:lnTo>
                <a:cubicBezTo>
                  <a:pt x="0" y="211647"/>
                  <a:pt x="3184" y="204432"/>
                  <a:pt x="9550" y="201956"/>
                </a:cubicBezTo>
                <a:cubicBezTo>
                  <a:pt x="15917" y="199481"/>
                  <a:pt x="23132" y="202664"/>
                  <a:pt x="25607" y="209030"/>
                </a:cubicBezTo>
                <a:lnTo>
                  <a:pt x="68899" y="320442"/>
                </a:lnTo>
                <a:lnTo>
                  <a:pt x="45838" y="320442"/>
                </a:lnTo>
                <a:lnTo>
                  <a:pt x="89130" y="209030"/>
                </a:lnTo>
                <a:cubicBezTo>
                  <a:pt x="91606" y="202664"/>
                  <a:pt x="98821" y="199481"/>
                  <a:pt x="105187" y="201956"/>
                </a:cubicBezTo>
                <a:cubicBezTo>
                  <a:pt x="111554" y="204432"/>
                  <a:pt x="114737" y="211647"/>
                  <a:pt x="112261" y="218014"/>
                </a:cubicBezTo>
              </a:path>
            </a:pathLst>
          </a:custGeom>
          <a:solidFill xmlns:a="http://schemas.openxmlformats.org/drawingml/2006/main">
            <a:srgbClr val="C05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2" name="path-1014">
            <a:extLst xmlns:a="http://schemas.openxmlformats.org/drawingml/2006/main">
              <a:ext uri="{FF2B5EF4-FFF2-40B4-BE49-F238E27FC236}">
                <a16:creationId xmlns:a16="http://schemas.microsoft.com/office/drawing/2014/main" id="{E6490276-89AA-457E-A07B-7BF37DC7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888" y="2506603"/>
            <a:ext cx="114666" cy="359842"/>
          </a:xfrm>
          <a:custGeom xmlns:a="http://schemas.openxmlformats.org/drawingml/2006/main">
            <a:pathLst>
              <a:path w="114666" h="359842">
                <a:moveTo>
                  <a:pt x="49304" y="0"/>
                </a:moveTo>
                <a:lnTo>
                  <a:pt x="42655" y="325393"/>
                </a:lnTo>
                <a:lnTo>
                  <a:pt x="67413" y="325888"/>
                </a:lnTo>
                <a:lnTo>
                  <a:pt x="74062" y="495"/>
                </a:lnTo>
                <a:lnTo>
                  <a:pt x="49304" y="0"/>
                </a:lnTo>
                <a:moveTo>
                  <a:pt x="2335" y="217589"/>
                </a:moveTo>
                <a:lnTo>
                  <a:pt x="54327" y="359842"/>
                </a:lnTo>
                <a:lnTo>
                  <a:pt x="112048" y="219852"/>
                </a:lnTo>
                <a:cubicBezTo>
                  <a:pt x="114666" y="213557"/>
                  <a:pt x="111625" y="206271"/>
                  <a:pt x="105329" y="203653"/>
                </a:cubicBezTo>
                <a:cubicBezTo>
                  <a:pt x="99033" y="201037"/>
                  <a:pt x="91747" y="204078"/>
                  <a:pt x="89200" y="210374"/>
                </a:cubicBezTo>
                <a:lnTo>
                  <a:pt x="43574" y="320937"/>
                </a:lnTo>
                <a:lnTo>
                  <a:pt x="66635" y="321432"/>
                </a:lnTo>
                <a:lnTo>
                  <a:pt x="25607" y="209101"/>
                </a:lnTo>
                <a:cubicBezTo>
                  <a:pt x="23273" y="202663"/>
                  <a:pt x="16128" y="199409"/>
                  <a:pt x="9762" y="201743"/>
                </a:cubicBezTo>
                <a:cubicBezTo>
                  <a:pt x="3325" y="204078"/>
                  <a:pt x="0" y="211152"/>
                  <a:pt x="2335" y="217589"/>
                </a:cubicBezTo>
              </a:path>
            </a:pathLst>
          </a:custGeom>
          <a:solidFill xmlns:a="http://schemas.openxmlformats.org/drawingml/2006/main">
            <a:srgbClr val="C05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3" name="path-1015">
            <a:extLst xmlns:a="http://schemas.openxmlformats.org/drawingml/2006/main">
              <a:ext uri="{FF2B5EF4-FFF2-40B4-BE49-F238E27FC236}">
                <a16:creationId xmlns:a16="http://schemas.microsoft.com/office/drawing/2014/main" id="{F5695FF9-E9EE-41B5-AAFC-646242D2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586" y="3582948"/>
            <a:ext cx="519427" cy="114666"/>
          </a:xfrm>
          <a:custGeom xmlns:a="http://schemas.openxmlformats.org/drawingml/2006/main">
            <a:pathLst>
              <a:path w="519427" h="114666">
                <a:moveTo>
                  <a:pt x="424" y="75831"/>
                </a:moveTo>
                <a:lnTo>
                  <a:pt x="485473" y="67838"/>
                </a:lnTo>
                <a:lnTo>
                  <a:pt x="485048" y="43079"/>
                </a:lnTo>
                <a:lnTo>
                  <a:pt x="0" y="51073"/>
                </a:lnTo>
                <a:lnTo>
                  <a:pt x="424" y="75831"/>
                </a:lnTo>
                <a:moveTo>
                  <a:pt x="379225" y="112119"/>
                </a:moveTo>
                <a:lnTo>
                  <a:pt x="519427" y="54892"/>
                </a:lnTo>
                <a:lnTo>
                  <a:pt x="377456" y="2334"/>
                </a:lnTo>
                <a:cubicBezTo>
                  <a:pt x="371019" y="0"/>
                  <a:pt x="363875" y="3254"/>
                  <a:pt x="361540" y="9691"/>
                </a:cubicBezTo>
                <a:cubicBezTo>
                  <a:pt x="359135" y="16058"/>
                  <a:pt x="362460" y="23202"/>
                  <a:pt x="368826" y="25607"/>
                </a:cubicBezTo>
                <a:lnTo>
                  <a:pt x="480946" y="67060"/>
                </a:lnTo>
                <a:lnTo>
                  <a:pt x="480592" y="43999"/>
                </a:lnTo>
                <a:lnTo>
                  <a:pt x="369888" y="89200"/>
                </a:lnTo>
                <a:cubicBezTo>
                  <a:pt x="363592" y="91747"/>
                  <a:pt x="360550" y="98962"/>
                  <a:pt x="363097" y="105329"/>
                </a:cubicBezTo>
                <a:cubicBezTo>
                  <a:pt x="365714" y="111624"/>
                  <a:pt x="372929" y="114666"/>
                  <a:pt x="379225" y="112119"/>
                </a:cubicBezTo>
              </a:path>
            </a:pathLst>
          </a:custGeom>
          <a:solidFill xmlns:a="http://schemas.openxmlformats.org/drawingml/2006/main">
            <a:srgbClr val="C05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4" name="text-1016 Video">
            <a:extLst xmlns:a="http://schemas.openxmlformats.org/drawingml/2006/main">
              <a:ext uri="{FF2B5EF4-FFF2-40B4-BE49-F238E27FC236}">
                <a16:creationId xmlns:a16="http://schemas.microsoft.com/office/drawing/2014/main" id="{E0DCC847-DDF2-40C0-94B2-0A27162C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258" y="2874639"/>
            <a:ext cx="516513" cy="2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4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1075" name="text-1016 Code">
            <a:extLst xmlns:a="http://schemas.openxmlformats.org/drawingml/2006/main">
              <a:ext uri="{FF2B5EF4-FFF2-40B4-BE49-F238E27FC236}">
                <a16:creationId xmlns:a16="http://schemas.microsoft.com/office/drawing/2014/main" id="{531817BF-5B8E-4DC5-989D-2CC039E6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389" y="2873648"/>
            <a:ext cx="457082" cy="258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5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Code</a:t>
            </a:r>
          </a:p>
        </p:txBody>
      </p:sp>
      <p:sp>
        <p:nvSpPr>
          <p:cNvPr id="1076" name="text-1016 Agent">
            <a:extLst xmlns:a="http://schemas.openxmlformats.org/drawingml/2006/main">
              <a:ext uri="{FF2B5EF4-FFF2-40B4-BE49-F238E27FC236}">
                <a16:creationId xmlns:a16="http://schemas.microsoft.com/office/drawing/2014/main" id="{7D9FF03B-8A7C-46E3-8EBF-F23A8706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2176" y="2876045"/>
            <a:ext cx="546968" cy="255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3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Agent</a:t>
            </a:r>
          </a:p>
        </p:txBody>
      </p:sp>
      <p:sp>
        <p:nvSpPr>
          <p:cNvPr id="1077" name="text-1017 …">
            <a:extLst xmlns:a="http://schemas.openxmlformats.org/drawingml/2006/main">
              <a:ext uri="{FF2B5EF4-FFF2-40B4-BE49-F238E27FC236}">
                <a16:creationId xmlns:a16="http://schemas.microsoft.com/office/drawing/2014/main" id="{A2236F01-202B-4E53-B759-90A29328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9398" y="1872915"/>
            <a:ext cx="165693" cy="271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52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…</a:t>
            </a:r>
          </a:p>
        </p:txBody>
      </p:sp>
      <p:sp>
        <p:nvSpPr>
          <p:cNvPr id="1078" name="path-1018">
            <a:extLst xmlns:a="http://schemas.openxmlformats.org/drawingml/2006/main">
              <a:ext uri="{FF2B5EF4-FFF2-40B4-BE49-F238E27FC236}">
                <a16:creationId xmlns:a16="http://schemas.microsoft.com/office/drawing/2014/main" id="{51287952-158B-48F2-8CDF-6A65D5D6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531" y="4239040"/>
            <a:ext cx="674060" cy="739280"/>
          </a:xfrm>
          <a:custGeom xmlns:a="http://schemas.openxmlformats.org/drawingml/2006/main">
            <a:pathLst>
              <a:path w="674060" h="739280">
                <a:moveTo>
                  <a:pt x="674060" y="0"/>
                </a:moveTo>
                <a:lnTo>
                  <a:pt x="674060" y="198066"/>
                </a:lnTo>
                <a:lnTo>
                  <a:pt x="649302" y="198066"/>
                </a:lnTo>
                <a:lnTo>
                  <a:pt x="649302" y="0"/>
                </a:lnTo>
                <a:lnTo>
                  <a:pt x="674060" y="0"/>
                </a:lnTo>
                <a:moveTo>
                  <a:pt x="674060" y="272411"/>
                </a:moveTo>
                <a:lnTo>
                  <a:pt x="674060" y="470547"/>
                </a:lnTo>
                <a:lnTo>
                  <a:pt x="649302" y="470547"/>
                </a:lnTo>
                <a:lnTo>
                  <a:pt x="649302" y="272411"/>
                </a:lnTo>
                <a:lnTo>
                  <a:pt x="674060" y="272411"/>
                </a:lnTo>
                <a:moveTo>
                  <a:pt x="674060" y="544822"/>
                </a:moveTo>
                <a:lnTo>
                  <a:pt x="674060" y="694291"/>
                </a:lnTo>
                <a:lnTo>
                  <a:pt x="600705" y="694291"/>
                </a:lnTo>
                <a:lnTo>
                  <a:pt x="600705" y="669533"/>
                </a:lnTo>
                <a:lnTo>
                  <a:pt x="661681" y="669533"/>
                </a:lnTo>
                <a:lnTo>
                  <a:pt x="649302" y="681912"/>
                </a:lnTo>
                <a:lnTo>
                  <a:pt x="649302" y="544822"/>
                </a:lnTo>
                <a:lnTo>
                  <a:pt x="674060" y="544822"/>
                </a:lnTo>
                <a:moveTo>
                  <a:pt x="328365" y="669533"/>
                </a:moveTo>
                <a:lnTo>
                  <a:pt x="526431" y="669533"/>
                </a:lnTo>
                <a:lnTo>
                  <a:pt x="526431" y="694291"/>
                </a:lnTo>
                <a:lnTo>
                  <a:pt x="328365" y="694291"/>
                </a:lnTo>
                <a:close/>
                <a:moveTo>
                  <a:pt x="56025" y="669533"/>
                </a:moveTo>
                <a:lnTo>
                  <a:pt x="254090" y="669533"/>
                </a:lnTo>
                <a:lnTo>
                  <a:pt x="254090" y="694291"/>
                </a:lnTo>
                <a:lnTo>
                  <a:pt x="56025" y="694291"/>
                </a:lnTo>
                <a:close/>
                <a:moveTo>
                  <a:pt x="141122" y="736805"/>
                </a:moveTo>
                <a:lnTo>
                  <a:pt x="0" y="681912"/>
                </a:lnTo>
                <a:lnTo>
                  <a:pt x="141122" y="627020"/>
                </a:lnTo>
                <a:cubicBezTo>
                  <a:pt x="147488" y="624544"/>
                  <a:pt x="154633" y="627727"/>
                  <a:pt x="157109" y="634093"/>
                </a:cubicBezTo>
                <a:cubicBezTo>
                  <a:pt x="159585" y="640460"/>
                  <a:pt x="156472" y="647675"/>
                  <a:pt x="150035" y="650151"/>
                </a:cubicBezTo>
                <a:lnTo>
                  <a:pt x="38623" y="693443"/>
                </a:lnTo>
                <a:lnTo>
                  <a:pt x="38623" y="670382"/>
                </a:lnTo>
                <a:lnTo>
                  <a:pt x="150035" y="713744"/>
                </a:lnTo>
                <a:cubicBezTo>
                  <a:pt x="156472" y="716220"/>
                  <a:pt x="159585" y="723364"/>
                  <a:pt x="157109" y="729731"/>
                </a:cubicBezTo>
                <a:cubicBezTo>
                  <a:pt x="154633" y="736097"/>
                  <a:pt x="147488" y="739280"/>
                  <a:pt x="141122" y="736805"/>
                </a:cubicBezTo>
              </a:path>
            </a:pathLst>
          </a:custGeom>
          <a:solidFill xmlns:a="http://schemas.openxmlformats.org/drawingml/2006/main">
            <a:srgbClr val="C05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9" name="path-1019">
            <a:extLst xmlns:a="http://schemas.openxmlformats.org/drawingml/2006/main">
              <a:ext uri="{FF2B5EF4-FFF2-40B4-BE49-F238E27FC236}">
                <a16:creationId xmlns:a16="http://schemas.microsoft.com/office/drawing/2014/main" id="{5A412AFB-D0AC-4F26-9612-FD585DA0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25" y="4228854"/>
            <a:ext cx="718625" cy="648524"/>
          </a:xfrm>
          <a:custGeom xmlns:a="http://schemas.openxmlformats.org/drawingml/2006/main">
            <a:pathLst>
              <a:path w="718625" h="648524">
                <a:moveTo>
                  <a:pt x="520559" y="623765"/>
                </a:moveTo>
                <a:lnTo>
                  <a:pt x="718625" y="623765"/>
                </a:lnTo>
                <a:lnTo>
                  <a:pt x="718625" y="648524"/>
                </a:lnTo>
                <a:lnTo>
                  <a:pt x="520559" y="648524"/>
                </a:lnTo>
                <a:close/>
                <a:moveTo>
                  <a:pt x="248219" y="623765"/>
                </a:moveTo>
                <a:lnTo>
                  <a:pt x="446285" y="623765"/>
                </a:lnTo>
                <a:lnTo>
                  <a:pt x="446285" y="648524"/>
                </a:lnTo>
                <a:lnTo>
                  <a:pt x="248219" y="648524"/>
                </a:lnTo>
                <a:close/>
                <a:moveTo>
                  <a:pt x="173944" y="648524"/>
                </a:moveTo>
                <a:lnTo>
                  <a:pt x="43150" y="648524"/>
                </a:lnTo>
                <a:lnTo>
                  <a:pt x="43150" y="556565"/>
                </a:lnTo>
                <a:lnTo>
                  <a:pt x="67908" y="556565"/>
                </a:lnTo>
                <a:lnTo>
                  <a:pt x="67908" y="636145"/>
                </a:lnTo>
                <a:lnTo>
                  <a:pt x="55529" y="623765"/>
                </a:lnTo>
                <a:lnTo>
                  <a:pt x="173944" y="623765"/>
                </a:lnTo>
                <a:lnTo>
                  <a:pt x="173944" y="648524"/>
                </a:lnTo>
                <a:moveTo>
                  <a:pt x="43150" y="482219"/>
                </a:moveTo>
                <a:lnTo>
                  <a:pt x="43150" y="284153"/>
                </a:lnTo>
                <a:lnTo>
                  <a:pt x="67908" y="284153"/>
                </a:lnTo>
                <a:lnTo>
                  <a:pt x="67908" y="482219"/>
                </a:lnTo>
                <a:lnTo>
                  <a:pt x="43150" y="482219"/>
                </a:lnTo>
                <a:moveTo>
                  <a:pt x="43150" y="209808"/>
                </a:moveTo>
                <a:lnTo>
                  <a:pt x="43150" y="34166"/>
                </a:lnTo>
                <a:lnTo>
                  <a:pt x="67908" y="34166"/>
                </a:lnTo>
                <a:lnTo>
                  <a:pt x="67908" y="209808"/>
                </a:lnTo>
                <a:lnTo>
                  <a:pt x="43150" y="209808"/>
                </a:lnTo>
                <a:moveTo>
                  <a:pt x="2334" y="141970"/>
                </a:moveTo>
                <a:lnTo>
                  <a:pt x="54963" y="0"/>
                </a:lnTo>
                <a:lnTo>
                  <a:pt x="112049" y="140202"/>
                </a:lnTo>
                <a:cubicBezTo>
                  <a:pt x="114665" y="146568"/>
                  <a:pt x="111624" y="153784"/>
                  <a:pt x="105258" y="156331"/>
                </a:cubicBezTo>
                <a:cubicBezTo>
                  <a:pt x="98962" y="158947"/>
                  <a:pt x="91747" y="155906"/>
                  <a:pt x="89129" y="149540"/>
                </a:cubicBezTo>
                <a:lnTo>
                  <a:pt x="44069" y="38835"/>
                </a:lnTo>
                <a:lnTo>
                  <a:pt x="67130" y="38411"/>
                </a:lnTo>
                <a:lnTo>
                  <a:pt x="25536" y="150600"/>
                </a:lnTo>
                <a:cubicBezTo>
                  <a:pt x="23202" y="156967"/>
                  <a:pt x="16058" y="160221"/>
                  <a:pt x="9691" y="157886"/>
                </a:cubicBezTo>
                <a:cubicBezTo>
                  <a:pt x="3254" y="155482"/>
                  <a:pt x="0" y="148337"/>
                  <a:pt x="2334" y="141970"/>
                </a:cubicBezTo>
              </a:path>
            </a:pathLst>
          </a:custGeom>
          <a:solidFill xmlns:a="http://schemas.openxmlformats.org/drawingml/2006/main">
            <a:srgbClr val="C05B1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80" name="">
            <a:extLst xmlns:a="http://schemas.openxmlformats.org/drawingml/2006/main">
              <a:ext uri="{FF2B5EF4-FFF2-40B4-BE49-F238E27FC236}">
                <a16:creationId xmlns:a16="http://schemas.microsoft.com/office/drawing/2014/main" id="{4B56732D-B5CD-45D7-B629-565F9B410A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5e433c074445d"/>
          <a:stretch xmlns:a="http://schemas.openxmlformats.org/drawingml/2006/main"/>
        </p:blipFill>
        <p:spPr>
          <a:xfrm xmlns:a="http://schemas.openxmlformats.org/drawingml/2006/main">
            <a:off x="10050007" y="2239224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1081" name="">
            <a:extLst xmlns:a="http://schemas.openxmlformats.org/drawingml/2006/main">
              <a:ext uri="{FF2B5EF4-FFF2-40B4-BE49-F238E27FC236}">
                <a16:creationId xmlns:a16="http://schemas.microsoft.com/office/drawing/2014/main" id="{8A8EB8E0-46BC-4F6B-AC20-4290BF3CEF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b7c976fde4158"/>
          <a:stretch xmlns:a="http://schemas.openxmlformats.org/drawingml/2006/main"/>
        </p:blipFill>
        <p:spPr>
          <a:xfrm xmlns:a="http://schemas.openxmlformats.org/drawingml/2006/main">
            <a:off x="12745582" y="2620224"/>
            <a:ext cx="933450" cy="971550"/>
          </a:xfrm>
          <a:prstGeom xmlns:a="http://schemas.openxmlformats.org/drawingml/2006/main" prst="rect">
            <a:avLst/>
          </a:prstGeom>
        </p:spPr>
      </p:pic>
      <p:sp>
        <p:nvSpPr>
          <p:cNvPr id="1082" name="path-1022">
            <a:extLst xmlns:a="http://schemas.openxmlformats.org/drawingml/2006/main">
              <a:ext uri="{FF2B5EF4-FFF2-40B4-BE49-F238E27FC236}">
                <a16:creationId xmlns:a16="http://schemas.microsoft.com/office/drawing/2014/main" id="{75CBE2B2-09A6-47E2-91FF-B28D6209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1566" y="1880220"/>
            <a:ext cx="114739" cy="469203"/>
          </a:xfrm>
          <a:custGeom xmlns:a="http://schemas.openxmlformats.org/drawingml/2006/main">
            <a:pathLst>
              <a:path w="114739" h="469203">
                <a:moveTo>
                  <a:pt x="69749" y="0"/>
                </a:moveTo>
                <a:lnTo>
                  <a:pt x="69749" y="435037"/>
                </a:lnTo>
                <a:lnTo>
                  <a:pt x="44990" y="435037"/>
                </a:lnTo>
                <a:lnTo>
                  <a:pt x="44990" y="0"/>
                </a:lnTo>
                <a:lnTo>
                  <a:pt x="69749" y="0"/>
                </a:lnTo>
                <a:moveTo>
                  <a:pt x="112261" y="328082"/>
                </a:moveTo>
                <a:lnTo>
                  <a:pt x="57369" y="469203"/>
                </a:lnTo>
                <a:lnTo>
                  <a:pt x="2477" y="328082"/>
                </a:lnTo>
                <a:cubicBezTo>
                  <a:pt x="0" y="321715"/>
                  <a:pt x="3184" y="314571"/>
                  <a:pt x="9550" y="312095"/>
                </a:cubicBezTo>
                <a:cubicBezTo>
                  <a:pt x="15917" y="309619"/>
                  <a:pt x="23132" y="312732"/>
                  <a:pt x="25607" y="319168"/>
                </a:cubicBezTo>
                <a:lnTo>
                  <a:pt x="68900" y="430580"/>
                </a:lnTo>
                <a:lnTo>
                  <a:pt x="45839" y="430580"/>
                </a:lnTo>
                <a:lnTo>
                  <a:pt x="89131" y="319168"/>
                </a:lnTo>
                <a:cubicBezTo>
                  <a:pt x="91606" y="312732"/>
                  <a:pt x="98822" y="309619"/>
                  <a:pt x="105188" y="312095"/>
                </a:cubicBezTo>
                <a:cubicBezTo>
                  <a:pt x="111554" y="314571"/>
                  <a:pt x="114739" y="321715"/>
                  <a:pt x="112261" y="328082"/>
                </a:cubicBezTo>
              </a:path>
            </a:pathLst>
          </a:custGeom>
          <a:solidFill xmlns:a="http://schemas.openxmlformats.org/drawingml/2006/main">
            <a:srgbClr val="4D6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3" name="path-1023">
            <a:extLst xmlns:a="http://schemas.openxmlformats.org/drawingml/2006/main">
              <a:ext uri="{FF2B5EF4-FFF2-40B4-BE49-F238E27FC236}">
                <a16:creationId xmlns:a16="http://schemas.microsoft.com/office/drawing/2014/main" id="{D396C31E-C41B-455D-A9B2-D7C1B6FA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9729" y="1951524"/>
            <a:ext cx="114736" cy="355244"/>
          </a:xfrm>
          <a:custGeom xmlns:a="http://schemas.openxmlformats.org/drawingml/2006/main">
            <a:pathLst>
              <a:path w="114736" h="355244">
                <a:moveTo>
                  <a:pt x="44989" y="0"/>
                </a:moveTo>
                <a:lnTo>
                  <a:pt x="44989" y="321078"/>
                </a:lnTo>
                <a:lnTo>
                  <a:pt x="69747" y="321078"/>
                </a:lnTo>
                <a:lnTo>
                  <a:pt x="69747" y="0"/>
                </a:lnTo>
                <a:lnTo>
                  <a:pt x="44989" y="0"/>
                </a:lnTo>
                <a:moveTo>
                  <a:pt x="2475" y="214123"/>
                </a:moveTo>
                <a:lnTo>
                  <a:pt x="57368" y="355244"/>
                </a:lnTo>
                <a:lnTo>
                  <a:pt x="112261" y="214123"/>
                </a:lnTo>
                <a:cubicBezTo>
                  <a:pt x="114736" y="207756"/>
                  <a:pt x="111553" y="200541"/>
                  <a:pt x="105187" y="198065"/>
                </a:cubicBezTo>
                <a:cubicBezTo>
                  <a:pt x="98821" y="195589"/>
                  <a:pt x="91606" y="198772"/>
                  <a:pt x="89129" y="205139"/>
                </a:cubicBezTo>
                <a:lnTo>
                  <a:pt x="45838" y="316551"/>
                </a:lnTo>
                <a:lnTo>
                  <a:pt x="68899" y="316551"/>
                </a:lnTo>
                <a:lnTo>
                  <a:pt x="25607" y="205139"/>
                </a:lnTo>
                <a:cubicBezTo>
                  <a:pt x="23131" y="198772"/>
                  <a:pt x="15915" y="195589"/>
                  <a:pt x="9549" y="198065"/>
                </a:cubicBezTo>
                <a:cubicBezTo>
                  <a:pt x="3183" y="200541"/>
                  <a:pt x="0" y="207756"/>
                  <a:pt x="2475" y="214123"/>
                </a:cubicBezTo>
              </a:path>
            </a:pathLst>
          </a:custGeom>
          <a:solidFill xmlns:a="http://schemas.openxmlformats.org/drawingml/2006/main">
            <a:srgbClr val="4D6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4" name="path-1024">
            <a:extLst xmlns:a="http://schemas.openxmlformats.org/drawingml/2006/main">
              <a:ext uri="{FF2B5EF4-FFF2-40B4-BE49-F238E27FC236}">
                <a16:creationId xmlns:a16="http://schemas.microsoft.com/office/drawing/2014/main" id="{64BD29BD-6B1D-4534-B8B6-B8C3F159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55" y="3178045"/>
            <a:ext cx="979365" cy="114666"/>
          </a:xfrm>
          <a:custGeom xmlns:a="http://schemas.openxmlformats.org/drawingml/2006/main">
            <a:pathLst>
              <a:path w="979365" h="114666">
                <a:moveTo>
                  <a:pt x="0" y="44919"/>
                </a:moveTo>
                <a:lnTo>
                  <a:pt x="0" y="69748"/>
                </a:lnTo>
                <a:lnTo>
                  <a:pt x="945198" y="69748"/>
                </a:lnTo>
                <a:lnTo>
                  <a:pt x="945198" y="44919"/>
                </a:lnTo>
                <a:close/>
                <a:moveTo>
                  <a:pt x="838313" y="2476"/>
                </a:moveTo>
                <a:lnTo>
                  <a:pt x="979365" y="57369"/>
                </a:lnTo>
                <a:lnTo>
                  <a:pt x="838313" y="112191"/>
                </a:lnTo>
                <a:cubicBezTo>
                  <a:pt x="831947" y="114666"/>
                  <a:pt x="824731" y="111554"/>
                  <a:pt x="822256" y="105187"/>
                </a:cubicBezTo>
                <a:cubicBezTo>
                  <a:pt x="819780" y="98821"/>
                  <a:pt x="822963" y="91606"/>
                  <a:pt x="829329" y="89130"/>
                </a:cubicBezTo>
                <a:lnTo>
                  <a:pt x="940742" y="45767"/>
                </a:lnTo>
                <a:lnTo>
                  <a:pt x="940742" y="68899"/>
                </a:lnTo>
                <a:lnTo>
                  <a:pt x="829329" y="25537"/>
                </a:lnTo>
                <a:cubicBezTo>
                  <a:pt x="822963" y="23061"/>
                  <a:pt x="819780" y="15917"/>
                  <a:pt x="822256" y="9479"/>
                </a:cubicBezTo>
                <a:cubicBezTo>
                  <a:pt x="824731" y="3113"/>
                  <a:pt x="831947" y="0"/>
                  <a:pt x="838313" y="2476"/>
                </a:cubicBezTo>
              </a:path>
            </a:pathLst>
          </a:custGeom>
          <a:solidFill xmlns:a="http://schemas.openxmlformats.org/drawingml/2006/main">
            <a:srgbClr val="4D6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5" name="path-1025">
            <a:extLst xmlns:a="http://schemas.openxmlformats.org/drawingml/2006/main">
              <a:ext uri="{FF2B5EF4-FFF2-40B4-BE49-F238E27FC236}">
                <a16:creationId xmlns:a16="http://schemas.microsoft.com/office/drawing/2014/main" id="{EE094F2A-F0B2-434A-BEAE-EFAB56B0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846" y="3816170"/>
            <a:ext cx="114737" cy="369180"/>
          </a:xfrm>
          <a:custGeom xmlns:a="http://schemas.openxmlformats.org/drawingml/2006/main">
            <a:pathLst>
              <a:path w="114737" h="369180">
                <a:moveTo>
                  <a:pt x="69748" y="0"/>
                </a:moveTo>
                <a:lnTo>
                  <a:pt x="69748" y="335014"/>
                </a:lnTo>
                <a:lnTo>
                  <a:pt x="44989" y="335014"/>
                </a:lnTo>
                <a:lnTo>
                  <a:pt x="44989" y="0"/>
                </a:lnTo>
                <a:lnTo>
                  <a:pt x="69748" y="0"/>
                </a:lnTo>
                <a:moveTo>
                  <a:pt x="112261" y="228058"/>
                </a:moveTo>
                <a:lnTo>
                  <a:pt x="57368" y="369180"/>
                </a:lnTo>
                <a:lnTo>
                  <a:pt x="2476" y="228058"/>
                </a:lnTo>
                <a:cubicBezTo>
                  <a:pt x="0" y="221692"/>
                  <a:pt x="3183" y="214547"/>
                  <a:pt x="9549" y="212071"/>
                </a:cubicBezTo>
                <a:cubicBezTo>
                  <a:pt x="15915" y="209596"/>
                  <a:pt x="23131" y="212708"/>
                  <a:pt x="25607" y="219075"/>
                </a:cubicBezTo>
                <a:lnTo>
                  <a:pt x="68899" y="330557"/>
                </a:lnTo>
                <a:lnTo>
                  <a:pt x="45838" y="330557"/>
                </a:lnTo>
                <a:lnTo>
                  <a:pt x="89130" y="219075"/>
                </a:lnTo>
                <a:cubicBezTo>
                  <a:pt x="91606" y="212708"/>
                  <a:pt x="98821" y="209596"/>
                  <a:pt x="105187" y="212071"/>
                </a:cubicBezTo>
                <a:cubicBezTo>
                  <a:pt x="111553" y="214547"/>
                  <a:pt x="114737" y="221692"/>
                  <a:pt x="112261" y="228058"/>
                </a:cubicBezTo>
              </a:path>
            </a:pathLst>
          </a:custGeom>
          <a:solidFill xmlns:a="http://schemas.openxmlformats.org/drawingml/2006/main">
            <a:srgbClr val="4D6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6" name="path-1026">
            <a:extLst xmlns:a="http://schemas.openxmlformats.org/drawingml/2006/main">
              <a:ext uri="{FF2B5EF4-FFF2-40B4-BE49-F238E27FC236}">
                <a16:creationId xmlns:a16="http://schemas.microsoft.com/office/drawing/2014/main" id="{45FB1A89-5C9B-493F-A274-4CE8B3A1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3592" y="4167666"/>
            <a:ext cx="114736" cy="275241"/>
          </a:xfrm>
          <a:custGeom xmlns:a="http://schemas.openxmlformats.org/drawingml/2006/main">
            <a:pathLst>
              <a:path w="114736" h="275241">
                <a:moveTo>
                  <a:pt x="69747" y="0"/>
                </a:moveTo>
                <a:lnTo>
                  <a:pt x="69747" y="241074"/>
                </a:lnTo>
                <a:lnTo>
                  <a:pt x="44989" y="241074"/>
                </a:lnTo>
                <a:lnTo>
                  <a:pt x="44989" y="0"/>
                </a:lnTo>
                <a:lnTo>
                  <a:pt x="69747" y="0"/>
                </a:lnTo>
                <a:moveTo>
                  <a:pt x="112260" y="134119"/>
                </a:moveTo>
                <a:lnTo>
                  <a:pt x="57368" y="275241"/>
                </a:lnTo>
                <a:lnTo>
                  <a:pt x="2475" y="134119"/>
                </a:lnTo>
                <a:cubicBezTo>
                  <a:pt x="0" y="127752"/>
                  <a:pt x="3183" y="120608"/>
                  <a:pt x="9549" y="118132"/>
                </a:cubicBezTo>
                <a:cubicBezTo>
                  <a:pt x="15915" y="115657"/>
                  <a:pt x="23130" y="118769"/>
                  <a:pt x="25606" y="125135"/>
                </a:cubicBezTo>
                <a:lnTo>
                  <a:pt x="68899" y="236618"/>
                </a:lnTo>
                <a:lnTo>
                  <a:pt x="45838" y="236618"/>
                </a:lnTo>
                <a:lnTo>
                  <a:pt x="89129" y="125135"/>
                </a:lnTo>
                <a:cubicBezTo>
                  <a:pt x="91605" y="118769"/>
                  <a:pt x="98820" y="115657"/>
                  <a:pt x="105187" y="118132"/>
                </a:cubicBezTo>
                <a:cubicBezTo>
                  <a:pt x="111552" y="120608"/>
                  <a:pt x="114736" y="127752"/>
                  <a:pt x="112260" y="134119"/>
                </a:cubicBezTo>
              </a:path>
            </a:pathLst>
          </a:custGeom>
          <a:solidFill xmlns:a="http://schemas.openxmlformats.org/drawingml/2006/main">
            <a:srgbClr val="4D6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7" name="path-1027">
            <a:extLst xmlns:a="http://schemas.openxmlformats.org/drawingml/2006/main">
              <a:ext uri="{FF2B5EF4-FFF2-40B4-BE49-F238E27FC236}">
                <a16:creationId xmlns:a16="http://schemas.microsoft.com/office/drawing/2014/main" id="{D935065F-5551-4F92-9789-5033E40B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4636" y="4726777"/>
            <a:ext cx="661681" cy="114737"/>
          </a:xfrm>
          <a:custGeom xmlns:a="http://schemas.openxmlformats.org/drawingml/2006/main">
            <a:pathLst>
              <a:path w="661681" h="114737">
                <a:moveTo>
                  <a:pt x="0" y="44989"/>
                </a:moveTo>
                <a:lnTo>
                  <a:pt x="0" y="69748"/>
                </a:lnTo>
                <a:lnTo>
                  <a:pt x="627514" y="69748"/>
                </a:lnTo>
                <a:lnTo>
                  <a:pt x="627514" y="44989"/>
                </a:lnTo>
                <a:close/>
                <a:moveTo>
                  <a:pt x="520630" y="2476"/>
                </a:moveTo>
                <a:lnTo>
                  <a:pt x="661681" y="57369"/>
                </a:lnTo>
                <a:lnTo>
                  <a:pt x="520630" y="112261"/>
                </a:lnTo>
                <a:cubicBezTo>
                  <a:pt x="514263" y="114737"/>
                  <a:pt x="507048" y="111554"/>
                  <a:pt x="504572" y="105187"/>
                </a:cubicBezTo>
                <a:cubicBezTo>
                  <a:pt x="502097" y="98821"/>
                  <a:pt x="505279" y="91606"/>
                  <a:pt x="511646" y="89130"/>
                </a:cubicBezTo>
                <a:lnTo>
                  <a:pt x="623058" y="45838"/>
                </a:lnTo>
                <a:lnTo>
                  <a:pt x="623058" y="68899"/>
                </a:lnTo>
                <a:lnTo>
                  <a:pt x="511646" y="25537"/>
                </a:lnTo>
                <a:cubicBezTo>
                  <a:pt x="505279" y="23061"/>
                  <a:pt x="502097" y="15916"/>
                  <a:pt x="504572" y="9550"/>
                </a:cubicBezTo>
                <a:cubicBezTo>
                  <a:pt x="507048" y="3184"/>
                  <a:pt x="514263" y="0"/>
                  <a:pt x="520630" y="2476"/>
                </a:cubicBezTo>
              </a:path>
            </a:pathLst>
          </a:custGeom>
          <a:solidFill xmlns:a="http://schemas.openxmlformats.org/drawingml/2006/main">
            <a:srgbClr val="4D6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8" name="path-1028">
            <a:extLst xmlns:a="http://schemas.openxmlformats.org/drawingml/2006/main">
              <a:ext uri="{FF2B5EF4-FFF2-40B4-BE49-F238E27FC236}">
                <a16:creationId xmlns:a16="http://schemas.microsoft.com/office/drawing/2014/main" id="{4B0331A8-4939-4028-B734-9F10C8B5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943" y="3816170"/>
            <a:ext cx="2758984" cy="1476063"/>
          </a:xfrm>
          <a:custGeom xmlns:a="http://schemas.openxmlformats.org/drawingml/2006/main">
            <a:pathLst>
              <a:path w="2758984" h="1476063">
                <a:moveTo>
                  <a:pt x="2560918" y="1451298"/>
                </a:moveTo>
                <a:lnTo>
                  <a:pt x="2758984" y="1451298"/>
                </a:lnTo>
                <a:lnTo>
                  <a:pt x="2758984" y="1476063"/>
                </a:lnTo>
                <a:lnTo>
                  <a:pt x="2560918" y="1476063"/>
                </a:lnTo>
                <a:close/>
                <a:moveTo>
                  <a:pt x="2288578" y="1451298"/>
                </a:moveTo>
                <a:lnTo>
                  <a:pt x="2486643" y="1451298"/>
                </a:lnTo>
                <a:lnTo>
                  <a:pt x="2486643" y="1476063"/>
                </a:lnTo>
                <a:lnTo>
                  <a:pt x="2288578" y="1476063"/>
                </a:lnTo>
                <a:close/>
                <a:moveTo>
                  <a:pt x="2016238" y="1451298"/>
                </a:moveTo>
                <a:lnTo>
                  <a:pt x="2214303" y="1451298"/>
                </a:lnTo>
                <a:lnTo>
                  <a:pt x="2214303" y="1476063"/>
                </a:lnTo>
                <a:lnTo>
                  <a:pt x="2016238" y="1476063"/>
                </a:lnTo>
                <a:close/>
                <a:moveTo>
                  <a:pt x="1743898" y="1451298"/>
                </a:moveTo>
                <a:lnTo>
                  <a:pt x="1941963" y="1451298"/>
                </a:lnTo>
                <a:lnTo>
                  <a:pt x="1941963" y="1476063"/>
                </a:lnTo>
                <a:lnTo>
                  <a:pt x="1743898" y="1476063"/>
                </a:lnTo>
                <a:close/>
                <a:moveTo>
                  <a:pt x="1471557" y="1451298"/>
                </a:moveTo>
                <a:lnTo>
                  <a:pt x="1669623" y="1451298"/>
                </a:lnTo>
                <a:lnTo>
                  <a:pt x="1669623" y="1476063"/>
                </a:lnTo>
                <a:lnTo>
                  <a:pt x="1471557" y="1476063"/>
                </a:lnTo>
                <a:close/>
                <a:moveTo>
                  <a:pt x="1199216" y="1451298"/>
                </a:moveTo>
                <a:lnTo>
                  <a:pt x="1397282" y="1451298"/>
                </a:lnTo>
                <a:lnTo>
                  <a:pt x="1397282" y="1476063"/>
                </a:lnTo>
                <a:lnTo>
                  <a:pt x="1199216" y="1476063"/>
                </a:lnTo>
                <a:close/>
                <a:moveTo>
                  <a:pt x="926876" y="1451298"/>
                </a:moveTo>
                <a:lnTo>
                  <a:pt x="1124942" y="1451298"/>
                </a:lnTo>
                <a:lnTo>
                  <a:pt x="1124942" y="1476063"/>
                </a:lnTo>
                <a:lnTo>
                  <a:pt x="926876" y="1476063"/>
                </a:lnTo>
                <a:close/>
                <a:moveTo>
                  <a:pt x="654535" y="1451298"/>
                </a:moveTo>
                <a:lnTo>
                  <a:pt x="852602" y="1451298"/>
                </a:lnTo>
                <a:lnTo>
                  <a:pt x="852602" y="1476063"/>
                </a:lnTo>
                <a:lnTo>
                  <a:pt x="654535" y="1476063"/>
                </a:lnTo>
                <a:close/>
                <a:moveTo>
                  <a:pt x="382196" y="1451298"/>
                </a:moveTo>
                <a:lnTo>
                  <a:pt x="580262" y="1451298"/>
                </a:lnTo>
                <a:lnTo>
                  <a:pt x="580262" y="1476063"/>
                </a:lnTo>
                <a:lnTo>
                  <a:pt x="382196" y="1476063"/>
                </a:lnTo>
                <a:close/>
                <a:moveTo>
                  <a:pt x="109855" y="1451298"/>
                </a:moveTo>
                <a:lnTo>
                  <a:pt x="307920" y="1451298"/>
                </a:lnTo>
                <a:lnTo>
                  <a:pt x="307920" y="1476063"/>
                </a:lnTo>
                <a:lnTo>
                  <a:pt x="109855" y="1476063"/>
                </a:lnTo>
                <a:close/>
                <a:moveTo>
                  <a:pt x="46687" y="1440164"/>
                </a:moveTo>
                <a:lnTo>
                  <a:pt x="46687" y="1242013"/>
                </a:lnTo>
                <a:lnTo>
                  <a:pt x="71445" y="1242013"/>
                </a:lnTo>
                <a:lnTo>
                  <a:pt x="71445" y="1440164"/>
                </a:lnTo>
                <a:lnTo>
                  <a:pt x="46687" y="1440164"/>
                </a:lnTo>
                <a:moveTo>
                  <a:pt x="46687" y="1167738"/>
                </a:moveTo>
                <a:lnTo>
                  <a:pt x="46687" y="969602"/>
                </a:lnTo>
                <a:lnTo>
                  <a:pt x="71445" y="969602"/>
                </a:lnTo>
                <a:lnTo>
                  <a:pt x="71445" y="1167738"/>
                </a:lnTo>
                <a:lnTo>
                  <a:pt x="46687" y="1167738"/>
                </a:lnTo>
                <a:moveTo>
                  <a:pt x="46687" y="895328"/>
                </a:moveTo>
                <a:lnTo>
                  <a:pt x="46687" y="697191"/>
                </a:lnTo>
                <a:lnTo>
                  <a:pt x="71445" y="697191"/>
                </a:lnTo>
                <a:lnTo>
                  <a:pt x="71445" y="895328"/>
                </a:lnTo>
                <a:lnTo>
                  <a:pt x="46687" y="895328"/>
                </a:lnTo>
                <a:moveTo>
                  <a:pt x="46687" y="622916"/>
                </a:moveTo>
                <a:lnTo>
                  <a:pt x="46687" y="424780"/>
                </a:lnTo>
                <a:lnTo>
                  <a:pt x="71445" y="424780"/>
                </a:lnTo>
                <a:lnTo>
                  <a:pt x="71445" y="622916"/>
                </a:lnTo>
                <a:lnTo>
                  <a:pt x="46687" y="622916"/>
                </a:lnTo>
                <a:moveTo>
                  <a:pt x="46687" y="350505"/>
                </a:moveTo>
                <a:lnTo>
                  <a:pt x="46687" y="152369"/>
                </a:lnTo>
                <a:lnTo>
                  <a:pt x="71445" y="152369"/>
                </a:lnTo>
                <a:lnTo>
                  <a:pt x="71445" y="350505"/>
                </a:lnTo>
                <a:lnTo>
                  <a:pt x="46687" y="350505"/>
                </a:lnTo>
                <a:moveTo>
                  <a:pt x="46687" y="78094"/>
                </a:moveTo>
                <a:lnTo>
                  <a:pt x="46687" y="34166"/>
                </a:lnTo>
                <a:lnTo>
                  <a:pt x="71445" y="34166"/>
                </a:lnTo>
                <a:lnTo>
                  <a:pt x="71445" y="78094"/>
                </a:lnTo>
                <a:lnTo>
                  <a:pt x="46687" y="78094"/>
                </a:lnTo>
                <a:moveTo>
                  <a:pt x="2546" y="140272"/>
                </a:moveTo>
                <a:lnTo>
                  <a:pt x="59633" y="0"/>
                </a:lnTo>
                <a:lnTo>
                  <a:pt x="112261" y="141970"/>
                </a:lnTo>
                <a:cubicBezTo>
                  <a:pt x="114666" y="148407"/>
                  <a:pt x="111341" y="155481"/>
                  <a:pt x="104974" y="157886"/>
                </a:cubicBezTo>
                <a:cubicBezTo>
                  <a:pt x="98538" y="160291"/>
                  <a:pt x="91392" y="156967"/>
                  <a:pt x="89060" y="150600"/>
                </a:cubicBezTo>
                <a:lnTo>
                  <a:pt x="47464" y="38481"/>
                </a:lnTo>
                <a:lnTo>
                  <a:pt x="70525" y="38835"/>
                </a:lnTo>
                <a:lnTo>
                  <a:pt x="25466" y="149610"/>
                </a:lnTo>
                <a:cubicBezTo>
                  <a:pt x="22919" y="155906"/>
                  <a:pt x="15704" y="158947"/>
                  <a:pt x="9337" y="156401"/>
                </a:cubicBezTo>
                <a:cubicBezTo>
                  <a:pt x="3041" y="153783"/>
                  <a:pt x="0" y="146568"/>
                  <a:pt x="2546" y="140272"/>
                </a:cubicBezTo>
              </a:path>
            </a:pathLst>
          </a:custGeom>
          <a:solidFill xmlns:a="http://schemas.openxmlformats.org/drawingml/2006/main">
            <a:srgbClr val="008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9" name="path-1029">
            <a:extLst xmlns:a="http://schemas.openxmlformats.org/drawingml/2006/main">
              <a:ext uri="{FF2B5EF4-FFF2-40B4-BE49-F238E27FC236}">
                <a16:creationId xmlns:a16="http://schemas.microsoft.com/office/drawing/2014/main" id="{575723D1-C453-47B3-8A6A-BBF020B5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3410" y="5189154"/>
            <a:ext cx="1629797" cy="203782"/>
          </a:xfrm>
          <a:custGeom xmlns:a="http://schemas.openxmlformats.org/drawingml/2006/main">
            <a:pathLst>
              <a:path w="1629797" h="203782">
                <a:moveTo>
                  <a:pt x="0" y="0"/>
                </a:moveTo>
                <a:lnTo>
                  <a:pt x="1629797" y="0"/>
                </a:lnTo>
                <a:lnTo>
                  <a:pt x="1629797" y="203782"/>
                </a:lnTo>
                <a:lnTo>
                  <a:pt x="0" y="203782"/>
                </a:lnTo>
                <a:close/>
              </a:path>
            </a:pathLst>
          </a:custGeom>
          <a:solidFill xmlns:a="http://schemas.openxmlformats.org/drawingml/2006/main">
            <a:srgbClr val="EEFC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0" name="text-1030 Refine">
            <a:extLst xmlns:a="http://schemas.openxmlformats.org/drawingml/2006/main">
              <a:ext uri="{FF2B5EF4-FFF2-40B4-BE49-F238E27FC236}">
                <a16:creationId xmlns:a16="http://schemas.microsoft.com/office/drawing/2014/main" id="{070E91C7-85A4-450A-9CA9-3713976A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7778" y="5204376"/>
            <a:ext cx="481566" cy="207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rPr>
              <a:t>Refine</a:t>
            </a:r>
          </a:p>
        </p:txBody>
      </p:sp>
      <p:sp>
        <p:nvSpPr>
          <p:cNvPr id="1091" name="text-1030 questioner">
            <a:extLst xmlns:a="http://schemas.openxmlformats.org/drawingml/2006/main">
              <a:ext uri="{FF2B5EF4-FFF2-40B4-BE49-F238E27FC236}">
                <a16:creationId xmlns:a16="http://schemas.microsoft.com/office/drawing/2014/main" id="{E47DE1BA-25CD-462E-9DE0-A84B709E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2835" y="5204513"/>
            <a:ext cx="755763" cy="207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rPr>
              <a:t>questioner</a:t>
            </a:r>
          </a:p>
        </p:txBody>
      </p:sp>
      <p:sp>
        <p:nvSpPr>
          <p:cNvPr id="1092" name="path-1031">
            <a:extLst xmlns:a="http://schemas.openxmlformats.org/drawingml/2006/main">
              <a:ext uri="{FF2B5EF4-FFF2-40B4-BE49-F238E27FC236}">
                <a16:creationId xmlns:a16="http://schemas.microsoft.com/office/drawing/2014/main" id="{FCFD2692-5592-46B1-B26E-3F6B5EB6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3924" y="4167666"/>
            <a:ext cx="1003485" cy="674272"/>
          </a:xfrm>
          <a:custGeom xmlns:a="http://schemas.openxmlformats.org/drawingml/2006/main">
            <a:pathLst>
              <a:path w="1003485" h="674272">
                <a:moveTo>
                  <a:pt x="0" y="649514"/>
                </a:moveTo>
                <a:lnTo>
                  <a:pt x="198065" y="649514"/>
                </a:lnTo>
                <a:lnTo>
                  <a:pt x="198065" y="674272"/>
                </a:lnTo>
                <a:lnTo>
                  <a:pt x="0" y="674272"/>
                </a:lnTo>
                <a:close/>
                <a:moveTo>
                  <a:pt x="272340" y="649514"/>
                </a:moveTo>
                <a:lnTo>
                  <a:pt x="470405" y="649514"/>
                </a:lnTo>
                <a:lnTo>
                  <a:pt x="470405" y="674272"/>
                </a:lnTo>
                <a:lnTo>
                  <a:pt x="272340" y="674272"/>
                </a:lnTo>
                <a:close/>
                <a:moveTo>
                  <a:pt x="544680" y="649514"/>
                </a:moveTo>
                <a:lnTo>
                  <a:pt x="742745" y="649514"/>
                </a:lnTo>
                <a:lnTo>
                  <a:pt x="742745" y="674272"/>
                </a:lnTo>
                <a:lnTo>
                  <a:pt x="544680" y="674272"/>
                </a:lnTo>
                <a:close/>
                <a:moveTo>
                  <a:pt x="817020" y="674272"/>
                </a:moveTo>
                <a:lnTo>
                  <a:pt x="955666" y="674272"/>
                </a:lnTo>
                <a:lnTo>
                  <a:pt x="955666" y="590095"/>
                </a:lnTo>
                <a:lnTo>
                  <a:pt x="930908" y="590095"/>
                </a:lnTo>
                <a:lnTo>
                  <a:pt x="930908" y="661893"/>
                </a:lnTo>
                <a:lnTo>
                  <a:pt x="943287" y="649514"/>
                </a:lnTo>
                <a:lnTo>
                  <a:pt x="817020" y="649514"/>
                </a:lnTo>
                <a:lnTo>
                  <a:pt x="817020" y="674272"/>
                </a:lnTo>
                <a:moveTo>
                  <a:pt x="955666" y="515820"/>
                </a:moveTo>
                <a:lnTo>
                  <a:pt x="955666" y="317683"/>
                </a:lnTo>
                <a:lnTo>
                  <a:pt x="930908" y="317683"/>
                </a:lnTo>
                <a:lnTo>
                  <a:pt x="930908" y="515820"/>
                </a:lnTo>
                <a:lnTo>
                  <a:pt x="955666" y="515820"/>
                </a:lnTo>
                <a:moveTo>
                  <a:pt x="955666" y="243408"/>
                </a:moveTo>
                <a:lnTo>
                  <a:pt x="955666" y="45272"/>
                </a:lnTo>
                <a:lnTo>
                  <a:pt x="930908" y="45272"/>
                </a:lnTo>
                <a:lnTo>
                  <a:pt x="930908" y="243408"/>
                </a:lnTo>
                <a:lnTo>
                  <a:pt x="955666" y="243408"/>
                </a:lnTo>
                <a:moveTo>
                  <a:pt x="1000867" y="139707"/>
                </a:moveTo>
                <a:lnTo>
                  <a:pt x="942437" y="0"/>
                </a:lnTo>
                <a:lnTo>
                  <a:pt x="891152" y="142466"/>
                </a:lnTo>
                <a:cubicBezTo>
                  <a:pt x="888820" y="148903"/>
                  <a:pt x="892144" y="156048"/>
                  <a:pt x="898581" y="158311"/>
                </a:cubicBezTo>
                <a:cubicBezTo>
                  <a:pt x="905018" y="160646"/>
                  <a:pt x="912163" y="157321"/>
                  <a:pt x="914426" y="150884"/>
                </a:cubicBezTo>
                <a:lnTo>
                  <a:pt x="954958" y="38411"/>
                </a:lnTo>
                <a:lnTo>
                  <a:pt x="931898" y="38976"/>
                </a:lnTo>
                <a:lnTo>
                  <a:pt x="978019" y="149257"/>
                </a:lnTo>
                <a:cubicBezTo>
                  <a:pt x="980637" y="155552"/>
                  <a:pt x="987923" y="158594"/>
                  <a:pt x="994217" y="155906"/>
                </a:cubicBezTo>
                <a:cubicBezTo>
                  <a:pt x="1000515" y="153288"/>
                  <a:pt x="1003485" y="146003"/>
                  <a:pt x="1000867" y="139707"/>
                </a:cubicBezTo>
              </a:path>
            </a:pathLst>
          </a:custGeom>
          <a:solidFill xmlns:a="http://schemas.openxmlformats.org/drawingml/2006/main">
            <a:srgbClr val="008D7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2731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2026-10-15T08:14:53.1600000Z</dcterms:created>
  <dcterms:modified xsi:type="dcterms:W3CDTF">2026-10-15T08:14:53.1600000Z</dcterms:modified>
</coreProperties>
</file>