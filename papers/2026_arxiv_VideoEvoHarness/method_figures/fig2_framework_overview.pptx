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6c4a5ca2fc497d" /><Relationship Type="http://schemas.openxmlformats.org/officeDocument/2006/relationships/extended-properties" Target="/docProps/app.xml" Id="R27a0d77b0cb84de0" /><Relationship Type="http://schemas.openxmlformats.org/officeDocument/2006/relationships/officeDocument" Target="/ppt/presentation.xml" Id="R296e1f6cea4e4d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1b45538cef4b6e"/>
  </p:sldMasterIdLst>
  <p:notesMasterIdLst>
    <p:notesMasterId xmlns:r="http://schemas.openxmlformats.org/officeDocument/2006/relationships" r:id="R912be5091acd4bba"/>
  </p:notesMasterIdLst>
  <p:sldIdLst>
    <p:sldId xmlns:r="http://schemas.openxmlformats.org/officeDocument/2006/relationships" id="256" r:id="Rbb81ea2e69104dcd"/>
  </p:sldIdLst>
  <p:sldSz cx="15240000" cy="7010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ffb052fabf4eef" /><Relationship Type="http://schemas.openxmlformats.org/officeDocument/2006/relationships/slideMaster" Target="/ppt/slideMasters/slideMaster1.xml" Id="R731b45538cef4b6e" /><Relationship Type="http://schemas.openxmlformats.org/officeDocument/2006/relationships/notesMaster" Target="/ppt/notesMasters/notesMaster1.xml" Id="R912be5091acd4bba" /><Relationship Type="http://schemas.openxmlformats.org/officeDocument/2006/relationships/presProps" Target="/ppt/presProps.xml" Id="R26c6d69f15bd44dd" /><Relationship Type="http://schemas.openxmlformats.org/officeDocument/2006/relationships/tableStyles" Target="/ppt/tableStyles.xml" Id="R84bb56ea40ed4ca3" /><Relationship Type="http://schemas.openxmlformats.org/officeDocument/2006/relationships/slide" Target="/ppt/slides/slide1.xml" Id="Rbb81ea2e69104d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e932513ac647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6f2e4b061941b8" /><Relationship Type="http://schemas.openxmlformats.org/officeDocument/2006/relationships/notesMaster" Target="/ppt/notesMasters/notesMaster1.xml" Id="Rbee47f0a6a484c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VideoEvoHarness framework</a:t>
            </a:r>
          </a:p>
          <a:p xmlns:a="http://schemas.openxmlformats.org/drawingml/2006/main">
            <a:r>
              <a:t>Source: https://arxiv.org/abs/2610.15389v1</a:t>
            </a:r>
          </a:p>
          <a:p xmlns:a="http://schemas.openxmlformats.org/drawingml/2006/main">
            <a:r>
              <a:t>Approved image: fig2_framework_overview.png; SHA-256: 9d536236b1f9c0c92474ee8a18a68c2673a7f69a4112c7b3578256b168f47f15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(61), whose internal pixels are not editable.</a:t>
            </a:r>
          </a:p>
          <a:p xmlns:a="http://schemas.openxmlformats.org/drawingml/2006/main">
            <a:r>
              <a:t>Font substitution: source PDF families mapped to Comic Sans MS, Arial, Cambria Math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5010f8b2347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cfcae3649843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bf229b46e948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c6b150d334a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0f569adf247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3fec57a8147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31CFEA-F094-49AC-A979-9225C60837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2648373"/>
            <a:ext cx="12192000" cy="101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9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3991A2-8E2B-4188-86E3-1B1DF9D5DB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3855720"/>
            <a:ext cx="10668000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F64E19-7427-4537-B00D-156FC0DB80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2921000"/>
            <a:ext cx="121920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0CC407-986F-47A1-AE29-1B626991D1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45253"/>
            <a:ext cx="13525500" cy="856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38B39B-5E3F-42BF-B9D4-6B0842C875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1947333"/>
            <a:ext cx="13525500" cy="4362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368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1pPr>
            <a:lvl2pPr marL="54525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2pPr>
            <a:lvl3pPr marL="85682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3pPr>
            <a:lvl4pPr marL="116840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4pPr>
            <a:lvl5pPr marL="147997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5pPr>
            <a:lvl6pPr marL="179154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6pPr>
            <a:lvl7pPr marL="210312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7pPr>
            <a:lvl8pPr marL="241469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8pPr>
            <a:lvl9pPr marL="272626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0D9499-EE7D-4493-A4D9-4FCD7C014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45253"/>
            <a:ext cx="13525500" cy="856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A5FEB1-CD86-4AF2-9457-F1455DA864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1947333"/>
            <a:ext cx="6286500" cy="4362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368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1pPr>
            <a:lvl2pPr marL="54525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2pPr>
            <a:lvl3pPr marL="85682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3pPr>
            <a:lvl4pPr marL="116840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4pPr>
            <a:lvl5pPr marL="147997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5pPr>
            <a:lvl6pPr marL="179154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6pPr>
            <a:lvl7pPr marL="210312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7pPr>
            <a:lvl8pPr marL="241469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8pPr>
            <a:lvl9pPr marL="272626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4E6BA1-F558-4DEB-B381-9D3BA835DB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1947333"/>
            <a:ext cx="6286500" cy="4362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368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1pPr>
            <a:lvl2pPr marL="54525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2pPr>
            <a:lvl3pPr marL="85682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3pPr>
            <a:lvl4pPr marL="116840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4pPr>
            <a:lvl5pPr marL="147997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5pPr>
            <a:lvl6pPr marL="179154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6pPr>
            <a:lvl7pPr marL="210312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7pPr>
            <a:lvl8pPr marL="241469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8pPr>
            <a:lvl9pPr marL="272626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4677CA-4F2B-4D5F-92ED-A70D8D6845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545253"/>
            <a:ext cx="13525500" cy="856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5AE8F4-AF57-46FD-A7F8-0D8C87051C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1947333"/>
            <a:ext cx="6286500" cy="4362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368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1pPr>
            <a:lvl2pPr marL="54525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2pPr>
            <a:lvl3pPr marL="85682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3pPr>
            <a:lvl4pPr marL="116840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4pPr>
            <a:lvl5pPr marL="147997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5pPr>
            <a:lvl6pPr marL="179154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6pPr>
            <a:lvl7pPr marL="210312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7pPr>
            <a:lvl8pPr marL="241469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8pPr>
            <a:lvl9pPr marL="272626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d62554e1f84d65" /><Relationship Type="http://schemas.openxmlformats.org/officeDocument/2006/relationships/slideLayout" Target="/ppt/slideLayouts/slideLayout1.xml" Id="R2eb6df1017c4472c" /><Relationship Type="http://schemas.openxmlformats.org/officeDocument/2006/relationships/slideLayout" Target="/ppt/slideLayouts/slideLayout2.xml" Id="R64aa73cc9d53496e" /><Relationship Type="http://schemas.openxmlformats.org/officeDocument/2006/relationships/slideLayout" Target="/ppt/slideLayouts/slideLayout3.xml" Id="R9a59c3c0b7d64b64" /><Relationship Type="http://schemas.openxmlformats.org/officeDocument/2006/relationships/slideLayout" Target="/ppt/slideLayouts/slideLayout4.xml" Id="Rb4d5c9fc29314946" /><Relationship Type="http://schemas.openxmlformats.org/officeDocument/2006/relationships/slideLayout" Target="/ppt/slideLayouts/slideLayout5.xml" Id="Re49ffbce5e384145" /><Relationship Type="http://schemas.openxmlformats.org/officeDocument/2006/relationships/slideLayout" Target="/ppt/slideLayouts/slideLayout6.xml" Id="R2fcd99939b784e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b6df1017c4472c"/>
    <p:sldLayoutId xmlns:r="http://schemas.openxmlformats.org/officeDocument/2006/relationships" id="2147483650" r:id="R64aa73cc9d53496e"/>
    <p:sldLayoutId xmlns:r="http://schemas.openxmlformats.org/officeDocument/2006/relationships" id="2147483651" r:id="R9a59c3c0b7d64b64"/>
    <p:sldLayoutId xmlns:r="http://schemas.openxmlformats.org/officeDocument/2006/relationships" id="2147483652" r:id="Rb4d5c9fc29314946"/>
    <p:sldLayoutId xmlns:r="http://schemas.openxmlformats.org/officeDocument/2006/relationships" id="2147483653" r:id="Re49ffbce5e384145"/>
    <p:sldLayoutId xmlns:r="http://schemas.openxmlformats.org/officeDocument/2006/relationships" id="2147483654" r:id="R2fcd99939b784e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47b76e02e4f1d" /><Relationship Type="http://schemas.openxmlformats.org/officeDocument/2006/relationships/image" Target="/ppt/media/image.png" Id="R8abac8429c9f426a" /><Relationship Type="http://schemas.openxmlformats.org/officeDocument/2006/relationships/image" Target="/ppt/media/image2.png" Id="R8b9be330e02b4ed8" /><Relationship Type="http://schemas.openxmlformats.org/officeDocument/2006/relationships/image" Target="/ppt/media/image3.png" Id="Ra78b645cade94e00" /><Relationship Type="http://schemas.openxmlformats.org/officeDocument/2006/relationships/image" Target="/ppt/media/image4.png" Id="R3561eea304e14f66" /><Relationship Type="http://schemas.openxmlformats.org/officeDocument/2006/relationships/image" Target="/ppt/media/image5.png" Id="R3b414c776f244358" /><Relationship Type="http://schemas.openxmlformats.org/officeDocument/2006/relationships/image" Target="/ppt/media/image6.png" Id="R6bd672a1257d4801" /><Relationship Type="http://schemas.openxmlformats.org/officeDocument/2006/relationships/image" Target="/ppt/media/image7.png" Id="R0a2c8713cef641fc" /><Relationship Type="http://schemas.openxmlformats.org/officeDocument/2006/relationships/image" Target="/ppt/media/image8.png" Id="R241b5ed88bf6456a" /><Relationship Type="http://schemas.openxmlformats.org/officeDocument/2006/relationships/image" Target="/ppt/media/image9.png" Id="R60222f688d844e2e" /><Relationship Type="http://schemas.openxmlformats.org/officeDocument/2006/relationships/image" Target="/ppt/media/image10.png" Id="Rd9540fd8e5f944cf" /><Relationship Type="http://schemas.openxmlformats.org/officeDocument/2006/relationships/image" Target="/ppt/media/image11.png" Id="R6f71db237c804bb2" /><Relationship Type="http://schemas.openxmlformats.org/officeDocument/2006/relationships/image" Target="/ppt/media/image12.png" Id="R813259052ecc42bf" /><Relationship Type="http://schemas.openxmlformats.org/officeDocument/2006/relationships/image" Target="/ppt/media/image13.png" Id="Rf3b31694c9e94d7f" /><Relationship Type="http://schemas.openxmlformats.org/officeDocument/2006/relationships/image" Target="/ppt/media/image14.png" Id="Rf84a02c9dc3f47ab" /><Relationship Type="http://schemas.openxmlformats.org/officeDocument/2006/relationships/image" Target="/ppt/media/image15.png" Id="Rdbd12a6d7fc3446f" /><Relationship Type="http://schemas.openxmlformats.org/officeDocument/2006/relationships/image" Target="/ppt/media/image16.png" Id="Rec2b528d65d34dc9" /><Relationship Type="http://schemas.openxmlformats.org/officeDocument/2006/relationships/image" Target="/ppt/media/image17.png" Id="R38decd886a2a456b" /><Relationship Type="http://schemas.openxmlformats.org/officeDocument/2006/relationships/image" Target="/ppt/media/image18.png" Id="R0d2babbb19764d90" /><Relationship Type="http://schemas.openxmlformats.org/officeDocument/2006/relationships/image" Target="/ppt/media/image19.png" Id="R3fe98ac796d34288" /><Relationship Type="http://schemas.openxmlformats.org/officeDocument/2006/relationships/image" Target="/ppt/media/image20.png" Id="R3c0f48172dc84792" /><Relationship Type="http://schemas.openxmlformats.org/officeDocument/2006/relationships/image" Target="/ppt/media/image21.png" Id="Rbb59e0402d1f4c75" /><Relationship Type="http://schemas.openxmlformats.org/officeDocument/2006/relationships/image" Target="/ppt/media/image22.png" Id="R1caa891f391a46aa" /><Relationship Type="http://schemas.openxmlformats.org/officeDocument/2006/relationships/image" Target="/ppt/media/image23.png" Id="R39550d1eccb74673" /><Relationship Type="http://schemas.openxmlformats.org/officeDocument/2006/relationships/image" Target="/ppt/media/image24.png" Id="Rb544a5f438de40e8" /><Relationship Type="http://schemas.openxmlformats.org/officeDocument/2006/relationships/image" Target="/ppt/media/image25.png" Id="R322b0aacec584419" /><Relationship Type="http://schemas.openxmlformats.org/officeDocument/2006/relationships/image" Target="/ppt/media/image26.png" Id="Rfbaf367a2bd44b9a" /><Relationship Type="http://schemas.openxmlformats.org/officeDocument/2006/relationships/image" Target="/ppt/media/image27.png" Id="R5ec37f73ade94f94" /><Relationship Type="http://schemas.openxmlformats.org/officeDocument/2006/relationships/image" Target="/ppt/media/image28.png" Id="R9446cea1d26a450b" /><Relationship Type="http://schemas.openxmlformats.org/officeDocument/2006/relationships/image" Target="/ppt/media/image29.png" Id="R15d80ad021484120" /><Relationship Type="http://schemas.openxmlformats.org/officeDocument/2006/relationships/image" Target="/ppt/media/image30.png" Id="Re5417b11775744c3" /><Relationship Type="http://schemas.openxmlformats.org/officeDocument/2006/relationships/image" Target="/ppt/media/image31.png" Id="R228c0456ea9c4f7f" /><Relationship Type="http://schemas.openxmlformats.org/officeDocument/2006/relationships/image" Target="/ppt/media/image32.png" Id="R3588fc707c0a455a" /><Relationship Type="http://schemas.openxmlformats.org/officeDocument/2006/relationships/image" Target="/ppt/media/image33.png" Id="R81b8456914064712" /><Relationship Type="http://schemas.openxmlformats.org/officeDocument/2006/relationships/image" Target="/ppt/media/image34.png" Id="R3f8fb7633e434ce6" /><Relationship Type="http://schemas.openxmlformats.org/officeDocument/2006/relationships/image" Target="/ppt/media/image35.png" Id="Reb2bce2e3a1b494c" /><Relationship Type="http://schemas.openxmlformats.org/officeDocument/2006/relationships/image" Target="/ppt/media/image36.png" Id="Rb63477fe63de43b0" /><Relationship Type="http://schemas.openxmlformats.org/officeDocument/2006/relationships/image" Target="/ppt/media/image37.png" Id="Rf373cf1956354ecd" /><Relationship Type="http://schemas.openxmlformats.org/officeDocument/2006/relationships/image" Target="/ppt/media/image38.png" Id="Re94dc182ecfc41f7" /><Relationship Type="http://schemas.openxmlformats.org/officeDocument/2006/relationships/image" Target="/ppt/media/image39.png" Id="R03594bf876254910" /><Relationship Type="http://schemas.openxmlformats.org/officeDocument/2006/relationships/image" Target="/ppt/media/image40.png" Id="R330b2a843907480e" /><Relationship Type="http://schemas.openxmlformats.org/officeDocument/2006/relationships/image" Target="/ppt/media/image41.png" Id="Ref4f81d05e2d493d" /><Relationship Type="http://schemas.openxmlformats.org/officeDocument/2006/relationships/image" Target="/ppt/media/image42.png" Id="Reafe8ee03b2b4bfc" /><Relationship Type="http://schemas.openxmlformats.org/officeDocument/2006/relationships/image" Target="/ppt/media/image43.png" Id="R477874f9aa674ba2" /><Relationship Type="http://schemas.openxmlformats.org/officeDocument/2006/relationships/image" Target="/ppt/media/image44.png" Id="R9baac18d13aa4a39" /><Relationship Type="http://schemas.openxmlformats.org/officeDocument/2006/relationships/image" Target="/ppt/media/image45.png" Id="Rc67d5072fd9a411b" /><Relationship Type="http://schemas.openxmlformats.org/officeDocument/2006/relationships/image" Target="/ppt/media/image46.png" Id="R2e18936e058240b8" /><Relationship Type="http://schemas.openxmlformats.org/officeDocument/2006/relationships/image" Target="/ppt/media/image47.png" Id="R9c60f6672040478e" /><Relationship Type="http://schemas.openxmlformats.org/officeDocument/2006/relationships/image" Target="/ppt/media/image48.png" Id="Ra25a374b12014f2a" /><Relationship Type="http://schemas.openxmlformats.org/officeDocument/2006/relationships/image" Target="/ppt/media/image49.png" Id="Re799f48bc99d4c9c" /><Relationship Type="http://schemas.openxmlformats.org/officeDocument/2006/relationships/image" Target="/ppt/media/image50.png" Id="Rd5e889f740424dc7" /><Relationship Type="http://schemas.openxmlformats.org/officeDocument/2006/relationships/image" Target="/ppt/media/image51.png" Id="R464d8e7483074c3b" /><Relationship Type="http://schemas.openxmlformats.org/officeDocument/2006/relationships/image" Target="/ppt/media/image52.png" Id="Rc7521c75e879485e" /><Relationship Type="http://schemas.openxmlformats.org/officeDocument/2006/relationships/image" Target="/ppt/media/image53.png" Id="Re34a5525ef514b33" /><Relationship Type="http://schemas.openxmlformats.org/officeDocument/2006/relationships/image" Target="/ppt/media/image54.png" Id="Rf4c4a04dc38149a5" /><Relationship Type="http://schemas.openxmlformats.org/officeDocument/2006/relationships/image" Target="/ppt/media/image55.png" Id="Rdba32fe4d4c14c12" /><Relationship Type="http://schemas.openxmlformats.org/officeDocument/2006/relationships/image" Target="/ppt/media/image56.png" Id="Rc64b1cad9ed141df" /><Relationship Type="http://schemas.openxmlformats.org/officeDocument/2006/relationships/image" Target="/ppt/media/image57.png" Id="R44bb167519574dae" /><Relationship Type="http://schemas.openxmlformats.org/officeDocument/2006/relationships/image" Target="/ppt/media/image58.png" Id="Rb9432b23de574324" /><Relationship Type="http://schemas.openxmlformats.org/officeDocument/2006/relationships/image" Target="/ppt/media/image59.png" Id="R5d5de3a1ca6c42db" /><Relationship Type="http://schemas.openxmlformats.org/officeDocument/2006/relationships/image" Target="/ppt/media/image60.png" Id="R3a3cd4daaacf4418" /><Relationship Type="http://schemas.openxmlformats.org/officeDocument/2006/relationships/image" Target="/ppt/media/image61.png" Id="R3d19e80ce14344c6" /><Relationship Type="http://schemas.openxmlformats.org/officeDocument/2006/relationships/notesSlide" Target="/ppt/notesSlides/notesSlide1.xml" Id="Rc174b56d5bd744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2" name="path-1">
            <a:extLst xmlns:a="http://schemas.openxmlformats.org/drawingml/2006/main">
              <a:ext uri="{FF2B5EF4-FFF2-40B4-BE49-F238E27FC236}">
                <a16:creationId xmlns:a16="http://schemas.microsoft.com/office/drawing/2014/main" id="{38B82E32-99E2-4C81-8687-3AA97B4D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9" y="142562"/>
            <a:ext cx="14611560" cy="6697865"/>
          </a:xfrm>
          <a:custGeom xmlns:a="http://schemas.openxmlformats.org/drawingml/2006/main">
            <a:pathLst>
              <a:path w="14611560" h="6697865">
                <a:moveTo>
                  <a:pt x="0" y="0"/>
                </a:moveTo>
                <a:lnTo>
                  <a:pt x="0" y="6697865"/>
                </a:lnTo>
                <a:lnTo>
                  <a:pt x="14611560" y="6697865"/>
                </a:lnTo>
                <a:lnTo>
                  <a:pt x="1461156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A14E873C-E262-43A1-BCA9-5D685FD0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9" y="142562"/>
            <a:ext cx="14612460" cy="6698316"/>
          </a:xfrm>
          <a:custGeom xmlns:a="http://schemas.openxmlformats.org/drawingml/2006/main">
            <a:pathLst>
              <a:path w="14612460" h="6698316">
                <a:moveTo>
                  <a:pt x="0" y="6698316"/>
                </a:moveTo>
                <a:lnTo>
                  <a:pt x="14612460" y="6698316"/>
                </a:lnTo>
                <a:lnTo>
                  <a:pt x="14612460" y="0"/>
                </a:lnTo>
                <a:lnTo>
                  <a:pt x="0" y="0"/>
                </a:lnTo>
                <a:lnTo>
                  <a:pt x="0" y="669831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317339D8-D3CD-44C1-BFCD-FC60ACCF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277" y="294496"/>
            <a:ext cx="5445900" cy="2482317"/>
          </a:xfrm>
          <a:custGeom xmlns:a="http://schemas.openxmlformats.org/drawingml/2006/main">
            <a:pathLst>
              <a:path w="5445900" h="2482317">
                <a:moveTo>
                  <a:pt x="0" y="140275"/>
                </a:moveTo>
                <a:cubicBezTo>
                  <a:pt x="0" y="62804"/>
                  <a:pt x="62804" y="0"/>
                  <a:pt x="140275" y="0"/>
                </a:cubicBezTo>
                <a:lnTo>
                  <a:pt x="5305625" y="0"/>
                </a:lnTo>
                <a:cubicBezTo>
                  <a:pt x="5383097" y="0"/>
                  <a:pt x="5445900" y="62804"/>
                  <a:pt x="5445900" y="140275"/>
                </a:cubicBezTo>
                <a:lnTo>
                  <a:pt x="5445900" y="2342042"/>
                </a:lnTo>
                <a:cubicBezTo>
                  <a:pt x="5445900" y="2419514"/>
                  <a:pt x="5383097" y="2482317"/>
                  <a:pt x="5305625" y="2482317"/>
                </a:cubicBezTo>
                <a:lnTo>
                  <a:pt x="140275" y="2482317"/>
                </a:lnTo>
                <a:cubicBezTo>
                  <a:pt x="62804" y="2482317"/>
                  <a:pt x="0" y="2419514"/>
                  <a:pt x="0" y="2342042"/>
                </a:cubicBezTo>
                <a:lnTo>
                  <a:pt x="0" y="140275"/>
                </a:lnTo>
              </a:path>
            </a:pathLst>
          </a:custGeom>
          <a:solidFill xmlns:a="http://schemas.openxmlformats.org/drawingml/2006/main">
            <a:srgbClr val="F0ECF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F27E4C11-042F-400D-ADB2-C5DA7DC2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85" y="294501"/>
            <a:ext cx="2380435" cy="6453460"/>
          </a:xfrm>
          <a:custGeom xmlns:a="http://schemas.openxmlformats.org/drawingml/2006/main">
            <a:pathLst>
              <a:path w="2380435" h="6453460">
                <a:moveTo>
                  <a:pt x="0" y="134516"/>
                </a:moveTo>
                <a:cubicBezTo>
                  <a:pt x="0" y="60225"/>
                  <a:pt x="60226" y="0"/>
                  <a:pt x="134518" y="0"/>
                </a:cubicBezTo>
                <a:lnTo>
                  <a:pt x="2245918" y="0"/>
                </a:lnTo>
                <a:cubicBezTo>
                  <a:pt x="2320209" y="0"/>
                  <a:pt x="2380435" y="60225"/>
                  <a:pt x="2380435" y="134516"/>
                </a:cubicBezTo>
                <a:lnTo>
                  <a:pt x="2380435" y="6318943"/>
                </a:lnTo>
                <a:cubicBezTo>
                  <a:pt x="2380435" y="6393235"/>
                  <a:pt x="2320209" y="6453460"/>
                  <a:pt x="2245918" y="6453460"/>
                </a:cubicBezTo>
                <a:lnTo>
                  <a:pt x="134518" y="6453460"/>
                </a:lnTo>
                <a:cubicBezTo>
                  <a:pt x="60226" y="6453460"/>
                  <a:pt x="0" y="6393235"/>
                  <a:pt x="0" y="6318943"/>
                </a:cubicBezTo>
                <a:lnTo>
                  <a:pt x="0" y="134516"/>
                </a:lnTo>
              </a:path>
            </a:pathLst>
          </a:cu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FADEF4DE-2260-43A6-A6B9-6C35B8A9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27" y="268318"/>
            <a:ext cx="6355517" cy="2482317"/>
          </a:xfrm>
          <a:custGeom xmlns:a="http://schemas.openxmlformats.org/drawingml/2006/main">
            <a:pathLst>
              <a:path w="6355517" h="2482317">
                <a:moveTo>
                  <a:pt x="0" y="140275"/>
                </a:moveTo>
                <a:cubicBezTo>
                  <a:pt x="0" y="62803"/>
                  <a:pt x="62804" y="0"/>
                  <a:pt x="140275" y="0"/>
                </a:cubicBezTo>
                <a:lnTo>
                  <a:pt x="6215247" y="0"/>
                </a:lnTo>
                <a:cubicBezTo>
                  <a:pt x="6292721" y="0"/>
                  <a:pt x="6355517" y="62803"/>
                  <a:pt x="6355517" y="140275"/>
                </a:cubicBezTo>
                <a:lnTo>
                  <a:pt x="6355517" y="2342042"/>
                </a:lnTo>
                <a:cubicBezTo>
                  <a:pt x="6355517" y="2419514"/>
                  <a:pt x="6292721" y="2482317"/>
                  <a:pt x="6215247" y="2482317"/>
                </a:cubicBezTo>
                <a:lnTo>
                  <a:pt x="140275" y="2482317"/>
                </a:lnTo>
                <a:cubicBezTo>
                  <a:pt x="62804" y="2482317"/>
                  <a:pt x="0" y="2419514"/>
                  <a:pt x="0" y="2342042"/>
                </a:cubicBezTo>
                <a:lnTo>
                  <a:pt x="0" y="140275"/>
                </a:lnTo>
              </a:path>
            </a:pathLst>
          </a:cu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49830A0C-F764-4AB3-9A01-40C5B80D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84" y="151894"/>
            <a:ext cx="2262793" cy="446761"/>
          </a:xfrm>
          <a:custGeom xmlns:a="http://schemas.openxmlformats.org/drawingml/2006/main">
            <a:pathLst>
              <a:path w="2262793" h="446761">
                <a:moveTo>
                  <a:pt x="0" y="74462"/>
                </a:moveTo>
                <a:cubicBezTo>
                  <a:pt x="0" y="33338"/>
                  <a:pt x="33337" y="0"/>
                  <a:pt x="74461" y="0"/>
                </a:cubicBezTo>
                <a:lnTo>
                  <a:pt x="2188331" y="0"/>
                </a:lnTo>
                <a:cubicBezTo>
                  <a:pt x="2229454" y="0"/>
                  <a:pt x="2262793" y="33338"/>
                  <a:pt x="2262793" y="74462"/>
                </a:cubicBezTo>
                <a:lnTo>
                  <a:pt x="2262793" y="372300"/>
                </a:lnTo>
                <a:cubicBezTo>
                  <a:pt x="2262793" y="413424"/>
                  <a:pt x="2229454" y="446761"/>
                  <a:pt x="2188331" y="446761"/>
                </a:cubicBezTo>
                <a:lnTo>
                  <a:pt x="74461" y="446761"/>
                </a:lnTo>
                <a:cubicBezTo>
                  <a:pt x="33337" y="446761"/>
                  <a:pt x="0" y="413424"/>
                  <a:pt x="0" y="372300"/>
                </a:cubicBezTo>
                <a:lnTo>
                  <a:pt x="0" y="74462"/>
                </a:lnTo>
              </a:path>
            </a:pathLst>
          </a:custGeom>
          <a:solidFill xmlns:a="http://schemas.openxmlformats.org/drawingml/2006/main">
            <a:srgbClr val="587D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7 Video">
            <a:extLst xmlns:a="http://schemas.openxmlformats.org/drawingml/2006/main">
              <a:ext uri="{FF2B5EF4-FFF2-40B4-BE49-F238E27FC236}">
                <a16:creationId xmlns:a16="http://schemas.microsoft.com/office/drawing/2014/main" id="{511D67E7-063C-4406-93CD-9D94182C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406" y="210933"/>
            <a:ext cx="685411" cy="346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8" name="text-7 &amp;">
            <a:extLst xmlns:a="http://schemas.openxmlformats.org/drawingml/2006/main">
              <a:ext uri="{FF2B5EF4-FFF2-40B4-BE49-F238E27FC236}">
                <a16:creationId xmlns:a16="http://schemas.microsoft.com/office/drawing/2014/main" id="{4AB85556-D08B-478D-AC64-180A8AC3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466" y="210576"/>
            <a:ext cx="206637" cy="346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9" name="text-7 Memory">
            <a:extLst xmlns:a="http://schemas.openxmlformats.org/drawingml/2006/main">
              <a:ext uri="{FF2B5EF4-FFF2-40B4-BE49-F238E27FC236}">
                <a16:creationId xmlns:a16="http://schemas.microsoft.com/office/drawing/2014/main" id="{576E291C-5187-4210-9E25-EFB11F7D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842" y="210085"/>
            <a:ext cx="971455" cy="347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0" name="text-8 Video">
            <a:extLst xmlns:a="http://schemas.openxmlformats.org/drawingml/2006/main">
              <a:ext uri="{FF2B5EF4-FFF2-40B4-BE49-F238E27FC236}">
                <a16:creationId xmlns:a16="http://schemas.microsoft.com/office/drawing/2014/main" id="{0ADCDAF2-2FA1-4273-B496-3D06EE03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406" y="210933"/>
            <a:ext cx="685411" cy="346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4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1" name="text-8 &amp;">
            <a:extLst xmlns:a="http://schemas.openxmlformats.org/drawingml/2006/main">
              <a:ext uri="{FF2B5EF4-FFF2-40B4-BE49-F238E27FC236}">
                <a16:creationId xmlns:a16="http://schemas.microsoft.com/office/drawing/2014/main" id="{80E40109-406C-4513-A52C-3A808622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466" y="210576"/>
            <a:ext cx="206637" cy="346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12" name="text-8 Memory">
            <a:extLst xmlns:a="http://schemas.openxmlformats.org/drawingml/2006/main">
              <a:ext uri="{FF2B5EF4-FFF2-40B4-BE49-F238E27FC236}">
                <a16:creationId xmlns:a16="http://schemas.microsoft.com/office/drawing/2014/main" id="{64999FFC-8D9E-4E14-AE36-85A212D9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842" y="210085"/>
            <a:ext cx="971455" cy="347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3" name="path-9">
            <a:extLst xmlns:a="http://schemas.openxmlformats.org/drawingml/2006/main">
              <a:ext uri="{FF2B5EF4-FFF2-40B4-BE49-F238E27FC236}">
                <a16:creationId xmlns:a16="http://schemas.microsoft.com/office/drawing/2014/main" id="{CF96634B-6ACA-46A7-83BE-611280F1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575" y="155552"/>
            <a:ext cx="4196298" cy="446762"/>
          </a:xfrm>
          <a:custGeom xmlns:a="http://schemas.openxmlformats.org/drawingml/2006/main">
            <a:pathLst>
              <a:path w="4196298" h="446762">
                <a:moveTo>
                  <a:pt x="0" y="74464"/>
                </a:moveTo>
                <a:cubicBezTo>
                  <a:pt x="0" y="33339"/>
                  <a:pt x="33338" y="0"/>
                  <a:pt x="74464" y="0"/>
                </a:cubicBezTo>
                <a:lnTo>
                  <a:pt x="4121835" y="0"/>
                </a:lnTo>
                <a:cubicBezTo>
                  <a:pt x="4162959" y="0"/>
                  <a:pt x="4196298" y="33339"/>
                  <a:pt x="4196298" y="74464"/>
                </a:cubicBezTo>
                <a:lnTo>
                  <a:pt x="4196298" y="372298"/>
                </a:lnTo>
                <a:cubicBezTo>
                  <a:pt x="4196298" y="413424"/>
                  <a:pt x="4162959" y="446762"/>
                  <a:pt x="4121835" y="446762"/>
                </a:cubicBezTo>
                <a:lnTo>
                  <a:pt x="74464" y="446762"/>
                </a:lnTo>
                <a:cubicBezTo>
                  <a:pt x="33338" y="446762"/>
                  <a:pt x="0" y="413424"/>
                  <a:pt x="0" y="372298"/>
                </a:cubicBezTo>
                <a:lnTo>
                  <a:pt x="0" y="74464"/>
                </a:lnTo>
              </a:path>
            </a:pathLst>
          </a:custGeom>
          <a:solidFill xmlns:a="http://schemas.openxmlformats.org/drawingml/2006/main">
            <a:srgbClr val="8A7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0 Question">
            <a:extLst xmlns:a="http://schemas.openxmlformats.org/drawingml/2006/main">
              <a:ext uri="{FF2B5EF4-FFF2-40B4-BE49-F238E27FC236}">
                <a16:creationId xmlns:a16="http://schemas.microsoft.com/office/drawing/2014/main" id="{13F1FB23-26FF-4C40-8F0C-0C513F5D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8516" y="223670"/>
            <a:ext cx="1094639" cy="347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15" name="text-10 Generation">
            <a:extLst xmlns:a="http://schemas.openxmlformats.org/drawingml/2006/main">
              <a:ext uri="{FF2B5EF4-FFF2-40B4-BE49-F238E27FC236}">
                <a16:creationId xmlns:a16="http://schemas.microsoft.com/office/drawing/2014/main" id="{B7FB3B22-C5CE-4F71-A257-0C21A3CE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2932" y="223598"/>
            <a:ext cx="1308390" cy="347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16" name="text-11 Question">
            <a:extLst xmlns:a="http://schemas.openxmlformats.org/drawingml/2006/main">
              <a:ext uri="{FF2B5EF4-FFF2-40B4-BE49-F238E27FC236}">
                <a16:creationId xmlns:a16="http://schemas.microsoft.com/office/drawing/2014/main" id="{A5C8A33F-428F-441B-8E28-C7374C34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8516" y="223670"/>
            <a:ext cx="1094639" cy="347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17" name="text-11 Generation">
            <a:extLst xmlns:a="http://schemas.openxmlformats.org/drawingml/2006/main">
              <a:ext uri="{FF2B5EF4-FFF2-40B4-BE49-F238E27FC236}">
                <a16:creationId xmlns:a16="http://schemas.microsoft.com/office/drawing/2014/main" id="{344F8206-F760-4A5E-B65B-126EB5C3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2932" y="223598"/>
            <a:ext cx="1308390" cy="347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18" name="path-12">
            <a:extLst xmlns:a="http://schemas.openxmlformats.org/drawingml/2006/main">
              <a:ext uri="{FF2B5EF4-FFF2-40B4-BE49-F238E27FC236}">
                <a16:creationId xmlns:a16="http://schemas.microsoft.com/office/drawing/2014/main" id="{693B8192-0D97-47FC-A926-0EC6F29C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161" y="155552"/>
            <a:ext cx="4228948" cy="446762"/>
          </a:xfrm>
          <a:custGeom xmlns:a="http://schemas.openxmlformats.org/drawingml/2006/main">
            <a:pathLst>
              <a:path w="4228948" h="446762">
                <a:moveTo>
                  <a:pt x="0" y="74461"/>
                </a:moveTo>
                <a:cubicBezTo>
                  <a:pt x="0" y="33338"/>
                  <a:pt x="33337" y="0"/>
                  <a:pt x="74460" y="0"/>
                </a:cubicBezTo>
                <a:lnTo>
                  <a:pt x="4154489" y="0"/>
                </a:lnTo>
                <a:cubicBezTo>
                  <a:pt x="4195614" y="0"/>
                  <a:pt x="4228948" y="33338"/>
                  <a:pt x="4228948" y="74461"/>
                </a:cubicBezTo>
                <a:lnTo>
                  <a:pt x="4228948" y="372302"/>
                </a:lnTo>
                <a:cubicBezTo>
                  <a:pt x="4228948" y="413425"/>
                  <a:pt x="4195614" y="446762"/>
                  <a:pt x="4154489" y="446762"/>
                </a:cubicBezTo>
                <a:lnTo>
                  <a:pt x="74460" y="446762"/>
                </a:lnTo>
                <a:cubicBezTo>
                  <a:pt x="33337" y="446762"/>
                  <a:pt x="0" y="413425"/>
                  <a:pt x="0" y="372302"/>
                </a:cubicBezTo>
                <a:lnTo>
                  <a:pt x="0" y="74461"/>
                </a:ln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3 Question">
            <a:extLst xmlns:a="http://schemas.openxmlformats.org/drawingml/2006/main">
              <a:ext uri="{FF2B5EF4-FFF2-40B4-BE49-F238E27FC236}">
                <a16:creationId xmlns:a16="http://schemas.microsoft.com/office/drawing/2014/main" id="{0DEDB673-4A8E-4CCE-84FD-670D2A90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4775" y="188546"/>
            <a:ext cx="1094639" cy="347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20" name="text-13 Answering">
            <a:extLst xmlns:a="http://schemas.openxmlformats.org/drawingml/2006/main">
              <a:ext uri="{FF2B5EF4-FFF2-40B4-BE49-F238E27FC236}">
                <a16:creationId xmlns:a16="http://schemas.microsoft.com/office/drawing/2014/main" id="{C10DD10B-F729-4EBD-A109-85FD9456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9191" y="188764"/>
            <a:ext cx="1231642" cy="347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Answering</a:t>
            </a:r>
          </a:p>
        </p:txBody>
      </p:sp>
      <p:sp>
        <p:nvSpPr>
          <p:cNvPr id="21" name="text-14 Question">
            <a:extLst xmlns:a="http://schemas.openxmlformats.org/drawingml/2006/main">
              <a:ext uri="{FF2B5EF4-FFF2-40B4-BE49-F238E27FC236}">
                <a16:creationId xmlns:a16="http://schemas.microsoft.com/office/drawing/2014/main" id="{B299B99D-3B71-4DD2-A33F-54EC69CB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4775" y="188546"/>
            <a:ext cx="1094639" cy="347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22" name="text-14 Answering">
            <a:extLst xmlns:a="http://schemas.openxmlformats.org/drawingml/2006/main">
              <a:ext uri="{FF2B5EF4-FFF2-40B4-BE49-F238E27FC236}">
                <a16:creationId xmlns:a16="http://schemas.microsoft.com/office/drawing/2014/main" id="{CF50A76D-55EC-4F0C-9DA7-0C197904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9191" y="188764"/>
            <a:ext cx="1231642" cy="347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Answering</a:t>
            </a:r>
          </a:p>
        </p:txBody>
      </p:sp>
      <p:sp>
        <p:nvSpPr>
          <p:cNvPr id="23" name="path-15">
            <a:extLst xmlns:a="http://schemas.openxmlformats.org/drawingml/2006/main">
              <a:ext uri="{FF2B5EF4-FFF2-40B4-BE49-F238E27FC236}">
                <a16:creationId xmlns:a16="http://schemas.microsoft.com/office/drawing/2014/main" id="{EF70BEB1-0C72-4F95-A303-57957904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352" y="3133119"/>
            <a:ext cx="11948327" cy="3627222"/>
          </a:xfrm>
          <a:custGeom xmlns:a="http://schemas.openxmlformats.org/drawingml/2006/main">
            <a:pathLst>
              <a:path w="11948327" h="3627222">
                <a:moveTo>
                  <a:pt x="0" y="204980"/>
                </a:moveTo>
                <a:cubicBezTo>
                  <a:pt x="0" y="91773"/>
                  <a:pt x="91773" y="0"/>
                  <a:pt x="204979" y="0"/>
                </a:cubicBezTo>
                <a:lnTo>
                  <a:pt x="11743347" y="0"/>
                </a:lnTo>
                <a:cubicBezTo>
                  <a:pt x="11856555" y="0"/>
                  <a:pt x="11948327" y="91773"/>
                  <a:pt x="11948327" y="204980"/>
                </a:cubicBezTo>
                <a:lnTo>
                  <a:pt x="11948327" y="3422242"/>
                </a:lnTo>
                <a:cubicBezTo>
                  <a:pt x="11948327" y="3535449"/>
                  <a:pt x="11856555" y="3627222"/>
                  <a:pt x="11743347" y="3627222"/>
                </a:cubicBezTo>
                <a:lnTo>
                  <a:pt x="204979" y="3627222"/>
                </a:lnTo>
                <a:cubicBezTo>
                  <a:pt x="91773" y="3627222"/>
                  <a:pt x="0" y="3535449"/>
                  <a:pt x="0" y="3422242"/>
                </a:cubicBezTo>
                <a:lnTo>
                  <a:pt x="0" y="204980"/>
                </a:lnTo>
              </a:path>
            </a:pathLst>
          </a:custGeom>
          <a:solidFill xmlns:a="http://schemas.openxmlformats.org/drawingml/2006/main">
            <a:srgbClr val="F9E9E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path-16">
            <a:extLst xmlns:a="http://schemas.openxmlformats.org/drawingml/2006/main">
              <a:ext uri="{FF2B5EF4-FFF2-40B4-BE49-F238E27FC236}">
                <a16:creationId xmlns:a16="http://schemas.microsoft.com/office/drawing/2014/main" id="{4F854A1D-C99B-4512-8E51-4065C13F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459" y="2959188"/>
            <a:ext cx="5638972" cy="446761"/>
          </a:xfrm>
          <a:custGeom xmlns:a="http://schemas.openxmlformats.org/drawingml/2006/main">
            <a:pathLst>
              <a:path w="5638972" h="446761">
                <a:moveTo>
                  <a:pt x="0" y="74460"/>
                </a:moveTo>
                <a:cubicBezTo>
                  <a:pt x="0" y="33337"/>
                  <a:pt x="33335" y="0"/>
                  <a:pt x="74459" y="0"/>
                </a:cubicBezTo>
                <a:lnTo>
                  <a:pt x="5564514" y="0"/>
                </a:lnTo>
                <a:cubicBezTo>
                  <a:pt x="5605627" y="0"/>
                  <a:pt x="5638972" y="33337"/>
                  <a:pt x="5638972" y="74460"/>
                </a:cubicBezTo>
                <a:lnTo>
                  <a:pt x="5638972" y="372302"/>
                </a:lnTo>
                <a:cubicBezTo>
                  <a:pt x="5638972" y="413425"/>
                  <a:pt x="5605627" y="446761"/>
                  <a:pt x="5564514" y="446761"/>
                </a:cubicBezTo>
                <a:lnTo>
                  <a:pt x="74459" y="446761"/>
                </a:lnTo>
                <a:cubicBezTo>
                  <a:pt x="33335" y="446761"/>
                  <a:pt x="0" y="413425"/>
                  <a:pt x="0" y="372302"/>
                </a:cubicBezTo>
                <a:lnTo>
                  <a:pt x="0" y="74460"/>
                </a:lnTo>
              </a:path>
            </a:pathLst>
          </a:custGeom>
          <a:solidFill xmlns:a="http://schemas.openxmlformats.org/drawingml/2006/main">
            <a:srgbClr val="D77D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17 Questioner">
            <a:extLst xmlns:a="http://schemas.openxmlformats.org/drawingml/2006/main">
              <a:ext uri="{FF2B5EF4-FFF2-40B4-BE49-F238E27FC236}">
                <a16:creationId xmlns:a16="http://schemas.microsoft.com/office/drawing/2014/main" id="{A18B8C00-DF2E-4EA8-9E2E-822F80C4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1712" y="3006552"/>
            <a:ext cx="1349897" cy="347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26" name="text-17 &amp;">
            <a:extLst xmlns:a="http://schemas.openxmlformats.org/drawingml/2006/main">
              <a:ext uri="{FF2B5EF4-FFF2-40B4-BE49-F238E27FC236}">
                <a16:creationId xmlns:a16="http://schemas.microsoft.com/office/drawing/2014/main" id="{BA1A3165-4AEA-4CB7-AA79-64CE86E1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2143" y="3006983"/>
            <a:ext cx="206637" cy="346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27" name="text-17 Solver">
            <a:extLst xmlns:a="http://schemas.openxmlformats.org/drawingml/2006/main">
              <a:ext uri="{FF2B5EF4-FFF2-40B4-BE49-F238E27FC236}">
                <a16:creationId xmlns:a16="http://schemas.microsoft.com/office/drawing/2014/main" id="{F8F6502B-9551-4CE6-9FED-1FF9B798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8543" y="3006450"/>
            <a:ext cx="791274" cy="347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8" name="text-17 Evolution">
            <a:extLst xmlns:a="http://schemas.openxmlformats.org/drawingml/2006/main">
              <a:ext uri="{FF2B5EF4-FFF2-40B4-BE49-F238E27FC236}">
                <a16:creationId xmlns:a16="http://schemas.microsoft.com/office/drawing/2014/main" id="{2D3C4798-44E3-449B-AC0C-E36ACDE7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0333" y="3006557"/>
            <a:ext cx="1094592" cy="347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sp>
        <p:nvSpPr>
          <p:cNvPr id="29" name="text-18 Questioner">
            <a:extLst xmlns:a="http://schemas.openxmlformats.org/drawingml/2006/main">
              <a:ext uri="{FF2B5EF4-FFF2-40B4-BE49-F238E27FC236}">
                <a16:creationId xmlns:a16="http://schemas.microsoft.com/office/drawing/2014/main" id="{DC01EF2C-FD01-4941-9B71-9F3839DC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1712" y="3006552"/>
            <a:ext cx="1349897" cy="347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30" name="text-18 &amp;">
            <a:extLst xmlns:a="http://schemas.openxmlformats.org/drawingml/2006/main">
              <a:ext uri="{FF2B5EF4-FFF2-40B4-BE49-F238E27FC236}">
                <a16:creationId xmlns:a16="http://schemas.microsoft.com/office/drawing/2014/main" id="{8D462BCA-81D9-4FBC-9E14-1B9AB347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2143" y="3006983"/>
            <a:ext cx="206637" cy="346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31" name="text-18 Solver">
            <a:extLst xmlns:a="http://schemas.openxmlformats.org/drawingml/2006/main">
              <a:ext uri="{FF2B5EF4-FFF2-40B4-BE49-F238E27FC236}">
                <a16:creationId xmlns:a16="http://schemas.microsoft.com/office/drawing/2014/main" id="{460322F4-7577-4E0D-A2F6-369B7308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8543" y="3006450"/>
            <a:ext cx="791274" cy="347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32" name="text-18 Evolution">
            <a:extLst xmlns:a="http://schemas.openxmlformats.org/drawingml/2006/main">
              <a:ext uri="{FF2B5EF4-FFF2-40B4-BE49-F238E27FC236}">
                <a16:creationId xmlns:a16="http://schemas.microsoft.com/office/drawing/2014/main" id="{9B93F310-45A8-44D0-BA03-6BB11EE4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0333" y="3006557"/>
            <a:ext cx="1094592" cy="347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sp>
        <p:nvSpPr>
          <p:cNvPr id="33" name="path-19">
            <a:extLst xmlns:a="http://schemas.openxmlformats.org/drawingml/2006/main">
              <a:ext uri="{FF2B5EF4-FFF2-40B4-BE49-F238E27FC236}">
                <a16:creationId xmlns:a16="http://schemas.microsoft.com/office/drawing/2014/main" id="{C0BAA558-9B66-4FFA-97BA-0AD687B2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538" y="665442"/>
            <a:ext cx="1435852" cy="4141135"/>
          </a:xfrm>
          <a:custGeom xmlns:a="http://schemas.openxmlformats.org/drawingml/2006/main">
            <a:pathLst>
              <a:path w="1435852" h="4141135">
                <a:moveTo>
                  <a:pt x="0" y="0"/>
                </a:moveTo>
                <a:lnTo>
                  <a:pt x="0" y="4141135"/>
                </a:lnTo>
                <a:lnTo>
                  <a:pt x="1435852" y="4141135"/>
                </a:lnTo>
                <a:lnTo>
                  <a:pt x="143585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85A35A-3A35-4906-B3ED-BB3C69E652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ac8429c9f426a"/>
          <a:stretch xmlns:a="http://schemas.openxmlformats.org/drawingml/2006/main"/>
        </p:blipFill>
        <p:spPr>
          <a:xfrm xmlns:a="http://schemas.openxmlformats.org/drawingml/2006/main">
            <a:off x="1191455" y="4103568"/>
            <a:ext cx="1123950" cy="638175"/>
          </a:xfrm>
          <a:prstGeom xmlns:a="http://schemas.openxmlformats.org/drawingml/2006/main" prst="rect">
            <a:avLst/>
          </a:prstGeom>
        </p:spPr>
      </p:pic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68418F-2665-4E5F-950A-A8733C2F2A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be330e02b4ed8"/>
          <a:stretch xmlns:a="http://schemas.openxmlformats.org/drawingml/2006/main"/>
        </p:blipFill>
        <p:spPr>
          <a:xfrm xmlns:a="http://schemas.openxmlformats.org/drawingml/2006/main">
            <a:off x="1191455" y="722193"/>
            <a:ext cx="1123950" cy="638175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93844E-D615-4B84-8AA1-E77E0498A2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b645cade94e00"/>
          <a:stretch xmlns:a="http://schemas.openxmlformats.org/drawingml/2006/main"/>
        </p:blipFill>
        <p:spPr>
          <a:xfrm xmlns:a="http://schemas.openxmlformats.org/drawingml/2006/main">
            <a:off x="1191455" y="1398468"/>
            <a:ext cx="1123950" cy="638175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409D09-3485-4F6F-8105-DC56ED3E35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1eea304e14f66"/>
          <a:stretch xmlns:a="http://schemas.openxmlformats.org/drawingml/2006/main"/>
        </p:blipFill>
        <p:spPr>
          <a:xfrm xmlns:a="http://schemas.openxmlformats.org/drawingml/2006/main">
            <a:off x="1191455" y="2074743"/>
            <a:ext cx="1123950" cy="638175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2A5E0F-5FA9-4972-A738-E7DEA75786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14c776f244358"/>
          <a:stretch xmlns:a="http://schemas.openxmlformats.org/drawingml/2006/main"/>
        </p:blipFill>
        <p:spPr>
          <a:xfrm xmlns:a="http://schemas.openxmlformats.org/drawingml/2006/main">
            <a:off x="1191455" y="2751018"/>
            <a:ext cx="1123950" cy="638175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CBD4E8-505A-4C39-9BFD-5C078E7611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672a1257d4801"/>
          <a:stretch xmlns:a="http://schemas.openxmlformats.org/drawingml/2006/main"/>
        </p:blipFill>
        <p:spPr>
          <a:xfrm xmlns:a="http://schemas.openxmlformats.org/drawingml/2006/main">
            <a:off x="1191455" y="3427293"/>
            <a:ext cx="1123950" cy="638175"/>
          </a:xfrm>
          <a:prstGeom xmlns:a="http://schemas.openxmlformats.org/drawingml/2006/main" prst="rect">
            <a:avLst/>
          </a:prstGeom>
        </p:spPr>
      </p:pic>
      <p:sp>
        <p:nvSpPr>
          <p:cNvPr id="40" name="path-26">
            <a:extLst xmlns:a="http://schemas.openxmlformats.org/drawingml/2006/main">
              <a:ext uri="{FF2B5EF4-FFF2-40B4-BE49-F238E27FC236}">
                <a16:creationId xmlns:a16="http://schemas.microsoft.com/office/drawing/2014/main" id="{458CDC10-6672-4BAB-A364-127542D2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698627"/>
            <a:ext cx="95860" cy="180234"/>
          </a:xfrm>
          <a:custGeom xmlns:a="http://schemas.openxmlformats.org/drawingml/2006/main">
            <a:pathLst>
              <a:path w="95860" h="180234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1"/>
                  <a:pt x="88707" y="180234"/>
                  <a:pt x="79883" y="180234"/>
                </a:cubicBezTo>
                <a:lnTo>
                  <a:pt x="15977" y="180234"/>
                </a:lnTo>
                <a:cubicBezTo>
                  <a:pt x="7153" y="180234"/>
                  <a:pt x="0" y="173081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27">
            <a:extLst xmlns:a="http://schemas.openxmlformats.org/drawingml/2006/main">
              <a:ext uri="{FF2B5EF4-FFF2-40B4-BE49-F238E27FC236}">
                <a16:creationId xmlns:a16="http://schemas.microsoft.com/office/drawing/2014/main" id="{6D2B994A-1A87-4B4E-8139-49293C1C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914991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8"/>
                </a:lnTo>
                <a:cubicBezTo>
                  <a:pt x="95860" y="173081"/>
                  <a:pt x="88707" y="180235"/>
                  <a:pt x="79883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8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28">
            <a:extLst xmlns:a="http://schemas.openxmlformats.org/drawingml/2006/main">
              <a:ext uri="{FF2B5EF4-FFF2-40B4-BE49-F238E27FC236}">
                <a16:creationId xmlns:a16="http://schemas.microsoft.com/office/drawing/2014/main" id="{6BDE8338-8854-4063-A7FA-66F52118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1131356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5"/>
                  <a:pt x="79883" y="180235"/>
                </a:cubicBezTo>
                <a:lnTo>
                  <a:pt x="15977" y="180235"/>
                </a:lnTo>
                <a:cubicBezTo>
                  <a:pt x="7153" y="180235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29">
            <a:extLst xmlns:a="http://schemas.openxmlformats.org/drawingml/2006/main">
              <a:ext uri="{FF2B5EF4-FFF2-40B4-BE49-F238E27FC236}">
                <a16:creationId xmlns:a16="http://schemas.microsoft.com/office/drawing/2014/main" id="{520D53CA-9530-4CA1-A65D-52F65BAA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1347721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30">
            <a:extLst xmlns:a="http://schemas.openxmlformats.org/drawingml/2006/main">
              <a:ext uri="{FF2B5EF4-FFF2-40B4-BE49-F238E27FC236}">
                <a16:creationId xmlns:a16="http://schemas.microsoft.com/office/drawing/2014/main" id="{AB974EF0-8D24-4FE1-BAF5-8E28EF42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1564086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31">
            <a:extLst xmlns:a="http://schemas.openxmlformats.org/drawingml/2006/main">
              <a:ext uri="{FF2B5EF4-FFF2-40B4-BE49-F238E27FC236}">
                <a16:creationId xmlns:a16="http://schemas.microsoft.com/office/drawing/2014/main" id="{F38C6178-2364-40C2-9459-5A1AF154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1780450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32">
            <a:extLst xmlns:a="http://schemas.openxmlformats.org/drawingml/2006/main">
              <a:ext uri="{FF2B5EF4-FFF2-40B4-BE49-F238E27FC236}">
                <a16:creationId xmlns:a16="http://schemas.microsoft.com/office/drawing/2014/main" id="{AC147573-C299-4382-A1D3-E1CFA1B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1996814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33">
            <a:extLst xmlns:a="http://schemas.openxmlformats.org/drawingml/2006/main">
              <a:ext uri="{FF2B5EF4-FFF2-40B4-BE49-F238E27FC236}">
                <a16:creationId xmlns:a16="http://schemas.microsoft.com/office/drawing/2014/main" id="{5A626E20-F64C-4A0A-9AA2-18239768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2213179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34">
            <a:extLst xmlns:a="http://schemas.openxmlformats.org/drawingml/2006/main">
              <a:ext uri="{FF2B5EF4-FFF2-40B4-BE49-F238E27FC236}">
                <a16:creationId xmlns:a16="http://schemas.microsoft.com/office/drawing/2014/main" id="{1E461EA0-BCB3-4FD7-968F-903C6EC7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2429544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35">
            <a:extLst xmlns:a="http://schemas.openxmlformats.org/drawingml/2006/main">
              <a:ext uri="{FF2B5EF4-FFF2-40B4-BE49-F238E27FC236}">
                <a16:creationId xmlns:a16="http://schemas.microsoft.com/office/drawing/2014/main" id="{EB448F66-CBF6-4EB3-8A97-58072F20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2645907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8"/>
                </a:moveTo>
                <a:cubicBezTo>
                  <a:pt x="0" y="7154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4"/>
                  <a:pt x="95860" y="15978"/>
                </a:cubicBezTo>
                <a:lnTo>
                  <a:pt x="95860" y="164258"/>
                </a:lnTo>
                <a:cubicBezTo>
                  <a:pt x="95860" y="173081"/>
                  <a:pt x="88707" y="180235"/>
                  <a:pt x="79883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8"/>
                </a:cubicBezTo>
                <a:lnTo>
                  <a:pt x="0" y="1597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36">
            <a:extLst xmlns:a="http://schemas.openxmlformats.org/drawingml/2006/main">
              <a:ext uri="{FF2B5EF4-FFF2-40B4-BE49-F238E27FC236}">
                <a16:creationId xmlns:a16="http://schemas.microsoft.com/office/drawing/2014/main" id="{C94E666D-EAF0-46EC-BF41-1B610F13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2862271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9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9"/>
                </a:cubicBezTo>
                <a:lnTo>
                  <a:pt x="95860" y="164257"/>
                </a:lnTo>
                <a:cubicBezTo>
                  <a:pt x="95860" y="173081"/>
                  <a:pt x="88707" y="180235"/>
                  <a:pt x="79883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7"/>
                </a:cubicBezTo>
                <a:lnTo>
                  <a:pt x="0" y="1597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37">
            <a:extLst xmlns:a="http://schemas.openxmlformats.org/drawingml/2006/main">
              <a:ext uri="{FF2B5EF4-FFF2-40B4-BE49-F238E27FC236}">
                <a16:creationId xmlns:a16="http://schemas.microsoft.com/office/drawing/2014/main" id="{CA31F2B9-648E-4E92-B257-FDFA886A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3078636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1"/>
                  <a:pt x="88707" y="180235"/>
                  <a:pt x="79883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38">
            <a:extLst xmlns:a="http://schemas.openxmlformats.org/drawingml/2006/main">
              <a:ext uri="{FF2B5EF4-FFF2-40B4-BE49-F238E27FC236}">
                <a16:creationId xmlns:a16="http://schemas.microsoft.com/office/drawing/2014/main" id="{9510BF59-468B-4A37-95FA-3102B013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3295001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8"/>
                </a:lnTo>
                <a:cubicBezTo>
                  <a:pt x="95860" y="173081"/>
                  <a:pt x="88707" y="180235"/>
                  <a:pt x="79883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8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39">
            <a:extLst xmlns:a="http://schemas.openxmlformats.org/drawingml/2006/main">
              <a:ext uri="{FF2B5EF4-FFF2-40B4-BE49-F238E27FC236}">
                <a16:creationId xmlns:a16="http://schemas.microsoft.com/office/drawing/2014/main" id="{600578BD-90F8-458D-945C-B8C16E3A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3511365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40">
            <a:extLst xmlns:a="http://schemas.openxmlformats.org/drawingml/2006/main">
              <a:ext uri="{FF2B5EF4-FFF2-40B4-BE49-F238E27FC236}">
                <a16:creationId xmlns:a16="http://schemas.microsoft.com/office/drawing/2014/main" id="{9A44A204-092E-4A77-80F0-EC4E4BCE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3727730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41">
            <a:extLst xmlns:a="http://schemas.openxmlformats.org/drawingml/2006/main">
              <a:ext uri="{FF2B5EF4-FFF2-40B4-BE49-F238E27FC236}">
                <a16:creationId xmlns:a16="http://schemas.microsoft.com/office/drawing/2014/main" id="{B595D659-E57B-46BA-9879-CCE40D44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3944095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42">
            <a:extLst xmlns:a="http://schemas.openxmlformats.org/drawingml/2006/main">
              <a:ext uri="{FF2B5EF4-FFF2-40B4-BE49-F238E27FC236}">
                <a16:creationId xmlns:a16="http://schemas.microsoft.com/office/drawing/2014/main" id="{128D6A9C-3179-42A7-AFC9-9441D3F7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4160459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43">
            <a:extLst xmlns:a="http://schemas.openxmlformats.org/drawingml/2006/main">
              <a:ext uri="{FF2B5EF4-FFF2-40B4-BE49-F238E27FC236}">
                <a16:creationId xmlns:a16="http://schemas.microsoft.com/office/drawing/2014/main" id="{2AA8FBAE-4EBA-42ED-8ABC-7469A2AA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4376824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44">
            <a:extLst xmlns:a="http://schemas.openxmlformats.org/drawingml/2006/main">
              <a:ext uri="{FF2B5EF4-FFF2-40B4-BE49-F238E27FC236}">
                <a16:creationId xmlns:a16="http://schemas.microsoft.com/office/drawing/2014/main" id="{ECBC5C4A-AC73-4C55-AFC1-D322F684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4" y="4593186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3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3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45">
            <a:extLst xmlns:a="http://schemas.openxmlformats.org/drawingml/2006/main">
              <a:ext uri="{FF2B5EF4-FFF2-40B4-BE49-F238E27FC236}">
                <a16:creationId xmlns:a16="http://schemas.microsoft.com/office/drawing/2014/main" id="{8928193B-3E1D-4FF6-9D46-1599FC43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698627"/>
            <a:ext cx="95860" cy="180234"/>
          </a:xfrm>
          <a:custGeom xmlns:a="http://schemas.openxmlformats.org/drawingml/2006/main">
            <a:pathLst>
              <a:path w="95860" h="180234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1"/>
                  <a:pt x="88707" y="180234"/>
                  <a:pt x="79884" y="180234"/>
                </a:cubicBezTo>
                <a:lnTo>
                  <a:pt x="15977" y="180234"/>
                </a:lnTo>
                <a:cubicBezTo>
                  <a:pt x="7153" y="180234"/>
                  <a:pt x="0" y="173081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46">
            <a:extLst xmlns:a="http://schemas.openxmlformats.org/drawingml/2006/main">
              <a:ext uri="{FF2B5EF4-FFF2-40B4-BE49-F238E27FC236}">
                <a16:creationId xmlns:a16="http://schemas.microsoft.com/office/drawing/2014/main" id="{35B7E0EF-9ACC-4F37-BF9E-1CF4FCB7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914991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8"/>
                </a:lnTo>
                <a:cubicBezTo>
                  <a:pt x="95860" y="173081"/>
                  <a:pt x="88707" y="180235"/>
                  <a:pt x="79884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8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47">
            <a:extLst xmlns:a="http://schemas.openxmlformats.org/drawingml/2006/main">
              <a:ext uri="{FF2B5EF4-FFF2-40B4-BE49-F238E27FC236}">
                <a16:creationId xmlns:a16="http://schemas.microsoft.com/office/drawing/2014/main" id="{B1A7E139-361C-409B-A318-ADA46CCE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1131356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5"/>
                  <a:pt x="79884" y="180235"/>
                </a:cubicBezTo>
                <a:lnTo>
                  <a:pt x="15977" y="180235"/>
                </a:lnTo>
                <a:cubicBezTo>
                  <a:pt x="7153" y="180235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48">
            <a:extLst xmlns:a="http://schemas.openxmlformats.org/drawingml/2006/main">
              <a:ext uri="{FF2B5EF4-FFF2-40B4-BE49-F238E27FC236}">
                <a16:creationId xmlns:a16="http://schemas.microsoft.com/office/drawing/2014/main" id="{DCAADAF8-0825-4348-9C2E-1DAC0732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1347721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49">
            <a:extLst xmlns:a="http://schemas.openxmlformats.org/drawingml/2006/main">
              <a:ext uri="{FF2B5EF4-FFF2-40B4-BE49-F238E27FC236}">
                <a16:creationId xmlns:a16="http://schemas.microsoft.com/office/drawing/2014/main" id="{38C1F8BF-CA9E-4BE4-A264-2EA64D75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1564086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50">
            <a:extLst xmlns:a="http://schemas.openxmlformats.org/drawingml/2006/main">
              <a:ext uri="{FF2B5EF4-FFF2-40B4-BE49-F238E27FC236}">
                <a16:creationId xmlns:a16="http://schemas.microsoft.com/office/drawing/2014/main" id="{0A13CA83-786D-4A37-BEB5-6434BA15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1780450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51">
            <a:extLst xmlns:a="http://schemas.openxmlformats.org/drawingml/2006/main">
              <a:ext uri="{FF2B5EF4-FFF2-40B4-BE49-F238E27FC236}">
                <a16:creationId xmlns:a16="http://schemas.microsoft.com/office/drawing/2014/main" id="{49DCB115-3148-4281-8F33-A732A71F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1996814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52">
            <a:extLst xmlns:a="http://schemas.openxmlformats.org/drawingml/2006/main">
              <a:ext uri="{FF2B5EF4-FFF2-40B4-BE49-F238E27FC236}">
                <a16:creationId xmlns:a16="http://schemas.microsoft.com/office/drawing/2014/main" id="{110E6DCA-2D75-487B-9E39-4CBB9370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2213179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53">
            <a:extLst xmlns:a="http://schemas.openxmlformats.org/drawingml/2006/main">
              <a:ext uri="{FF2B5EF4-FFF2-40B4-BE49-F238E27FC236}">
                <a16:creationId xmlns:a16="http://schemas.microsoft.com/office/drawing/2014/main" id="{671CD78A-8100-4946-9279-4268B20B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2429544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54">
            <a:extLst xmlns:a="http://schemas.openxmlformats.org/drawingml/2006/main">
              <a:ext uri="{FF2B5EF4-FFF2-40B4-BE49-F238E27FC236}">
                <a16:creationId xmlns:a16="http://schemas.microsoft.com/office/drawing/2014/main" id="{5E89B07F-79A2-4E0F-AF30-4C3F67C2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2645907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8"/>
                </a:moveTo>
                <a:cubicBezTo>
                  <a:pt x="0" y="7154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4"/>
                  <a:pt x="95860" y="15978"/>
                </a:cubicBezTo>
                <a:lnTo>
                  <a:pt x="95860" y="164258"/>
                </a:lnTo>
                <a:cubicBezTo>
                  <a:pt x="95860" y="173081"/>
                  <a:pt x="88707" y="180235"/>
                  <a:pt x="79884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8"/>
                </a:cubicBezTo>
                <a:lnTo>
                  <a:pt x="0" y="1597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55">
            <a:extLst xmlns:a="http://schemas.openxmlformats.org/drawingml/2006/main">
              <a:ext uri="{FF2B5EF4-FFF2-40B4-BE49-F238E27FC236}">
                <a16:creationId xmlns:a16="http://schemas.microsoft.com/office/drawing/2014/main" id="{BF86F7D5-2322-4AA5-A8DC-B8D9EEE8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2862271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9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9"/>
                </a:cubicBezTo>
                <a:lnTo>
                  <a:pt x="95860" y="164257"/>
                </a:lnTo>
                <a:cubicBezTo>
                  <a:pt x="95860" y="173081"/>
                  <a:pt x="88707" y="180235"/>
                  <a:pt x="79884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7"/>
                </a:cubicBezTo>
                <a:lnTo>
                  <a:pt x="0" y="1597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56">
            <a:extLst xmlns:a="http://schemas.openxmlformats.org/drawingml/2006/main">
              <a:ext uri="{FF2B5EF4-FFF2-40B4-BE49-F238E27FC236}">
                <a16:creationId xmlns:a16="http://schemas.microsoft.com/office/drawing/2014/main" id="{C5DEE9CC-0EB0-459F-B107-257991EE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3078636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1"/>
                  <a:pt x="88707" y="180235"/>
                  <a:pt x="79884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57">
            <a:extLst xmlns:a="http://schemas.openxmlformats.org/drawingml/2006/main">
              <a:ext uri="{FF2B5EF4-FFF2-40B4-BE49-F238E27FC236}">
                <a16:creationId xmlns:a16="http://schemas.microsoft.com/office/drawing/2014/main" id="{A1218695-F085-49BE-A9DD-EA26E62E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3295001"/>
            <a:ext cx="95860" cy="180235"/>
          </a:xfrm>
          <a:custGeom xmlns:a="http://schemas.openxmlformats.org/drawingml/2006/main">
            <a:pathLst>
              <a:path w="95860" h="180235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8"/>
                </a:lnTo>
                <a:cubicBezTo>
                  <a:pt x="95860" y="173081"/>
                  <a:pt x="88707" y="180235"/>
                  <a:pt x="79884" y="180235"/>
                </a:cubicBezTo>
                <a:lnTo>
                  <a:pt x="15977" y="180235"/>
                </a:lnTo>
                <a:cubicBezTo>
                  <a:pt x="7153" y="180235"/>
                  <a:pt x="0" y="173081"/>
                  <a:pt x="0" y="164258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58">
            <a:extLst xmlns:a="http://schemas.openxmlformats.org/drawingml/2006/main">
              <a:ext uri="{FF2B5EF4-FFF2-40B4-BE49-F238E27FC236}">
                <a16:creationId xmlns:a16="http://schemas.microsoft.com/office/drawing/2014/main" id="{B07E0369-72E9-465F-9D51-1C1BCB63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3511365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59">
            <a:extLst xmlns:a="http://schemas.openxmlformats.org/drawingml/2006/main">
              <a:ext uri="{FF2B5EF4-FFF2-40B4-BE49-F238E27FC236}">
                <a16:creationId xmlns:a16="http://schemas.microsoft.com/office/drawing/2014/main" id="{2BD3188C-94A7-48A0-BCF9-B8A27CE3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3727730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60">
            <a:extLst xmlns:a="http://schemas.openxmlformats.org/drawingml/2006/main">
              <a:ext uri="{FF2B5EF4-FFF2-40B4-BE49-F238E27FC236}">
                <a16:creationId xmlns:a16="http://schemas.microsoft.com/office/drawing/2014/main" id="{A0AC018A-0F60-4150-84E7-0654F784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3944095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61">
            <a:extLst xmlns:a="http://schemas.openxmlformats.org/drawingml/2006/main">
              <a:ext uri="{FF2B5EF4-FFF2-40B4-BE49-F238E27FC236}">
                <a16:creationId xmlns:a16="http://schemas.microsoft.com/office/drawing/2014/main" id="{2341C17D-AAC1-45C4-BD36-09AD61D3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4160459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62">
            <a:extLst xmlns:a="http://schemas.openxmlformats.org/drawingml/2006/main">
              <a:ext uri="{FF2B5EF4-FFF2-40B4-BE49-F238E27FC236}">
                <a16:creationId xmlns:a16="http://schemas.microsoft.com/office/drawing/2014/main" id="{CE3DC5BC-E177-4D4D-A9A7-633973D7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4376824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3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3"/>
                  <a:pt x="95860" y="15977"/>
                </a:cubicBezTo>
                <a:lnTo>
                  <a:pt x="95860" y="164256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6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63">
            <a:extLst xmlns:a="http://schemas.openxmlformats.org/drawingml/2006/main">
              <a:ext uri="{FF2B5EF4-FFF2-40B4-BE49-F238E27FC236}">
                <a16:creationId xmlns:a16="http://schemas.microsoft.com/office/drawing/2014/main" id="{9D1EC296-AA11-4AAC-8FCF-84C88E0A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34" y="4593186"/>
            <a:ext cx="95860" cy="180233"/>
          </a:xfrm>
          <a:custGeom xmlns:a="http://schemas.openxmlformats.org/drawingml/2006/main">
            <a:pathLst>
              <a:path w="95860" h="180233">
                <a:moveTo>
                  <a:pt x="0" y="15977"/>
                </a:moveTo>
                <a:cubicBezTo>
                  <a:pt x="0" y="7154"/>
                  <a:pt x="7153" y="0"/>
                  <a:pt x="15977" y="0"/>
                </a:cubicBezTo>
                <a:lnTo>
                  <a:pt x="79884" y="0"/>
                </a:lnTo>
                <a:cubicBezTo>
                  <a:pt x="88707" y="0"/>
                  <a:pt x="95860" y="7154"/>
                  <a:pt x="95860" y="15977"/>
                </a:cubicBezTo>
                <a:lnTo>
                  <a:pt x="95860" y="164257"/>
                </a:lnTo>
                <a:cubicBezTo>
                  <a:pt x="95860" y="173080"/>
                  <a:pt x="88707" y="180233"/>
                  <a:pt x="79884" y="180233"/>
                </a:cubicBezTo>
                <a:lnTo>
                  <a:pt x="15977" y="180233"/>
                </a:lnTo>
                <a:cubicBezTo>
                  <a:pt x="7153" y="180233"/>
                  <a:pt x="0" y="173080"/>
                  <a:pt x="0" y="164257"/>
                </a:cubicBezTo>
                <a:lnTo>
                  <a:pt x="0" y="159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text-64 Unlabeled">
            <a:extLst xmlns:a="http://schemas.openxmlformats.org/drawingml/2006/main">
              <a:ext uri="{FF2B5EF4-FFF2-40B4-BE49-F238E27FC236}">
                <a16:creationId xmlns:a16="http://schemas.microsoft.com/office/drawing/2014/main" id="{7446E1EC-A474-40A8-AF85-FA116A53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78898" y="3028014"/>
            <a:ext cx="940302" cy="275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Unlabeled</a:t>
            </a:r>
          </a:p>
        </p:txBody>
      </p:sp>
      <p:sp>
        <p:nvSpPr>
          <p:cNvPr id="79" name="text-64 Videos">
            <a:extLst xmlns:a="http://schemas.openxmlformats.org/drawingml/2006/main">
              <a:ext uri="{FF2B5EF4-FFF2-40B4-BE49-F238E27FC236}">
                <a16:creationId xmlns:a16="http://schemas.microsoft.com/office/drawing/2014/main" id="{B50AEB96-8BC5-4F36-9064-55ECE691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42103" y="2089402"/>
            <a:ext cx="618173" cy="265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Videos</a:t>
            </a:r>
          </a:p>
        </p:txBody>
      </p:sp>
      <p:sp>
        <p:nvSpPr>
          <p:cNvPr id="80" name="text-65 Unlabeled">
            <a:extLst xmlns:a="http://schemas.openxmlformats.org/drawingml/2006/main">
              <a:ext uri="{FF2B5EF4-FFF2-40B4-BE49-F238E27FC236}">
                <a16:creationId xmlns:a16="http://schemas.microsoft.com/office/drawing/2014/main" id="{3BE70EB9-29B0-4F26-B1B6-556F85B1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78898" y="3028014"/>
            <a:ext cx="940302" cy="275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5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Unlabeled</a:t>
            </a:r>
          </a:p>
        </p:txBody>
      </p:sp>
      <p:sp>
        <p:nvSpPr>
          <p:cNvPr id="81" name="text-65 Videos">
            <a:extLst xmlns:a="http://schemas.openxmlformats.org/drawingml/2006/main">
              <a:ext uri="{FF2B5EF4-FFF2-40B4-BE49-F238E27FC236}">
                <a16:creationId xmlns:a16="http://schemas.microsoft.com/office/drawing/2014/main" id="{644BB472-0095-4E4D-B29E-CFAA08F8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42103" y="2089402"/>
            <a:ext cx="618173" cy="265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Videos</a:t>
            </a:r>
          </a:p>
        </p:txBody>
      </p:sp>
      <p:sp>
        <p:nvSpPr>
          <p:cNvPr id="82" name="path-66">
            <a:extLst xmlns:a="http://schemas.openxmlformats.org/drawingml/2006/main">
              <a:ext uri="{FF2B5EF4-FFF2-40B4-BE49-F238E27FC236}">
                <a16:creationId xmlns:a16="http://schemas.microsoft.com/office/drawing/2014/main" id="{E693EBC8-7A49-4318-BF67-80A1C2D2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591" y="4818954"/>
            <a:ext cx="156776" cy="462797"/>
          </a:xfrm>
          <a:custGeom xmlns:a="http://schemas.openxmlformats.org/drawingml/2006/main">
            <a:pathLst>
              <a:path w="156776" h="462797">
                <a:moveTo>
                  <a:pt x="61503" y="0"/>
                </a:moveTo>
                <a:lnTo>
                  <a:pt x="61501" y="429282"/>
                </a:lnTo>
                <a:lnTo>
                  <a:pt x="95275" y="429282"/>
                </a:lnTo>
                <a:lnTo>
                  <a:pt x="95276" y="0"/>
                </a:lnTo>
                <a:lnTo>
                  <a:pt x="61503" y="0"/>
                </a:lnTo>
                <a:moveTo>
                  <a:pt x="4699" y="336472"/>
                </a:moveTo>
                <a:lnTo>
                  <a:pt x="78388" y="462797"/>
                </a:lnTo>
                <a:lnTo>
                  <a:pt x="152078" y="336472"/>
                </a:lnTo>
                <a:cubicBezTo>
                  <a:pt x="156776" y="328416"/>
                  <a:pt x="154056" y="318077"/>
                  <a:pt x="145999" y="313377"/>
                </a:cubicBezTo>
                <a:cubicBezTo>
                  <a:pt x="137944" y="308678"/>
                  <a:pt x="127604" y="311399"/>
                  <a:pt x="122904" y="319455"/>
                </a:cubicBezTo>
                <a:lnTo>
                  <a:pt x="63802" y="420774"/>
                </a:lnTo>
                <a:lnTo>
                  <a:pt x="92974" y="420774"/>
                </a:lnTo>
                <a:lnTo>
                  <a:pt x="33872" y="319455"/>
                </a:lnTo>
                <a:cubicBezTo>
                  <a:pt x="29172" y="311399"/>
                  <a:pt x="18833" y="308678"/>
                  <a:pt x="10777" y="313377"/>
                </a:cubicBezTo>
                <a:cubicBezTo>
                  <a:pt x="2721" y="318076"/>
                  <a:pt x="0" y="328416"/>
                  <a:pt x="4699" y="336472"/>
                </a:cubicBezTo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67">
            <a:extLst xmlns:a="http://schemas.openxmlformats.org/drawingml/2006/main">
              <a:ext uri="{FF2B5EF4-FFF2-40B4-BE49-F238E27FC236}">
                <a16:creationId xmlns:a16="http://schemas.microsoft.com/office/drawing/2014/main" id="{A4F0D48F-F9F3-4000-B350-367FBDBB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59" y="5284341"/>
            <a:ext cx="2265607" cy="1305327"/>
          </a:xfrm>
          <a:custGeom xmlns:a="http://schemas.openxmlformats.org/drawingml/2006/main">
            <a:pathLst>
              <a:path w="2265607" h="1305327">
                <a:moveTo>
                  <a:pt x="0" y="81061"/>
                </a:moveTo>
                <a:cubicBezTo>
                  <a:pt x="0" y="36291"/>
                  <a:pt x="36292" y="0"/>
                  <a:pt x="81060" y="0"/>
                </a:cubicBezTo>
                <a:lnTo>
                  <a:pt x="2184546" y="0"/>
                </a:lnTo>
                <a:cubicBezTo>
                  <a:pt x="2229315" y="0"/>
                  <a:pt x="2265607" y="36291"/>
                  <a:pt x="2265607" y="81061"/>
                </a:cubicBezTo>
                <a:lnTo>
                  <a:pt x="2265607" y="1224267"/>
                </a:lnTo>
                <a:cubicBezTo>
                  <a:pt x="2265607" y="1269035"/>
                  <a:pt x="2229315" y="1305327"/>
                  <a:pt x="2184546" y="1305327"/>
                </a:cubicBezTo>
                <a:lnTo>
                  <a:pt x="81060" y="1305327"/>
                </a:lnTo>
                <a:cubicBezTo>
                  <a:pt x="36292" y="1305327"/>
                  <a:pt x="0" y="1269035"/>
                  <a:pt x="0" y="1224267"/>
                </a:cubicBezTo>
                <a:lnTo>
                  <a:pt x="0" y="81061"/>
                </a:lnTo>
              </a:path>
            </a:pathLst>
          </a:custGeom>
          <a:solidFill xmlns:a="http://schemas.openxmlformats.org/drawingml/2006/main">
            <a:srgbClr val="EB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68">
            <a:extLst xmlns:a="http://schemas.openxmlformats.org/drawingml/2006/main">
              <a:ext uri="{FF2B5EF4-FFF2-40B4-BE49-F238E27FC236}">
                <a16:creationId xmlns:a16="http://schemas.microsoft.com/office/drawing/2014/main" id="{27BB3739-2BB3-4D5E-9AC7-16539CB3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59" y="5284341"/>
            <a:ext cx="2265607" cy="1305327"/>
          </a:xfrm>
          <a:custGeom xmlns:a="http://schemas.openxmlformats.org/drawingml/2006/main">
            <a:pathLst>
              <a:path w="2265607" h="1305327">
                <a:moveTo>
                  <a:pt x="0" y="81060"/>
                </a:moveTo>
                <a:cubicBezTo>
                  <a:pt x="0" y="36292"/>
                  <a:pt x="36292" y="0"/>
                  <a:pt x="81060" y="0"/>
                </a:cubicBezTo>
                <a:lnTo>
                  <a:pt x="2184546" y="0"/>
                </a:lnTo>
                <a:cubicBezTo>
                  <a:pt x="2229315" y="0"/>
                  <a:pt x="2265607" y="36292"/>
                  <a:pt x="2265607" y="81060"/>
                </a:cubicBezTo>
                <a:lnTo>
                  <a:pt x="2265607" y="1224267"/>
                </a:lnTo>
                <a:cubicBezTo>
                  <a:pt x="2265607" y="1269035"/>
                  <a:pt x="2229315" y="1305327"/>
                  <a:pt x="2184546" y="1305327"/>
                </a:cubicBezTo>
                <a:lnTo>
                  <a:pt x="81060" y="1305327"/>
                </a:lnTo>
                <a:cubicBezTo>
                  <a:pt x="36292" y="1305327"/>
                  <a:pt x="0" y="1269035"/>
                  <a:pt x="0" y="1224267"/>
                </a:cubicBezTo>
                <a:lnTo>
                  <a:pt x="0" y="81060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DAE3F3"/>
            </a:solidFill>
            <a:prstDash val="solid"/>
          </a:ln>
        </p:spPr>
      </p:sp>
      <p:sp>
        <p:nvSpPr>
          <p:cNvPr id="85" name="path-69">
            <a:extLst xmlns:a="http://schemas.openxmlformats.org/drawingml/2006/main">
              <a:ext uri="{FF2B5EF4-FFF2-40B4-BE49-F238E27FC236}">
                <a16:creationId xmlns:a16="http://schemas.microsoft.com/office/drawing/2014/main" id="{4E59ADE9-DDA3-4A53-8782-1ABBA7BE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62" y="5627132"/>
            <a:ext cx="2077604" cy="896111"/>
          </a:xfrm>
          <a:custGeom xmlns:a="http://schemas.openxmlformats.org/drawingml/2006/main">
            <a:pathLst>
              <a:path w="2077604" h="896111">
                <a:moveTo>
                  <a:pt x="0" y="67772"/>
                </a:moveTo>
                <a:cubicBezTo>
                  <a:pt x="0" y="30343"/>
                  <a:pt x="30342" y="0"/>
                  <a:pt x="67772" y="0"/>
                </a:cubicBezTo>
                <a:lnTo>
                  <a:pt x="2009831" y="0"/>
                </a:lnTo>
                <a:cubicBezTo>
                  <a:pt x="2047261" y="0"/>
                  <a:pt x="2077604" y="30343"/>
                  <a:pt x="2077604" y="67772"/>
                </a:cubicBezTo>
                <a:lnTo>
                  <a:pt x="2077604" y="828339"/>
                </a:lnTo>
                <a:cubicBezTo>
                  <a:pt x="2077604" y="865768"/>
                  <a:pt x="2047261" y="896111"/>
                  <a:pt x="2009831" y="896111"/>
                </a:cubicBezTo>
                <a:lnTo>
                  <a:pt x="67772" y="896111"/>
                </a:lnTo>
                <a:cubicBezTo>
                  <a:pt x="30342" y="896111"/>
                  <a:pt x="0" y="865768"/>
                  <a:pt x="0" y="828339"/>
                </a:cubicBezTo>
                <a:lnTo>
                  <a:pt x="0" y="67772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2F5597"/>
            </a:solidFill>
            <a:prstDash val="dash"/>
          </a:ln>
        </p:spPr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976BA4-A052-4D7A-A3F0-CBC4BB781A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c8713cef641fc"/>
          <a:stretch xmlns:a="http://schemas.openxmlformats.org/drawingml/2006/main"/>
        </p:blipFill>
        <p:spPr>
          <a:xfrm xmlns:a="http://schemas.openxmlformats.org/drawingml/2006/main">
            <a:off x="696155" y="5675193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87" name="text-71 Events">
            <a:extLst xmlns:a="http://schemas.openxmlformats.org/drawingml/2006/main">
              <a:ext uri="{FF2B5EF4-FFF2-40B4-BE49-F238E27FC236}">
                <a16:creationId xmlns:a16="http://schemas.microsoft.com/office/drawing/2014/main" id="{1378D6A0-859C-46A2-9A49-593E670D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865" y="5747958"/>
            <a:ext cx="524535" cy="221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Events</a:t>
            </a:r>
          </a:p>
        </p:txBody>
      </p:sp>
      <p:sp>
        <p:nvSpPr>
          <p:cNvPr id="88" name="text-72 Events">
            <a:extLst xmlns:a="http://schemas.openxmlformats.org/drawingml/2006/main">
              <a:ext uri="{FF2B5EF4-FFF2-40B4-BE49-F238E27FC236}">
                <a16:creationId xmlns:a16="http://schemas.microsoft.com/office/drawing/2014/main" id="{E014B548-C61A-4E7D-8A56-A3056EEF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865" y="5747958"/>
            <a:ext cx="524535" cy="221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Events</a:t>
            </a:r>
          </a:p>
        </p:txBody>
      </p:sp>
      <p:sp>
        <p:nvSpPr>
          <p:cNvPr id="89" name="text-73 Edges">
            <a:extLst xmlns:a="http://schemas.openxmlformats.org/drawingml/2006/main">
              <a:ext uri="{FF2B5EF4-FFF2-40B4-BE49-F238E27FC236}">
                <a16:creationId xmlns:a16="http://schemas.microsoft.com/office/drawing/2014/main" id="{363C40AC-F94D-4E35-A309-B9ACF259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526" y="6183086"/>
            <a:ext cx="466811" cy="221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Edges</a:t>
            </a:r>
          </a:p>
        </p:txBody>
      </p:sp>
      <p:sp>
        <p:nvSpPr>
          <p:cNvPr id="90" name="text-74 Edges">
            <a:extLst xmlns:a="http://schemas.openxmlformats.org/drawingml/2006/main">
              <a:ext uri="{FF2B5EF4-FFF2-40B4-BE49-F238E27FC236}">
                <a16:creationId xmlns:a16="http://schemas.microsoft.com/office/drawing/2014/main" id="{9FBD0B68-8E85-45AE-BB35-61B54014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9526" y="6183086"/>
            <a:ext cx="466811" cy="221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Edges</a:t>
            </a:r>
          </a:p>
        </p:txBody>
      </p:sp>
      <p:sp>
        <p:nvSpPr>
          <p:cNvPr id="91" name="text-75 OCR">
            <a:extLst xmlns:a="http://schemas.openxmlformats.org/drawingml/2006/main">
              <a:ext uri="{FF2B5EF4-FFF2-40B4-BE49-F238E27FC236}">
                <a16:creationId xmlns:a16="http://schemas.microsoft.com/office/drawing/2014/main" id="{7CBA3188-A9BB-499B-96E0-4285E1A0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076" y="6085972"/>
            <a:ext cx="348452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OCR</a:t>
            </a:r>
          </a:p>
        </p:txBody>
      </p:sp>
      <p:sp>
        <p:nvSpPr>
          <p:cNvPr id="92" name="text-76 OCR">
            <a:extLst xmlns:a="http://schemas.openxmlformats.org/drawingml/2006/main">
              <a:ext uri="{FF2B5EF4-FFF2-40B4-BE49-F238E27FC236}">
                <a16:creationId xmlns:a16="http://schemas.microsoft.com/office/drawing/2014/main" id="{F8F9D902-BD23-4961-BE0A-81F6DF45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076" y="6085972"/>
            <a:ext cx="348452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OCR</a:t>
            </a:r>
          </a:p>
        </p:txBody>
      </p:sp>
      <p:sp>
        <p:nvSpPr>
          <p:cNvPr id="93" name="text-77 text">
            <a:extLst xmlns:a="http://schemas.openxmlformats.org/drawingml/2006/main">
              <a:ext uri="{FF2B5EF4-FFF2-40B4-BE49-F238E27FC236}">
                <a16:creationId xmlns:a16="http://schemas.microsoft.com/office/drawing/2014/main" id="{5D9175C1-6D2D-4038-84D6-2F89FA10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54" y="6278081"/>
            <a:ext cx="355837" cy="220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94" name="text-78 text">
            <a:extLst xmlns:a="http://schemas.openxmlformats.org/drawingml/2006/main">
              <a:ext uri="{FF2B5EF4-FFF2-40B4-BE49-F238E27FC236}">
                <a16:creationId xmlns:a16="http://schemas.microsoft.com/office/drawing/2014/main" id="{AC3459CC-CC0E-49DB-B0DC-A83F6E71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54" y="6278081"/>
            <a:ext cx="355837" cy="220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95" name="text-79 Entities">
            <a:extLst xmlns:a="http://schemas.openxmlformats.org/drawingml/2006/main">
              <a:ext uri="{FF2B5EF4-FFF2-40B4-BE49-F238E27FC236}">
                <a16:creationId xmlns:a16="http://schemas.microsoft.com/office/drawing/2014/main" id="{86502FB7-B046-460C-BE8C-6801D178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95" y="5751141"/>
            <a:ext cx="608879" cy="220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Entities</a:t>
            </a:r>
          </a:p>
        </p:txBody>
      </p:sp>
      <p:sp>
        <p:nvSpPr>
          <p:cNvPr id="96" name="text-80 Entities">
            <a:extLst xmlns:a="http://schemas.openxmlformats.org/drawingml/2006/main">
              <a:ext uri="{FF2B5EF4-FFF2-40B4-BE49-F238E27FC236}">
                <a16:creationId xmlns:a16="http://schemas.microsoft.com/office/drawing/2014/main" id="{85ECFEB5-3EE6-4E72-AB2E-F2AE149F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95" y="5751141"/>
            <a:ext cx="608879" cy="220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Entities</a:t>
            </a:r>
          </a:p>
        </p:txBody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A790068-9A9D-4EA5-AF39-FCC5870DC5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b5ed88bf6456a"/>
          <a:stretch xmlns:a="http://schemas.openxmlformats.org/drawingml/2006/main"/>
        </p:blipFill>
        <p:spPr>
          <a:xfrm xmlns:a="http://schemas.openxmlformats.org/drawingml/2006/main">
            <a:off x="1667705" y="5703768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98" name="text-82 Structured">
            <a:extLst xmlns:a="http://schemas.openxmlformats.org/drawingml/2006/main">
              <a:ext uri="{FF2B5EF4-FFF2-40B4-BE49-F238E27FC236}">
                <a16:creationId xmlns:a16="http://schemas.microsoft.com/office/drawing/2014/main" id="{236B51F3-C76C-4D32-967D-41A44E2A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733" y="5316465"/>
            <a:ext cx="1108058" cy="283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Structured</a:t>
            </a:r>
          </a:p>
        </p:txBody>
      </p:sp>
      <p:sp>
        <p:nvSpPr>
          <p:cNvPr id="99" name="text-82 Memory">
            <a:extLst xmlns:a="http://schemas.openxmlformats.org/drawingml/2006/main">
              <a:ext uri="{FF2B5EF4-FFF2-40B4-BE49-F238E27FC236}">
                <a16:creationId xmlns:a16="http://schemas.microsoft.com/office/drawing/2014/main" id="{7EAEB384-AE52-4ADD-BC6A-65F3FDEB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3359" y="5316543"/>
            <a:ext cx="793246" cy="2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00" name="text-83 Structured">
            <a:extLst xmlns:a="http://schemas.openxmlformats.org/drawingml/2006/main">
              <a:ext uri="{FF2B5EF4-FFF2-40B4-BE49-F238E27FC236}">
                <a16:creationId xmlns:a16="http://schemas.microsoft.com/office/drawing/2014/main" id="{423BCA56-FE4C-4C3E-A723-AF432678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733" y="5316465"/>
            <a:ext cx="1108058" cy="283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Structured</a:t>
            </a:r>
          </a:p>
        </p:txBody>
      </p:sp>
      <p:sp>
        <p:nvSpPr>
          <p:cNvPr id="101" name="text-83 Memory">
            <a:extLst xmlns:a="http://schemas.openxmlformats.org/drawingml/2006/main">
              <a:ext uri="{FF2B5EF4-FFF2-40B4-BE49-F238E27FC236}">
                <a16:creationId xmlns:a16="http://schemas.microsoft.com/office/drawing/2014/main" id="{5F022C3C-BE2A-4CFE-ABF1-66A505BB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3359" y="5316543"/>
            <a:ext cx="793246" cy="2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02" name="text-84 Questioner">
            <a:extLst xmlns:a="http://schemas.openxmlformats.org/drawingml/2006/main">
              <a:ext uri="{FF2B5EF4-FFF2-40B4-BE49-F238E27FC236}">
                <a16:creationId xmlns:a16="http://schemas.microsoft.com/office/drawing/2014/main" id="{4030F0F5-6845-4ED2-AB10-A397C543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5196" y="1246459"/>
            <a:ext cx="919246" cy="23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103" name="text-85 Questioner">
            <a:extLst xmlns:a="http://schemas.openxmlformats.org/drawingml/2006/main">
              <a:ext uri="{FF2B5EF4-FFF2-40B4-BE49-F238E27FC236}">
                <a16:creationId xmlns:a16="http://schemas.microsoft.com/office/drawing/2014/main" id="{9E15D0AE-E4C1-4436-A79A-DEDD60C2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5196" y="1246459"/>
            <a:ext cx="919246" cy="23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07FAE98-BE0D-4E81-99E5-5E63ED13CF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22f688d844e2e"/>
          <a:stretch xmlns:a="http://schemas.openxmlformats.org/drawingml/2006/main"/>
        </p:blipFill>
        <p:spPr>
          <a:xfrm xmlns:a="http://schemas.openxmlformats.org/drawingml/2006/main">
            <a:off x="2801180" y="1474668"/>
            <a:ext cx="228600" cy="4505325"/>
          </a:xfrm>
          <a:prstGeom xmlns:a="http://schemas.openxmlformats.org/drawingml/2006/main" prst="rect">
            <a:avLst/>
          </a:prstGeom>
        </p:spPr>
      </p:pic>
      <p:sp>
        <p:nvSpPr>
          <p:cNvPr id="105" name="path-87">
            <a:extLst xmlns:a="http://schemas.openxmlformats.org/drawingml/2006/main">
              <a:ext uri="{FF2B5EF4-FFF2-40B4-BE49-F238E27FC236}">
                <a16:creationId xmlns:a16="http://schemas.microsoft.com/office/drawing/2014/main" id="{C8950F97-EB74-4B3D-A094-F7226B81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280" y="732958"/>
            <a:ext cx="4224139" cy="670311"/>
          </a:xfrm>
          <a:custGeom xmlns:a="http://schemas.openxmlformats.org/drawingml/2006/main">
            <a:pathLst>
              <a:path w="4224139" h="670311">
                <a:moveTo>
                  <a:pt x="137041" y="111721"/>
                </a:moveTo>
                <a:cubicBezTo>
                  <a:pt x="137041" y="50019"/>
                  <a:pt x="187059" y="0"/>
                  <a:pt x="248762" y="0"/>
                </a:cubicBezTo>
                <a:lnTo>
                  <a:pt x="818225" y="0"/>
                </a:lnTo>
                <a:lnTo>
                  <a:pt x="1839999" y="0"/>
                </a:lnTo>
                <a:lnTo>
                  <a:pt x="4112419" y="0"/>
                </a:lnTo>
                <a:cubicBezTo>
                  <a:pt x="4174120" y="0"/>
                  <a:pt x="4224139" y="50019"/>
                  <a:pt x="4224139" y="111721"/>
                </a:cubicBezTo>
                <a:lnTo>
                  <a:pt x="4224139" y="391016"/>
                </a:lnTo>
                <a:lnTo>
                  <a:pt x="4224139" y="558595"/>
                </a:lnTo>
                <a:lnTo>
                  <a:pt x="4224139" y="558591"/>
                </a:lnTo>
                <a:cubicBezTo>
                  <a:pt x="4224139" y="620292"/>
                  <a:pt x="4174120" y="670311"/>
                  <a:pt x="4112419" y="670311"/>
                </a:cubicBezTo>
                <a:lnTo>
                  <a:pt x="1839999" y="670311"/>
                </a:lnTo>
                <a:lnTo>
                  <a:pt x="818225" y="670311"/>
                </a:lnTo>
                <a:lnTo>
                  <a:pt x="248762" y="670311"/>
                </a:lnTo>
                <a:cubicBezTo>
                  <a:pt x="187059" y="670311"/>
                  <a:pt x="137041" y="620292"/>
                  <a:pt x="137041" y="558591"/>
                </a:cubicBezTo>
                <a:lnTo>
                  <a:pt x="137041" y="558595"/>
                </a:lnTo>
                <a:lnTo>
                  <a:pt x="0" y="496574"/>
                </a:lnTo>
                <a:lnTo>
                  <a:pt x="137041" y="391016"/>
                </a:lnTo>
                <a:lnTo>
                  <a:pt x="137041" y="111721"/>
                </a:lnTo>
              </a:path>
            </a:pathLst>
          </a:custGeom>
          <a:solidFill xmlns:a="http://schemas.openxmlformats.org/drawingml/2006/main">
            <a:srgbClr val="F7E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88">
            <a:extLst xmlns:a="http://schemas.openxmlformats.org/drawingml/2006/main">
              <a:ext uri="{FF2B5EF4-FFF2-40B4-BE49-F238E27FC236}">
                <a16:creationId xmlns:a16="http://schemas.microsoft.com/office/drawing/2014/main" id="{52FDB466-BBF3-4CD3-98DC-953E991C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280" y="732958"/>
            <a:ext cx="4224139" cy="670311"/>
          </a:xfrm>
          <a:custGeom xmlns:a="http://schemas.openxmlformats.org/drawingml/2006/main">
            <a:pathLst>
              <a:path w="4224139" h="670311">
                <a:moveTo>
                  <a:pt x="137041" y="111721"/>
                </a:moveTo>
                <a:cubicBezTo>
                  <a:pt x="137041" y="50019"/>
                  <a:pt x="187060" y="0"/>
                  <a:pt x="248761" y="0"/>
                </a:cubicBezTo>
                <a:lnTo>
                  <a:pt x="818224" y="0"/>
                </a:lnTo>
                <a:lnTo>
                  <a:pt x="1839999" y="0"/>
                </a:lnTo>
                <a:lnTo>
                  <a:pt x="4112419" y="0"/>
                </a:lnTo>
                <a:cubicBezTo>
                  <a:pt x="4174120" y="0"/>
                  <a:pt x="4224139" y="50019"/>
                  <a:pt x="4224139" y="111721"/>
                </a:cubicBezTo>
                <a:lnTo>
                  <a:pt x="4224139" y="391016"/>
                </a:lnTo>
                <a:lnTo>
                  <a:pt x="4224139" y="558595"/>
                </a:lnTo>
                <a:lnTo>
                  <a:pt x="4224139" y="558590"/>
                </a:lnTo>
                <a:cubicBezTo>
                  <a:pt x="4224139" y="620292"/>
                  <a:pt x="4174120" y="670311"/>
                  <a:pt x="4112419" y="670311"/>
                </a:cubicBezTo>
                <a:lnTo>
                  <a:pt x="1839999" y="670311"/>
                </a:lnTo>
                <a:lnTo>
                  <a:pt x="818224" y="670311"/>
                </a:lnTo>
                <a:lnTo>
                  <a:pt x="248761" y="670311"/>
                </a:lnTo>
                <a:cubicBezTo>
                  <a:pt x="187060" y="670311"/>
                  <a:pt x="137041" y="620292"/>
                  <a:pt x="137041" y="558590"/>
                </a:cubicBezTo>
                <a:lnTo>
                  <a:pt x="137041" y="558595"/>
                </a:lnTo>
                <a:lnTo>
                  <a:pt x="0" y="496573"/>
                </a:lnTo>
                <a:lnTo>
                  <a:pt x="137041" y="391016"/>
                </a:lnTo>
                <a:lnTo>
                  <a:pt x="137041" y="111721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2E75B6"/>
            </a:solidFill>
            <a:prstDash val="solid"/>
          </a:ln>
        </p:spPr>
      </p:sp>
      <p:sp>
        <p:nvSpPr>
          <p:cNvPr id="107" name="text-89 Evolution">
            <a:extLst xmlns:a="http://schemas.openxmlformats.org/drawingml/2006/main">
              <a:ext uri="{FF2B5EF4-FFF2-40B4-BE49-F238E27FC236}">
                <a16:creationId xmlns:a16="http://schemas.microsoft.com/office/drawing/2014/main" id="{20C55D20-63C3-4297-94C6-0DEC2A0C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5813" y="746413"/>
            <a:ext cx="793687" cy="251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417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sp>
        <p:nvSpPr>
          <p:cNvPr id="108" name="text-89 question:">
            <a:extLst xmlns:a="http://schemas.openxmlformats.org/drawingml/2006/main">
              <a:ext uri="{FF2B5EF4-FFF2-40B4-BE49-F238E27FC236}">
                <a16:creationId xmlns:a16="http://schemas.microsoft.com/office/drawing/2014/main" id="{34326013-F360-4D20-8D0B-80DE6BC4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580" y="746226"/>
            <a:ext cx="784227" cy="252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8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8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418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question:</a:t>
            </a:r>
          </a:p>
        </p:txBody>
      </p:sp>
      <p:sp>
        <p:nvSpPr>
          <p:cNvPr id="109" name="text-90 Evolution">
            <a:extLst xmlns:a="http://schemas.openxmlformats.org/drawingml/2006/main">
              <a:ext uri="{FF2B5EF4-FFF2-40B4-BE49-F238E27FC236}">
                <a16:creationId xmlns:a16="http://schemas.microsoft.com/office/drawing/2014/main" id="{424815CA-5891-4F74-8A77-41489A4A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5813" y="746413"/>
            <a:ext cx="793687" cy="251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417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Evolution</a:t>
            </a:r>
          </a:p>
        </p:txBody>
      </p:sp>
      <p:sp>
        <p:nvSpPr>
          <p:cNvPr id="110" name="text-90 question:">
            <a:extLst xmlns:a="http://schemas.openxmlformats.org/drawingml/2006/main">
              <a:ext uri="{FF2B5EF4-FFF2-40B4-BE49-F238E27FC236}">
                <a16:creationId xmlns:a16="http://schemas.microsoft.com/office/drawing/2014/main" id="{DE2D6890-40C0-43BF-8028-42A4775E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580" y="746226"/>
            <a:ext cx="784227" cy="252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8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8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418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question:</a:t>
            </a:r>
          </a:p>
        </p:txBody>
      </p:sp>
      <p:sp>
        <p:nvSpPr>
          <p:cNvPr id="111" name="text-91 Where">
            <a:extLst xmlns:a="http://schemas.openxmlformats.org/drawingml/2006/main">
              <a:ext uri="{FF2B5EF4-FFF2-40B4-BE49-F238E27FC236}">
                <a16:creationId xmlns:a16="http://schemas.microsoft.com/office/drawing/2014/main" id="{221ACD08-868C-4F90-ACB9-859531F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5511" y="746029"/>
            <a:ext cx="608179" cy="252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Where</a:t>
            </a:r>
          </a:p>
        </p:txBody>
      </p:sp>
      <p:sp>
        <p:nvSpPr>
          <p:cNvPr id="112" name="text-91 was">
            <a:extLst xmlns:a="http://schemas.openxmlformats.org/drawingml/2006/main">
              <a:ext uri="{FF2B5EF4-FFF2-40B4-BE49-F238E27FC236}">
                <a16:creationId xmlns:a16="http://schemas.microsoft.com/office/drawing/2014/main" id="{9F885429-6591-465F-8F9D-76E7648A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4608" y="745403"/>
            <a:ext cx="336984" cy="253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was</a:t>
            </a:r>
          </a:p>
        </p:txBody>
      </p:sp>
      <p:sp>
        <p:nvSpPr>
          <p:cNvPr id="113" name="text-91 the">
            <a:extLst xmlns:a="http://schemas.openxmlformats.org/drawingml/2006/main">
              <a:ext uri="{FF2B5EF4-FFF2-40B4-BE49-F238E27FC236}">
                <a16:creationId xmlns:a16="http://schemas.microsoft.com/office/drawing/2014/main" id="{28B5BD10-E736-4601-A7AB-B50C1FE2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2044" y="746406"/>
            <a:ext cx="319698" cy="251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14" name="text-91 hairpin">
            <a:extLst xmlns:a="http://schemas.openxmlformats.org/drawingml/2006/main">
              <a:ext uri="{FF2B5EF4-FFF2-40B4-BE49-F238E27FC236}">
                <a16:creationId xmlns:a16="http://schemas.microsoft.com/office/drawing/2014/main" id="{D6E50223-9D4E-44CE-AD0C-C481D368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2728" y="745377"/>
            <a:ext cx="609519" cy="2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hairpin</a:t>
            </a:r>
          </a:p>
        </p:txBody>
      </p:sp>
      <p:sp>
        <p:nvSpPr>
          <p:cNvPr id="115" name="text-92 Where">
            <a:extLst xmlns:a="http://schemas.openxmlformats.org/drawingml/2006/main">
              <a:ext uri="{FF2B5EF4-FFF2-40B4-BE49-F238E27FC236}">
                <a16:creationId xmlns:a16="http://schemas.microsoft.com/office/drawing/2014/main" id="{E4D3F6E1-8E23-4414-B1AB-ECDE0E66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5511" y="746029"/>
            <a:ext cx="608179" cy="252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Where</a:t>
            </a:r>
          </a:p>
        </p:txBody>
      </p:sp>
      <p:sp>
        <p:nvSpPr>
          <p:cNvPr id="116" name="text-92 was">
            <a:extLst xmlns:a="http://schemas.openxmlformats.org/drawingml/2006/main">
              <a:ext uri="{FF2B5EF4-FFF2-40B4-BE49-F238E27FC236}">
                <a16:creationId xmlns:a16="http://schemas.microsoft.com/office/drawing/2014/main" id="{60913680-16EC-46AB-8696-DC3D2A3B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4608" y="745403"/>
            <a:ext cx="336984" cy="253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was</a:t>
            </a:r>
          </a:p>
        </p:txBody>
      </p:sp>
      <p:sp>
        <p:nvSpPr>
          <p:cNvPr id="117" name="text-92 the">
            <a:extLst xmlns:a="http://schemas.openxmlformats.org/drawingml/2006/main">
              <a:ext uri="{FF2B5EF4-FFF2-40B4-BE49-F238E27FC236}">
                <a16:creationId xmlns:a16="http://schemas.microsoft.com/office/drawing/2014/main" id="{EF36DC36-79DB-4238-9A3B-3DD212A7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2044" y="746406"/>
            <a:ext cx="319698" cy="251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18" name="text-92 hairpin">
            <a:extLst xmlns:a="http://schemas.openxmlformats.org/drawingml/2006/main">
              <a:ext uri="{FF2B5EF4-FFF2-40B4-BE49-F238E27FC236}">
                <a16:creationId xmlns:a16="http://schemas.microsoft.com/office/drawing/2014/main" id="{55D29F59-4A81-4281-97B7-3F596F84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2728" y="745377"/>
            <a:ext cx="609519" cy="2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hairpin</a:t>
            </a:r>
          </a:p>
        </p:txBody>
      </p:sp>
      <p:sp>
        <p:nvSpPr>
          <p:cNvPr id="119" name="text-93 before">
            <a:extLst xmlns:a="http://schemas.openxmlformats.org/drawingml/2006/main">
              <a:ext uri="{FF2B5EF4-FFF2-40B4-BE49-F238E27FC236}">
                <a16:creationId xmlns:a16="http://schemas.microsoft.com/office/drawing/2014/main" id="{A746E9C2-BB24-4246-AFDC-4E7D4FF2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9156" y="959586"/>
            <a:ext cx="609707" cy="252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before</a:t>
            </a:r>
          </a:p>
        </p:txBody>
      </p:sp>
      <p:sp>
        <p:nvSpPr>
          <p:cNvPr id="120" name="text-93 it">
            <a:extLst xmlns:a="http://schemas.openxmlformats.org/drawingml/2006/main">
              <a:ext uri="{FF2B5EF4-FFF2-40B4-BE49-F238E27FC236}">
                <a16:creationId xmlns:a16="http://schemas.microsoft.com/office/drawing/2014/main" id="{EC4464F2-D131-4603-9DCD-31C853E7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9694" y="959318"/>
            <a:ext cx="168120" cy="252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</a:t>
            </a:r>
          </a:p>
        </p:txBody>
      </p:sp>
      <p:sp>
        <p:nvSpPr>
          <p:cNvPr id="121" name="text-93 was">
            <a:extLst xmlns:a="http://schemas.openxmlformats.org/drawingml/2006/main">
              <a:ext uri="{FF2B5EF4-FFF2-40B4-BE49-F238E27FC236}">
                <a16:creationId xmlns:a16="http://schemas.microsoft.com/office/drawing/2014/main" id="{00743E7E-3A01-4285-BFED-05DAA371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8355" y="958805"/>
            <a:ext cx="337064" cy="253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was</a:t>
            </a:r>
          </a:p>
        </p:txBody>
      </p:sp>
      <p:sp>
        <p:nvSpPr>
          <p:cNvPr id="122" name="text-93 placed">
            <a:extLst xmlns:a="http://schemas.openxmlformats.org/drawingml/2006/main">
              <a:ext uri="{FF2B5EF4-FFF2-40B4-BE49-F238E27FC236}">
                <a16:creationId xmlns:a16="http://schemas.microsoft.com/office/drawing/2014/main" id="{283E9985-DE00-4CD1-AB13-DDA1DE49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5935" y="959104"/>
            <a:ext cx="569006" cy="252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placed</a:t>
            </a:r>
          </a:p>
        </p:txBody>
      </p:sp>
      <p:sp>
        <p:nvSpPr>
          <p:cNvPr id="123" name="text-93 in">
            <a:extLst xmlns:a="http://schemas.openxmlformats.org/drawingml/2006/main">
              <a:ext uri="{FF2B5EF4-FFF2-40B4-BE49-F238E27FC236}">
                <a16:creationId xmlns:a16="http://schemas.microsoft.com/office/drawing/2014/main" id="{B40E9658-5581-42C5-89FA-F40E267B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5584" y="959366"/>
            <a:ext cx="177523" cy="252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24" name="text-93 her">
            <a:extLst xmlns:a="http://schemas.openxmlformats.org/drawingml/2006/main">
              <a:ext uri="{FF2B5EF4-FFF2-40B4-BE49-F238E27FC236}">
                <a16:creationId xmlns:a16="http://schemas.microsoft.com/office/drawing/2014/main" id="{344E2150-D874-49DC-994C-DD2CD90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4152" y="959735"/>
            <a:ext cx="321523" cy="252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her</a:t>
            </a:r>
          </a:p>
        </p:txBody>
      </p:sp>
      <p:sp>
        <p:nvSpPr>
          <p:cNvPr id="125" name="text-93 hair?">
            <a:extLst xmlns:a="http://schemas.openxmlformats.org/drawingml/2006/main">
              <a:ext uri="{FF2B5EF4-FFF2-40B4-BE49-F238E27FC236}">
                <a16:creationId xmlns:a16="http://schemas.microsoft.com/office/drawing/2014/main" id="{780E5C83-15AF-4186-9CA1-54E95B32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7501" y="958868"/>
            <a:ext cx="462006" cy="25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hair?</a:t>
            </a:r>
          </a:p>
        </p:txBody>
      </p:sp>
      <p:sp>
        <p:nvSpPr>
          <p:cNvPr id="126" name="text-94 before">
            <a:extLst xmlns:a="http://schemas.openxmlformats.org/drawingml/2006/main">
              <a:ext uri="{FF2B5EF4-FFF2-40B4-BE49-F238E27FC236}">
                <a16:creationId xmlns:a16="http://schemas.microsoft.com/office/drawing/2014/main" id="{8455E570-1500-4937-A537-133D3539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9156" y="959586"/>
            <a:ext cx="609707" cy="252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before</a:t>
            </a:r>
          </a:p>
        </p:txBody>
      </p:sp>
      <p:sp>
        <p:nvSpPr>
          <p:cNvPr id="127" name="text-94 it">
            <a:extLst xmlns:a="http://schemas.openxmlformats.org/drawingml/2006/main">
              <a:ext uri="{FF2B5EF4-FFF2-40B4-BE49-F238E27FC236}">
                <a16:creationId xmlns:a16="http://schemas.microsoft.com/office/drawing/2014/main" id="{CDA24D4F-7D5D-4EF8-A908-3699AE93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9694" y="959318"/>
            <a:ext cx="168120" cy="252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</a:t>
            </a:r>
          </a:p>
        </p:txBody>
      </p:sp>
      <p:sp>
        <p:nvSpPr>
          <p:cNvPr id="128" name="text-94 was">
            <a:extLst xmlns:a="http://schemas.openxmlformats.org/drawingml/2006/main">
              <a:ext uri="{FF2B5EF4-FFF2-40B4-BE49-F238E27FC236}">
                <a16:creationId xmlns:a16="http://schemas.microsoft.com/office/drawing/2014/main" id="{EE5B46E2-D891-4382-B825-8EFECDF8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8355" y="958805"/>
            <a:ext cx="337064" cy="253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was</a:t>
            </a:r>
          </a:p>
        </p:txBody>
      </p:sp>
      <p:sp>
        <p:nvSpPr>
          <p:cNvPr id="129" name="text-94 placed">
            <a:extLst xmlns:a="http://schemas.openxmlformats.org/drawingml/2006/main">
              <a:ext uri="{FF2B5EF4-FFF2-40B4-BE49-F238E27FC236}">
                <a16:creationId xmlns:a16="http://schemas.microsoft.com/office/drawing/2014/main" id="{9CA654E7-6CF6-44B8-87E5-2826B553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5935" y="959104"/>
            <a:ext cx="569006" cy="252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placed</a:t>
            </a:r>
          </a:p>
        </p:txBody>
      </p:sp>
      <p:sp>
        <p:nvSpPr>
          <p:cNvPr id="130" name="text-94 in">
            <a:extLst xmlns:a="http://schemas.openxmlformats.org/drawingml/2006/main">
              <a:ext uri="{FF2B5EF4-FFF2-40B4-BE49-F238E27FC236}">
                <a16:creationId xmlns:a16="http://schemas.microsoft.com/office/drawing/2014/main" id="{C42E4189-E87B-433F-B443-7E9EF050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5584" y="959366"/>
            <a:ext cx="177523" cy="252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31" name="text-94 her">
            <a:extLst xmlns:a="http://schemas.openxmlformats.org/drawingml/2006/main">
              <a:ext uri="{FF2B5EF4-FFF2-40B4-BE49-F238E27FC236}">
                <a16:creationId xmlns:a16="http://schemas.microsoft.com/office/drawing/2014/main" id="{10BE9E96-4973-476D-BEA5-679F933F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4152" y="959735"/>
            <a:ext cx="321523" cy="252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her</a:t>
            </a:r>
          </a:p>
        </p:txBody>
      </p:sp>
      <p:sp>
        <p:nvSpPr>
          <p:cNvPr id="132" name="text-94 hair?">
            <a:extLst xmlns:a="http://schemas.openxmlformats.org/drawingml/2006/main">
              <a:ext uri="{FF2B5EF4-FFF2-40B4-BE49-F238E27FC236}">
                <a16:creationId xmlns:a16="http://schemas.microsoft.com/office/drawing/2014/main" id="{E3A8626E-2535-4CFC-87DE-7313B9B0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7501" y="958868"/>
            <a:ext cx="462006" cy="25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hair?</a:t>
            </a:r>
          </a:p>
        </p:txBody>
      </p:sp>
      <p:sp>
        <p:nvSpPr>
          <p:cNvPr id="133" name="text-95 A.">
            <a:extLst xmlns:a="http://schemas.openxmlformats.org/drawingml/2006/main">
              <a:ext uri="{FF2B5EF4-FFF2-40B4-BE49-F238E27FC236}">
                <a16:creationId xmlns:a16="http://schemas.microsoft.com/office/drawing/2014/main" id="{EA46807F-879E-48EA-83E2-AB8455F5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6081" y="1163215"/>
            <a:ext cx="183045" cy="220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rPr>
              <a:t>A.</a:t>
            </a:r>
          </a:p>
        </p:txBody>
      </p:sp>
      <p:sp>
        <p:nvSpPr>
          <p:cNvPr id="134" name="text-95 Dresser">
            <a:extLst xmlns:a="http://schemas.openxmlformats.org/drawingml/2006/main">
              <a:ext uri="{FF2B5EF4-FFF2-40B4-BE49-F238E27FC236}">
                <a16:creationId xmlns:a16="http://schemas.microsoft.com/office/drawing/2014/main" id="{F8CA3D88-6E85-46AA-8E28-FCC7FA22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8654" y="1163121"/>
            <a:ext cx="620413" cy="221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rPr>
              <a:t>Dresser</a:t>
            </a:r>
          </a:p>
        </p:txBody>
      </p:sp>
      <p:sp>
        <p:nvSpPr>
          <p:cNvPr id="135" name="text-96 A.">
            <a:extLst xmlns:a="http://schemas.openxmlformats.org/drawingml/2006/main">
              <a:ext uri="{FF2B5EF4-FFF2-40B4-BE49-F238E27FC236}">
                <a16:creationId xmlns:a16="http://schemas.microsoft.com/office/drawing/2014/main" id="{0751B663-0D9B-40E0-A0F0-D340098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6081" y="1163215"/>
            <a:ext cx="183045" cy="220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rPr>
              <a:t>A.</a:t>
            </a:r>
          </a:p>
        </p:txBody>
      </p:sp>
      <p:sp>
        <p:nvSpPr>
          <p:cNvPr id="136" name="text-96 Dresser">
            <a:extLst xmlns:a="http://schemas.openxmlformats.org/drawingml/2006/main">
              <a:ext uri="{FF2B5EF4-FFF2-40B4-BE49-F238E27FC236}">
                <a16:creationId xmlns:a16="http://schemas.microsoft.com/office/drawing/2014/main" id="{18D13407-F3D5-4A48-B727-4CCE6E8B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8654" y="1163121"/>
            <a:ext cx="620413" cy="221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548235"/>
                </a:solidFill>
                <a:latin typeface="Comic Sans MS"/>
                <a:ea typeface="Comic Sans MS"/>
                <a:cs typeface="Comic Sans MS"/>
              </a:rPr>
              <a:t>Dresser</a:t>
            </a:r>
          </a:p>
        </p:txBody>
      </p:sp>
      <p:sp>
        <p:nvSpPr>
          <p:cNvPr id="137" name="text-99 B.">
            <a:extLst xmlns:a="http://schemas.openxmlformats.org/drawingml/2006/main">
              <a:ext uri="{FF2B5EF4-FFF2-40B4-BE49-F238E27FC236}">
                <a16:creationId xmlns:a16="http://schemas.microsoft.com/office/drawing/2014/main" id="{E74C8184-B9CE-4F3A-8D43-4D238BE4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533" y="1162700"/>
            <a:ext cx="167660" cy="221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138" name="text-99 Chair">
            <a:extLst xmlns:a="http://schemas.openxmlformats.org/drawingml/2006/main">
              <a:ext uri="{FF2B5EF4-FFF2-40B4-BE49-F238E27FC236}">
                <a16:creationId xmlns:a16="http://schemas.microsoft.com/office/drawing/2014/main" id="{6D8F9132-34C6-43D5-8447-14018A12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9724" y="1163297"/>
            <a:ext cx="415018" cy="220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Chair</a:t>
            </a:r>
          </a:p>
        </p:txBody>
      </p:sp>
      <p:sp>
        <p:nvSpPr>
          <p:cNvPr id="139" name="text-99 C.">
            <a:extLst xmlns:a="http://schemas.openxmlformats.org/drawingml/2006/main">
              <a:ext uri="{FF2B5EF4-FFF2-40B4-BE49-F238E27FC236}">
                <a16:creationId xmlns:a16="http://schemas.microsoft.com/office/drawing/2014/main" id="{AE2D727F-CC28-40CE-8948-FED7CD44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8158" y="1162526"/>
            <a:ext cx="163436" cy="221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8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C.</a:t>
            </a:r>
          </a:p>
        </p:txBody>
      </p:sp>
      <p:sp>
        <p:nvSpPr>
          <p:cNvPr id="140" name="text-99 Floor">
            <a:extLst xmlns:a="http://schemas.openxmlformats.org/drawingml/2006/main">
              <a:ext uri="{FF2B5EF4-FFF2-40B4-BE49-F238E27FC236}">
                <a16:creationId xmlns:a16="http://schemas.microsoft.com/office/drawing/2014/main" id="{6946C1A3-D431-4FFB-B615-7C89D410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1093" y="1162975"/>
            <a:ext cx="409561" cy="22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Floor</a:t>
            </a:r>
          </a:p>
        </p:txBody>
      </p:sp>
      <p:sp>
        <p:nvSpPr>
          <p:cNvPr id="141" name="text-99 D.">
            <a:extLst xmlns:a="http://schemas.openxmlformats.org/drawingml/2006/main">
              <a:ext uri="{FF2B5EF4-FFF2-40B4-BE49-F238E27FC236}">
                <a16:creationId xmlns:a16="http://schemas.microsoft.com/office/drawing/2014/main" id="{912FF602-72EA-42D4-B251-27C87B73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4013" y="1163138"/>
            <a:ext cx="181608" cy="221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D.</a:t>
            </a:r>
          </a:p>
        </p:txBody>
      </p:sp>
      <p:sp>
        <p:nvSpPr>
          <p:cNvPr id="142" name="text-99 Drawer">
            <a:extLst xmlns:a="http://schemas.openxmlformats.org/drawingml/2006/main">
              <a:ext uri="{FF2B5EF4-FFF2-40B4-BE49-F238E27FC236}">
                <a16:creationId xmlns:a16="http://schemas.microsoft.com/office/drawing/2014/main" id="{9B6A84DA-B397-48DC-9B58-1BBB2744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5230" y="1163272"/>
            <a:ext cx="568518" cy="220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Drawer</a:t>
            </a:r>
          </a:p>
        </p:txBody>
      </p:sp>
      <p:sp>
        <p:nvSpPr>
          <p:cNvPr id="143" name="text-100 B.">
            <a:extLst xmlns:a="http://schemas.openxmlformats.org/drawingml/2006/main">
              <a:ext uri="{FF2B5EF4-FFF2-40B4-BE49-F238E27FC236}">
                <a16:creationId xmlns:a16="http://schemas.microsoft.com/office/drawing/2014/main" id="{238096FC-A28B-441F-90CD-6E925CAD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533" y="1162700"/>
            <a:ext cx="167660" cy="221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144" name="text-100 Chair">
            <a:extLst xmlns:a="http://schemas.openxmlformats.org/drawingml/2006/main">
              <a:ext uri="{FF2B5EF4-FFF2-40B4-BE49-F238E27FC236}">
                <a16:creationId xmlns:a16="http://schemas.microsoft.com/office/drawing/2014/main" id="{E9F460E9-44FA-46DD-ADD5-E7CA7AB6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9724" y="1163297"/>
            <a:ext cx="415018" cy="220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Chair</a:t>
            </a:r>
          </a:p>
        </p:txBody>
      </p:sp>
      <p:sp>
        <p:nvSpPr>
          <p:cNvPr id="145" name="text-100 C.">
            <a:extLst xmlns:a="http://schemas.openxmlformats.org/drawingml/2006/main">
              <a:ext uri="{FF2B5EF4-FFF2-40B4-BE49-F238E27FC236}">
                <a16:creationId xmlns:a16="http://schemas.microsoft.com/office/drawing/2014/main" id="{B0022276-3723-400E-AAA7-13372F84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8158" y="1162526"/>
            <a:ext cx="163436" cy="221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8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C.</a:t>
            </a:r>
          </a:p>
        </p:txBody>
      </p:sp>
      <p:sp>
        <p:nvSpPr>
          <p:cNvPr id="146" name="text-100 Floor">
            <a:extLst xmlns:a="http://schemas.openxmlformats.org/drawingml/2006/main">
              <a:ext uri="{FF2B5EF4-FFF2-40B4-BE49-F238E27FC236}">
                <a16:creationId xmlns:a16="http://schemas.microsoft.com/office/drawing/2014/main" id="{80DE0140-127A-4F27-B387-568C2A56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1093" y="1162975"/>
            <a:ext cx="409561" cy="22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Floor</a:t>
            </a:r>
          </a:p>
        </p:txBody>
      </p:sp>
      <p:sp>
        <p:nvSpPr>
          <p:cNvPr id="147" name="text-100 D.">
            <a:extLst xmlns:a="http://schemas.openxmlformats.org/drawingml/2006/main">
              <a:ext uri="{FF2B5EF4-FFF2-40B4-BE49-F238E27FC236}">
                <a16:creationId xmlns:a16="http://schemas.microsoft.com/office/drawing/2014/main" id="{72E2EEF5-3B98-4E91-B3A1-994207C7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4013" y="1163138"/>
            <a:ext cx="181608" cy="221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D.</a:t>
            </a:r>
          </a:p>
        </p:txBody>
      </p:sp>
      <p:sp>
        <p:nvSpPr>
          <p:cNvPr id="148" name="text-100 Drawer">
            <a:extLst xmlns:a="http://schemas.openxmlformats.org/drawingml/2006/main">
              <a:ext uri="{FF2B5EF4-FFF2-40B4-BE49-F238E27FC236}">
                <a16:creationId xmlns:a16="http://schemas.microsoft.com/office/drawing/2014/main" id="{1E80A189-B936-438A-A2DB-607D137E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5230" y="1163272"/>
            <a:ext cx="568518" cy="220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Drawer</a:t>
            </a:r>
          </a:p>
        </p:txBody>
      </p:sp>
      <p:sp>
        <p:nvSpPr>
          <p:cNvPr id="149" name="path-101">
            <a:extLst xmlns:a="http://schemas.openxmlformats.org/drawingml/2006/main">
              <a:ext uri="{FF2B5EF4-FFF2-40B4-BE49-F238E27FC236}">
                <a16:creationId xmlns:a16="http://schemas.microsoft.com/office/drawing/2014/main" id="{6EDC2661-0B35-46CF-968E-03CE0DB2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330" y="1514836"/>
            <a:ext cx="4087098" cy="852768"/>
          </a:xfrm>
          <a:custGeom xmlns:a="http://schemas.openxmlformats.org/drawingml/2006/main">
            <a:pathLst>
              <a:path w="4087098" h="852768">
                <a:moveTo>
                  <a:pt x="0" y="72204"/>
                </a:moveTo>
                <a:cubicBezTo>
                  <a:pt x="0" y="32327"/>
                  <a:pt x="32326" y="0"/>
                  <a:pt x="72203" y="0"/>
                </a:cubicBezTo>
                <a:lnTo>
                  <a:pt x="4014895" y="0"/>
                </a:lnTo>
                <a:cubicBezTo>
                  <a:pt x="4054772" y="0"/>
                  <a:pt x="4087098" y="32327"/>
                  <a:pt x="4087098" y="72204"/>
                </a:cubicBezTo>
                <a:lnTo>
                  <a:pt x="4087098" y="780565"/>
                </a:lnTo>
                <a:cubicBezTo>
                  <a:pt x="4087098" y="820442"/>
                  <a:pt x="4054772" y="852768"/>
                  <a:pt x="4014895" y="852768"/>
                </a:cubicBezTo>
                <a:lnTo>
                  <a:pt x="72203" y="852768"/>
                </a:lnTo>
                <a:cubicBezTo>
                  <a:pt x="32326" y="852768"/>
                  <a:pt x="0" y="820442"/>
                  <a:pt x="0" y="780565"/>
                </a:cubicBezTo>
                <a:lnTo>
                  <a:pt x="0" y="72204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2E75B6"/>
            </a:solidFill>
            <a:prstDash val="dash"/>
          </a:ln>
        </p:spPr>
      </p:sp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527A9AC-D861-4312-BA2D-58C9417553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40fd8e5f944cf"/>
          <a:stretch xmlns:a="http://schemas.openxmlformats.org/drawingml/2006/main"/>
        </p:blipFill>
        <p:spPr>
          <a:xfrm xmlns:a="http://schemas.openxmlformats.org/drawingml/2006/main">
            <a:off x="3353630" y="1760418"/>
            <a:ext cx="542925" cy="552450"/>
          </a:xfrm>
          <a:prstGeom xmlns:a="http://schemas.openxmlformats.org/drawingml/2006/main" prst="rect">
            <a:avLst/>
          </a:prstGeom>
        </p:spPr>
      </p:pic>
      <p:sp>
        <p:nvSpPr>
          <p:cNvPr id="151" name="text-103 Quality">
            <a:extLst xmlns:a="http://schemas.openxmlformats.org/drawingml/2006/main">
              <a:ext uri="{FF2B5EF4-FFF2-40B4-BE49-F238E27FC236}">
                <a16:creationId xmlns:a16="http://schemas.microsoft.com/office/drawing/2014/main" id="{D84E1298-11EF-4D57-96A5-1A741007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7878" y="2302997"/>
            <a:ext cx="613585" cy="236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152" name="text-104 Quality">
            <a:extLst xmlns:a="http://schemas.openxmlformats.org/drawingml/2006/main">
              <a:ext uri="{FF2B5EF4-FFF2-40B4-BE49-F238E27FC236}">
                <a16:creationId xmlns:a16="http://schemas.microsoft.com/office/drawing/2014/main" id="{6CAD4638-B6DF-4A30-9E31-04248C03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7878" y="2302997"/>
            <a:ext cx="613585" cy="236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153" name="text-105 Evaluation">
            <a:extLst xmlns:a="http://schemas.openxmlformats.org/drawingml/2006/main">
              <a:ext uri="{FF2B5EF4-FFF2-40B4-BE49-F238E27FC236}">
                <a16:creationId xmlns:a16="http://schemas.microsoft.com/office/drawing/2014/main" id="{EA9FF098-F76C-473C-8EEC-93CFEFAD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930" y="2505812"/>
            <a:ext cx="827984" cy="236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Evaluation</a:t>
            </a:r>
          </a:p>
        </p:txBody>
      </p:sp>
      <p:sp>
        <p:nvSpPr>
          <p:cNvPr id="154" name="text-106 Evaluation">
            <a:extLst xmlns:a="http://schemas.openxmlformats.org/drawingml/2006/main">
              <a:ext uri="{FF2B5EF4-FFF2-40B4-BE49-F238E27FC236}">
                <a16:creationId xmlns:a16="http://schemas.microsoft.com/office/drawing/2014/main" id="{9B0FA00C-5799-4E54-A8F4-CA4E9976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930" y="2505812"/>
            <a:ext cx="827984" cy="236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Evaluation</a:t>
            </a:r>
          </a:p>
        </p:txBody>
      </p:sp>
      <p:sp>
        <p:nvSpPr>
          <p:cNvPr id="155" name="text-107 Blind">
            <a:extLst xmlns:a="http://schemas.openxmlformats.org/drawingml/2006/main">
              <a:ext uri="{FF2B5EF4-FFF2-40B4-BE49-F238E27FC236}">
                <a16:creationId xmlns:a16="http://schemas.microsoft.com/office/drawing/2014/main" id="{49A4D6BA-7386-4861-9EAB-9AA8460B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9361" y="1548477"/>
            <a:ext cx="419702" cy="2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Blind</a:t>
            </a:r>
          </a:p>
        </p:txBody>
      </p:sp>
      <p:sp>
        <p:nvSpPr>
          <p:cNvPr id="156" name="text-108 Blind">
            <a:extLst xmlns:a="http://schemas.openxmlformats.org/drawingml/2006/main">
              <a:ext uri="{FF2B5EF4-FFF2-40B4-BE49-F238E27FC236}">
                <a16:creationId xmlns:a16="http://schemas.microsoft.com/office/drawing/2014/main" id="{210E3605-61DF-4683-8D6C-5675250C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9361" y="1548477"/>
            <a:ext cx="419702" cy="2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Blind</a:t>
            </a:r>
          </a:p>
        </p:txBody>
      </p:sp>
      <p:sp>
        <p:nvSpPr>
          <p:cNvPr id="157" name="path-109">
            <a:extLst xmlns:a="http://schemas.openxmlformats.org/drawingml/2006/main">
              <a:ext uri="{FF2B5EF4-FFF2-40B4-BE49-F238E27FC236}">
                <a16:creationId xmlns:a16="http://schemas.microsoft.com/office/drawing/2014/main" id="{09566693-0E66-4926-8993-614A43FE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615" y="1496097"/>
            <a:ext cx="104519" cy="255345"/>
          </a:xfrm>
          <a:custGeom xmlns:a="http://schemas.openxmlformats.org/drawingml/2006/main">
            <a:pathLst>
              <a:path w="104519" h="255345">
                <a:moveTo>
                  <a:pt x="41001" y="0"/>
                </a:moveTo>
                <a:lnTo>
                  <a:pt x="41001" y="233003"/>
                </a:lnTo>
                <a:lnTo>
                  <a:pt x="63517" y="233003"/>
                </a:lnTo>
                <a:lnTo>
                  <a:pt x="63517" y="0"/>
                </a:lnTo>
                <a:lnTo>
                  <a:pt x="41001" y="0"/>
                </a:lnTo>
                <a:moveTo>
                  <a:pt x="3133" y="171128"/>
                </a:moveTo>
                <a:lnTo>
                  <a:pt x="52259" y="255345"/>
                </a:lnTo>
                <a:lnTo>
                  <a:pt x="101386" y="171129"/>
                </a:lnTo>
                <a:cubicBezTo>
                  <a:pt x="104519" y="165758"/>
                  <a:pt x="102703" y="158865"/>
                  <a:pt x="97334" y="155732"/>
                </a:cubicBezTo>
                <a:cubicBezTo>
                  <a:pt x="91962" y="152599"/>
                  <a:pt x="85070" y="154414"/>
                  <a:pt x="81937" y="159784"/>
                </a:cubicBezTo>
                <a:lnTo>
                  <a:pt x="42535" y="227330"/>
                </a:lnTo>
                <a:lnTo>
                  <a:pt x="61984" y="227330"/>
                </a:lnTo>
                <a:lnTo>
                  <a:pt x="22582" y="159784"/>
                </a:lnTo>
                <a:cubicBezTo>
                  <a:pt x="19449" y="154413"/>
                  <a:pt x="12556" y="152599"/>
                  <a:pt x="7185" y="155732"/>
                </a:cubicBezTo>
                <a:cubicBezTo>
                  <a:pt x="1815" y="158865"/>
                  <a:pt x="0" y="165758"/>
                  <a:pt x="3133" y="171128"/>
                </a:cubicBezTo>
              </a:path>
            </a:pathLst>
          </a:custGeom>
          <a:solidFill xmlns:a="http://schemas.openxmlformats.org/drawingml/2006/main">
            <a:srgbClr val="735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10">
            <a:extLst xmlns:a="http://schemas.openxmlformats.org/drawingml/2006/main">
              <a:ext uri="{FF2B5EF4-FFF2-40B4-BE49-F238E27FC236}">
                <a16:creationId xmlns:a16="http://schemas.microsoft.com/office/drawing/2014/main" id="{4B01F558-751F-46FF-9A26-81F2787C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340" y="1625652"/>
            <a:ext cx="191" cy="658574"/>
          </a:xfrm>
          <a:custGeom xmlns:a="http://schemas.openxmlformats.org/drawingml/2006/main">
            <a:pathLst>
              <a:path w="191" h="658574">
                <a:moveTo>
                  <a:pt x="0" y="0"/>
                </a:moveTo>
                <a:lnTo>
                  <a:pt x="1" y="658574"/>
                </a:lnTo>
              </a:path>
            </a:pathLst>
          </a:custGeom>
          <a:noFill xmlns:a="http://schemas.openxmlformats.org/drawingml/2006/main"/>
          <a:ln xmlns:a="http://schemas.openxmlformats.org/drawingml/2006/main" w="5629">
            <a:solidFill>
              <a:srgbClr val="BFBFBF"/>
            </a:solidFill>
            <a:prstDash val="solid"/>
          </a:ln>
        </p:spPr>
      </p:sp>
      <p:sp>
        <p:nvSpPr>
          <p:cNvPr id="159" name="text-111 Too">
            <a:extLst xmlns:a="http://schemas.openxmlformats.org/drawingml/2006/main">
              <a:ext uri="{FF2B5EF4-FFF2-40B4-BE49-F238E27FC236}">
                <a16:creationId xmlns:a16="http://schemas.microsoft.com/office/drawing/2014/main" id="{5038C756-54C0-4667-B6DF-591B7E12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3773" y="2145044"/>
            <a:ext cx="258630" cy="189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</a:t>
            </a:r>
          </a:p>
        </p:txBody>
      </p:sp>
      <p:sp>
        <p:nvSpPr>
          <p:cNvPr id="160" name="text-111 easy?">
            <a:extLst xmlns:a="http://schemas.openxmlformats.org/drawingml/2006/main">
              <a:ext uri="{FF2B5EF4-FFF2-40B4-BE49-F238E27FC236}">
                <a16:creationId xmlns:a16="http://schemas.microsoft.com/office/drawing/2014/main" id="{2EFBC8B0-9BB6-41F0-9274-9A861AC0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9550" y="2144910"/>
            <a:ext cx="375273" cy="189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easy?</a:t>
            </a:r>
          </a:p>
        </p:txBody>
      </p:sp>
      <p:sp>
        <p:nvSpPr>
          <p:cNvPr id="161" name="text-112 Too">
            <a:extLst xmlns:a="http://schemas.openxmlformats.org/drawingml/2006/main">
              <a:ext uri="{FF2B5EF4-FFF2-40B4-BE49-F238E27FC236}">
                <a16:creationId xmlns:a16="http://schemas.microsoft.com/office/drawing/2014/main" id="{4F69693A-E9F6-40D3-B205-201D47EA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3773" y="2145044"/>
            <a:ext cx="258630" cy="189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</a:t>
            </a:r>
          </a:p>
        </p:txBody>
      </p:sp>
      <p:sp>
        <p:nvSpPr>
          <p:cNvPr id="162" name="text-112 easy?">
            <a:extLst xmlns:a="http://schemas.openxmlformats.org/drawingml/2006/main">
              <a:ext uri="{FF2B5EF4-FFF2-40B4-BE49-F238E27FC236}">
                <a16:creationId xmlns:a16="http://schemas.microsoft.com/office/drawing/2014/main" id="{0E24D4F5-27AC-49D2-8620-E563D303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9550" y="2144910"/>
            <a:ext cx="375273" cy="189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easy?</a:t>
            </a:r>
          </a:p>
        </p:txBody>
      </p:sp>
      <p:sp>
        <p:nvSpPr>
          <p:cNvPr id="163" name="text-113 Solver">
            <a:extLst xmlns:a="http://schemas.openxmlformats.org/drawingml/2006/main">
              <a:ext uri="{FF2B5EF4-FFF2-40B4-BE49-F238E27FC236}">
                <a16:creationId xmlns:a16="http://schemas.microsoft.com/office/drawing/2014/main" id="{48122583-96C8-4065-8A57-8F4BAF75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6336" y="1862719"/>
            <a:ext cx="537821" cy="236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164" name="text-114 Solver">
            <a:extLst xmlns:a="http://schemas.openxmlformats.org/drawingml/2006/main">
              <a:ext uri="{FF2B5EF4-FFF2-40B4-BE49-F238E27FC236}">
                <a16:creationId xmlns:a16="http://schemas.microsoft.com/office/drawing/2014/main" id="{7D6A1BA9-B24B-4A72-A1FF-A580E0A0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6336" y="1862719"/>
            <a:ext cx="537821" cy="236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165" name="text-115 ≤">
            <a:extLst xmlns:a="http://schemas.openxmlformats.org/drawingml/2006/main">
              <a:ext uri="{FF2B5EF4-FFF2-40B4-BE49-F238E27FC236}">
                <a16:creationId xmlns:a16="http://schemas.microsoft.com/office/drawing/2014/main" id="{32D78A56-8AFB-470C-AEFF-E09E58BB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3669" y="663032"/>
            <a:ext cx="94795" cy="236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≤</a:t>
            </a:r>
          </a:p>
        </p:txBody>
      </p:sp>
      <p:sp>
        <p:nvSpPr>
          <p:cNvPr id="166" name="text-116 30">
            <a:extLst xmlns:a="http://schemas.openxmlformats.org/drawingml/2006/main">
              <a:ext uri="{FF2B5EF4-FFF2-40B4-BE49-F238E27FC236}">
                <a16:creationId xmlns:a16="http://schemas.microsoft.com/office/drawing/2014/main" id="{EB42FBC8-0F37-40EE-BC74-73433CBE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8395" y="663246"/>
            <a:ext cx="236148" cy="236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30</a:t>
            </a:r>
          </a:p>
        </p:txBody>
      </p:sp>
      <p:sp>
        <p:nvSpPr>
          <p:cNvPr id="167" name="text-116 min:">
            <a:extLst xmlns:a="http://schemas.openxmlformats.org/drawingml/2006/main">
              <a:ext uri="{FF2B5EF4-FFF2-40B4-BE49-F238E27FC236}">
                <a16:creationId xmlns:a16="http://schemas.microsoft.com/office/drawing/2014/main" id="{1AEF499F-05DE-46CD-ABA9-8C25BD6D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4547" y="662654"/>
            <a:ext cx="348393" cy="23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min:</a:t>
            </a:r>
          </a:p>
        </p:txBody>
      </p:sp>
      <p:sp>
        <p:nvSpPr>
          <p:cNvPr id="168" name="text-116 frame">
            <a:extLst xmlns:a="http://schemas.openxmlformats.org/drawingml/2006/main">
              <a:ext uri="{FF2B5EF4-FFF2-40B4-BE49-F238E27FC236}">
                <a16:creationId xmlns:a16="http://schemas.microsoft.com/office/drawing/2014/main" id="{CBA18280-C0ED-4915-B2D4-D3BDCB88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3432" y="663088"/>
            <a:ext cx="507104" cy="236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sp>
        <p:nvSpPr>
          <p:cNvPr id="169" name="text-116 sampling">
            <a:extLst xmlns:a="http://schemas.openxmlformats.org/drawingml/2006/main">
              <a:ext uri="{FF2B5EF4-FFF2-40B4-BE49-F238E27FC236}">
                <a16:creationId xmlns:a16="http://schemas.microsoft.com/office/drawing/2014/main" id="{A33198C3-4363-455E-8D3A-6078E596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1271" y="663111"/>
            <a:ext cx="691467" cy="236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sampling</a:t>
            </a:r>
          </a:p>
        </p:txBody>
      </p:sp>
      <p:sp>
        <p:nvSpPr>
          <p:cNvPr id="170" name="text-117 ≤">
            <a:extLst xmlns:a="http://schemas.openxmlformats.org/drawingml/2006/main">
              <a:ext uri="{FF2B5EF4-FFF2-40B4-BE49-F238E27FC236}">
                <a16:creationId xmlns:a16="http://schemas.microsoft.com/office/drawing/2014/main" id="{DA02700B-1C90-4E88-B9AD-7E08BEA7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3669" y="663032"/>
            <a:ext cx="94795" cy="236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≤</a:t>
            </a:r>
          </a:p>
        </p:txBody>
      </p:sp>
      <p:sp>
        <p:nvSpPr>
          <p:cNvPr id="171" name="text-118 30">
            <a:extLst xmlns:a="http://schemas.openxmlformats.org/drawingml/2006/main">
              <a:ext uri="{FF2B5EF4-FFF2-40B4-BE49-F238E27FC236}">
                <a16:creationId xmlns:a16="http://schemas.microsoft.com/office/drawing/2014/main" id="{A160C56F-CF65-48D7-A3EF-0796C9CB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8395" y="663246"/>
            <a:ext cx="236148" cy="236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30</a:t>
            </a:r>
          </a:p>
        </p:txBody>
      </p:sp>
      <p:sp>
        <p:nvSpPr>
          <p:cNvPr id="172" name="text-118 min:">
            <a:extLst xmlns:a="http://schemas.openxmlformats.org/drawingml/2006/main">
              <a:ext uri="{FF2B5EF4-FFF2-40B4-BE49-F238E27FC236}">
                <a16:creationId xmlns:a16="http://schemas.microsoft.com/office/drawing/2014/main" id="{19D8E736-5B14-4EB4-8398-2C4A0CC0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4547" y="662654"/>
            <a:ext cx="348393" cy="23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min:</a:t>
            </a:r>
          </a:p>
        </p:txBody>
      </p:sp>
      <p:sp>
        <p:nvSpPr>
          <p:cNvPr id="173" name="text-118 frame">
            <a:extLst xmlns:a="http://schemas.openxmlformats.org/drawingml/2006/main">
              <a:ext uri="{FF2B5EF4-FFF2-40B4-BE49-F238E27FC236}">
                <a16:creationId xmlns:a16="http://schemas.microsoft.com/office/drawing/2014/main" id="{00A9741D-CB8E-4D50-9795-200294FE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3432" y="663088"/>
            <a:ext cx="507104" cy="236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sp>
        <p:nvSpPr>
          <p:cNvPr id="174" name="text-118 sampling">
            <a:extLst xmlns:a="http://schemas.openxmlformats.org/drawingml/2006/main">
              <a:ext uri="{FF2B5EF4-FFF2-40B4-BE49-F238E27FC236}">
                <a16:creationId xmlns:a16="http://schemas.microsoft.com/office/drawing/2014/main" id="{2040A5F4-355A-4B38-A145-3FB36B85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1271" y="663111"/>
            <a:ext cx="691467" cy="236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sampling</a:t>
            </a:r>
          </a:p>
        </p:txBody>
      </p:sp>
      <p:sp>
        <p:nvSpPr>
          <p:cNvPr id="175" name="path-119">
            <a:extLst xmlns:a="http://schemas.openxmlformats.org/drawingml/2006/main">
              <a:ext uri="{FF2B5EF4-FFF2-40B4-BE49-F238E27FC236}">
                <a16:creationId xmlns:a16="http://schemas.microsoft.com/office/drawing/2014/main" id="{FC4E1195-E687-4F68-A22C-E1C9F3A8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67" y="935066"/>
            <a:ext cx="413720" cy="363060"/>
          </a:xfrm>
          <a:custGeom xmlns:a="http://schemas.openxmlformats.org/drawingml/2006/main">
            <a:pathLst>
              <a:path w="413720" h="363060">
                <a:moveTo>
                  <a:pt x="0" y="8445"/>
                </a:moveTo>
                <a:cubicBezTo>
                  <a:pt x="0" y="3780"/>
                  <a:pt x="3780" y="0"/>
                  <a:pt x="8445" y="0"/>
                </a:cubicBezTo>
                <a:lnTo>
                  <a:pt x="405274" y="0"/>
                </a:lnTo>
                <a:cubicBezTo>
                  <a:pt x="409938" y="0"/>
                  <a:pt x="413720" y="3780"/>
                  <a:pt x="413720" y="8445"/>
                </a:cubicBezTo>
                <a:lnTo>
                  <a:pt x="413720" y="354615"/>
                </a:lnTo>
                <a:cubicBezTo>
                  <a:pt x="413720" y="359279"/>
                  <a:pt x="409938" y="363060"/>
                  <a:pt x="405274" y="363060"/>
                </a:cubicBezTo>
                <a:lnTo>
                  <a:pt x="8445" y="363060"/>
                </a:lnTo>
                <a:cubicBezTo>
                  <a:pt x="3780" y="363060"/>
                  <a:pt x="0" y="359279"/>
                  <a:pt x="0" y="354615"/>
                </a:cubicBezTo>
                <a:lnTo>
                  <a:pt x="0" y="8445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4F419D4-F82E-466C-881C-2BFCFA86F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1db237c804bb2"/>
          <a:stretch xmlns:a="http://schemas.openxmlformats.org/drawingml/2006/main"/>
        </p:blipFill>
        <p:spPr>
          <a:xfrm xmlns:a="http://schemas.openxmlformats.org/drawingml/2006/main">
            <a:off x="9821105" y="960318"/>
            <a:ext cx="561975" cy="314325"/>
          </a:xfrm>
          <a:prstGeom xmlns:a="http://schemas.openxmlformats.org/drawingml/2006/main" prst="rect">
            <a:avLst/>
          </a:prstGeom>
        </p:spPr>
      </p:pic>
      <p:sp>
        <p:nvSpPr>
          <p:cNvPr id="177" name="path-121">
            <a:extLst xmlns:a="http://schemas.openxmlformats.org/drawingml/2006/main">
              <a:ext uri="{FF2B5EF4-FFF2-40B4-BE49-F238E27FC236}">
                <a16:creationId xmlns:a16="http://schemas.microsoft.com/office/drawing/2014/main" id="{514EE912-2272-4675-8076-F52E845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629" y="935066"/>
            <a:ext cx="413720" cy="363060"/>
          </a:xfrm>
          <a:custGeom xmlns:a="http://schemas.openxmlformats.org/drawingml/2006/main">
            <a:pathLst>
              <a:path w="413720" h="363060">
                <a:moveTo>
                  <a:pt x="0" y="8445"/>
                </a:moveTo>
                <a:cubicBezTo>
                  <a:pt x="0" y="3780"/>
                  <a:pt x="3780" y="0"/>
                  <a:pt x="8445" y="0"/>
                </a:cubicBezTo>
                <a:lnTo>
                  <a:pt x="405275" y="0"/>
                </a:lnTo>
                <a:cubicBezTo>
                  <a:pt x="409938" y="0"/>
                  <a:pt x="413720" y="3780"/>
                  <a:pt x="413720" y="8445"/>
                </a:cubicBezTo>
                <a:lnTo>
                  <a:pt x="413720" y="354615"/>
                </a:lnTo>
                <a:cubicBezTo>
                  <a:pt x="413720" y="359279"/>
                  <a:pt x="409938" y="363060"/>
                  <a:pt x="405275" y="363060"/>
                </a:cubicBezTo>
                <a:lnTo>
                  <a:pt x="8445" y="363060"/>
                </a:lnTo>
                <a:cubicBezTo>
                  <a:pt x="3780" y="363060"/>
                  <a:pt x="0" y="359279"/>
                  <a:pt x="0" y="354615"/>
                </a:cubicBezTo>
                <a:lnTo>
                  <a:pt x="0" y="8445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3622893-9B24-4438-A959-F2FA9BBEA1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259052ecc42bf"/>
          <a:stretch xmlns:a="http://schemas.openxmlformats.org/drawingml/2006/main"/>
        </p:blipFill>
        <p:spPr>
          <a:xfrm xmlns:a="http://schemas.openxmlformats.org/drawingml/2006/main">
            <a:off x="10240205" y="960318"/>
            <a:ext cx="571500" cy="314325"/>
          </a:xfrm>
          <a:prstGeom xmlns:a="http://schemas.openxmlformats.org/drawingml/2006/main" prst="rect">
            <a:avLst/>
          </a:prstGeom>
        </p:spPr>
      </p:pic>
      <p:sp>
        <p:nvSpPr>
          <p:cNvPr id="179" name="path-123">
            <a:extLst xmlns:a="http://schemas.openxmlformats.org/drawingml/2006/main">
              <a:ext uri="{FF2B5EF4-FFF2-40B4-BE49-F238E27FC236}">
                <a16:creationId xmlns:a16="http://schemas.microsoft.com/office/drawing/2014/main" id="{BEDA5F3C-B0B6-40D8-81AC-D6242193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4090" y="901293"/>
            <a:ext cx="346174" cy="413719"/>
          </a:xfrm>
          <a:custGeom xmlns:a="http://schemas.openxmlformats.org/drawingml/2006/main">
            <a:pathLst>
              <a:path w="346174" h="413719">
                <a:moveTo>
                  <a:pt x="0" y="8443"/>
                </a:moveTo>
                <a:cubicBezTo>
                  <a:pt x="0" y="3780"/>
                  <a:pt x="3779" y="0"/>
                  <a:pt x="8444" y="0"/>
                </a:cubicBezTo>
                <a:lnTo>
                  <a:pt x="337730" y="0"/>
                </a:lnTo>
                <a:cubicBezTo>
                  <a:pt x="342394" y="0"/>
                  <a:pt x="346174" y="3780"/>
                  <a:pt x="346174" y="8443"/>
                </a:cubicBezTo>
                <a:lnTo>
                  <a:pt x="346174" y="405276"/>
                </a:lnTo>
                <a:cubicBezTo>
                  <a:pt x="346174" y="409939"/>
                  <a:pt x="342394" y="413719"/>
                  <a:pt x="337730" y="413719"/>
                </a:cubicBezTo>
                <a:lnTo>
                  <a:pt x="8444" y="413719"/>
                </a:lnTo>
                <a:cubicBezTo>
                  <a:pt x="3779" y="413719"/>
                  <a:pt x="0" y="409939"/>
                  <a:pt x="0" y="405276"/>
                </a:cubicBezTo>
                <a:lnTo>
                  <a:pt x="0" y="8443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C576ADC-AB5B-4F9F-A40F-F6A478E2F3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31694c9e94d7f"/>
          <a:stretch xmlns:a="http://schemas.openxmlformats.org/drawingml/2006/main"/>
        </p:blipFill>
        <p:spPr>
          <a:xfrm xmlns:a="http://schemas.openxmlformats.org/drawingml/2006/main">
            <a:off x="10840280" y="922218"/>
            <a:ext cx="657225" cy="371475"/>
          </a:xfrm>
          <a:prstGeom xmlns:a="http://schemas.openxmlformats.org/drawingml/2006/main" prst="rect">
            <a:avLst/>
          </a:prstGeom>
        </p:spPr>
      </p:pic>
      <p:sp>
        <p:nvSpPr>
          <p:cNvPr id="181" name="path-125">
            <a:extLst xmlns:a="http://schemas.openxmlformats.org/drawingml/2006/main">
              <a:ext uri="{FF2B5EF4-FFF2-40B4-BE49-F238E27FC236}">
                <a16:creationId xmlns:a16="http://schemas.microsoft.com/office/drawing/2014/main" id="{805F13D6-E875-4304-BB21-B5172F7E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820" y="901293"/>
            <a:ext cx="346173" cy="413719"/>
          </a:xfrm>
          <a:custGeom xmlns:a="http://schemas.openxmlformats.org/drawingml/2006/main">
            <a:pathLst>
              <a:path w="346173" h="413719">
                <a:moveTo>
                  <a:pt x="0" y="8443"/>
                </a:moveTo>
                <a:cubicBezTo>
                  <a:pt x="0" y="3780"/>
                  <a:pt x="3779" y="0"/>
                  <a:pt x="8444" y="0"/>
                </a:cubicBezTo>
                <a:lnTo>
                  <a:pt x="337730" y="0"/>
                </a:lnTo>
                <a:cubicBezTo>
                  <a:pt x="342394" y="0"/>
                  <a:pt x="346173" y="3780"/>
                  <a:pt x="346173" y="8443"/>
                </a:cubicBezTo>
                <a:lnTo>
                  <a:pt x="346173" y="405276"/>
                </a:lnTo>
                <a:cubicBezTo>
                  <a:pt x="346173" y="409939"/>
                  <a:pt x="342394" y="413719"/>
                  <a:pt x="337730" y="413719"/>
                </a:cubicBezTo>
                <a:lnTo>
                  <a:pt x="8444" y="413719"/>
                </a:lnTo>
                <a:cubicBezTo>
                  <a:pt x="3779" y="413719"/>
                  <a:pt x="0" y="409939"/>
                  <a:pt x="0" y="405276"/>
                </a:cubicBezTo>
                <a:lnTo>
                  <a:pt x="0" y="8443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109B4F8-2F42-4C9A-B39C-BB80452EDC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a02c9dc3f47ab"/>
          <a:stretch xmlns:a="http://schemas.openxmlformats.org/drawingml/2006/main"/>
        </p:blipFill>
        <p:spPr>
          <a:xfrm xmlns:a="http://schemas.openxmlformats.org/drawingml/2006/main">
            <a:off x="11173655" y="922218"/>
            <a:ext cx="657225" cy="371475"/>
          </a:xfrm>
          <a:prstGeom xmlns:a="http://schemas.openxmlformats.org/drawingml/2006/main" prst="rect">
            <a:avLst/>
          </a:prstGeom>
        </p:spPr>
      </p:pic>
      <p:sp>
        <p:nvSpPr>
          <p:cNvPr id="183" name="path-127">
            <a:extLst xmlns:a="http://schemas.openxmlformats.org/drawingml/2006/main">
              <a:ext uri="{FF2B5EF4-FFF2-40B4-BE49-F238E27FC236}">
                <a16:creationId xmlns:a16="http://schemas.microsoft.com/office/drawing/2014/main" id="{5445F1B7-593E-4809-BC2E-D950B2AB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9551" y="901293"/>
            <a:ext cx="346168" cy="413719"/>
          </a:xfrm>
          <a:custGeom xmlns:a="http://schemas.openxmlformats.org/drawingml/2006/main">
            <a:pathLst>
              <a:path w="346168" h="413719">
                <a:moveTo>
                  <a:pt x="0" y="8443"/>
                </a:moveTo>
                <a:cubicBezTo>
                  <a:pt x="0" y="3780"/>
                  <a:pt x="3779" y="0"/>
                  <a:pt x="8443" y="0"/>
                </a:cubicBezTo>
                <a:lnTo>
                  <a:pt x="337725" y="0"/>
                </a:lnTo>
                <a:cubicBezTo>
                  <a:pt x="342397" y="0"/>
                  <a:pt x="346168" y="3780"/>
                  <a:pt x="346168" y="8443"/>
                </a:cubicBezTo>
                <a:lnTo>
                  <a:pt x="346168" y="405276"/>
                </a:lnTo>
                <a:cubicBezTo>
                  <a:pt x="346168" y="409939"/>
                  <a:pt x="342397" y="413719"/>
                  <a:pt x="337725" y="413719"/>
                </a:cubicBezTo>
                <a:lnTo>
                  <a:pt x="8443" y="413719"/>
                </a:lnTo>
                <a:cubicBezTo>
                  <a:pt x="3779" y="413719"/>
                  <a:pt x="0" y="409939"/>
                  <a:pt x="0" y="405276"/>
                </a:cubicBezTo>
                <a:lnTo>
                  <a:pt x="0" y="8443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C37CCEA-CF44-4609-AF7B-BF8CE229C8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12a6d7fc3446f"/>
          <a:stretch xmlns:a="http://schemas.openxmlformats.org/drawingml/2006/main"/>
        </p:blipFill>
        <p:spPr>
          <a:xfrm xmlns:a="http://schemas.openxmlformats.org/drawingml/2006/main">
            <a:off x="11516555" y="922218"/>
            <a:ext cx="657225" cy="371475"/>
          </a:xfrm>
          <a:prstGeom xmlns:a="http://schemas.openxmlformats.org/drawingml/2006/main" prst="rect">
            <a:avLst/>
          </a:prstGeom>
        </p:spPr>
      </p:pic>
      <p:sp>
        <p:nvSpPr>
          <p:cNvPr id="185" name="text-129 Coarse">
            <a:extLst xmlns:a="http://schemas.openxmlformats.org/drawingml/2006/main">
              <a:ext uri="{FF2B5EF4-FFF2-40B4-BE49-F238E27FC236}">
                <a16:creationId xmlns:a16="http://schemas.microsoft.com/office/drawing/2014/main" id="{D99FCBC8-90FD-4CE5-905E-7157ADE4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3361" y="1311381"/>
            <a:ext cx="525786" cy="22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Coarse</a:t>
            </a:r>
          </a:p>
        </p:txBody>
      </p:sp>
      <p:sp>
        <p:nvSpPr>
          <p:cNvPr id="186" name="text-130 Dense">
            <a:extLst xmlns:a="http://schemas.openxmlformats.org/drawingml/2006/main">
              <a:ext uri="{FF2B5EF4-FFF2-40B4-BE49-F238E27FC236}">
                <a16:creationId xmlns:a16="http://schemas.microsoft.com/office/drawing/2014/main" id="{50F4DCB3-F7BE-4401-9256-57E9C8C0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34" y="1311061"/>
            <a:ext cx="475064" cy="221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Dense</a:t>
            </a:r>
          </a:p>
        </p:txBody>
      </p:sp>
      <p:sp>
        <p:nvSpPr>
          <p:cNvPr id="187" name="text-131 &gt;30">
            <a:extLst xmlns:a="http://schemas.openxmlformats.org/drawingml/2006/main">
              <a:ext uri="{FF2B5EF4-FFF2-40B4-BE49-F238E27FC236}">
                <a16:creationId xmlns:a16="http://schemas.microsoft.com/office/drawing/2014/main" id="{483ECFEE-BB06-486A-B31F-6A8DB705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0643" y="1541087"/>
            <a:ext cx="300920" cy="236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&gt;30</a:t>
            </a:r>
          </a:p>
        </p:txBody>
      </p:sp>
      <p:sp>
        <p:nvSpPr>
          <p:cNvPr id="188" name="text-131 min:">
            <a:extLst xmlns:a="http://schemas.openxmlformats.org/drawingml/2006/main">
              <a:ext uri="{FF2B5EF4-FFF2-40B4-BE49-F238E27FC236}">
                <a16:creationId xmlns:a16="http://schemas.microsoft.com/office/drawing/2014/main" id="{6E03E379-12A5-42D0-B922-6A581B42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1521" y="1540753"/>
            <a:ext cx="348393" cy="23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min:</a:t>
            </a:r>
          </a:p>
        </p:txBody>
      </p:sp>
      <p:sp>
        <p:nvSpPr>
          <p:cNvPr id="189" name="text-131 memory">
            <a:extLst xmlns:a="http://schemas.openxmlformats.org/drawingml/2006/main">
              <a:ext uri="{FF2B5EF4-FFF2-40B4-BE49-F238E27FC236}">
                <a16:creationId xmlns:a16="http://schemas.microsoft.com/office/drawing/2014/main" id="{061A9DC7-3013-411B-AEF8-F5262527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0407" y="1540978"/>
            <a:ext cx="643408" cy="23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90" name="text-131 retrieval">
            <a:extLst xmlns:a="http://schemas.openxmlformats.org/drawingml/2006/main">
              <a:ext uri="{FF2B5EF4-FFF2-40B4-BE49-F238E27FC236}">
                <a16:creationId xmlns:a16="http://schemas.microsoft.com/office/drawing/2014/main" id="{8217CC6E-5742-4198-9C59-C69B0356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4907" y="1540580"/>
            <a:ext cx="721380" cy="23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retrieval</a:t>
            </a:r>
          </a:p>
        </p:txBody>
      </p:sp>
      <p:sp>
        <p:nvSpPr>
          <p:cNvPr id="191" name="text-132 &gt;30">
            <a:extLst xmlns:a="http://schemas.openxmlformats.org/drawingml/2006/main">
              <a:ext uri="{FF2B5EF4-FFF2-40B4-BE49-F238E27FC236}">
                <a16:creationId xmlns:a16="http://schemas.microsoft.com/office/drawing/2014/main" id="{92DC23DA-ED20-498E-9495-DC1CE0E9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0643" y="1541087"/>
            <a:ext cx="300920" cy="236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&gt;30</a:t>
            </a:r>
          </a:p>
        </p:txBody>
      </p:sp>
      <p:sp>
        <p:nvSpPr>
          <p:cNvPr id="192" name="text-132 min:">
            <a:extLst xmlns:a="http://schemas.openxmlformats.org/drawingml/2006/main">
              <a:ext uri="{FF2B5EF4-FFF2-40B4-BE49-F238E27FC236}">
                <a16:creationId xmlns:a16="http://schemas.microsoft.com/office/drawing/2014/main" id="{3994A354-76F9-4BEA-B3FE-DD931243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1521" y="1540753"/>
            <a:ext cx="348393" cy="23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min:</a:t>
            </a:r>
          </a:p>
        </p:txBody>
      </p:sp>
      <p:sp>
        <p:nvSpPr>
          <p:cNvPr id="193" name="text-132 memory">
            <a:extLst xmlns:a="http://schemas.openxmlformats.org/drawingml/2006/main">
              <a:ext uri="{FF2B5EF4-FFF2-40B4-BE49-F238E27FC236}">
                <a16:creationId xmlns:a16="http://schemas.microsoft.com/office/drawing/2014/main" id="{666EE56A-A150-4DDE-814C-4F9B4868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0407" y="1540978"/>
            <a:ext cx="643408" cy="23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memory</a:t>
            </a:r>
          </a:p>
        </p:txBody>
      </p:sp>
      <p:sp>
        <p:nvSpPr>
          <p:cNvPr id="194" name="text-132 retrieval">
            <a:extLst xmlns:a="http://schemas.openxmlformats.org/drawingml/2006/main">
              <a:ext uri="{FF2B5EF4-FFF2-40B4-BE49-F238E27FC236}">
                <a16:creationId xmlns:a16="http://schemas.microsoft.com/office/drawing/2014/main" id="{48EF85C1-2F6D-4ECF-94AB-6ECBA252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4907" y="1540580"/>
            <a:ext cx="721380" cy="23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retrieval</a:t>
            </a:r>
          </a:p>
        </p:txBody>
      </p:sp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2BE80BD-46DF-4849-B6E1-5493840383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b528d65d34dc9"/>
          <a:stretch xmlns:a="http://schemas.openxmlformats.org/drawingml/2006/main"/>
        </p:blipFill>
        <p:spPr>
          <a:xfrm xmlns:a="http://schemas.openxmlformats.org/drawingml/2006/main">
            <a:off x="9878255" y="1798518"/>
            <a:ext cx="514350" cy="438150"/>
          </a:xfrm>
          <a:prstGeom xmlns:a="http://schemas.openxmlformats.org/drawingml/2006/main" prst="rect">
            <a:avLst/>
          </a:prstGeom>
        </p:spPr>
      </p:pic>
      <p:sp>
        <p:nvSpPr>
          <p:cNvPr id="196" name="text-134 Locate">
            <a:extLst xmlns:a="http://schemas.openxmlformats.org/drawingml/2006/main">
              <a:ext uri="{FF2B5EF4-FFF2-40B4-BE49-F238E27FC236}">
                <a16:creationId xmlns:a16="http://schemas.microsoft.com/office/drawing/2014/main" id="{47D31795-73D5-410E-BFF4-4C910A1E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6421" y="2132443"/>
            <a:ext cx="521428" cy="221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Locate</a:t>
            </a:r>
          </a:p>
        </p:txBody>
      </p:sp>
      <p:sp>
        <p:nvSpPr>
          <p:cNvPr id="197" name="text-134 intervals">
            <a:extLst xmlns:a="http://schemas.openxmlformats.org/drawingml/2006/main">
              <a:ext uri="{FF2B5EF4-FFF2-40B4-BE49-F238E27FC236}">
                <a16:creationId xmlns:a16="http://schemas.microsoft.com/office/drawing/2014/main" id="{54090CBD-B6BE-458C-A9F0-77C6E163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5313" y="2132980"/>
            <a:ext cx="667711" cy="220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intervals</a:t>
            </a:r>
          </a:p>
        </p:txBody>
      </p:sp>
      <p:sp>
        <p:nvSpPr>
          <p:cNvPr id="198" name="path-135">
            <a:extLst xmlns:a="http://schemas.openxmlformats.org/drawingml/2006/main">
              <a:ext uri="{FF2B5EF4-FFF2-40B4-BE49-F238E27FC236}">
                <a16:creationId xmlns:a16="http://schemas.microsoft.com/office/drawing/2014/main" id="{A358ACA4-CF2D-48BC-923A-18AEE2D2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8779" y="1053271"/>
            <a:ext cx="878098" cy="616357"/>
          </a:xfrm>
          <a:custGeom xmlns:a="http://schemas.openxmlformats.org/drawingml/2006/main">
            <a:pathLst>
              <a:path w="878098" h="616357">
                <a:moveTo>
                  <a:pt x="0" y="8443"/>
                </a:moveTo>
                <a:cubicBezTo>
                  <a:pt x="0" y="3780"/>
                  <a:pt x="3773" y="0"/>
                  <a:pt x="8443" y="0"/>
                </a:cubicBezTo>
                <a:lnTo>
                  <a:pt x="869655" y="0"/>
                </a:lnTo>
                <a:cubicBezTo>
                  <a:pt x="874317" y="0"/>
                  <a:pt x="878098" y="3780"/>
                  <a:pt x="878098" y="8443"/>
                </a:cubicBezTo>
                <a:lnTo>
                  <a:pt x="878098" y="607913"/>
                </a:lnTo>
                <a:cubicBezTo>
                  <a:pt x="878098" y="612578"/>
                  <a:pt x="874317" y="616357"/>
                  <a:pt x="869655" y="616357"/>
                </a:cubicBezTo>
                <a:lnTo>
                  <a:pt x="8443" y="616357"/>
                </a:lnTo>
                <a:cubicBezTo>
                  <a:pt x="3773" y="616357"/>
                  <a:pt x="0" y="612578"/>
                  <a:pt x="0" y="607913"/>
                </a:cubicBezTo>
                <a:lnTo>
                  <a:pt x="0" y="8443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0F075D8-E305-4732-967B-5558F5F455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ecd886a2a456b"/>
          <a:stretch xmlns:a="http://schemas.openxmlformats.org/drawingml/2006/main"/>
        </p:blipFill>
        <p:spPr>
          <a:xfrm xmlns:a="http://schemas.openxmlformats.org/drawingml/2006/main">
            <a:off x="12307130" y="1074618"/>
            <a:ext cx="1019175" cy="571500"/>
          </a:xfrm>
          <a:prstGeom xmlns:a="http://schemas.openxmlformats.org/drawingml/2006/main" prst="rect">
            <a:avLst/>
          </a:prstGeom>
        </p:spPr>
      </p:pic>
      <p:sp>
        <p:nvSpPr>
          <p:cNvPr id="200" name="path-137">
            <a:extLst xmlns:a="http://schemas.openxmlformats.org/drawingml/2006/main">
              <a:ext uri="{FF2B5EF4-FFF2-40B4-BE49-F238E27FC236}">
                <a16:creationId xmlns:a16="http://schemas.microsoft.com/office/drawing/2014/main" id="{3D75799D-B8EA-4FA3-A1E8-B679F9F8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8541" y="1239015"/>
            <a:ext cx="886542" cy="624801"/>
          </a:xfrm>
          <a:custGeom xmlns:a="http://schemas.openxmlformats.org/drawingml/2006/main">
            <a:pathLst>
              <a:path w="886542" h="624801">
                <a:moveTo>
                  <a:pt x="0" y="8440"/>
                </a:moveTo>
                <a:cubicBezTo>
                  <a:pt x="0" y="3778"/>
                  <a:pt x="3784" y="0"/>
                  <a:pt x="8444" y="0"/>
                </a:cubicBezTo>
                <a:lnTo>
                  <a:pt x="878111" y="0"/>
                </a:lnTo>
                <a:cubicBezTo>
                  <a:pt x="882771" y="0"/>
                  <a:pt x="886542" y="3778"/>
                  <a:pt x="886542" y="8440"/>
                </a:cubicBezTo>
                <a:lnTo>
                  <a:pt x="886542" y="616360"/>
                </a:lnTo>
                <a:cubicBezTo>
                  <a:pt x="886542" y="621022"/>
                  <a:pt x="882771" y="624801"/>
                  <a:pt x="878111" y="624801"/>
                </a:cubicBezTo>
                <a:lnTo>
                  <a:pt x="8444" y="624801"/>
                </a:lnTo>
                <a:cubicBezTo>
                  <a:pt x="3784" y="624801"/>
                  <a:pt x="0" y="621022"/>
                  <a:pt x="0" y="616360"/>
                </a:cubicBezTo>
                <a:lnTo>
                  <a:pt x="0" y="8440"/>
                </a:lnTo>
              </a:path>
            </a:pathLst>
          </a:custGeom>
          <a:solidFill xmlns:a="http://schemas.openxmlformats.org/drawingml/2006/main">
            <a:srgbClr val="1826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ECA8B8E-D82C-4D49-9D22-218030F759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babbb19764d90"/>
          <a:stretch xmlns:a="http://schemas.openxmlformats.org/drawingml/2006/main"/>
        </p:blipFill>
        <p:spPr>
          <a:xfrm xmlns:a="http://schemas.openxmlformats.org/drawingml/2006/main">
            <a:off x="12421430" y="1255593"/>
            <a:ext cx="1028700" cy="590550"/>
          </a:xfrm>
          <a:prstGeom xmlns:a="http://schemas.openxmlformats.org/drawingml/2006/main" prst="rect">
            <a:avLst/>
          </a:prstGeom>
        </p:spPr>
      </p:pic>
      <p:sp>
        <p:nvSpPr>
          <p:cNvPr id="202" name="text-139 Inspect">
            <a:extLst xmlns:a="http://schemas.openxmlformats.org/drawingml/2006/main">
              <a:ext uri="{FF2B5EF4-FFF2-40B4-BE49-F238E27FC236}">
                <a16:creationId xmlns:a16="http://schemas.microsoft.com/office/drawing/2014/main" id="{91B7FEDF-FFF2-43F9-A59C-7BC970BD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5904" y="1984331"/>
            <a:ext cx="611111" cy="225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Inspect</a:t>
            </a:r>
          </a:p>
        </p:txBody>
      </p:sp>
      <p:sp>
        <p:nvSpPr>
          <p:cNvPr id="203" name="text-139 frames">
            <a:extLst xmlns:a="http://schemas.openxmlformats.org/drawingml/2006/main">
              <a:ext uri="{FF2B5EF4-FFF2-40B4-BE49-F238E27FC236}">
                <a16:creationId xmlns:a16="http://schemas.microsoft.com/office/drawing/2014/main" id="{9B6A39DE-408F-4A50-815A-1934D410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7720" y="1984561"/>
            <a:ext cx="560166" cy="22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frames</a:t>
            </a:r>
          </a:p>
        </p:txBody>
      </p:sp>
      <p:sp>
        <p:nvSpPr>
          <p:cNvPr id="204" name="text-140 Inspect">
            <a:extLst xmlns:a="http://schemas.openxmlformats.org/drawingml/2006/main">
              <a:ext uri="{FF2B5EF4-FFF2-40B4-BE49-F238E27FC236}">
                <a16:creationId xmlns:a16="http://schemas.microsoft.com/office/drawing/2014/main" id="{24AE11D0-C110-4A9B-98DF-9CA00B37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5904" y="1984331"/>
            <a:ext cx="611111" cy="225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Inspect</a:t>
            </a:r>
          </a:p>
        </p:txBody>
      </p:sp>
      <p:sp>
        <p:nvSpPr>
          <p:cNvPr id="205" name="text-140 frames">
            <a:extLst xmlns:a="http://schemas.openxmlformats.org/drawingml/2006/main">
              <a:ext uri="{FF2B5EF4-FFF2-40B4-BE49-F238E27FC236}">
                <a16:creationId xmlns:a16="http://schemas.microsoft.com/office/drawing/2014/main" id="{074D0CC3-1F5C-44AF-893D-72A36090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7720" y="1984561"/>
            <a:ext cx="560166" cy="22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frames</a:t>
            </a:r>
          </a:p>
        </p:txBody>
      </p:sp>
      <p:sp>
        <p:nvSpPr>
          <p:cNvPr id="206" name="text-141 ×">
            <a:extLst xmlns:a="http://schemas.openxmlformats.org/drawingml/2006/main">
              <a:ext uri="{FF2B5EF4-FFF2-40B4-BE49-F238E27FC236}">
                <a16:creationId xmlns:a16="http://schemas.microsoft.com/office/drawing/2014/main" id="{3D8D2B5D-0D44-407E-9B5D-C9C1C28D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82123" y="1540117"/>
            <a:ext cx="267683" cy="567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92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92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3192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×</a:t>
            </a:r>
          </a:p>
        </p:txBody>
      </p:sp>
      <p:sp>
        <p:nvSpPr>
          <p:cNvPr id="207" name="text-142 ×">
            <a:extLst xmlns:a="http://schemas.openxmlformats.org/drawingml/2006/main">
              <a:ext uri="{FF2B5EF4-FFF2-40B4-BE49-F238E27FC236}">
                <a16:creationId xmlns:a16="http://schemas.microsoft.com/office/drawing/2014/main" id="{C999C00E-2C41-4CB9-830A-616F3F0F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82123" y="1540117"/>
            <a:ext cx="267683" cy="567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92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92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3192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×</a:t>
            </a:r>
          </a:p>
        </p:txBody>
      </p:sp>
      <p:sp>
        <p:nvSpPr>
          <p:cNvPr id="208" name="path-143">
            <a:extLst xmlns:a="http://schemas.openxmlformats.org/drawingml/2006/main">
              <a:ext uri="{FF2B5EF4-FFF2-40B4-BE49-F238E27FC236}">
                <a16:creationId xmlns:a16="http://schemas.microsoft.com/office/drawing/2014/main" id="{B1450817-8990-40A3-A6B1-57640B38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910" y="2404192"/>
            <a:ext cx="4804212" cy="191"/>
          </a:xfrm>
          <a:custGeom xmlns:a="http://schemas.openxmlformats.org/drawingml/2006/main">
            <a:pathLst>
              <a:path w="4804212" h="191">
                <a:moveTo>
                  <a:pt x="0" y="0"/>
                </a:moveTo>
                <a:lnTo>
                  <a:pt x="48042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77">
            <a:solidFill>
              <a:srgbClr val="A9C9BA"/>
            </a:solidFill>
            <a:prstDash val="dash"/>
          </a:ln>
        </p:spPr>
      </p:sp>
      <p:sp>
        <p:nvSpPr>
          <p:cNvPr id="209" name="text-144 Execution">
            <a:extLst xmlns:a="http://schemas.openxmlformats.org/drawingml/2006/main">
              <a:ext uri="{FF2B5EF4-FFF2-40B4-BE49-F238E27FC236}">
                <a16:creationId xmlns:a16="http://schemas.microsoft.com/office/drawing/2014/main" id="{5D0B3E20-2192-4758-8BDE-E5513D6B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3045" y="2468310"/>
            <a:ext cx="765794" cy="22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Execution</a:t>
            </a:r>
          </a:p>
        </p:txBody>
      </p:sp>
      <p:sp>
        <p:nvSpPr>
          <p:cNvPr id="210" name="text-144 trace">
            <a:extLst xmlns:a="http://schemas.openxmlformats.org/drawingml/2006/main">
              <a:ext uri="{FF2B5EF4-FFF2-40B4-BE49-F238E27FC236}">
                <a16:creationId xmlns:a16="http://schemas.microsoft.com/office/drawing/2014/main" id="{4D36EDA5-F6E3-4709-A278-9FAD6195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9822" y="2468464"/>
            <a:ext cx="433185" cy="22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trace</a:t>
            </a:r>
          </a:p>
        </p:txBody>
      </p:sp>
      <p:sp>
        <p:nvSpPr>
          <p:cNvPr id="211" name="text-145 Execution">
            <a:extLst xmlns:a="http://schemas.openxmlformats.org/drawingml/2006/main">
              <a:ext uri="{FF2B5EF4-FFF2-40B4-BE49-F238E27FC236}">
                <a16:creationId xmlns:a16="http://schemas.microsoft.com/office/drawing/2014/main" id="{AEB69974-55A9-4F2E-A9AC-A1AA61C3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3045" y="2468310"/>
            <a:ext cx="765794" cy="22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Execution</a:t>
            </a:r>
          </a:p>
        </p:txBody>
      </p:sp>
      <p:sp>
        <p:nvSpPr>
          <p:cNvPr id="212" name="text-145 trace">
            <a:extLst xmlns:a="http://schemas.openxmlformats.org/drawingml/2006/main">
              <a:ext uri="{FF2B5EF4-FFF2-40B4-BE49-F238E27FC236}">
                <a16:creationId xmlns:a16="http://schemas.microsoft.com/office/drawing/2014/main" id="{BCD7D4AA-D9AF-43CE-BCB3-4F536CF0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9822" y="2468464"/>
            <a:ext cx="433185" cy="22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6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trace</a:t>
            </a:r>
          </a:p>
        </p:txBody>
      </p:sp>
      <p:sp>
        <p:nvSpPr>
          <p:cNvPr id="213" name="path-146">
            <a:extLst xmlns:a="http://schemas.openxmlformats.org/drawingml/2006/main">
              <a:ext uri="{FF2B5EF4-FFF2-40B4-BE49-F238E27FC236}">
                <a16:creationId xmlns:a16="http://schemas.microsoft.com/office/drawing/2014/main" id="{6245FF10-9D80-4D2B-B375-B834A82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0678" y="2463295"/>
            <a:ext cx="844328" cy="211081"/>
          </a:xfrm>
          <a:custGeom xmlns:a="http://schemas.openxmlformats.org/drawingml/2006/main">
            <a:pathLst>
              <a:path w="844328" h="211081">
                <a:moveTo>
                  <a:pt x="0" y="59103"/>
                </a:moveTo>
                <a:cubicBezTo>
                  <a:pt x="0" y="26461"/>
                  <a:pt x="26460" y="0"/>
                  <a:pt x="59103" y="0"/>
                </a:cubicBezTo>
                <a:lnTo>
                  <a:pt x="785226" y="0"/>
                </a:lnTo>
                <a:cubicBezTo>
                  <a:pt x="817862" y="0"/>
                  <a:pt x="844328" y="26461"/>
                  <a:pt x="844328" y="59103"/>
                </a:cubicBezTo>
                <a:lnTo>
                  <a:pt x="844328" y="151978"/>
                </a:lnTo>
                <a:cubicBezTo>
                  <a:pt x="844328" y="184620"/>
                  <a:pt x="817862" y="211081"/>
                  <a:pt x="785226" y="211081"/>
                </a:cubicBezTo>
                <a:lnTo>
                  <a:pt x="59103" y="211081"/>
                </a:lnTo>
                <a:cubicBezTo>
                  <a:pt x="26460" y="211081"/>
                  <a:pt x="0" y="184620"/>
                  <a:pt x="0" y="151978"/>
                </a:cubicBezTo>
                <a:lnTo>
                  <a:pt x="0" y="59103"/>
                </a:lnTo>
              </a:path>
            </a:pathLst>
          </a:cu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147">
            <a:extLst xmlns:a="http://schemas.openxmlformats.org/drawingml/2006/main">
              <a:ext uri="{FF2B5EF4-FFF2-40B4-BE49-F238E27FC236}">
                <a16:creationId xmlns:a16="http://schemas.microsoft.com/office/drawing/2014/main" id="{0146EE14-1FA1-45ED-8B1F-90F95122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4293" y="2463295"/>
            <a:ext cx="743007" cy="211081"/>
          </a:xfrm>
          <a:custGeom xmlns:a="http://schemas.openxmlformats.org/drawingml/2006/main">
            <a:pathLst>
              <a:path w="743007" h="211081">
                <a:moveTo>
                  <a:pt x="0" y="59103"/>
                </a:moveTo>
                <a:cubicBezTo>
                  <a:pt x="0" y="26461"/>
                  <a:pt x="26457" y="0"/>
                  <a:pt x="59103" y="0"/>
                </a:cubicBezTo>
                <a:lnTo>
                  <a:pt x="683904" y="0"/>
                </a:lnTo>
                <a:cubicBezTo>
                  <a:pt x="716541" y="0"/>
                  <a:pt x="743007" y="26461"/>
                  <a:pt x="743007" y="59103"/>
                </a:cubicBezTo>
                <a:lnTo>
                  <a:pt x="743007" y="151978"/>
                </a:lnTo>
                <a:cubicBezTo>
                  <a:pt x="743007" y="184620"/>
                  <a:pt x="716541" y="211081"/>
                  <a:pt x="683904" y="211081"/>
                </a:cubicBezTo>
                <a:lnTo>
                  <a:pt x="59103" y="211081"/>
                </a:lnTo>
                <a:cubicBezTo>
                  <a:pt x="26457" y="211081"/>
                  <a:pt x="0" y="184620"/>
                  <a:pt x="0" y="151978"/>
                </a:cubicBezTo>
                <a:lnTo>
                  <a:pt x="0" y="59103"/>
                </a:lnTo>
              </a:path>
            </a:pathLst>
          </a:cu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text-148 Execution">
            <a:extLst xmlns:a="http://schemas.openxmlformats.org/drawingml/2006/main">
              <a:ext uri="{FF2B5EF4-FFF2-40B4-BE49-F238E27FC236}">
                <a16:creationId xmlns:a16="http://schemas.microsoft.com/office/drawing/2014/main" id="{59D3B4D9-8C75-4453-A180-1205B6E5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3211" y="2837266"/>
            <a:ext cx="861319" cy="25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Execution</a:t>
            </a:r>
          </a:p>
        </p:txBody>
      </p:sp>
      <p:sp>
        <p:nvSpPr>
          <p:cNvPr id="216" name="text-148 feedback">
            <a:extLst xmlns:a="http://schemas.openxmlformats.org/drawingml/2006/main">
              <a:ext uri="{FF2B5EF4-FFF2-40B4-BE49-F238E27FC236}">
                <a16:creationId xmlns:a16="http://schemas.microsoft.com/office/drawing/2014/main" id="{E9DAC5D9-B5E1-471A-8F2E-F4B7E7AF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45543" y="2837322"/>
            <a:ext cx="816440" cy="252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feedback</a:t>
            </a:r>
          </a:p>
        </p:txBody>
      </p:sp>
      <p:sp>
        <p:nvSpPr>
          <p:cNvPr id="217" name="text-149 Execution">
            <a:extLst xmlns:a="http://schemas.openxmlformats.org/drawingml/2006/main">
              <a:ext uri="{FF2B5EF4-FFF2-40B4-BE49-F238E27FC236}">
                <a16:creationId xmlns:a16="http://schemas.microsoft.com/office/drawing/2014/main" id="{BE6FAA13-5783-4F7B-BCEC-D6FAED91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3211" y="2837266"/>
            <a:ext cx="861319" cy="252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Execution</a:t>
            </a:r>
          </a:p>
        </p:txBody>
      </p:sp>
      <p:sp>
        <p:nvSpPr>
          <p:cNvPr id="218" name="text-149 feedback">
            <a:extLst xmlns:a="http://schemas.openxmlformats.org/drawingml/2006/main">
              <a:ext uri="{FF2B5EF4-FFF2-40B4-BE49-F238E27FC236}">
                <a16:creationId xmlns:a16="http://schemas.microsoft.com/office/drawing/2014/main" id="{134D3DC5-9BF2-42B3-B0CF-E762A0E5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45543" y="2837322"/>
            <a:ext cx="816440" cy="252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feedback</a:t>
            </a:r>
          </a:p>
        </p:txBody>
      </p:sp>
      <p:sp>
        <p:nvSpPr>
          <p:cNvPr id="219" name="text-150 Failure">
            <a:extLst xmlns:a="http://schemas.openxmlformats.org/drawingml/2006/main">
              <a:ext uri="{FF2B5EF4-FFF2-40B4-BE49-F238E27FC236}">
                <a16:creationId xmlns:a16="http://schemas.microsoft.com/office/drawing/2014/main" id="{D6FCDA2E-8971-4818-9E72-AD87888A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3558" y="3381111"/>
            <a:ext cx="719793" cy="29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Failure</a:t>
            </a:r>
          </a:p>
        </p:txBody>
      </p:sp>
      <p:sp>
        <p:nvSpPr>
          <p:cNvPr id="220" name="text-150 diagnosis">
            <a:extLst xmlns:a="http://schemas.openxmlformats.org/drawingml/2006/main">
              <a:ext uri="{FF2B5EF4-FFF2-40B4-BE49-F238E27FC236}">
                <a16:creationId xmlns:a16="http://schemas.microsoft.com/office/drawing/2014/main" id="{BF9D2886-94B3-4AF8-8BFA-F1A26C0E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6760" y="3380903"/>
            <a:ext cx="930596" cy="296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diagnosis</a:t>
            </a:r>
          </a:p>
        </p:txBody>
      </p:sp>
      <p:sp>
        <p:nvSpPr>
          <p:cNvPr id="221" name="text-151 Failure">
            <a:extLst xmlns:a="http://schemas.openxmlformats.org/drawingml/2006/main">
              <a:ext uri="{FF2B5EF4-FFF2-40B4-BE49-F238E27FC236}">
                <a16:creationId xmlns:a16="http://schemas.microsoft.com/office/drawing/2014/main" id="{FA09A1AB-A1F8-4EC0-96E4-C4E00E4D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3558" y="3381111"/>
            <a:ext cx="719793" cy="29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Failure</a:t>
            </a:r>
          </a:p>
        </p:txBody>
      </p:sp>
      <p:sp>
        <p:nvSpPr>
          <p:cNvPr id="222" name="text-151 diagnosis">
            <a:extLst xmlns:a="http://schemas.openxmlformats.org/drawingml/2006/main">
              <a:ext uri="{FF2B5EF4-FFF2-40B4-BE49-F238E27FC236}">
                <a16:creationId xmlns:a16="http://schemas.microsoft.com/office/drawing/2014/main" id="{CB3D1015-5347-4CAB-A88A-3AD32D2C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6760" y="3380903"/>
            <a:ext cx="930596" cy="296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diagnosis</a:t>
            </a:r>
          </a:p>
        </p:txBody>
      </p:sp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1CCCCCE-77E3-472A-982B-7508BFE600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98ac796d34288"/>
          <a:stretch xmlns:a="http://schemas.openxmlformats.org/drawingml/2006/main"/>
        </p:blipFill>
        <p:spPr>
          <a:xfrm xmlns:a="http://schemas.openxmlformats.org/drawingml/2006/main">
            <a:off x="3848930" y="3741618"/>
            <a:ext cx="590550" cy="514350"/>
          </a:xfrm>
          <a:prstGeom xmlns:a="http://schemas.openxmlformats.org/drawingml/2006/main" prst="rect">
            <a:avLst/>
          </a:prstGeom>
        </p:spPr>
      </p:pic>
      <p:sp>
        <p:nvSpPr>
          <p:cNvPr id="224" name="text-153 B.">
            <a:extLst xmlns:a="http://schemas.openxmlformats.org/drawingml/2006/main">
              <a:ext uri="{FF2B5EF4-FFF2-40B4-BE49-F238E27FC236}">
                <a16:creationId xmlns:a16="http://schemas.microsoft.com/office/drawing/2014/main" id="{A7DE81E9-283B-4EBA-8CD8-9A49EEB0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1465" y="3873535"/>
            <a:ext cx="240474" cy="31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88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225" name="text-153 Chair">
            <a:extLst xmlns:a="http://schemas.openxmlformats.org/drawingml/2006/main">
              <a:ext uri="{FF2B5EF4-FFF2-40B4-BE49-F238E27FC236}">
                <a16:creationId xmlns:a16="http://schemas.microsoft.com/office/drawing/2014/main" id="{95DC068A-DD6A-4B51-A284-1E292C16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8610" y="3872743"/>
            <a:ext cx="599499" cy="318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9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Chair</a:t>
            </a:r>
          </a:p>
        </p:txBody>
      </p:sp>
      <p:sp>
        <p:nvSpPr>
          <p:cNvPr id="226" name="text-154 B.">
            <a:extLst xmlns:a="http://schemas.openxmlformats.org/drawingml/2006/main">
              <a:ext uri="{FF2B5EF4-FFF2-40B4-BE49-F238E27FC236}">
                <a16:creationId xmlns:a16="http://schemas.microsoft.com/office/drawing/2014/main" id="{53A27ED8-A6C3-4AF2-BA56-F6FD3B24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1465" y="3873535"/>
            <a:ext cx="240474" cy="31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88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227" name="text-154 Chair">
            <a:extLst xmlns:a="http://schemas.openxmlformats.org/drawingml/2006/main">
              <a:ext uri="{FF2B5EF4-FFF2-40B4-BE49-F238E27FC236}">
                <a16:creationId xmlns:a16="http://schemas.microsoft.com/office/drawing/2014/main" id="{F11566A5-B378-4136-A187-7D11091C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8610" y="3872743"/>
            <a:ext cx="599499" cy="318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9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Chair</a:t>
            </a:r>
          </a:p>
        </p:txBody>
      </p:sp>
      <p:sp>
        <p:nvSpPr>
          <p:cNvPr id="228" name="text-155 ×">
            <a:extLst xmlns:a="http://schemas.openxmlformats.org/drawingml/2006/main">
              <a:ext uri="{FF2B5EF4-FFF2-40B4-BE49-F238E27FC236}">
                <a16:creationId xmlns:a16="http://schemas.microsoft.com/office/drawing/2014/main" id="{D793829A-A356-4FC3-BB0C-F3859FD4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6450" y="3875293"/>
            <a:ext cx="148733" cy="31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×</a:t>
            </a:r>
          </a:p>
        </p:txBody>
      </p:sp>
      <p:sp>
        <p:nvSpPr>
          <p:cNvPr id="229" name="text-156 ×">
            <a:extLst xmlns:a="http://schemas.openxmlformats.org/drawingml/2006/main">
              <a:ext uri="{FF2B5EF4-FFF2-40B4-BE49-F238E27FC236}">
                <a16:creationId xmlns:a16="http://schemas.microsoft.com/office/drawing/2014/main" id="{67DD56FC-92BF-4313-85A7-03819BCB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6450" y="3875293"/>
            <a:ext cx="148733" cy="31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×</a:t>
            </a:r>
          </a:p>
        </p:txBody>
      </p:sp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C8B964E7-E512-454F-8C26-40BA9F49DE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f48172dc84792"/>
          <a:stretch xmlns:a="http://schemas.openxmlformats.org/drawingml/2006/main"/>
        </p:blipFill>
        <p:spPr>
          <a:xfrm xmlns:a="http://schemas.openxmlformats.org/drawingml/2006/main">
            <a:off x="3172655" y="4417893"/>
            <a:ext cx="1400175" cy="790575"/>
          </a:xfrm>
          <a:prstGeom xmlns:a="http://schemas.openxmlformats.org/drawingml/2006/main" prst="rect">
            <a:avLst/>
          </a:prstGeom>
        </p:spPr>
      </p:pic>
      <p:sp>
        <p:nvSpPr>
          <p:cNvPr id="231" name="path-158">
            <a:extLst xmlns:a="http://schemas.openxmlformats.org/drawingml/2006/main">
              <a:ext uri="{FF2B5EF4-FFF2-40B4-BE49-F238E27FC236}">
                <a16:creationId xmlns:a16="http://schemas.microsoft.com/office/drawing/2014/main" id="{A1B3C328-E979-4491-82D7-14C76596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69" y="4396113"/>
            <a:ext cx="1443797" cy="835882"/>
          </a:xfrm>
          <a:custGeom xmlns:a="http://schemas.openxmlformats.org/drawingml/2006/main">
            <a:pathLst>
              <a:path w="1443797" h="835882">
                <a:moveTo>
                  <a:pt x="0" y="33769"/>
                </a:moveTo>
                <a:cubicBezTo>
                  <a:pt x="0" y="15119"/>
                  <a:pt x="15119" y="0"/>
                  <a:pt x="33769" y="0"/>
                </a:cubicBezTo>
                <a:lnTo>
                  <a:pt x="1410027" y="0"/>
                </a:lnTo>
                <a:cubicBezTo>
                  <a:pt x="1428678" y="0"/>
                  <a:pt x="1443797" y="15119"/>
                  <a:pt x="1443797" y="33769"/>
                </a:cubicBezTo>
                <a:lnTo>
                  <a:pt x="1443797" y="802113"/>
                </a:lnTo>
                <a:cubicBezTo>
                  <a:pt x="1443797" y="820764"/>
                  <a:pt x="1428678" y="835882"/>
                  <a:pt x="1410027" y="835882"/>
                </a:cubicBezTo>
                <a:lnTo>
                  <a:pt x="33769" y="835882"/>
                </a:lnTo>
                <a:cubicBezTo>
                  <a:pt x="15119" y="835882"/>
                  <a:pt x="0" y="820764"/>
                  <a:pt x="0" y="802113"/>
                </a:cubicBezTo>
                <a:lnTo>
                  <a:pt x="0" y="33769"/>
                </a:lnTo>
              </a:path>
            </a:pathLst>
          </a:custGeom>
          <a:noFill xmlns:a="http://schemas.openxmlformats.org/drawingml/2006/main"/>
          <a:ln xmlns:a="http://schemas.openxmlformats.org/drawingml/2006/main" w="13509">
            <a:solidFill>
              <a:srgbClr val="C59A43"/>
            </a:solidFill>
            <a:prstDash val="solid"/>
          </a:ln>
        </p:spPr>
      </p:sp>
      <p:sp>
        <p:nvSpPr>
          <p:cNvPr id="232" name="text-159 Ground">
            <a:extLst xmlns:a="http://schemas.openxmlformats.org/drawingml/2006/main">
              <a:ext uri="{FF2B5EF4-FFF2-40B4-BE49-F238E27FC236}">
                <a16:creationId xmlns:a16="http://schemas.microsoft.com/office/drawing/2014/main" id="{6134757B-D52A-4144-89C9-3BF7ADD0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8221" y="5267276"/>
            <a:ext cx="551581" cy="221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Ground</a:t>
            </a:r>
          </a:p>
        </p:txBody>
      </p:sp>
      <p:sp>
        <p:nvSpPr>
          <p:cNvPr id="233" name="text-160 Ground">
            <a:extLst xmlns:a="http://schemas.openxmlformats.org/drawingml/2006/main">
              <a:ext uri="{FF2B5EF4-FFF2-40B4-BE49-F238E27FC236}">
                <a16:creationId xmlns:a16="http://schemas.microsoft.com/office/drawing/2014/main" id="{3D4F729F-7809-48EB-9D13-E22CA856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8221" y="5267276"/>
            <a:ext cx="551581" cy="221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Ground</a:t>
            </a:r>
          </a:p>
        </p:txBody>
      </p:sp>
      <p:sp>
        <p:nvSpPr>
          <p:cNvPr id="234" name="text-161 -">
            <a:extLst xmlns:a="http://schemas.openxmlformats.org/drawingml/2006/main">
              <a:ext uri="{FF2B5EF4-FFF2-40B4-BE49-F238E27FC236}">
                <a16:creationId xmlns:a16="http://schemas.microsoft.com/office/drawing/2014/main" id="{98BEDC41-9438-4495-8657-2D9F65DD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1702" y="5267510"/>
            <a:ext cx="94020" cy="220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35" name="text-162 -">
            <a:extLst xmlns:a="http://schemas.openxmlformats.org/drawingml/2006/main">
              <a:ext uri="{FF2B5EF4-FFF2-40B4-BE49-F238E27FC236}">
                <a16:creationId xmlns:a16="http://schemas.microsoft.com/office/drawing/2014/main" id="{EE3078D1-E305-4D2A-B3AD-4408F66F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1702" y="5267510"/>
            <a:ext cx="94020" cy="220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36" name="text-163 truth">
            <a:extLst xmlns:a="http://schemas.openxmlformats.org/drawingml/2006/main">
              <a:ext uri="{FF2B5EF4-FFF2-40B4-BE49-F238E27FC236}">
                <a16:creationId xmlns:a16="http://schemas.microsoft.com/office/drawing/2014/main" id="{AF7F8D0A-CCC4-40CB-9CC9-9AF36907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7842" y="5267167"/>
            <a:ext cx="426308" cy="221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truth</a:t>
            </a:r>
          </a:p>
        </p:txBody>
      </p:sp>
      <p:sp>
        <p:nvSpPr>
          <p:cNvPr id="237" name="text-163 evidence">
            <a:extLst xmlns:a="http://schemas.openxmlformats.org/drawingml/2006/main">
              <a:ext uri="{FF2B5EF4-FFF2-40B4-BE49-F238E27FC236}">
                <a16:creationId xmlns:a16="http://schemas.microsoft.com/office/drawing/2014/main" id="{23A11E94-21FB-483D-9D28-450B0EFF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3902" y="5267227"/>
            <a:ext cx="665043" cy="221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238" name="text-164 truth">
            <a:extLst xmlns:a="http://schemas.openxmlformats.org/drawingml/2006/main">
              <a:ext uri="{FF2B5EF4-FFF2-40B4-BE49-F238E27FC236}">
                <a16:creationId xmlns:a16="http://schemas.microsoft.com/office/drawing/2014/main" id="{C2F73F94-2E49-4DD3-B835-7052DA51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7842" y="5267167"/>
            <a:ext cx="426308" cy="221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truth</a:t>
            </a:r>
          </a:p>
        </p:txBody>
      </p:sp>
      <p:sp>
        <p:nvSpPr>
          <p:cNvPr id="239" name="text-164 evidence">
            <a:extLst xmlns:a="http://schemas.openxmlformats.org/drawingml/2006/main">
              <a:ext uri="{FF2B5EF4-FFF2-40B4-BE49-F238E27FC236}">
                <a16:creationId xmlns:a16="http://schemas.microsoft.com/office/drawing/2014/main" id="{368931CA-58BA-449A-A3F8-6FA81C69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3902" y="5267227"/>
            <a:ext cx="665043" cy="221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240" name="text-165 still">
            <a:extLst xmlns:a="http://schemas.openxmlformats.org/drawingml/2006/main">
              <a:ext uri="{FF2B5EF4-FFF2-40B4-BE49-F238E27FC236}">
                <a16:creationId xmlns:a16="http://schemas.microsoft.com/office/drawing/2014/main" id="{B5FFAD6B-9F65-4E23-B8BC-72FBFCF8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926" y="5436593"/>
            <a:ext cx="310975" cy="22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still</a:t>
            </a:r>
          </a:p>
        </p:txBody>
      </p:sp>
      <p:sp>
        <p:nvSpPr>
          <p:cNvPr id="241" name="text-166 wrong">
            <a:extLst xmlns:a="http://schemas.openxmlformats.org/drawingml/2006/main">
              <a:ext uri="{FF2B5EF4-FFF2-40B4-BE49-F238E27FC236}">
                <a16:creationId xmlns:a16="http://schemas.microsoft.com/office/drawing/2014/main" id="{40250120-343C-467E-A348-D64BB7FE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1668" y="5628421"/>
            <a:ext cx="462505" cy="221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wrong</a:t>
            </a:r>
          </a:p>
        </p:txBody>
      </p:sp>
      <p:pic>
        <p:nvPic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DC0C4D8B-28DB-404E-ACFA-46CBC0A6E1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9e0402d1f4c75"/>
          <a:stretch xmlns:a="http://schemas.openxmlformats.org/drawingml/2006/main"/>
        </p:blipFill>
        <p:spPr>
          <a:xfrm xmlns:a="http://schemas.openxmlformats.org/drawingml/2006/main">
            <a:off x="3229805" y="5894268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93488591-276A-410C-AC54-06CC77B16C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a891f391a46aa"/>
          <a:stretch xmlns:a="http://schemas.openxmlformats.org/drawingml/2006/main"/>
        </p:blipFill>
        <p:spPr>
          <a:xfrm xmlns:a="http://schemas.openxmlformats.org/drawingml/2006/main">
            <a:off x="3848930" y="5894268"/>
            <a:ext cx="685800" cy="390525"/>
          </a:xfrm>
          <a:prstGeom xmlns:a="http://schemas.openxmlformats.org/drawingml/2006/main" prst="rect">
            <a:avLst/>
          </a:prstGeom>
        </p:spPr>
      </p:pic>
      <p:sp>
        <p:nvSpPr>
          <p:cNvPr id="244" name="text-169 Expanded">
            <a:extLst xmlns:a="http://schemas.openxmlformats.org/drawingml/2006/main">
              <a:ext uri="{FF2B5EF4-FFF2-40B4-BE49-F238E27FC236}">
                <a16:creationId xmlns:a16="http://schemas.microsoft.com/office/drawing/2014/main" id="{535D2C75-F6DA-4C1E-9C93-C6828C1E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8201" y="6291408"/>
            <a:ext cx="738731" cy="220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Expanded</a:t>
            </a:r>
          </a:p>
        </p:txBody>
      </p:sp>
      <p:sp>
        <p:nvSpPr>
          <p:cNvPr id="245" name="text-169 observation">
            <a:extLst xmlns:a="http://schemas.openxmlformats.org/drawingml/2006/main">
              <a:ext uri="{FF2B5EF4-FFF2-40B4-BE49-F238E27FC236}">
                <a16:creationId xmlns:a16="http://schemas.microsoft.com/office/drawing/2014/main" id="{1CDF6B9A-A2E3-42F6-8D3B-89825961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6687" y="6291119"/>
            <a:ext cx="886310" cy="221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observation</a:t>
            </a:r>
          </a:p>
        </p:txBody>
      </p:sp>
      <p:sp>
        <p:nvSpPr>
          <p:cNvPr id="246" name="text-170 Expanded">
            <a:extLst xmlns:a="http://schemas.openxmlformats.org/drawingml/2006/main">
              <a:ext uri="{FF2B5EF4-FFF2-40B4-BE49-F238E27FC236}">
                <a16:creationId xmlns:a16="http://schemas.microsoft.com/office/drawing/2014/main" id="{3792634D-DD9E-442F-8954-44F29A83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8201" y="6291408"/>
            <a:ext cx="738731" cy="220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Expanded</a:t>
            </a:r>
          </a:p>
        </p:txBody>
      </p:sp>
      <p:sp>
        <p:nvSpPr>
          <p:cNvPr id="247" name="text-170 observation">
            <a:extLst xmlns:a="http://schemas.openxmlformats.org/drawingml/2006/main">
              <a:ext uri="{FF2B5EF4-FFF2-40B4-BE49-F238E27FC236}">
                <a16:creationId xmlns:a16="http://schemas.microsoft.com/office/drawing/2014/main" id="{9355F6F2-8DD3-4DD7-874B-7B05675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6687" y="6291119"/>
            <a:ext cx="886310" cy="221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observation</a:t>
            </a:r>
          </a:p>
        </p:txBody>
      </p:sp>
      <p:sp>
        <p:nvSpPr>
          <p:cNvPr id="248" name="text-171 context">
            <a:extLst xmlns:a="http://schemas.openxmlformats.org/drawingml/2006/main">
              <a:ext uri="{FF2B5EF4-FFF2-40B4-BE49-F238E27FC236}">
                <a16:creationId xmlns:a16="http://schemas.microsoft.com/office/drawing/2014/main" id="{DED985E1-8A98-4B28-8AFE-48CC2BDD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1339" y="6482964"/>
            <a:ext cx="603646" cy="22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context</a:t>
            </a:r>
          </a:p>
        </p:txBody>
      </p:sp>
      <p:sp>
        <p:nvSpPr>
          <p:cNvPr id="249" name="text-172 context">
            <a:extLst xmlns:a="http://schemas.openxmlformats.org/drawingml/2006/main">
              <a:ext uri="{FF2B5EF4-FFF2-40B4-BE49-F238E27FC236}">
                <a16:creationId xmlns:a16="http://schemas.microsoft.com/office/drawing/2014/main" id="{AEB7B0C1-7C08-4DBD-9651-D9F56A8A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1339" y="6482964"/>
            <a:ext cx="603646" cy="22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context</a:t>
            </a:r>
          </a:p>
        </p:txBody>
      </p:sp>
      <p:sp>
        <p:nvSpPr>
          <p:cNvPr id="250" name="text-175 Solver">
            <a:extLst xmlns:a="http://schemas.openxmlformats.org/drawingml/2006/main">
              <a:ext uri="{FF2B5EF4-FFF2-40B4-BE49-F238E27FC236}">
                <a16:creationId xmlns:a16="http://schemas.microsoft.com/office/drawing/2014/main" id="{BA06010E-085D-466F-B222-782E6A55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7615" y="3381188"/>
            <a:ext cx="674308" cy="296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51" name="text-175 refinement">
            <a:extLst xmlns:a="http://schemas.openxmlformats.org/drawingml/2006/main">
              <a:ext uri="{FF2B5EF4-FFF2-40B4-BE49-F238E27FC236}">
                <a16:creationId xmlns:a16="http://schemas.microsoft.com/office/drawing/2014/main" id="{543A86C4-3B95-4E80-B4D5-F0FDC053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5856" y="3381203"/>
            <a:ext cx="1139641" cy="296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refinement</a:t>
            </a:r>
          </a:p>
        </p:txBody>
      </p:sp>
      <p:sp>
        <p:nvSpPr>
          <p:cNvPr id="252" name="text-176 Solver">
            <a:extLst xmlns:a="http://schemas.openxmlformats.org/drawingml/2006/main">
              <a:ext uri="{FF2B5EF4-FFF2-40B4-BE49-F238E27FC236}">
                <a16:creationId xmlns:a16="http://schemas.microsoft.com/office/drawing/2014/main" id="{5DD398EC-D527-4FC9-881E-4855C441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7615" y="3381188"/>
            <a:ext cx="674308" cy="296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53" name="text-176 refinement">
            <a:extLst xmlns:a="http://schemas.openxmlformats.org/drawingml/2006/main">
              <a:ext uri="{FF2B5EF4-FFF2-40B4-BE49-F238E27FC236}">
                <a16:creationId xmlns:a16="http://schemas.microsoft.com/office/drawing/2014/main" id="{E3B23868-D71A-44DA-85A9-E184474E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5856" y="3381203"/>
            <a:ext cx="1139641" cy="296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refinement</a:t>
            </a:r>
          </a:p>
        </p:txBody>
      </p:sp>
      <p:sp>
        <p:nvSpPr>
          <p:cNvPr id="254" name="text-177 Solver">
            <a:extLst xmlns:a="http://schemas.openxmlformats.org/drawingml/2006/main">
              <a:ext uri="{FF2B5EF4-FFF2-40B4-BE49-F238E27FC236}">
                <a16:creationId xmlns:a16="http://schemas.microsoft.com/office/drawing/2014/main" id="{72B9EB75-51E3-4640-857F-F9CBFC74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7905" y="4894186"/>
            <a:ext cx="537821" cy="236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55" name="text-178 Solver">
            <a:extLst xmlns:a="http://schemas.openxmlformats.org/drawingml/2006/main">
              <a:ext uri="{FF2B5EF4-FFF2-40B4-BE49-F238E27FC236}">
                <a16:creationId xmlns:a16="http://schemas.microsoft.com/office/drawing/2014/main" id="{C77C1398-CC5E-4CEC-867B-A271B4F0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7905" y="4894186"/>
            <a:ext cx="537821" cy="236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pic>
        <p:nvPic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3BBB074-2FC1-46DC-A03E-8677CA43A1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50d1eccb74673"/>
          <a:stretch xmlns:a="http://schemas.openxmlformats.org/drawingml/2006/main"/>
        </p:blipFill>
        <p:spPr>
          <a:xfrm xmlns:a="http://schemas.openxmlformats.org/drawingml/2006/main">
            <a:off x="7554155" y="3770193"/>
            <a:ext cx="571500" cy="504825"/>
          </a:xfrm>
          <a:prstGeom xmlns:a="http://schemas.openxmlformats.org/drawingml/2006/main" prst="rect">
            <a:avLst/>
          </a:prstGeom>
        </p:spPr>
      </p:pic>
      <p:sp>
        <p:nvSpPr>
          <p:cNvPr id="257" name="text-180 Skills">
            <a:extLst xmlns:a="http://schemas.openxmlformats.org/drawingml/2006/main">
              <a:ext uri="{FF2B5EF4-FFF2-40B4-BE49-F238E27FC236}">
                <a16:creationId xmlns:a16="http://schemas.microsoft.com/office/drawing/2014/main" id="{58D1B4D7-CE59-469A-9F7D-C58F0614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5175" y="4333660"/>
            <a:ext cx="368741" cy="18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Skills</a:t>
            </a:r>
          </a:p>
        </p:txBody>
      </p:sp>
      <p:sp>
        <p:nvSpPr>
          <p:cNvPr id="258" name="text-181 Skills">
            <a:extLst xmlns:a="http://schemas.openxmlformats.org/drawingml/2006/main">
              <a:ext uri="{FF2B5EF4-FFF2-40B4-BE49-F238E27FC236}">
                <a16:creationId xmlns:a16="http://schemas.microsoft.com/office/drawing/2014/main" id="{33A09C26-8077-4E9E-B6A0-B7435EC5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5175" y="4333660"/>
            <a:ext cx="368741" cy="18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Skills</a:t>
            </a:r>
          </a:p>
        </p:txBody>
      </p:sp>
      <p:pic>
        <p:nvPic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BE2A0AB3-113B-48B1-91A4-DA28FB0347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4a5f438de40e8"/>
          <a:stretch xmlns:a="http://schemas.openxmlformats.org/drawingml/2006/main"/>
        </p:blipFill>
        <p:spPr>
          <a:xfrm xmlns:a="http://schemas.openxmlformats.org/drawingml/2006/main">
            <a:off x="8678105" y="3732093"/>
            <a:ext cx="466725" cy="581025"/>
          </a:xfrm>
          <a:prstGeom xmlns:a="http://schemas.openxmlformats.org/drawingml/2006/main" prst="rect">
            <a:avLst/>
          </a:prstGeom>
        </p:spPr>
      </p:pic>
      <p:sp>
        <p:nvSpPr>
          <p:cNvPr id="260" name="text-183 Strategy">
            <a:extLst xmlns:a="http://schemas.openxmlformats.org/drawingml/2006/main">
              <a:ext uri="{FF2B5EF4-FFF2-40B4-BE49-F238E27FC236}">
                <a16:creationId xmlns:a16="http://schemas.microsoft.com/office/drawing/2014/main" id="{0D6BC46F-FDE3-4294-A45E-FF5DC3E5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7525" y="4325611"/>
            <a:ext cx="595480" cy="189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Strategy</a:t>
            </a:r>
          </a:p>
        </p:txBody>
      </p:sp>
      <p:sp>
        <p:nvSpPr>
          <p:cNvPr id="261" name="text-183 code">
            <a:extLst xmlns:a="http://schemas.openxmlformats.org/drawingml/2006/main">
              <a:ext uri="{FF2B5EF4-FFF2-40B4-BE49-F238E27FC236}">
                <a16:creationId xmlns:a16="http://schemas.microsoft.com/office/drawing/2014/main" id="{C6C32667-CE04-4A12-983F-94C66086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505" y="4325821"/>
            <a:ext cx="317660" cy="1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code</a:t>
            </a:r>
          </a:p>
        </p:txBody>
      </p:sp>
      <p:sp>
        <p:nvSpPr>
          <p:cNvPr id="262" name="text-184 Strategy">
            <a:extLst xmlns:a="http://schemas.openxmlformats.org/drawingml/2006/main">
              <a:ext uri="{FF2B5EF4-FFF2-40B4-BE49-F238E27FC236}">
                <a16:creationId xmlns:a16="http://schemas.microsoft.com/office/drawing/2014/main" id="{38F39842-CB23-4D1D-8407-0DE3913A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7525" y="4325611"/>
            <a:ext cx="595480" cy="189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Strategy</a:t>
            </a:r>
          </a:p>
        </p:txBody>
      </p:sp>
      <p:sp>
        <p:nvSpPr>
          <p:cNvPr id="263" name="text-184 code">
            <a:extLst xmlns:a="http://schemas.openxmlformats.org/drawingml/2006/main">
              <a:ext uri="{FF2B5EF4-FFF2-40B4-BE49-F238E27FC236}">
                <a16:creationId xmlns:a16="http://schemas.microsoft.com/office/drawing/2014/main" id="{B7015822-525C-42B0-B57E-650A5BF4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505" y="4325821"/>
            <a:ext cx="317660" cy="1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code</a:t>
            </a:r>
          </a:p>
        </p:txBody>
      </p:sp>
      <p:pic>
        <p:nvPic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A85E932-AEDD-46AE-9F99-686179B089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b0aacec584419"/>
          <a:stretch xmlns:a="http://schemas.openxmlformats.org/drawingml/2006/main"/>
        </p:blipFill>
        <p:spPr>
          <a:xfrm xmlns:a="http://schemas.openxmlformats.org/drawingml/2006/main">
            <a:off x="7563680" y="4579818"/>
            <a:ext cx="542925" cy="571500"/>
          </a:xfrm>
          <a:prstGeom xmlns:a="http://schemas.openxmlformats.org/drawingml/2006/main" prst="rect">
            <a:avLst/>
          </a:prstGeom>
        </p:spPr>
      </p:pic>
      <p:sp>
        <p:nvSpPr>
          <p:cNvPr id="265" name="text-186 Hyperparameters">
            <a:extLst xmlns:a="http://schemas.openxmlformats.org/drawingml/2006/main">
              <a:ext uri="{FF2B5EF4-FFF2-40B4-BE49-F238E27FC236}">
                <a16:creationId xmlns:a16="http://schemas.microsoft.com/office/drawing/2014/main" id="{F4362519-9667-4767-AE40-F4B7D12A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3119" y="5168555"/>
            <a:ext cx="1132641" cy="189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Hyperparameters</a:t>
            </a:r>
          </a:p>
        </p:txBody>
      </p:sp>
      <p:sp>
        <p:nvSpPr>
          <p:cNvPr id="266" name="text-187 Hyperparameters">
            <a:extLst xmlns:a="http://schemas.openxmlformats.org/drawingml/2006/main">
              <a:ext uri="{FF2B5EF4-FFF2-40B4-BE49-F238E27FC236}">
                <a16:creationId xmlns:a16="http://schemas.microsoft.com/office/drawing/2014/main" id="{69752802-7A17-4203-821C-2D1C9F01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3119" y="5168555"/>
            <a:ext cx="1132641" cy="189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Hyperparameters</a:t>
            </a:r>
          </a:p>
        </p:txBody>
      </p:sp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F8413E0-EBFC-45CF-A114-8A4D39489E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f367a2bd44b9a"/>
          <a:stretch xmlns:a="http://schemas.openxmlformats.org/drawingml/2006/main"/>
        </p:blipFill>
        <p:spPr>
          <a:xfrm xmlns:a="http://schemas.openxmlformats.org/drawingml/2006/main">
            <a:off x="8630480" y="4646493"/>
            <a:ext cx="561975" cy="438150"/>
          </a:xfrm>
          <a:prstGeom xmlns:a="http://schemas.openxmlformats.org/drawingml/2006/main" prst="rect">
            <a:avLst/>
          </a:prstGeom>
        </p:spPr>
      </p:pic>
      <p:sp>
        <p:nvSpPr>
          <p:cNvPr id="268" name="text-189 Tool">
            <a:extLst xmlns:a="http://schemas.openxmlformats.org/drawingml/2006/main">
              <a:ext uri="{FF2B5EF4-FFF2-40B4-BE49-F238E27FC236}">
                <a16:creationId xmlns:a16="http://schemas.microsoft.com/office/drawing/2014/main" id="{9C1898F5-B6C9-425A-8A8B-38DFFC62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2662" y="5168069"/>
            <a:ext cx="296401" cy="190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269" name="text-189 library">
            <a:extLst xmlns:a="http://schemas.openxmlformats.org/drawingml/2006/main">
              <a:ext uri="{FF2B5EF4-FFF2-40B4-BE49-F238E27FC236}">
                <a16:creationId xmlns:a16="http://schemas.microsoft.com/office/drawing/2014/main" id="{CDD40B57-EE95-4396-88A0-03173183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5063" y="5168840"/>
            <a:ext cx="447819" cy="188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library</a:t>
            </a:r>
          </a:p>
        </p:txBody>
      </p:sp>
      <p:sp>
        <p:nvSpPr>
          <p:cNvPr id="270" name="text-190 Tool">
            <a:extLst xmlns:a="http://schemas.openxmlformats.org/drawingml/2006/main">
              <a:ext uri="{FF2B5EF4-FFF2-40B4-BE49-F238E27FC236}">
                <a16:creationId xmlns:a16="http://schemas.microsoft.com/office/drawing/2014/main" id="{FE4BE4B8-C81F-495D-92DD-FF6252E6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2662" y="5168069"/>
            <a:ext cx="296401" cy="190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271" name="text-190 library">
            <a:extLst xmlns:a="http://schemas.openxmlformats.org/drawingml/2006/main">
              <a:ext uri="{FF2B5EF4-FFF2-40B4-BE49-F238E27FC236}">
                <a16:creationId xmlns:a16="http://schemas.microsoft.com/office/drawing/2014/main" id="{8FD05E29-ADE6-48F6-9699-90C84BBB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5063" y="5168840"/>
            <a:ext cx="447819" cy="188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library</a:t>
            </a:r>
          </a:p>
        </p:txBody>
      </p:sp>
      <p:sp>
        <p:nvSpPr>
          <p:cNvPr id="272" name="text-191 Harness">
            <a:extLst xmlns:a="http://schemas.openxmlformats.org/drawingml/2006/main">
              <a:ext uri="{FF2B5EF4-FFF2-40B4-BE49-F238E27FC236}">
                <a16:creationId xmlns:a16="http://schemas.microsoft.com/office/drawing/2014/main" id="{3E6C991E-C084-43A8-A3BD-F1EF6DC3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5163" y="3381183"/>
            <a:ext cx="843062" cy="296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273" name="text-191 validation">
            <a:extLst xmlns:a="http://schemas.openxmlformats.org/drawingml/2006/main">
              <a:ext uri="{FF2B5EF4-FFF2-40B4-BE49-F238E27FC236}">
                <a16:creationId xmlns:a16="http://schemas.microsoft.com/office/drawing/2014/main" id="{D77A0790-E56B-4A03-86A6-814A6B8C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2254" y="3381046"/>
            <a:ext cx="980499" cy="296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validation</a:t>
            </a:r>
          </a:p>
        </p:txBody>
      </p:sp>
      <p:sp>
        <p:nvSpPr>
          <p:cNvPr id="274" name="text-192 Harness">
            <a:extLst xmlns:a="http://schemas.openxmlformats.org/drawingml/2006/main">
              <a:ext uri="{FF2B5EF4-FFF2-40B4-BE49-F238E27FC236}">
                <a16:creationId xmlns:a16="http://schemas.microsoft.com/office/drawing/2014/main" id="{C49D7F30-6432-48F7-B4FC-DC8B182C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5163" y="3381183"/>
            <a:ext cx="843062" cy="296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275" name="text-192 validation">
            <a:extLst xmlns:a="http://schemas.openxmlformats.org/drawingml/2006/main">
              <a:ext uri="{FF2B5EF4-FFF2-40B4-BE49-F238E27FC236}">
                <a16:creationId xmlns:a16="http://schemas.microsoft.com/office/drawing/2014/main" id="{517E4EBC-265A-4DB8-BDC1-6C757670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2254" y="3381046"/>
            <a:ext cx="980499" cy="296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validation</a:t>
            </a:r>
          </a:p>
        </p:txBody>
      </p:sp>
      <p:sp>
        <p:nvSpPr>
          <p:cNvPr id="276" name="text-193 Validation">
            <a:extLst xmlns:a="http://schemas.openxmlformats.org/drawingml/2006/main">
              <a:ext uri="{FF2B5EF4-FFF2-40B4-BE49-F238E27FC236}">
                <a16:creationId xmlns:a16="http://schemas.microsoft.com/office/drawing/2014/main" id="{05480822-ED21-4FB5-BF7F-EA9473ED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2324" y="4639208"/>
            <a:ext cx="647030" cy="189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Validation</a:t>
            </a:r>
          </a:p>
        </p:txBody>
      </p:sp>
      <p:sp>
        <p:nvSpPr>
          <p:cNvPr id="277" name="text-194 Validation">
            <a:extLst xmlns:a="http://schemas.openxmlformats.org/drawingml/2006/main">
              <a:ext uri="{FF2B5EF4-FFF2-40B4-BE49-F238E27FC236}">
                <a16:creationId xmlns:a16="http://schemas.microsoft.com/office/drawing/2014/main" id="{B9087465-0CED-4F5B-875B-A8BDC898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2324" y="4639208"/>
            <a:ext cx="647030" cy="189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Validation</a:t>
            </a:r>
          </a:p>
        </p:txBody>
      </p:sp>
      <p:sp>
        <p:nvSpPr>
          <p:cNvPr id="278" name="text-195 questions">
            <a:extLst xmlns:a="http://schemas.openxmlformats.org/drawingml/2006/main">
              <a:ext uri="{FF2B5EF4-FFF2-40B4-BE49-F238E27FC236}">
                <a16:creationId xmlns:a16="http://schemas.microsoft.com/office/drawing/2014/main" id="{2986B3AF-78C9-4CFD-B0A3-9BF7C41D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7804" y="4806240"/>
            <a:ext cx="615044" cy="18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questions</a:t>
            </a:r>
          </a:p>
        </p:txBody>
      </p:sp>
      <p:sp>
        <p:nvSpPr>
          <p:cNvPr id="279" name="text-196 questions">
            <a:extLst xmlns:a="http://schemas.openxmlformats.org/drawingml/2006/main">
              <a:ext uri="{FF2B5EF4-FFF2-40B4-BE49-F238E27FC236}">
                <a16:creationId xmlns:a16="http://schemas.microsoft.com/office/drawing/2014/main" id="{432A6E6F-CDF6-4A84-87F7-08DB13D0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7804" y="4806240"/>
            <a:ext cx="615044" cy="189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0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questions</a:t>
            </a:r>
          </a:p>
        </p:txBody>
      </p:sp>
      <p:sp>
        <p:nvSpPr>
          <p:cNvPr id="280" name="text-197 Paired">
            <a:extLst xmlns:a="http://schemas.openxmlformats.org/drawingml/2006/main">
              <a:ext uri="{FF2B5EF4-FFF2-40B4-BE49-F238E27FC236}">
                <a16:creationId xmlns:a16="http://schemas.microsoft.com/office/drawing/2014/main" id="{97FEC116-7B90-407B-ABD6-0A623B9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7046" y="4865580"/>
            <a:ext cx="554360" cy="249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4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Paired</a:t>
            </a:r>
          </a:p>
        </p:txBody>
      </p:sp>
      <p:sp>
        <p:nvSpPr>
          <p:cNvPr id="281" name="text-197 accuracy">
            <a:extLst xmlns:a="http://schemas.openxmlformats.org/drawingml/2006/main">
              <a:ext uri="{FF2B5EF4-FFF2-40B4-BE49-F238E27FC236}">
                <a16:creationId xmlns:a16="http://schemas.microsoft.com/office/drawing/2014/main" id="{E7C76AFD-DD85-4357-9CCE-B8CC9E45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0953" y="4865343"/>
            <a:ext cx="761779" cy="25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4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accuracy</a:t>
            </a:r>
          </a:p>
        </p:txBody>
      </p:sp>
      <p:sp>
        <p:nvSpPr>
          <p:cNvPr id="282" name="text-197 comparison">
            <a:extLst xmlns:a="http://schemas.openxmlformats.org/drawingml/2006/main">
              <a:ext uri="{FF2B5EF4-FFF2-40B4-BE49-F238E27FC236}">
                <a16:creationId xmlns:a16="http://schemas.microsoft.com/office/drawing/2014/main" id="{B8100844-04CD-4D37-B83B-3D211385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3118" y="4866391"/>
            <a:ext cx="948041" cy="24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8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8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398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comparison</a:t>
            </a:r>
          </a:p>
        </p:txBody>
      </p:sp>
      <p:sp>
        <p:nvSpPr>
          <p:cNvPr id="283" name="text-198 Paired">
            <a:extLst xmlns:a="http://schemas.openxmlformats.org/drawingml/2006/main">
              <a:ext uri="{FF2B5EF4-FFF2-40B4-BE49-F238E27FC236}">
                <a16:creationId xmlns:a16="http://schemas.microsoft.com/office/drawing/2014/main" id="{C110D35D-79B6-4596-8CFA-93DD84A4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7046" y="4865580"/>
            <a:ext cx="554360" cy="249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4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Paired</a:t>
            </a:r>
          </a:p>
        </p:txBody>
      </p:sp>
      <p:sp>
        <p:nvSpPr>
          <p:cNvPr id="284" name="text-198 accuracy">
            <a:extLst xmlns:a="http://schemas.openxmlformats.org/drawingml/2006/main">
              <a:ext uri="{FF2B5EF4-FFF2-40B4-BE49-F238E27FC236}">
                <a16:creationId xmlns:a16="http://schemas.microsoft.com/office/drawing/2014/main" id="{7E6892B8-DA3A-4E46-A43B-19DF3DF5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0953" y="4865343"/>
            <a:ext cx="761779" cy="25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4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accuracy</a:t>
            </a:r>
          </a:p>
        </p:txBody>
      </p:sp>
      <p:sp>
        <p:nvSpPr>
          <p:cNvPr id="285" name="text-198 comparison">
            <a:extLst xmlns:a="http://schemas.openxmlformats.org/drawingml/2006/main">
              <a:ext uri="{FF2B5EF4-FFF2-40B4-BE49-F238E27FC236}">
                <a16:creationId xmlns:a16="http://schemas.microsoft.com/office/drawing/2014/main" id="{DECEB567-EF51-4AB3-B5BF-2E754F0B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3118" y="4866391"/>
            <a:ext cx="948041" cy="24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8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8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398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comparison</a:t>
            </a:r>
          </a:p>
        </p:txBody>
      </p:sp>
      <p:sp>
        <p:nvSpPr>
          <p:cNvPr id="286" name="path-199">
            <a:extLst xmlns:a="http://schemas.openxmlformats.org/drawingml/2006/main">
              <a:ext uri="{FF2B5EF4-FFF2-40B4-BE49-F238E27FC236}">
                <a16:creationId xmlns:a16="http://schemas.microsoft.com/office/drawing/2014/main" id="{3BDDD141-6395-4CCA-805E-44A1DEF9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308" y="5521880"/>
            <a:ext cx="8358823" cy="191"/>
          </a:xfrm>
          <a:custGeom xmlns:a="http://schemas.openxmlformats.org/drawingml/2006/main">
            <a:pathLst>
              <a:path w="8358823" h="191">
                <a:moveTo>
                  <a:pt x="0" y="0"/>
                </a:moveTo>
                <a:lnTo>
                  <a:pt x="8358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77">
            <a:solidFill>
              <a:srgbClr val="DAB7C4"/>
            </a:solidFill>
            <a:prstDash val="dash"/>
          </a:ln>
        </p:spPr>
      </p:sp>
      <p:sp>
        <p:nvSpPr>
          <p:cNvPr id="287" name="text-200 Questioner">
            <a:extLst xmlns:a="http://schemas.openxmlformats.org/drawingml/2006/main">
              <a:ext uri="{FF2B5EF4-FFF2-40B4-BE49-F238E27FC236}">
                <a16:creationId xmlns:a16="http://schemas.microsoft.com/office/drawing/2014/main" id="{BD5671EB-DBD6-4C92-8B87-FC714EA2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2518" y="6382660"/>
            <a:ext cx="919246" cy="23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sp>
        <p:nvSpPr>
          <p:cNvPr id="288" name="text-201 Questioner">
            <a:extLst xmlns:a="http://schemas.openxmlformats.org/drawingml/2006/main">
              <a:ext uri="{FF2B5EF4-FFF2-40B4-BE49-F238E27FC236}">
                <a16:creationId xmlns:a16="http://schemas.microsoft.com/office/drawing/2014/main" id="{510E4BC6-43F3-48B2-99D4-5710D92B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2518" y="6382660"/>
            <a:ext cx="919246" cy="23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331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Questioner</a:t>
            </a:r>
          </a:p>
        </p:txBody>
      </p:sp>
      <p:pic>
        <p:nvPic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D246454D-34C8-4804-8C53-15822CFDFF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37f73ade94f94"/>
          <a:stretch xmlns:a="http://schemas.openxmlformats.org/drawingml/2006/main"/>
        </p:blipFill>
        <p:spPr>
          <a:xfrm xmlns:a="http://schemas.openxmlformats.org/drawingml/2006/main">
            <a:off x="7563680" y="5989518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90" name="path-203">
            <a:extLst xmlns:a="http://schemas.openxmlformats.org/drawingml/2006/main">
              <a:ext uri="{FF2B5EF4-FFF2-40B4-BE49-F238E27FC236}">
                <a16:creationId xmlns:a16="http://schemas.microsoft.com/office/drawing/2014/main" id="{0F5B44F7-0B20-4AD9-8C59-2A36ADAB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947" y="5985688"/>
            <a:ext cx="320844" cy="320844"/>
          </a:xfrm>
          <a:custGeom xmlns:a="http://schemas.openxmlformats.org/drawingml/2006/main">
            <a:pathLst>
              <a:path w="320844" h="320844">
                <a:moveTo>
                  <a:pt x="0" y="320844"/>
                </a:moveTo>
                <a:lnTo>
                  <a:pt x="3208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887">
            <a:solidFill>
              <a:srgbClr val="D77D94"/>
            </a:solidFill>
            <a:prstDash val="solid"/>
          </a:ln>
        </p:spPr>
      </p:sp>
      <p:pic>
        <p:nvPic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2BEE7117-1BB5-4E59-BD26-8A371E4728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6cea1d26a450b"/>
          <a:stretch xmlns:a="http://schemas.openxmlformats.org/drawingml/2006/main"/>
        </p:blipFill>
        <p:spPr>
          <a:xfrm xmlns:a="http://schemas.openxmlformats.org/drawingml/2006/main">
            <a:off x="8030405" y="6018093"/>
            <a:ext cx="314325" cy="266700"/>
          </a:xfrm>
          <a:prstGeom xmlns:a="http://schemas.openxmlformats.org/drawingml/2006/main" prst="rect">
            <a:avLst/>
          </a:prstGeom>
        </p:spPr>
      </p:pic>
      <p:sp>
        <p:nvSpPr>
          <p:cNvPr id="292" name="text-205 Question">
            <a:extLst xmlns:a="http://schemas.openxmlformats.org/drawingml/2006/main">
              <a:ext uri="{FF2B5EF4-FFF2-40B4-BE49-F238E27FC236}">
                <a16:creationId xmlns:a16="http://schemas.microsoft.com/office/drawing/2014/main" id="{E4900D9F-6C5F-45E1-B463-04476EC7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421" y="6358546"/>
            <a:ext cx="694969" cy="220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293" name="text-205 quality">
            <a:extLst xmlns:a="http://schemas.openxmlformats.org/drawingml/2006/main">
              <a:ext uri="{FF2B5EF4-FFF2-40B4-BE49-F238E27FC236}">
                <a16:creationId xmlns:a16="http://schemas.microsoft.com/office/drawing/2014/main" id="{44D3D0EE-4A7F-4F25-AB47-3F04411A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4067" y="6358719"/>
            <a:ext cx="515750" cy="220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294" name="text-205 +">
            <a:extLst xmlns:a="http://schemas.openxmlformats.org/drawingml/2006/main">
              <a:ext uri="{FF2B5EF4-FFF2-40B4-BE49-F238E27FC236}">
                <a16:creationId xmlns:a16="http://schemas.microsoft.com/office/drawing/2014/main" id="{8D519F3F-ACED-4F0B-8056-CB8B2ABD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7568" y="6358398"/>
            <a:ext cx="104130" cy="220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295" name="text-205 Solver">
            <a:extLst xmlns:a="http://schemas.openxmlformats.org/drawingml/2006/main">
              <a:ext uri="{FF2B5EF4-FFF2-40B4-BE49-F238E27FC236}">
                <a16:creationId xmlns:a16="http://schemas.microsoft.com/office/drawing/2014/main" id="{E36B7072-0A8C-49D9-8C9A-3154BE02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0029" y="6358460"/>
            <a:ext cx="502393" cy="220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296" name="text-205 traces">
            <a:extLst xmlns:a="http://schemas.openxmlformats.org/drawingml/2006/main">
              <a:ext uri="{FF2B5EF4-FFF2-40B4-BE49-F238E27FC236}">
                <a16:creationId xmlns:a16="http://schemas.microsoft.com/office/drawing/2014/main" id="{9D200880-B46B-43F7-A4F0-84C2AA08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0764" y="6358350"/>
            <a:ext cx="503414" cy="220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traces</a:t>
            </a:r>
          </a:p>
        </p:txBody>
      </p:sp>
      <p:pic>
        <p:nvPic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B7D69829-B9EF-46F0-861E-402BDAFEA9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80ad021484120"/>
          <a:stretch xmlns:a="http://schemas.openxmlformats.org/drawingml/2006/main"/>
        </p:blipFill>
        <p:spPr>
          <a:xfrm xmlns:a="http://schemas.openxmlformats.org/drawingml/2006/main">
            <a:off x="10516430" y="5951418"/>
            <a:ext cx="457200" cy="409575"/>
          </a:xfrm>
          <a:prstGeom xmlns:a="http://schemas.openxmlformats.org/drawingml/2006/main" prst="rect">
            <a:avLst/>
          </a:prstGeom>
        </p:spPr>
      </p:pic>
      <p:sp>
        <p:nvSpPr>
          <p:cNvPr id="298" name="text-207 Types">
            <a:extLst xmlns:a="http://schemas.openxmlformats.org/drawingml/2006/main">
              <a:ext uri="{FF2B5EF4-FFF2-40B4-BE49-F238E27FC236}">
                <a16:creationId xmlns:a16="http://schemas.microsoft.com/office/drawing/2014/main" id="{723BF632-9C9C-426C-831A-77B80D6E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1734" y="5781100"/>
            <a:ext cx="463837" cy="22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3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Types</a:t>
            </a:r>
          </a:p>
        </p:txBody>
      </p:sp>
      <p:sp>
        <p:nvSpPr>
          <p:cNvPr id="299" name="text-207 /">
            <a:extLst xmlns:a="http://schemas.openxmlformats.org/drawingml/2006/main">
              <a:ext uri="{FF2B5EF4-FFF2-40B4-BE49-F238E27FC236}">
                <a16:creationId xmlns:a16="http://schemas.microsoft.com/office/drawing/2014/main" id="{0CD07FB4-BAC9-4A9B-B062-3D6EACE4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5841" y="5780766"/>
            <a:ext cx="109044" cy="220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300" name="text-207 wording">
            <a:extLst xmlns:a="http://schemas.openxmlformats.org/drawingml/2006/main">
              <a:ext uri="{FF2B5EF4-FFF2-40B4-BE49-F238E27FC236}">
                <a16:creationId xmlns:a16="http://schemas.microsoft.com/office/drawing/2014/main" id="{19B634DB-FA40-4DCC-A736-3429FD66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3849" y="5780412"/>
            <a:ext cx="599054" cy="221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wording</a:t>
            </a:r>
          </a:p>
        </p:txBody>
      </p:sp>
      <p:sp>
        <p:nvSpPr>
          <p:cNvPr id="301" name="text-208 Types">
            <a:extLst xmlns:a="http://schemas.openxmlformats.org/drawingml/2006/main">
              <a:ext uri="{FF2B5EF4-FFF2-40B4-BE49-F238E27FC236}">
                <a16:creationId xmlns:a16="http://schemas.microsoft.com/office/drawing/2014/main" id="{D4986F21-EF5E-46E0-B107-6B71EF9E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1734" y="5781100"/>
            <a:ext cx="463837" cy="22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3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Types</a:t>
            </a:r>
          </a:p>
        </p:txBody>
      </p:sp>
      <p:sp>
        <p:nvSpPr>
          <p:cNvPr id="302" name="text-208 /">
            <a:extLst xmlns:a="http://schemas.openxmlformats.org/drawingml/2006/main">
              <a:ext uri="{FF2B5EF4-FFF2-40B4-BE49-F238E27FC236}">
                <a16:creationId xmlns:a16="http://schemas.microsoft.com/office/drawing/2014/main" id="{5324A5EA-6640-4A4E-AA58-A29EC1A6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5841" y="5780766"/>
            <a:ext cx="109044" cy="220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303" name="text-208 wording">
            <a:extLst xmlns:a="http://schemas.openxmlformats.org/drawingml/2006/main">
              <a:ext uri="{FF2B5EF4-FFF2-40B4-BE49-F238E27FC236}">
                <a16:creationId xmlns:a16="http://schemas.microsoft.com/office/drawing/2014/main" id="{ED82BA78-6ECC-40F0-8A11-F9E365E4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3849" y="5780412"/>
            <a:ext cx="599054" cy="221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wording</a:t>
            </a:r>
          </a:p>
        </p:txBody>
      </p:sp>
      <p:sp>
        <p:nvSpPr>
          <p:cNvPr id="304" name="text-209 Options">
            <a:extLst xmlns:a="http://schemas.openxmlformats.org/drawingml/2006/main">
              <a:ext uri="{FF2B5EF4-FFF2-40B4-BE49-F238E27FC236}">
                <a16:creationId xmlns:a16="http://schemas.microsoft.com/office/drawing/2014/main" id="{550EC8D9-67B2-4055-A624-2C4E6491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1180" y="5972583"/>
            <a:ext cx="599000" cy="220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Options</a:t>
            </a:r>
          </a:p>
        </p:txBody>
      </p:sp>
      <p:sp>
        <p:nvSpPr>
          <p:cNvPr id="305" name="text-209 /">
            <a:extLst xmlns:a="http://schemas.openxmlformats.org/drawingml/2006/main">
              <a:ext uri="{FF2B5EF4-FFF2-40B4-BE49-F238E27FC236}">
                <a16:creationId xmlns:a16="http://schemas.microsoft.com/office/drawing/2014/main" id="{8CAE6C48-80F2-46FE-A220-7848953A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0387" y="5972596"/>
            <a:ext cx="109044" cy="220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306" name="text-209 distractors">
            <a:extLst xmlns:a="http://schemas.openxmlformats.org/drawingml/2006/main">
              <a:ext uri="{FF2B5EF4-FFF2-40B4-BE49-F238E27FC236}">
                <a16:creationId xmlns:a16="http://schemas.microsoft.com/office/drawing/2014/main" id="{CB45649F-C81B-4B1B-840B-406A4093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8397" y="5972173"/>
            <a:ext cx="865336" cy="221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distractors</a:t>
            </a:r>
          </a:p>
        </p:txBody>
      </p:sp>
      <p:sp>
        <p:nvSpPr>
          <p:cNvPr id="307" name="text-210 Options">
            <a:extLst xmlns:a="http://schemas.openxmlformats.org/drawingml/2006/main">
              <a:ext uri="{FF2B5EF4-FFF2-40B4-BE49-F238E27FC236}">
                <a16:creationId xmlns:a16="http://schemas.microsoft.com/office/drawing/2014/main" id="{94EF588C-946B-4EDF-9783-05978325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1180" y="5972583"/>
            <a:ext cx="599000" cy="220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Options</a:t>
            </a:r>
          </a:p>
        </p:txBody>
      </p:sp>
      <p:sp>
        <p:nvSpPr>
          <p:cNvPr id="308" name="text-210 /">
            <a:extLst xmlns:a="http://schemas.openxmlformats.org/drawingml/2006/main">
              <a:ext uri="{FF2B5EF4-FFF2-40B4-BE49-F238E27FC236}">
                <a16:creationId xmlns:a16="http://schemas.microsoft.com/office/drawing/2014/main" id="{F07EADDB-5267-4EB9-A503-E2B17879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0387" y="5972596"/>
            <a:ext cx="109044" cy="220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309" name="text-210 distractors">
            <a:extLst xmlns:a="http://schemas.openxmlformats.org/drawingml/2006/main">
              <a:ext uri="{FF2B5EF4-FFF2-40B4-BE49-F238E27FC236}">
                <a16:creationId xmlns:a16="http://schemas.microsoft.com/office/drawing/2014/main" id="{B2BB4611-B920-4088-90FE-088D808E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8397" y="5972173"/>
            <a:ext cx="865336" cy="221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distractors</a:t>
            </a:r>
          </a:p>
        </p:txBody>
      </p:sp>
      <p:sp>
        <p:nvSpPr>
          <p:cNvPr id="310" name="text-211 Next">
            <a:extLst xmlns:a="http://schemas.openxmlformats.org/drawingml/2006/main">
              <a:ext uri="{FF2B5EF4-FFF2-40B4-BE49-F238E27FC236}">
                <a16:creationId xmlns:a16="http://schemas.microsoft.com/office/drawing/2014/main" id="{6D1D831A-21FA-449F-BBE1-78497454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4234" y="5612012"/>
            <a:ext cx="466364" cy="252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Next</a:t>
            </a:r>
          </a:p>
        </p:txBody>
      </p:sp>
      <p:sp>
        <p:nvSpPr>
          <p:cNvPr id="311" name="text-211 generation">
            <a:extLst xmlns:a="http://schemas.openxmlformats.org/drawingml/2006/main">
              <a:ext uri="{FF2B5EF4-FFF2-40B4-BE49-F238E27FC236}">
                <a16:creationId xmlns:a16="http://schemas.microsoft.com/office/drawing/2014/main" id="{F710C7CB-C152-4B97-8526-0E2A7D89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1196" y="5612123"/>
            <a:ext cx="923252" cy="252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312" name="text-212 Next">
            <a:extLst xmlns:a="http://schemas.openxmlformats.org/drawingml/2006/main">
              <a:ext uri="{FF2B5EF4-FFF2-40B4-BE49-F238E27FC236}">
                <a16:creationId xmlns:a16="http://schemas.microsoft.com/office/drawing/2014/main" id="{CD25C921-8034-4BF9-819C-E80CC4BC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4234" y="5612012"/>
            <a:ext cx="466364" cy="252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Next</a:t>
            </a:r>
          </a:p>
        </p:txBody>
      </p:sp>
      <p:sp>
        <p:nvSpPr>
          <p:cNvPr id="313" name="text-212 generation">
            <a:extLst xmlns:a="http://schemas.openxmlformats.org/drawingml/2006/main">
              <a:ext uri="{FF2B5EF4-FFF2-40B4-BE49-F238E27FC236}">
                <a16:creationId xmlns:a16="http://schemas.microsoft.com/office/drawing/2014/main" id="{84755FA3-7188-4199-9ED1-4B4140E7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1196" y="5612123"/>
            <a:ext cx="923252" cy="252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314" name="text-215 cycle">
            <a:extLst xmlns:a="http://schemas.openxmlformats.org/drawingml/2006/main">
              <a:ext uri="{FF2B5EF4-FFF2-40B4-BE49-F238E27FC236}">
                <a16:creationId xmlns:a16="http://schemas.microsoft.com/office/drawing/2014/main" id="{B81934C8-DFCF-405F-B3F0-8C91F6C0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5366" y="5611716"/>
            <a:ext cx="460538" cy="252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cycle</a:t>
            </a:r>
          </a:p>
        </p:txBody>
      </p:sp>
      <p:sp>
        <p:nvSpPr>
          <p:cNvPr id="315" name="text-216 cycle">
            <a:extLst xmlns:a="http://schemas.openxmlformats.org/drawingml/2006/main">
              <a:ext uri="{FF2B5EF4-FFF2-40B4-BE49-F238E27FC236}">
                <a16:creationId xmlns:a16="http://schemas.microsoft.com/office/drawing/2014/main" id="{90DF2E27-1542-41FA-93C6-542ABEBD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5366" y="5611716"/>
            <a:ext cx="460538" cy="252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cycle</a:t>
            </a:r>
          </a:p>
        </p:txBody>
      </p:sp>
      <p:sp>
        <p:nvSpPr>
          <p:cNvPr id="316" name="text-217 Frozen">
            <a:extLst xmlns:a="http://schemas.openxmlformats.org/drawingml/2006/main">
              <a:ext uri="{FF2B5EF4-FFF2-40B4-BE49-F238E27FC236}">
                <a16:creationId xmlns:a16="http://schemas.microsoft.com/office/drawing/2014/main" id="{3167E0D0-CBF4-42D6-9D44-18FF4001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9795" y="3146082"/>
            <a:ext cx="535859" cy="220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Frozen</a:t>
            </a:r>
          </a:p>
        </p:txBody>
      </p:sp>
      <p:sp>
        <p:nvSpPr>
          <p:cNvPr id="317" name="text-217 backbone">
            <a:extLst xmlns:a="http://schemas.openxmlformats.org/drawingml/2006/main">
              <a:ext uri="{FF2B5EF4-FFF2-40B4-BE49-F238E27FC236}">
                <a16:creationId xmlns:a16="http://schemas.microsoft.com/office/drawing/2014/main" id="{0B208F19-DD43-4E55-AAC1-D0FF498D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4210" y="3146172"/>
            <a:ext cx="712935" cy="220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1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backbone</a:t>
            </a:r>
          </a:p>
        </p:txBody>
      </p:sp>
      <p:sp>
        <p:nvSpPr>
          <p:cNvPr id="318" name="text-218 θ">
            <a:extLst xmlns:a="http://schemas.openxmlformats.org/drawingml/2006/main">
              <a:ext uri="{FF2B5EF4-FFF2-40B4-BE49-F238E27FC236}">
                <a16:creationId xmlns:a16="http://schemas.microsoft.com/office/drawing/2014/main" id="{2EFF6541-5491-42A1-9AFC-00708D75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4577" y="3145965"/>
            <a:ext cx="124591" cy="220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θ</a:t>
            </a:r>
          </a:p>
        </p:txBody>
      </p:sp>
      <p:pic>
        <p:nvPic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005995F5-DC1F-4766-B3F8-C3EBE1D106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17b11775744c3"/>
          <a:stretch xmlns:a="http://schemas.openxmlformats.org/drawingml/2006/main"/>
        </p:blipFill>
        <p:spPr>
          <a:xfrm xmlns:a="http://schemas.openxmlformats.org/drawingml/2006/main">
            <a:off x="6058730" y="2408118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20" name="text-220 Retained">
            <a:extLst xmlns:a="http://schemas.openxmlformats.org/drawingml/2006/main">
              <a:ext uri="{FF2B5EF4-FFF2-40B4-BE49-F238E27FC236}">
                <a16:creationId xmlns:a16="http://schemas.microsoft.com/office/drawing/2014/main" id="{D021047B-79B2-411A-BEDB-A631198A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60" y="2474080"/>
            <a:ext cx="672690" cy="220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Retained</a:t>
            </a:r>
          </a:p>
        </p:txBody>
      </p:sp>
      <p:sp>
        <p:nvSpPr>
          <p:cNvPr id="321" name="text-220 Tasks">
            <a:extLst xmlns:a="http://schemas.openxmlformats.org/drawingml/2006/main">
              <a:ext uri="{FF2B5EF4-FFF2-40B4-BE49-F238E27FC236}">
                <a16:creationId xmlns:a16="http://schemas.microsoft.com/office/drawing/2014/main" id="{FFF3503A-840E-4458-84B7-8B208A5C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6887" y="2473370"/>
            <a:ext cx="455700" cy="221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Tasks</a:t>
            </a:r>
          </a:p>
        </p:txBody>
      </p:sp>
      <p:sp>
        <p:nvSpPr>
          <p:cNvPr id="322" name="text-221 Retained">
            <a:extLst xmlns:a="http://schemas.openxmlformats.org/drawingml/2006/main">
              <a:ext uri="{FF2B5EF4-FFF2-40B4-BE49-F238E27FC236}">
                <a16:creationId xmlns:a16="http://schemas.microsoft.com/office/drawing/2014/main" id="{D7F33F30-F320-4E05-A543-10AF11AB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60" y="2474080"/>
            <a:ext cx="672690" cy="220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3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Retained</a:t>
            </a:r>
          </a:p>
        </p:txBody>
      </p:sp>
      <p:sp>
        <p:nvSpPr>
          <p:cNvPr id="323" name="text-221 Tasks">
            <a:extLst xmlns:a="http://schemas.openxmlformats.org/drawingml/2006/main">
              <a:ext uri="{FF2B5EF4-FFF2-40B4-BE49-F238E27FC236}">
                <a16:creationId xmlns:a16="http://schemas.microsoft.com/office/drawing/2014/main" id="{A1EAC28F-66C9-49E8-A0DF-C24CBAB8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6887" y="2473370"/>
            <a:ext cx="455700" cy="221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Tasks</a:t>
            </a:r>
          </a:p>
        </p:txBody>
      </p:sp>
      <p:pic>
        <p:nvPic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72CEAB41-54F4-4E91-B3EE-16DC2B2D70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c0456ea9c4f7f"/>
          <a:stretch xmlns:a="http://schemas.openxmlformats.org/drawingml/2006/main"/>
        </p:blipFill>
        <p:spPr>
          <a:xfrm xmlns:a="http://schemas.openxmlformats.org/drawingml/2006/main">
            <a:off x="8373305" y="1474668"/>
            <a:ext cx="381000" cy="152400"/>
          </a:xfrm>
          <a:prstGeom xmlns:a="http://schemas.openxmlformats.org/drawingml/2006/main" prst="rect">
            <a:avLst/>
          </a:prstGeom>
        </p:spPr>
      </p:pic>
      <p:sp>
        <p:nvSpPr>
          <p:cNvPr id="325" name="path-223">
            <a:extLst xmlns:a="http://schemas.openxmlformats.org/drawingml/2006/main">
              <a:ext uri="{FF2B5EF4-FFF2-40B4-BE49-F238E27FC236}">
                <a16:creationId xmlns:a16="http://schemas.microsoft.com/office/drawing/2014/main" id="{52BF2A35-A271-4261-B727-8EBF3ADB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0033" y="2523265"/>
            <a:ext cx="339479" cy="117582"/>
          </a:xfrm>
          <a:custGeom xmlns:a="http://schemas.openxmlformats.org/drawingml/2006/main">
            <a:pathLst>
              <a:path w="339479" h="117582">
                <a:moveTo>
                  <a:pt x="0" y="46126"/>
                </a:moveTo>
                <a:lnTo>
                  <a:pt x="0" y="71456"/>
                </a:lnTo>
                <a:lnTo>
                  <a:pt x="314343" y="71456"/>
                </a:lnTo>
                <a:lnTo>
                  <a:pt x="314343" y="46126"/>
                </a:lnTo>
                <a:close/>
                <a:moveTo>
                  <a:pt x="244736" y="3525"/>
                </a:moveTo>
                <a:lnTo>
                  <a:pt x="339479" y="58791"/>
                </a:lnTo>
                <a:lnTo>
                  <a:pt x="244736" y="114059"/>
                </a:lnTo>
                <a:cubicBezTo>
                  <a:pt x="238694" y="117582"/>
                  <a:pt x="230938" y="115543"/>
                  <a:pt x="227414" y="109500"/>
                </a:cubicBezTo>
                <a:cubicBezTo>
                  <a:pt x="223890" y="103458"/>
                  <a:pt x="225931" y="95703"/>
                  <a:pt x="231973" y="92179"/>
                </a:cubicBezTo>
                <a:lnTo>
                  <a:pt x="307963" y="47852"/>
                </a:lnTo>
                <a:lnTo>
                  <a:pt x="307963" y="69732"/>
                </a:lnTo>
                <a:lnTo>
                  <a:pt x="231973" y="25405"/>
                </a:lnTo>
                <a:cubicBezTo>
                  <a:pt x="225931" y="21880"/>
                  <a:pt x="223890" y="14124"/>
                  <a:pt x="227414" y="8083"/>
                </a:cubicBezTo>
                <a:cubicBezTo>
                  <a:pt x="230939" y="2041"/>
                  <a:pt x="238694" y="0"/>
                  <a:pt x="244736" y="3525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text-224 Answer">
            <a:extLst xmlns:a="http://schemas.openxmlformats.org/drawingml/2006/main">
              <a:ext uri="{FF2B5EF4-FFF2-40B4-BE49-F238E27FC236}">
                <a16:creationId xmlns:a16="http://schemas.microsoft.com/office/drawing/2014/main" id="{30AC7987-B623-48B2-A8B1-B8734F7B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2574" y="2473338"/>
            <a:ext cx="574092" cy="221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327" name="text-225 Answer">
            <a:extLst xmlns:a="http://schemas.openxmlformats.org/drawingml/2006/main">
              <a:ext uri="{FF2B5EF4-FFF2-40B4-BE49-F238E27FC236}">
                <a16:creationId xmlns:a16="http://schemas.microsoft.com/office/drawing/2014/main" id="{72EE6552-8132-498E-91DC-ADF037A1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2574" y="2473338"/>
            <a:ext cx="574092" cy="221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328" name="text-226 Inspect">
            <a:extLst xmlns:a="http://schemas.openxmlformats.org/drawingml/2006/main">
              <a:ext uri="{FF2B5EF4-FFF2-40B4-BE49-F238E27FC236}">
                <a16:creationId xmlns:a16="http://schemas.microsoft.com/office/drawing/2014/main" id="{25D3AA5C-CC23-4D4D-BB37-98B46262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656" y="2473362"/>
            <a:ext cx="600854" cy="22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Inspect</a:t>
            </a:r>
          </a:p>
        </p:txBody>
      </p:sp>
      <p:sp>
        <p:nvSpPr>
          <p:cNvPr id="329" name="text-227 Inspect">
            <a:extLst xmlns:a="http://schemas.openxmlformats.org/drawingml/2006/main">
              <a:ext uri="{FF2B5EF4-FFF2-40B4-BE49-F238E27FC236}">
                <a16:creationId xmlns:a16="http://schemas.microsoft.com/office/drawing/2014/main" id="{939C1CA4-CFBD-42F2-836E-DC2165B6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656" y="2473362"/>
            <a:ext cx="600854" cy="22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Inspect</a:t>
            </a:r>
          </a:p>
        </p:txBody>
      </p:sp>
      <p:sp>
        <p:nvSpPr>
          <p:cNvPr id="330" name="text-228 Acquire">
            <a:extLst xmlns:a="http://schemas.openxmlformats.org/drawingml/2006/main">
              <a:ext uri="{FF2B5EF4-FFF2-40B4-BE49-F238E27FC236}">
                <a16:creationId xmlns:a16="http://schemas.microsoft.com/office/drawing/2014/main" id="{03DCF158-F021-4049-B958-F7CF1318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2852" y="2473714"/>
            <a:ext cx="594747" cy="220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Acquire</a:t>
            </a:r>
          </a:p>
        </p:txBody>
      </p:sp>
      <p:sp>
        <p:nvSpPr>
          <p:cNvPr id="331" name="text-229 Acquire">
            <a:extLst xmlns:a="http://schemas.openxmlformats.org/drawingml/2006/main">
              <a:ext uri="{FF2B5EF4-FFF2-40B4-BE49-F238E27FC236}">
                <a16:creationId xmlns:a16="http://schemas.microsoft.com/office/drawing/2014/main" id="{59F9BFB4-A692-4D87-9A84-D411BB79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2852" y="2473714"/>
            <a:ext cx="594747" cy="220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Acquire</a:t>
            </a:r>
          </a:p>
        </p:txBody>
      </p:sp>
      <p:sp>
        <p:nvSpPr>
          <p:cNvPr id="332" name="path-230">
            <a:extLst xmlns:a="http://schemas.openxmlformats.org/drawingml/2006/main">
              <a:ext uri="{FF2B5EF4-FFF2-40B4-BE49-F238E27FC236}">
                <a16:creationId xmlns:a16="http://schemas.microsoft.com/office/drawing/2014/main" id="{231139FC-8DFD-4977-BA77-3E1E6206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968" y="2523265"/>
            <a:ext cx="339485" cy="117582"/>
          </a:xfrm>
          <a:custGeom xmlns:a="http://schemas.openxmlformats.org/drawingml/2006/main">
            <a:pathLst>
              <a:path w="339485" h="117582">
                <a:moveTo>
                  <a:pt x="0" y="46126"/>
                </a:moveTo>
                <a:lnTo>
                  <a:pt x="0" y="71456"/>
                </a:lnTo>
                <a:lnTo>
                  <a:pt x="314348" y="71456"/>
                </a:lnTo>
                <a:lnTo>
                  <a:pt x="314348" y="46126"/>
                </a:lnTo>
                <a:close/>
                <a:moveTo>
                  <a:pt x="244742" y="3525"/>
                </a:moveTo>
                <a:lnTo>
                  <a:pt x="339485" y="58791"/>
                </a:lnTo>
                <a:lnTo>
                  <a:pt x="244742" y="114059"/>
                </a:lnTo>
                <a:cubicBezTo>
                  <a:pt x="238697" y="117582"/>
                  <a:pt x="230939" y="115543"/>
                  <a:pt x="227416" y="109500"/>
                </a:cubicBezTo>
                <a:cubicBezTo>
                  <a:pt x="223892" y="103458"/>
                  <a:pt x="225930" y="95703"/>
                  <a:pt x="231975" y="92179"/>
                </a:cubicBezTo>
                <a:lnTo>
                  <a:pt x="307965" y="47852"/>
                </a:lnTo>
                <a:lnTo>
                  <a:pt x="307965" y="69732"/>
                </a:lnTo>
                <a:lnTo>
                  <a:pt x="231975" y="25405"/>
                </a:lnTo>
                <a:cubicBezTo>
                  <a:pt x="225930" y="21880"/>
                  <a:pt x="223892" y="14124"/>
                  <a:pt x="227416" y="8083"/>
                </a:cubicBezTo>
                <a:cubicBezTo>
                  <a:pt x="230939" y="2041"/>
                  <a:pt x="238697" y="0"/>
                  <a:pt x="244742" y="3525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231">
            <a:extLst xmlns:a="http://schemas.openxmlformats.org/drawingml/2006/main">
              <a:ext uri="{FF2B5EF4-FFF2-40B4-BE49-F238E27FC236}">
                <a16:creationId xmlns:a16="http://schemas.microsoft.com/office/drawing/2014/main" id="{67520DDC-4B63-4D77-951A-BE2BE7BA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452" y="2523265"/>
            <a:ext cx="339487" cy="117582"/>
          </a:xfrm>
          <a:custGeom xmlns:a="http://schemas.openxmlformats.org/drawingml/2006/main">
            <a:pathLst>
              <a:path w="339487" h="117582">
                <a:moveTo>
                  <a:pt x="0" y="46126"/>
                </a:moveTo>
                <a:lnTo>
                  <a:pt x="0" y="71456"/>
                </a:lnTo>
                <a:lnTo>
                  <a:pt x="314348" y="71456"/>
                </a:lnTo>
                <a:lnTo>
                  <a:pt x="314348" y="46126"/>
                </a:lnTo>
                <a:close/>
                <a:moveTo>
                  <a:pt x="244742" y="3525"/>
                </a:moveTo>
                <a:lnTo>
                  <a:pt x="339487" y="58791"/>
                </a:lnTo>
                <a:lnTo>
                  <a:pt x="244742" y="114059"/>
                </a:lnTo>
                <a:cubicBezTo>
                  <a:pt x="238697" y="117582"/>
                  <a:pt x="230940" y="115543"/>
                  <a:pt x="227417" y="109500"/>
                </a:cubicBezTo>
                <a:cubicBezTo>
                  <a:pt x="223893" y="103458"/>
                  <a:pt x="225930" y="95703"/>
                  <a:pt x="231976" y="92179"/>
                </a:cubicBezTo>
                <a:lnTo>
                  <a:pt x="307966" y="47852"/>
                </a:lnTo>
                <a:lnTo>
                  <a:pt x="307966" y="69732"/>
                </a:lnTo>
                <a:lnTo>
                  <a:pt x="231976" y="25405"/>
                </a:lnTo>
                <a:cubicBezTo>
                  <a:pt x="225930" y="21880"/>
                  <a:pt x="223893" y="14124"/>
                  <a:pt x="227417" y="8083"/>
                </a:cubicBezTo>
                <a:cubicBezTo>
                  <a:pt x="230940" y="2041"/>
                  <a:pt x="238697" y="0"/>
                  <a:pt x="244742" y="3525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232">
            <a:extLst xmlns:a="http://schemas.openxmlformats.org/drawingml/2006/main">
              <a:ext uri="{FF2B5EF4-FFF2-40B4-BE49-F238E27FC236}">
                <a16:creationId xmlns:a16="http://schemas.microsoft.com/office/drawing/2014/main" id="{E55D5991-ACCA-45B4-92EF-808D6215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481" y="2529234"/>
            <a:ext cx="287124" cy="104518"/>
          </a:xfrm>
          <a:custGeom xmlns:a="http://schemas.openxmlformats.org/drawingml/2006/main">
            <a:pathLst>
              <a:path w="287124" h="104518">
                <a:moveTo>
                  <a:pt x="1" y="63517"/>
                </a:moveTo>
                <a:lnTo>
                  <a:pt x="264781" y="63515"/>
                </a:lnTo>
                <a:lnTo>
                  <a:pt x="264780" y="41001"/>
                </a:lnTo>
                <a:lnTo>
                  <a:pt x="0" y="41001"/>
                </a:lnTo>
                <a:lnTo>
                  <a:pt x="1" y="63517"/>
                </a:lnTo>
                <a:moveTo>
                  <a:pt x="202907" y="101385"/>
                </a:moveTo>
                <a:lnTo>
                  <a:pt x="287124" y="52258"/>
                </a:lnTo>
                <a:lnTo>
                  <a:pt x="202907" y="3132"/>
                </a:lnTo>
                <a:cubicBezTo>
                  <a:pt x="197537" y="0"/>
                  <a:pt x="190642" y="1814"/>
                  <a:pt x="187512" y="7184"/>
                </a:cubicBezTo>
                <a:cubicBezTo>
                  <a:pt x="184379" y="12555"/>
                  <a:pt x="186192" y="19448"/>
                  <a:pt x="191563" y="22581"/>
                </a:cubicBezTo>
                <a:lnTo>
                  <a:pt x="259108" y="61983"/>
                </a:lnTo>
                <a:lnTo>
                  <a:pt x="259108" y="42534"/>
                </a:lnTo>
                <a:lnTo>
                  <a:pt x="191563" y="81935"/>
                </a:lnTo>
                <a:cubicBezTo>
                  <a:pt x="186192" y="85068"/>
                  <a:pt x="184379" y="91961"/>
                  <a:pt x="187512" y="97333"/>
                </a:cubicBezTo>
                <a:cubicBezTo>
                  <a:pt x="190644" y="102703"/>
                  <a:pt x="197537" y="104518"/>
                  <a:pt x="202907" y="101385"/>
                </a:cubicBezTo>
              </a:path>
            </a:pathLst>
          </a:custGeom>
          <a:solidFill xmlns:a="http://schemas.openxmlformats.org/drawingml/2006/main">
            <a:srgbClr val="735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233">
            <a:extLst xmlns:a="http://schemas.openxmlformats.org/drawingml/2006/main">
              <a:ext uri="{FF2B5EF4-FFF2-40B4-BE49-F238E27FC236}">
                <a16:creationId xmlns:a16="http://schemas.microsoft.com/office/drawing/2014/main" id="{99240BC7-0393-4D74-A8AA-5F119FD3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957" y="1064329"/>
            <a:ext cx="335561" cy="510277"/>
          </a:xfrm>
          <a:custGeom xmlns:a="http://schemas.openxmlformats.org/drawingml/2006/main">
            <a:pathLst>
              <a:path w="335561" h="510277">
                <a:moveTo>
                  <a:pt x="0" y="510277"/>
                </a:moveTo>
                <a:lnTo>
                  <a:pt x="115970" y="510277"/>
                </a:lnTo>
                <a:lnTo>
                  <a:pt x="115970" y="52259"/>
                </a:lnTo>
                <a:lnTo>
                  <a:pt x="104711" y="63516"/>
                </a:lnTo>
                <a:lnTo>
                  <a:pt x="313219" y="63516"/>
                </a:lnTo>
                <a:lnTo>
                  <a:pt x="313219" y="41001"/>
                </a:lnTo>
                <a:lnTo>
                  <a:pt x="93455" y="41001"/>
                </a:lnTo>
                <a:lnTo>
                  <a:pt x="93455" y="499019"/>
                </a:lnTo>
                <a:lnTo>
                  <a:pt x="104711" y="487762"/>
                </a:lnTo>
                <a:lnTo>
                  <a:pt x="0" y="487762"/>
                </a:lnTo>
                <a:lnTo>
                  <a:pt x="0" y="510277"/>
                </a:lnTo>
                <a:moveTo>
                  <a:pt x="251346" y="101385"/>
                </a:moveTo>
                <a:lnTo>
                  <a:pt x="335561" y="52259"/>
                </a:lnTo>
                <a:lnTo>
                  <a:pt x="251346" y="3132"/>
                </a:lnTo>
                <a:cubicBezTo>
                  <a:pt x="245975" y="0"/>
                  <a:pt x="239082" y="1814"/>
                  <a:pt x="235949" y="7184"/>
                </a:cubicBezTo>
                <a:cubicBezTo>
                  <a:pt x="232816" y="12556"/>
                  <a:pt x="234630" y="19448"/>
                  <a:pt x="240001" y="22581"/>
                </a:cubicBezTo>
                <a:lnTo>
                  <a:pt x="307547" y="61983"/>
                </a:lnTo>
                <a:lnTo>
                  <a:pt x="307547" y="42534"/>
                </a:lnTo>
                <a:lnTo>
                  <a:pt x="240001" y="81936"/>
                </a:lnTo>
                <a:cubicBezTo>
                  <a:pt x="234630" y="85069"/>
                  <a:pt x="232816" y="91962"/>
                  <a:pt x="235949" y="97333"/>
                </a:cubicBezTo>
                <a:cubicBezTo>
                  <a:pt x="239082" y="102703"/>
                  <a:pt x="245975" y="104518"/>
                  <a:pt x="251346" y="101385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234">
            <a:extLst xmlns:a="http://schemas.openxmlformats.org/drawingml/2006/main">
              <a:ext uri="{FF2B5EF4-FFF2-40B4-BE49-F238E27FC236}">
                <a16:creationId xmlns:a16="http://schemas.microsoft.com/office/drawing/2014/main" id="{602F7DBD-DA3C-490F-8C43-30A22611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815" y="1552263"/>
            <a:ext cx="319166" cy="510277"/>
          </a:xfrm>
          <a:custGeom xmlns:a="http://schemas.openxmlformats.org/drawingml/2006/main">
            <a:pathLst>
              <a:path w="319166" h="510277">
                <a:moveTo>
                  <a:pt x="0" y="0"/>
                </a:moveTo>
                <a:lnTo>
                  <a:pt x="116695" y="0"/>
                </a:lnTo>
                <a:lnTo>
                  <a:pt x="116695" y="458019"/>
                </a:lnTo>
                <a:lnTo>
                  <a:pt x="105439" y="446761"/>
                </a:lnTo>
                <a:lnTo>
                  <a:pt x="296824" y="446761"/>
                </a:lnTo>
                <a:lnTo>
                  <a:pt x="296824" y="469276"/>
                </a:lnTo>
                <a:lnTo>
                  <a:pt x="94180" y="469276"/>
                </a:lnTo>
                <a:lnTo>
                  <a:pt x="94180" y="11258"/>
                </a:lnTo>
                <a:lnTo>
                  <a:pt x="105439" y="22516"/>
                </a:lnTo>
                <a:lnTo>
                  <a:pt x="0" y="22516"/>
                </a:lnTo>
                <a:lnTo>
                  <a:pt x="0" y="0"/>
                </a:lnTo>
                <a:moveTo>
                  <a:pt x="234950" y="408893"/>
                </a:moveTo>
                <a:lnTo>
                  <a:pt x="319166" y="458019"/>
                </a:lnTo>
                <a:lnTo>
                  <a:pt x="234950" y="507145"/>
                </a:lnTo>
                <a:cubicBezTo>
                  <a:pt x="229580" y="510277"/>
                  <a:pt x="222686" y="508464"/>
                  <a:pt x="219554" y="503093"/>
                </a:cubicBezTo>
                <a:cubicBezTo>
                  <a:pt x="216420" y="497723"/>
                  <a:pt x="218235" y="490829"/>
                  <a:pt x="223605" y="487697"/>
                </a:cubicBezTo>
                <a:lnTo>
                  <a:pt x="291152" y="448295"/>
                </a:lnTo>
                <a:lnTo>
                  <a:pt x="291152" y="467743"/>
                </a:lnTo>
                <a:lnTo>
                  <a:pt x="223605" y="428341"/>
                </a:lnTo>
                <a:cubicBezTo>
                  <a:pt x="218235" y="425208"/>
                  <a:pt x="216420" y="418315"/>
                  <a:pt x="219554" y="412945"/>
                </a:cubicBezTo>
                <a:cubicBezTo>
                  <a:pt x="222686" y="407574"/>
                  <a:pt x="229580" y="405760"/>
                  <a:pt x="234950" y="408893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235">
            <a:extLst xmlns:a="http://schemas.openxmlformats.org/drawingml/2006/main">
              <a:ext uri="{FF2B5EF4-FFF2-40B4-BE49-F238E27FC236}">
                <a16:creationId xmlns:a16="http://schemas.microsoft.com/office/drawing/2014/main" id="{3125EA1A-2219-432C-9A34-ED221E29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941" y="1957906"/>
            <a:ext cx="255601" cy="104518"/>
          </a:xfrm>
          <a:custGeom xmlns:a="http://schemas.openxmlformats.org/drawingml/2006/main">
            <a:pathLst>
              <a:path w="255601" h="104518">
                <a:moveTo>
                  <a:pt x="0" y="63518"/>
                </a:moveTo>
                <a:lnTo>
                  <a:pt x="233259" y="63517"/>
                </a:lnTo>
                <a:lnTo>
                  <a:pt x="233259" y="41001"/>
                </a:lnTo>
                <a:lnTo>
                  <a:pt x="0" y="41003"/>
                </a:lnTo>
                <a:lnTo>
                  <a:pt x="0" y="63518"/>
                </a:lnTo>
                <a:moveTo>
                  <a:pt x="171385" y="101385"/>
                </a:moveTo>
                <a:lnTo>
                  <a:pt x="255601" y="52259"/>
                </a:lnTo>
                <a:lnTo>
                  <a:pt x="171385" y="3133"/>
                </a:lnTo>
                <a:cubicBezTo>
                  <a:pt x="166015" y="0"/>
                  <a:pt x="159121" y="1815"/>
                  <a:pt x="155989" y="7185"/>
                </a:cubicBezTo>
                <a:cubicBezTo>
                  <a:pt x="152856" y="12556"/>
                  <a:pt x="154669" y="19449"/>
                  <a:pt x="160040" y="22582"/>
                </a:cubicBezTo>
                <a:lnTo>
                  <a:pt x="227587" y="61983"/>
                </a:lnTo>
                <a:lnTo>
                  <a:pt x="227587" y="42535"/>
                </a:lnTo>
                <a:lnTo>
                  <a:pt x="160040" y="81937"/>
                </a:lnTo>
                <a:cubicBezTo>
                  <a:pt x="154669" y="85069"/>
                  <a:pt x="152856" y="91962"/>
                  <a:pt x="155989" y="97334"/>
                </a:cubicBezTo>
                <a:cubicBezTo>
                  <a:pt x="159122" y="102703"/>
                  <a:pt x="166015" y="104518"/>
                  <a:pt x="171385" y="101385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236">
            <a:extLst xmlns:a="http://schemas.openxmlformats.org/drawingml/2006/main">
              <a:ext uri="{FF2B5EF4-FFF2-40B4-BE49-F238E27FC236}">
                <a16:creationId xmlns:a16="http://schemas.microsoft.com/office/drawing/2014/main" id="{719109A5-0305-4F7E-8514-3005F4C0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341" y="1060106"/>
            <a:ext cx="255601" cy="104518"/>
          </a:xfrm>
          <a:custGeom xmlns:a="http://schemas.openxmlformats.org/drawingml/2006/main">
            <a:pathLst>
              <a:path w="255601" h="104518">
                <a:moveTo>
                  <a:pt x="0" y="63518"/>
                </a:moveTo>
                <a:lnTo>
                  <a:pt x="233259" y="63517"/>
                </a:lnTo>
                <a:lnTo>
                  <a:pt x="233259" y="41001"/>
                </a:lnTo>
                <a:lnTo>
                  <a:pt x="0" y="41002"/>
                </a:lnTo>
                <a:lnTo>
                  <a:pt x="0" y="63518"/>
                </a:lnTo>
                <a:moveTo>
                  <a:pt x="171385" y="101385"/>
                </a:moveTo>
                <a:lnTo>
                  <a:pt x="255601" y="52259"/>
                </a:lnTo>
                <a:lnTo>
                  <a:pt x="171385" y="3133"/>
                </a:lnTo>
                <a:cubicBezTo>
                  <a:pt x="166015" y="0"/>
                  <a:pt x="159121" y="1814"/>
                  <a:pt x="155989" y="7184"/>
                </a:cubicBezTo>
                <a:cubicBezTo>
                  <a:pt x="152856" y="12555"/>
                  <a:pt x="154669" y="19449"/>
                  <a:pt x="160040" y="22582"/>
                </a:cubicBezTo>
                <a:lnTo>
                  <a:pt x="227587" y="61983"/>
                </a:lnTo>
                <a:lnTo>
                  <a:pt x="227587" y="42535"/>
                </a:lnTo>
                <a:lnTo>
                  <a:pt x="160040" y="81937"/>
                </a:lnTo>
                <a:cubicBezTo>
                  <a:pt x="154669" y="85069"/>
                  <a:pt x="152856" y="91962"/>
                  <a:pt x="155989" y="97333"/>
                </a:cubicBezTo>
                <a:cubicBezTo>
                  <a:pt x="159122" y="102703"/>
                  <a:pt x="166015" y="104518"/>
                  <a:pt x="171385" y="101385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text-237 Current">
            <a:extLst xmlns:a="http://schemas.openxmlformats.org/drawingml/2006/main">
              <a:ext uri="{FF2B5EF4-FFF2-40B4-BE49-F238E27FC236}">
                <a16:creationId xmlns:a16="http://schemas.microsoft.com/office/drawing/2014/main" id="{79668493-3831-4718-9A77-A2B0771A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0387" y="733063"/>
            <a:ext cx="581781" cy="214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Current</a:t>
            </a:r>
          </a:p>
        </p:txBody>
      </p:sp>
      <p:sp>
        <p:nvSpPr>
          <p:cNvPr id="340" name="text-238 Current">
            <a:extLst xmlns:a="http://schemas.openxmlformats.org/drawingml/2006/main">
              <a:ext uri="{FF2B5EF4-FFF2-40B4-BE49-F238E27FC236}">
                <a16:creationId xmlns:a16="http://schemas.microsoft.com/office/drawing/2014/main" id="{2980D4D0-41E9-44FE-BBC7-426E6FC4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0387" y="733063"/>
            <a:ext cx="581781" cy="214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Current</a:t>
            </a:r>
          </a:p>
        </p:txBody>
      </p:sp>
      <p:sp>
        <p:nvSpPr>
          <p:cNvPr id="341" name="text-239 harness">
            <a:extLst xmlns:a="http://schemas.openxmlformats.org/drawingml/2006/main">
              <a:ext uri="{FF2B5EF4-FFF2-40B4-BE49-F238E27FC236}">
                <a16:creationId xmlns:a16="http://schemas.microsoft.com/office/drawing/2014/main" id="{C003B8C2-7F13-47F0-97AC-9F5B40A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77044" y="733090"/>
            <a:ext cx="580015" cy="214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342" name="text-240 harness">
            <a:extLst xmlns:a="http://schemas.openxmlformats.org/drawingml/2006/main">
              <a:ext uri="{FF2B5EF4-FFF2-40B4-BE49-F238E27FC236}">
                <a16:creationId xmlns:a16="http://schemas.microsoft.com/office/drawing/2014/main" id="{E639CA4C-880E-4D52-9553-8A83C407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77044" y="733090"/>
            <a:ext cx="580015" cy="214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343" name="path-242">
            <a:extLst xmlns:a="http://schemas.openxmlformats.org/drawingml/2006/main">
              <a:ext uri="{FF2B5EF4-FFF2-40B4-BE49-F238E27FC236}">
                <a16:creationId xmlns:a16="http://schemas.microsoft.com/office/drawing/2014/main" id="{A224FB62-566E-4198-923F-6F9AF5FA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5423" y="783224"/>
            <a:ext cx="115435" cy="105046"/>
          </a:xfrm>
          <a:custGeom xmlns:a="http://schemas.openxmlformats.org/drawingml/2006/main">
            <a:pathLst>
              <a:path w="115435" h="105046">
                <a:moveTo>
                  <a:pt x="89962" y="84268"/>
                </a:moveTo>
                <a:cubicBezTo>
                  <a:pt x="89603" y="85909"/>
                  <a:pt x="89347" y="87333"/>
                  <a:pt x="89193" y="88539"/>
                </a:cubicBezTo>
                <a:cubicBezTo>
                  <a:pt x="89039" y="89744"/>
                  <a:pt x="88962" y="91322"/>
                  <a:pt x="88962" y="93272"/>
                </a:cubicBezTo>
                <a:cubicBezTo>
                  <a:pt x="88962" y="95426"/>
                  <a:pt x="89462" y="97004"/>
                  <a:pt x="90463" y="98004"/>
                </a:cubicBezTo>
                <a:cubicBezTo>
                  <a:pt x="91463" y="99005"/>
                  <a:pt x="93092" y="99659"/>
                  <a:pt x="95349" y="99967"/>
                </a:cubicBezTo>
                <a:lnTo>
                  <a:pt x="94272" y="105046"/>
                </a:lnTo>
                <a:lnTo>
                  <a:pt x="55563" y="105046"/>
                </a:lnTo>
                <a:lnTo>
                  <a:pt x="56640" y="99967"/>
                </a:lnTo>
                <a:cubicBezTo>
                  <a:pt x="59565" y="99146"/>
                  <a:pt x="61719" y="97709"/>
                  <a:pt x="63105" y="95657"/>
                </a:cubicBezTo>
                <a:cubicBezTo>
                  <a:pt x="64490" y="93605"/>
                  <a:pt x="65798" y="89809"/>
                  <a:pt x="67029" y="84268"/>
                </a:cubicBezTo>
                <a:lnTo>
                  <a:pt x="73494" y="54870"/>
                </a:lnTo>
                <a:lnTo>
                  <a:pt x="40864" y="54870"/>
                </a:lnTo>
                <a:lnTo>
                  <a:pt x="34400" y="84268"/>
                </a:lnTo>
                <a:cubicBezTo>
                  <a:pt x="34041" y="85961"/>
                  <a:pt x="33784" y="87397"/>
                  <a:pt x="33630" y="88577"/>
                </a:cubicBezTo>
                <a:cubicBezTo>
                  <a:pt x="33476" y="89757"/>
                  <a:pt x="33399" y="91322"/>
                  <a:pt x="33399" y="93272"/>
                </a:cubicBezTo>
                <a:cubicBezTo>
                  <a:pt x="33399" y="95426"/>
                  <a:pt x="33899" y="97004"/>
                  <a:pt x="34900" y="98004"/>
                </a:cubicBezTo>
                <a:cubicBezTo>
                  <a:pt x="35900" y="99005"/>
                  <a:pt x="37529" y="99659"/>
                  <a:pt x="39787" y="99967"/>
                </a:cubicBezTo>
                <a:lnTo>
                  <a:pt x="38709" y="105046"/>
                </a:lnTo>
                <a:lnTo>
                  <a:pt x="0" y="105046"/>
                </a:lnTo>
                <a:lnTo>
                  <a:pt x="1077" y="99967"/>
                </a:lnTo>
                <a:cubicBezTo>
                  <a:pt x="4002" y="99146"/>
                  <a:pt x="6157" y="97709"/>
                  <a:pt x="7542" y="95657"/>
                </a:cubicBezTo>
                <a:cubicBezTo>
                  <a:pt x="8927" y="93605"/>
                  <a:pt x="10235" y="89809"/>
                  <a:pt x="11467" y="84268"/>
                </a:cubicBezTo>
                <a:lnTo>
                  <a:pt x="25473" y="20778"/>
                </a:lnTo>
                <a:cubicBezTo>
                  <a:pt x="26140" y="17751"/>
                  <a:pt x="26473" y="14750"/>
                  <a:pt x="26473" y="11774"/>
                </a:cubicBezTo>
                <a:cubicBezTo>
                  <a:pt x="26473" y="9620"/>
                  <a:pt x="25973" y="8042"/>
                  <a:pt x="24972" y="7042"/>
                </a:cubicBezTo>
                <a:cubicBezTo>
                  <a:pt x="23972" y="6041"/>
                  <a:pt x="22343" y="5387"/>
                  <a:pt x="20086" y="5079"/>
                </a:cubicBezTo>
                <a:lnTo>
                  <a:pt x="21163" y="0"/>
                </a:lnTo>
                <a:lnTo>
                  <a:pt x="59872" y="0"/>
                </a:lnTo>
                <a:lnTo>
                  <a:pt x="58795" y="5079"/>
                </a:lnTo>
                <a:cubicBezTo>
                  <a:pt x="55871" y="5900"/>
                  <a:pt x="53716" y="7337"/>
                  <a:pt x="52331" y="9389"/>
                </a:cubicBezTo>
                <a:cubicBezTo>
                  <a:pt x="50945" y="11441"/>
                  <a:pt x="49637" y="15237"/>
                  <a:pt x="48406" y="20778"/>
                </a:cubicBezTo>
                <a:lnTo>
                  <a:pt x="43019" y="45174"/>
                </a:lnTo>
                <a:lnTo>
                  <a:pt x="75648" y="45174"/>
                </a:lnTo>
                <a:lnTo>
                  <a:pt x="81035" y="20778"/>
                </a:lnTo>
                <a:cubicBezTo>
                  <a:pt x="81702" y="17751"/>
                  <a:pt x="82036" y="14750"/>
                  <a:pt x="82036" y="11774"/>
                </a:cubicBezTo>
                <a:cubicBezTo>
                  <a:pt x="82036" y="9620"/>
                  <a:pt x="81536" y="8042"/>
                  <a:pt x="80535" y="7042"/>
                </a:cubicBezTo>
                <a:cubicBezTo>
                  <a:pt x="79535" y="6041"/>
                  <a:pt x="77906" y="5387"/>
                  <a:pt x="75648" y="5079"/>
                </a:cubicBezTo>
                <a:lnTo>
                  <a:pt x="76726" y="0"/>
                </a:lnTo>
                <a:lnTo>
                  <a:pt x="115435" y="0"/>
                </a:lnTo>
                <a:lnTo>
                  <a:pt x="114358" y="5079"/>
                </a:lnTo>
                <a:cubicBezTo>
                  <a:pt x="111433" y="5900"/>
                  <a:pt x="109279" y="7337"/>
                  <a:pt x="107893" y="9389"/>
                </a:cubicBezTo>
                <a:cubicBezTo>
                  <a:pt x="106508" y="11441"/>
                  <a:pt x="105200" y="15237"/>
                  <a:pt x="103969" y="20778"/>
                </a:cubicBezTo>
                <a:lnTo>
                  <a:pt x="89962" y="84268"/>
                </a:lnTo>
                <a:close/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243">
            <a:extLst xmlns:a="http://schemas.openxmlformats.org/drawingml/2006/main">
              <a:ext uri="{FF2B5EF4-FFF2-40B4-BE49-F238E27FC236}">
                <a16:creationId xmlns:a16="http://schemas.microsoft.com/office/drawing/2014/main" id="{F2CD00D5-E2CD-4498-8857-01BB188C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7080" y="852421"/>
            <a:ext cx="39138" cy="69151"/>
          </a:xfrm>
          <a:custGeom xmlns:a="http://schemas.openxmlformats.org/drawingml/2006/main">
            <a:pathLst>
              <a:path w="39138" h="69151">
                <a:moveTo>
                  <a:pt x="35070" y="58267"/>
                </a:moveTo>
                <a:cubicBezTo>
                  <a:pt x="31369" y="62335"/>
                  <a:pt x="27970" y="65166"/>
                  <a:pt x="24874" y="66760"/>
                </a:cubicBezTo>
                <a:cubicBezTo>
                  <a:pt x="21777" y="68354"/>
                  <a:pt x="18121" y="69151"/>
                  <a:pt x="13907" y="69151"/>
                </a:cubicBezTo>
                <a:cubicBezTo>
                  <a:pt x="9730" y="69151"/>
                  <a:pt x="6523" y="68079"/>
                  <a:pt x="4288" y="65935"/>
                </a:cubicBezTo>
                <a:cubicBezTo>
                  <a:pt x="2052" y="63792"/>
                  <a:pt x="934" y="60832"/>
                  <a:pt x="934" y="57058"/>
                </a:cubicBezTo>
                <a:cubicBezTo>
                  <a:pt x="934" y="55336"/>
                  <a:pt x="1063" y="53696"/>
                  <a:pt x="1319" y="52138"/>
                </a:cubicBezTo>
                <a:cubicBezTo>
                  <a:pt x="1576" y="50581"/>
                  <a:pt x="2107" y="48025"/>
                  <a:pt x="2913" y="44470"/>
                </a:cubicBezTo>
                <a:lnTo>
                  <a:pt x="8575" y="20613"/>
                </a:lnTo>
                <a:lnTo>
                  <a:pt x="0" y="20613"/>
                </a:lnTo>
                <a:lnTo>
                  <a:pt x="1044" y="16161"/>
                </a:lnTo>
                <a:cubicBezTo>
                  <a:pt x="3610" y="16161"/>
                  <a:pt x="5552" y="15923"/>
                  <a:pt x="6871" y="15446"/>
                </a:cubicBezTo>
                <a:cubicBezTo>
                  <a:pt x="8190" y="14970"/>
                  <a:pt x="9299" y="14255"/>
                  <a:pt x="10197" y="13303"/>
                </a:cubicBezTo>
                <a:cubicBezTo>
                  <a:pt x="11095" y="12350"/>
                  <a:pt x="11965" y="10902"/>
                  <a:pt x="12808" y="8960"/>
                </a:cubicBezTo>
                <a:cubicBezTo>
                  <a:pt x="13651" y="7018"/>
                  <a:pt x="14640" y="4031"/>
                  <a:pt x="15776" y="0"/>
                </a:cubicBezTo>
                <a:lnTo>
                  <a:pt x="28969" y="0"/>
                </a:lnTo>
                <a:lnTo>
                  <a:pt x="25781" y="13742"/>
                </a:lnTo>
                <a:lnTo>
                  <a:pt x="39138" y="13742"/>
                </a:lnTo>
                <a:lnTo>
                  <a:pt x="37654" y="20613"/>
                </a:lnTo>
                <a:lnTo>
                  <a:pt x="24186" y="20613"/>
                </a:lnTo>
                <a:lnTo>
                  <a:pt x="18854" y="42601"/>
                </a:lnTo>
                <a:cubicBezTo>
                  <a:pt x="17938" y="46376"/>
                  <a:pt x="17306" y="49243"/>
                  <a:pt x="16958" y="51204"/>
                </a:cubicBezTo>
                <a:cubicBezTo>
                  <a:pt x="16610" y="53164"/>
                  <a:pt x="16436" y="54823"/>
                  <a:pt x="16436" y="56178"/>
                </a:cubicBezTo>
                <a:cubicBezTo>
                  <a:pt x="16436" y="57901"/>
                  <a:pt x="16747" y="59156"/>
                  <a:pt x="17370" y="59944"/>
                </a:cubicBezTo>
                <a:cubicBezTo>
                  <a:pt x="17993" y="60732"/>
                  <a:pt x="18909" y="61126"/>
                  <a:pt x="20119" y="61126"/>
                </a:cubicBezTo>
                <a:cubicBezTo>
                  <a:pt x="21768" y="61126"/>
                  <a:pt x="23463" y="60539"/>
                  <a:pt x="25203" y="59367"/>
                </a:cubicBezTo>
                <a:cubicBezTo>
                  <a:pt x="26944" y="58194"/>
                  <a:pt x="28822" y="56380"/>
                  <a:pt x="30838" y="53925"/>
                </a:cubicBezTo>
                <a:lnTo>
                  <a:pt x="35070" y="58267"/>
                </a:lnTo>
                <a:close/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text-244 Answer">
            <a:extLst xmlns:a="http://schemas.openxmlformats.org/drawingml/2006/main">
              <a:ext uri="{FF2B5EF4-FFF2-40B4-BE49-F238E27FC236}">
                <a16:creationId xmlns:a16="http://schemas.microsoft.com/office/drawing/2014/main" id="{41742A23-AEDB-4C3D-9CED-D52EE2CB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4323" y="1976199"/>
            <a:ext cx="574092" cy="221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346" name="text-245 Answer">
            <a:extLst xmlns:a="http://schemas.openxmlformats.org/drawingml/2006/main">
              <a:ext uri="{FF2B5EF4-FFF2-40B4-BE49-F238E27FC236}">
                <a16:creationId xmlns:a16="http://schemas.microsoft.com/office/drawing/2014/main" id="{16CF3C59-70B9-42E4-B42F-E9E8212E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4323" y="1976199"/>
            <a:ext cx="574092" cy="221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5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347" name="path-246">
            <a:extLst xmlns:a="http://schemas.openxmlformats.org/drawingml/2006/main">
              <a:ext uri="{FF2B5EF4-FFF2-40B4-BE49-F238E27FC236}">
                <a16:creationId xmlns:a16="http://schemas.microsoft.com/office/drawing/2014/main" id="{46865AD3-0301-4CAB-BDAE-2719F0D0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275" y="1507903"/>
            <a:ext cx="396890" cy="542188"/>
          </a:xfrm>
          <a:custGeom xmlns:a="http://schemas.openxmlformats.org/drawingml/2006/main">
            <a:pathLst>
              <a:path w="396890" h="542188">
                <a:moveTo>
                  <a:pt x="0" y="542188"/>
                </a:moveTo>
                <a:lnTo>
                  <a:pt x="182375" y="542188"/>
                </a:lnTo>
                <a:lnTo>
                  <a:pt x="182375" y="52258"/>
                </a:lnTo>
                <a:lnTo>
                  <a:pt x="171117" y="63516"/>
                </a:lnTo>
                <a:lnTo>
                  <a:pt x="374543" y="63516"/>
                </a:lnTo>
                <a:lnTo>
                  <a:pt x="374543" y="41000"/>
                </a:lnTo>
                <a:lnTo>
                  <a:pt x="159860" y="41000"/>
                </a:lnTo>
                <a:lnTo>
                  <a:pt x="159860" y="530931"/>
                </a:lnTo>
                <a:lnTo>
                  <a:pt x="171117" y="519673"/>
                </a:lnTo>
                <a:lnTo>
                  <a:pt x="0" y="519673"/>
                </a:lnTo>
                <a:lnTo>
                  <a:pt x="0" y="542188"/>
                </a:lnTo>
                <a:moveTo>
                  <a:pt x="312672" y="101384"/>
                </a:moveTo>
                <a:lnTo>
                  <a:pt x="396890" y="52258"/>
                </a:lnTo>
                <a:lnTo>
                  <a:pt x="312672" y="3132"/>
                </a:lnTo>
                <a:cubicBezTo>
                  <a:pt x="307301" y="0"/>
                  <a:pt x="300412" y="1813"/>
                  <a:pt x="297282" y="7184"/>
                </a:cubicBezTo>
                <a:cubicBezTo>
                  <a:pt x="294142" y="12554"/>
                  <a:pt x="295954" y="19448"/>
                  <a:pt x="301323" y="22580"/>
                </a:cubicBezTo>
                <a:lnTo>
                  <a:pt x="368869" y="61982"/>
                </a:lnTo>
                <a:lnTo>
                  <a:pt x="368869" y="42534"/>
                </a:lnTo>
                <a:lnTo>
                  <a:pt x="301323" y="81935"/>
                </a:lnTo>
                <a:cubicBezTo>
                  <a:pt x="295954" y="85068"/>
                  <a:pt x="294142" y="91962"/>
                  <a:pt x="297282" y="97332"/>
                </a:cubicBezTo>
                <a:cubicBezTo>
                  <a:pt x="300412" y="102703"/>
                  <a:pt x="307301" y="104517"/>
                  <a:pt x="312672" y="101384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247">
            <a:extLst xmlns:a="http://schemas.openxmlformats.org/drawingml/2006/main">
              <a:ext uri="{FF2B5EF4-FFF2-40B4-BE49-F238E27FC236}">
                <a16:creationId xmlns:a16="http://schemas.microsoft.com/office/drawing/2014/main" id="{C9B35019-91D9-4922-8034-3EB82A33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719" y="1097169"/>
            <a:ext cx="388435" cy="510277"/>
          </a:xfrm>
          <a:custGeom xmlns:a="http://schemas.openxmlformats.org/drawingml/2006/main">
            <a:pathLst>
              <a:path w="388435" h="510277">
                <a:moveTo>
                  <a:pt x="0" y="0"/>
                </a:moveTo>
                <a:lnTo>
                  <a:pt x="172242" y="0"/>
                </a:lnTo>
                <a:lnTo>
                  <a:pt x="172242" y="458019"/>
                </a:lnTo>
                <a:lnTo>
                  <a:pt x="160986" y="446761"/>
                </a:lnTo>
                <a:lnTo>
                  <a:pt x="366100" y="446761"/>
                </a:lnTo>
                <a:lnTo>
                  <a:pt x="366100" y="469276"/>
                </a:lnTo>
                <a:lnTo>
                  <a:pt x="149728" y="469276"/>
                </a:lnTo>
                <a:lnTo>
                  <a:pt x="149728" y="11258"/>
                </a:lnTo>
                <a:lnTo>
                  <a:pt x="160986" y="22515"/>
                </a:lnTo>
                <a:lnTo>
                  <a:pt x="0" y="22515"/>
                </a:lnTo>
                <a:lnTo>
                  <a:pt x="0" y="0"/>
                </a:lnTo>
                <a:moveTo>
                  <a:pt x="304228" y="408892"/>
                </a:moveTo>
                <a:lnTo>
                  <a:pt x="388435" y="458019"/>
                </a:lnTo>
                <a:lnTo>
                  <a:pt x="304228" y="507145"/>
                </a:lnTo>
                <a:cubicBezTo>
                  <a:pt x="298847" y="510277"/>
                  <a:pt x="291957" y="508463"/>
                  <a:pt x="288827" y="503093"/>
                </a:cubicBezTo>
                <a:cubicBezTo>
                  <a:pt x="285698" y="497722"/>
                  <a:pt x="287510" y="490829"/>
                  <a:pt x="292879" y="487696"/>
                </a:cubicBezTo>
                <a:lnTo>
                  <a:pt x="360425" y="448294"/>
                </a:lnTo>
                <a:lnTo>
                  <a:pt x="360425" y="467743"/>
                </a:lnTo>
                <a:lnTo>
                  <a:pt x="292879" y="428341"/>
                </a:lnTo>
                <a:cubicBezTo>
                  <a:pt x="287510" y="425207"/>
                  <a:pt x="285698" y="418315"/>
                  <a:pt x="288827" y="412944"/>
                </a:cubicBezTo>
                <a:cubicBezTo>
                  <a:pt x="291957" y="407574"/>
                  <a:pt x="298847" y="405759"/>
                  <a:pt x="304228" y="408892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248">
            <a:extLst xmlns:a="http://schemas.openxmlformats.org/drawingml/2006/main">
              <a:ext uri="{FF2B5EF4-FFF2-40B4-BE49-F238E27FC236}">
                <a16:creationId xmlns:a16="http://schemas.microsoft.com/office/drawing/2014/main" id="{CA83443D-90E6-4997-8B3D-ED1C57D4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0805" y="1457217"/>
            <a:ext cx="255607" cy="104518"/>
          </a:xfrm>
          <a:custGeom xmlns:a="http://schemas.openxmlformats.org/drawingml/2006/main">
            <a:pathLst>
              <a:path w="255607" h="104518">
                <a:moveTo>
                  <a:pt x="0" y="63517"/>
                </a:moveTo>
                <a:lnTo>
                  <a:pt x="233260" y="63515"/>
                </a:lnTo>
                <a:lnTo>
                  <a:pt x="233260" y="41000"/>
                </a:lnTo>
                <a:lnTo>
                  <a:pt x="0" y="41001"/>
                </a:lnTo>
                <a:lnTo>
                  <a:pt x="0" y="63517"/>
                </a:lnTo>
                <a:moveTo>
                  <a:pt x="171387" y="101384"/>
                </a:moveTo>
                <a:lnTo>
                  <a:pt x="255607" y="52258"/>
                </a:lnTo>
                <a:lnTo>
                  <a:pt x="171387" y="3133"/>
                </a:lnTo>
                <a:cubicBezTo>
                  <a:pt x="166018" y="0"/>
                  <a:pt x="159116" y="1814"/>
                  <a:pt x="155987" y="7185"/>
                </a:cubicBezTo>
                <a:cubicBezTo>
                  <a:pt x="152857" y="12555"/>
                  <a:pt x="154669" y="19449"/>
                  <a:pt x="160040" y="22580"/>
                </a:cubicBezTo>
                <a:lnTo>
                  <a:pt x="227586" y="61982"/>
                </a:lnTo>
                <a:lnTo>
                  <a:pt x="227586" y="42535"/>
                </a:lnTo>
                <a:lnTo>
                  <a:pt x="160040" y="81937"/>
                </a:lnTo>
                <a:cubicBezTo>
                  <a:pt x="154669" y="85070"/>
                  <a:pt x="152857" y="91963"/>
                  <a:pt x="155987" y="97333"/>
                </a:cubicBezTo>
                <a:cubicBezTo>
                  <a:pt x="159116" y="102704"/>
                  <a:pt x="166018" y="104518"/>
                  <a:pt x="171387" y="101384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249">
            <a:extLst xmlns:a="http://schemas.openxmlformats.org/drawingml/2006/main">
              <a:ext uri="{FF2B5EF4-FFF2-40B4-BE49-F238E27FC236}">
                <a16:creationId xmlns:a16="http://schemas.microsoft.com/office/drawing/2014/main" id="{61045704-2E18-448D-BC0E-B30E2B5B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117" y="1179879"/>
            <a:ext cx="1113440" cy="462127"/>
          </a:xfrm>
          <a:custGeom xmlns:a="http://schemas.openxmlformats.org/drawingml/2006/main">
            <a:pathLst>
              <a:path w="1113440" h="462127">
                <a:moveTo>
                  <a:pt x="49027" y="77023"/>
                </a:moveTo>
                <a:cubicBezTo>
                  <a:pt x="49027" y="34484"/>
                  <a:pt x="83521" y="0"/>
                  <a:pt x="126052" y="0"/>
                </a:cubicBezTo>
                <a:lnTo>
                  <a:pt x="226437" y="0"/>
                </a:lnTo>
                <a:lnTo>
                  <a:pt x="492534" y="0"/>
                </a:lnTo>
                <a:lnTo>
                  <a:pt x="1036428" y="0"/>
                </a:lnTo>
                <a:cubicBezTo>
                  <a:pt x="1078958" y="0"/>
                  <a:pt x="1113440" y="34484"/>
                  <a:pt x="1113440" y="77023"/>
                </a:cubicBezTo>
                <a:lnTo>
                  <a:pt x="1113440" y="269575"/>
                </a:lnTo>
                <a:lnTo>
                  <a:pt x="1113440" y="385107"/>
                </a:lnTo>
                <a:lnTo>
                  <a:pt x="1113440" y="385106"/>
                </a:lnTo>
                <a:cubicBezTo>
                  <a:pt x="1113440" y="427644"/>
                  <a:pt x="1078958" y="462127"/>
                  <a:pt x="1036428" y="462127"/>
                </a:cubicBezTo>
                <a:lnTo>
                  <a:pt x="492534" y="462127"/>
                </a:lnTo>
                <a:lnTo>
                  <a:pt x="226437" y="462127"/>
                </a:lnTo>
                <a:lnTo>
                  <a:pt x="126052" y="462127"/>
                </a:lnTo>
                <a:cubicBezTo>
                  <a:pt x="83521" y="462127"/>
                  <a:pt x="49027" y="427644"/>
                  <a:pt x="49027" y="385106"/>
                </a:cubicBezTo>
                <a:lnTo>
                  <a:pt x="49027" y="385107"/>
                </a:lnTo>
                <a:lnTo>
                  <a:pt x="0" y="346171"/>
                </a:lnTo>
                <a:lnTo>
                  <a:pt x="49027" y="269575"/>
                </a:lnTo>
                <a:lnTo>
                  <a:pt x="49027" y="77023"/>
                </a:lnTo>
              </a:path>
            </a:pathLst>
          </a:custGeom>
          <a:solidFill xmlns:a="http://schemas.openxmlformats.org/drawingml/2006/main">
            <a:srgbClr val="EAC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250">
            <a:extLst xmlns:a="http://schemas.openxmlformats.org/drawingml/2006/main">
              <a:ext uri="{FF2B5EF4-FFF2-40B4-BE49-F238E27FC236}">
                <a16:creationId xmlns:a16="http://schemas.microsoft.com/office/drawing/2014/main" id="{A65E1D68-ABAB-41F6-90B4-983B9F33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117" y="1179879"/>
            <a:ext cx="1113440" cy="462128"/>
          </a:xfrm>
          <a:custGeom xmlns:a="http://schemas.openxmlformats.org/drawingml/2006/main">
            <a:pathLst>
              <a:path w="1113440" h="462128">
                <a:moveTo>
                  <a:pt x="49027" y="77022"/>
                </a:moveTo>
                <a:cubicBezTo>
                  <a:pt x="49027" y="34484"/>
                  <a:pt x="83511" y="0"/>
                  <a:pt x="126049" y="0"/>
                </a:cubicBezTo>
                <a:lnTo>
                  <a:pt x="226429" y="0"/>
                </a:lnTo>
                <a:lnTo>
                  <a:pt x="492533" y="0"/>
                </a:lnTo>
                <a:lnTo>
                  <a:pt x="1036417" y="0"/>
                </a:lnTo>
                <a:cubicBezTo>
                  <a:pt x="1078955" y="0"/>
                  <a:pt x="1113440" y="34484"/>
                  <a:pt x="1113440" y="77022"/>
                </a:cubicBezTo>
                <a:lnTo>
                  <a:pt x="1113440" y="269575"/>
                </a:lnTo>
                <a:lnTo>
                  <a:pt x="1113440" y="385106"/>
                </a:lnTo>
                <a:lnTo>
                  <a:pt x="1113440" y="385105"/>
                </a:lnTo>
                <a:cubicBezTo>
                  <a:pt x="1113440" y="427644"/>
                  <a:pt x="1078955" y="462128"/>
                  <a:pt x="1036417" y="462128"/>
                </a:cubicBezTo>
                <a:lnTo>
                  <a:pt x="492533" y="462128"/>
                </a:lnTo>
                <a:lnTo>
                  <a:pt x="226429" y="462128"/>
                </a:lnTo>
                <a:lnTo>
                  <a:pt x="126049" y="462128"/>
                </a:lnTo>
                <a:cubicBezTo>
                  <a:pt x="83511" y="462128"/>
                  <a:pt x="49027" y="427644"/>
                  <a:pt x="49027" y="385105"/>
                </a:cubicBezTo>
                <a:lnTo>
                  <a:pt x="49027" y="385106"/>
                </a:lnTo>
                <a:lnTo>
                  <a:pt x="0" y="346171"/>
                </a:lnTo>
                <a:lnTo>
                  <a:pt x="49027" y="269575"/>
                </a:lnTo>
                <a:lnTo>
                  <a:pt x="49027" y="77022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D77D94"/>
            </a:solidFill>
            <a:prstDash val="solid"/>
          </a:ln>
        </p:spPr>
      </p:sp>
      <p:sp>
        <p:nvSpPr>
          <p:cNvPr id="352" name="text-251 B.">
            <a:extLst xmlns:a="http://schemas.openxmlformats.org/drawingml/2006/main">
              <a:ext uri="{FF2B5EF4-FFF2-40B4-BE49-F238E27FC236}">
                <a16:creationId xmlns:a16="http://schemas.microsoft.com/office/drawing/2014/main" id="{BE7D7078-3AD7-4C1F-B16C-1216579B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2470" y="1288822"/>
            <a:ext cx="191347" cy="252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353" name="text-251 Chair">
            <a:extLst xmlns:a="http://schemas.openxmlformats.org/drawingml/2006/main">
              <a:ext uri="{FF2B5EF4-FFF2-40B4-BE49-F238E27FC236}">
                <a16:creationId xmlns:a16="http://schemas.microsoft.com/office/drawing/2014/main" id="{E60189A4-EED6-4148-A7EA-81B0137F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4907" y="1288907"/>
            <a:ext cx="475177" cy="252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Chair</a:t>
            </a:r>
          </a:p>
        </p:txBody>
      </p:sp>
      <p:sp>
        <p:nvSpPr>
          <p:cNvPr id="354" name="text-252 B.">
            <a:extLst xmlns:a="http://schemas.openxmlformats.org/drawingml/2006/main">
              <a:ext uri="{FF2B5EF4-FFF2-40B4-BE49-F238E27FC236}">
                <a16:creationId xmlns:a16="http://schemas.microsoft.com/office/drawing/2014/main" id="{5A1A6C71-5CF7-4EBC-8AFA-1545CCF8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2470" y="1288822"/>
            <a:ext cx="191347" cy="252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355" name="text-252 Chair">
            <a:extLst xmlns:a="http://schemas.openxmlformats.org/drawingml/2006/main">
              <a:ext uri="{FF2B5EF4-FFF2-40B4-BE49-F238E27FC236}">
                <a16:creationId xmlns:a16="http://schemas.microsoft.com/office/drawing/2014/main" id="{FC25A75B-D76D-4E1B-9D77-E54C1495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4907" y="1288907"/>
            <a:ext cx="475177" cy="252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Chair</a:t>
            </a:r>
          </a:p>
        </p:txBody>
      </p:sp>
      <p:sp>
        <p:nvSpPr>
          <p:cNvPr id="356" name="path-253">
            <a:extLst xmlns:a="http://schemas.openxmlformats.org/drawingml/2006/main">
              <a:ext uri="{FF2B5EF4-FFF2-40B4-BE49-F238E27FC236}">
                <a16:creationId xmlns:a16="http://schemas.microsoft.com/office/drawing/2014/main" id="{C84A72E0-DAD5-4B43-B0DB-9192EE43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497" y="1920668"/>
            <a:ext cx="1401138" cy="184742"/>
          </a:xfrm>
          <a:custGeom xmlns:a="http://schemas.openxmlformats.org/drawingml/2006/main">
            <a:pathLst>
              <a:path w="1401138" h="184742">
                <a:moveTo>
                  <a:pt x="0" y="0"/>
                </a:moveTo>
                <a:lnTo>
                  <a:pt x="0" y="184742"/>
                </a:lnTo>
                <a:lnTo>
                  <a:pt x="1401138" y="184742"/>
                </a:lnTo>
                <a:lnTo>
                  <a:pt x="14011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104600D2-9C96-47F5-9403-568879F655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8fc707c0a455a"/>
          <a:stretch xmlns:a="http://schemas.openxmlformats.org/drawingml/2006/main"/>
        </p:blipFill>
        <p:spPr>
          <a:xfrm xmlns:a="http://schemas.openxmlformats.org/drawingml/2006/main">
            <a:off x="11830880" y="1941393"/>
            <a:ext cx="247650" cy="142875"/>
          </a:xfrm>
          <a:prstGeom xmlns:a="http://schemas.openxmlformats.org/drawingml/2006/main" prst="rect">
            <a:avLst/>
          </a:prstGeom>
        </p:spPr>
      </p:pic>
      <p:pic>
        <p:nvPic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6EC2C216-E81E-4A5A-BCC7-978EE308B0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8456914064712"/>
          <a:stretch xmlns:a="http://schemas.openxmlformats.org/drawingml/2006/main"/>
        </p:blipFill>
        <p:spPr>
          <a:xfrm xmlns:a="http://schemas.openxmlformats.org/drawingml/2006/main">
            <a:off x="10678355" y="1941393"/>
            <a:ext cx="238125" cy="142875"/>
          </a:xfrm>
          <a:prstGeom xmlns:a="http://schemas.openxmlformats.org/drawingml/2006/main" prst="rect">
            <a:avLst/>
          </a:prstGeom>
        </p:spPr>
      </p:pic>
      <p:pic>
        <p:nvPic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8BB4D579-D2C0-4E75-A335-15415848D2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fb7633e434ce6"/>
          <a:stretch xmlns:a="http://schemas.openxmlformats.org/drawingml/2006/main"/>
        </p:blipFill>
        <p:spPr>
          <a:xfrm xmlns:a="http://schemas.openxmlformats.org/drawingml/2006/main">
            <a:off x="10906955" y="1941393"/>
            <a:ext cx="238125" cy="142875"/>
          </a:xfrm>
          <a:prstGeom xmlns:a="http://schemas.openxmlformats.org/drawingml/2006/main" prst="rect">
            <a:avLst/>
          </a:prstGeom>
        </p:spPr>
      </p:pic>
      <p:pic>
        <p:nvPic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BED933AA-492E-43F8-AC21-D4F8D35222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bce2e3a1b494c"/>
          <a:stretch xmlns:a="http://schemas.openxmlformats.org/drawingml/2006/main"/>
        </p:blipFill>
        <p:spPr>
          <a:xfrm xmlns:a="http://schemas.openxmlformats.org/drawingml/2006/main">
            <a:off x="11135555" y="1941393"/>
            <a:ext cx="247650" cy="142875"/>
          </a:xfrm>
          <a:prstGeom xmlns:a="http://schemas.openxmlformats.org/drawingml/2006/main" prst="rect">
            <a:avLst/>
          </a:prstGeom>
        </p:spPr>
      </p:pic>
      <p:pic>
        <p:nvPic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F8F54887-B0E6-4412-85EF-7AE9A865F7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477fe63de43b0"/>
          <a:stretch xmlns:a="http://schemas.openxmlformats.org/drawingml/2006/main"/>
        </p:blipFill>
        <p:spPr>
          <a:xfrm xmlns:a="http://schemas.openxmlformats.org/drawingml/2006/main">
            <a:off x="11373680" y="1941393"/>
            <a:ext cx="238125" cy="142875"/>
          </a:xfrm>
          <a:prstGeom xmlns:a="http://schemas.openxmlformats.org/drawingml/2006/main" prst="rect">
            <a:avLst/>
          </a:prstGeom>
        </p:spPr>
      </p:pic>
      <p:pic>
        <p:nvPic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62D3DA3A-6A95-4537-B8FE-514FA9F592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3cf1956354ecd"/>
          <a:stretch xmlns:a="http://schemas.openxmlformats.org/drawingml/2006/main"/>
        </p:blipFill>
        <p:spPr>
          <a:xfrm xmlns:a="http://schemas.openxmlformats.org/drawingml/2006/main">
            <a:off x="11602280" y="1941393"/>
            <a:ext cx="238125" cy="142875"/>
          </a:xfrm>
          <a:prstGeom xmlns:a="http://schemas.openxmlformats.org/drawingml/2006/main" prst="rect">
            <a:avLst/>
          </a:prstGeom>
        </p:spPr>
      </p:pic>
      <p:sp>
        <p:nvSpPr>
          <p:cNvPr id="363" name="path-260">
            <a:extLst xmlns:a="http://schemas.openxmlformats.org/drawingml/2006/main">
              <a:ext uri="{FF2B5EF4-FFF2-40B4-BE49-F238E27FC236}">
                <a16:creationId xmlns:a16="http://schemas.microsoft.com/office/drawing/2014/main" id="{DD5CEE54-0E92-4F39-986E-F32A59C2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045" y="1926370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2"/>
                  <a:pt x="1180" y="0"/>
                  <a:pt x="2639" y="0"/>
                </a:cubicBezTo>
                <a:lnTo>
                  <a:pt x="60439" y="0"/>
                </a:lnTo>
                <a:cubicBezTo>
                  <a:pt x="61896" y="0"/>
                  <a:pt x="63077" y="1182"/>
                  <a:pt x="63077" y="2639"/>
                </a:cubicBezTo>
                <a:lnTo>
                  <a:pt x="63077" y="13194"/>
                </a:lnTo>
                <a:cubicBezTo>
                  <a:pt x="63077" y="14651"/>
                  <a:pt x="61896" y="15832"/>
                  <a:pt x="60439" y="15832"/>
                </a:cubicBezTo>
                <a:lnTo>
                  <a:pt x="2639" y="15832"/>
                </a:lnTo>
                <a:cubicBezTo>
                  <a:pt x="1180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261">
            <a:extLst xmlns:a="http://schemas.openxmlformats.org/drawingml/2006/main">
              <a:ext uri="{FF2B5EF4-FFF2-40B4-BE49-F238E27FC236}">
                <a16:creationId xmlns:a16="http://schemas.microsoft.com/office/drawing/2014/main" id="{ADACBA75-2830-4A1A-A9F3-2309FE7F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002" y="1926370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2"/>
                  <a:pt x="1181" y="0"/>
                  <a:pt x="2639" y="0"/>
                </a:cubicBezTo>
                <a:lnTo>
                  <a:pt x="60440" y="0"/>
                </a:lnTo>
                <a:cubicBezTo>
                  <a:pt x="61897" y="0"/>
                  <a:pt x="63080" y="1182"/>
                  <a:pt x="63080" y="2639"/>
                </a:cubicBezTo>
                <a:lnTo>
                  <a:pt x="63080" y="13194"/>
                </a:lnTo>
                <a:cubicBezTo>
                  <a:pt x="63080" y="14651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262">
            <a:extLst xmlns:a="http://schemas.openxmlformats.org/drawingml/2006/main">
              <a:ext uri="{FF2B5EF4-FFF2-40B4-BE49-F238E27FC236}">
                <a16:creationId xmlns:a16="http://schemas.microsoft.com/office/drawing/2014/main" id="{A996A267-4DB0-42E8-B039-6A8F14DE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960" y="1926370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2"/>
                  <a:pt x="1182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2"/>
                  <a:pt x="63079" y="2639"/>
                </a:cubicBezTo>
                <a:lnTo>
                  <a:pt x="63079" y="13194"/>
                </a:lnTo>
                <a:cubicBezTo>
                  <a:pt x="63079" y="14651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263">
            <a:extLst xmlns:a="http://schemas.openxmlformats.org/drawingml/2006/main">
              <a:ext uri="{FF2B5EF4-FFF2-40B4-BE49-F238E27FC236}">
                <a16:creationId xmlns:a16="http://schemas.microsoft.com/office/drawing/2014/main" id="{D4F688B3-8507-47C7-BDCC-69CA128E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917" y="1926370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2"/>
                  <a:pt x="1182" y="0"/>
                  <a:pt x="2639" y="0"/>
                </a:cubicBezTo>
                <a:lnTo>
                  <a:pt x="60440" y="0"/>
                </a:lnTo>
                <a:cubicBezTo>
                  <a:pt x="61898" y="0"/>
                  <a:pt x="63080" y="1182"/>
                  <a:pt x="63080" y="2639"/>
                </a:cubicBezTo>
                <a:lnTo>
                  <a:pt x="63080" y="13194"/>
                </a:lnTo>
                <a:cubicBezTo>
                  <a:pt x="63080" y="14651"/>
                  <a:pt x="61898" y="15832"/>
                  <a:pt x="60440" y="15832"/>
                </a:cubicBezTo>
                <a:lnTo>
                  <a:pt x="2639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264">
            <a:extLst xmlns:a="http://schemas.openxmlformats.org/drawingml/2006/main">
              <a:ext uri="{FF2B5EF4-FFF2-40B4-BE49-F238E27FC236}">
                <a16:creationId xmlns:a16="http://schemas.microsoft.com/office/drawing/2014/main" id="{AC6F7B4A-6910-43F6-8ADC-EA70D6AD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9875" y="1926370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2"/>
                  <a:pt x="1180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2"/>
                  <a:pt x="63079" y="2639"/>
                </a:cubicBezTo>
                <a:lnTo>
                  <a:pt x="63079" y="13194"/>
                </a:lnTo>
                <a:cubicBezTo>
                  <a:pt x="63079" y="14651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0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265">
            <a:extLst xmlns:a="http://schemas.openxmlformats.org/drawingml/2006/main">
              <a:ext uri="{FF2B5EF4-FFF2-40B4-BE49-F238E27FC236}">
                <a16:creationId xmlns:a16="http://schemas.microsoft.com/office/drawing/2014/main" id="{AEEBF8D4-EA41-4D6E-82D9-2A3E225A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834" y="1926370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2"/>
                  <a:pt x="1180" y="0"/>
                  <a:pt x="2639" y="0"/>
                </a:cubicBezTo>
                <a:lnTo>
                  <a:pt x="60438" y="0"/>
                </a:lnTo>
                <a:cubicBezTo>
                  <a:pt x="61896" y="0"/>
                  <a:pt x="63077" y="1182"/>
                  <a:pt x="63077" y="2639"/>
                </a:cubicBezTo>
                <a:lnTo>
                  <a:pt x="63077" y="13194"/>
                </a:lnTo>
                <a:cubicBezTo>
                  <a:pt x="63077" y="14651"/>
                  <a:pt x="61896" y="15832"/>
                  <a:pt x="60438" y="15832"/>
                </a:cubicBezTo>
                <a:lnTo>
                  <a:pt x="2639" y="15832"/>
                </a:lnTo>
                <a:cubicBezTo>
                  <a:pt x="1180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266">
            <a:extLst xmlns:a="http://schemas.openxmlformats.org/drawingml/2006/main">
              <a:ext uri="{FF2B5EF4-FFF2-40B4-BE49-F238E27FC236}">
                <a16:creationId xmlns:a16="http://schemas.microsoft.com/office/drawing/2014/main" id="{EC68681B-8D80-4A4F-9891-D6F91122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790" y="1926370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2"/>
                  <a:pt x="1182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2"/>
                  <a:pt x="63079" y="2639"/>
                </a:cubicBezTo>
                <a:lnTo>
                  <a:pt x="63079" y="13194"/>
                </a:lnTo>
                <a:cubicBezTo>
                  <a:pt x="63079" y="14651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267">
            <a:extLst xmlns:a="http://schemas.openxmlformats.org/drawingml/2006/main">
              <a:ext uri="{FF2B5EF4-FFF2-40B4-BE49-F238E27FC236}">
                <a16:creationId xmlns:a16="http://schemas.microsoft.com/office/drawing/2014/main" id="{DF3EEB41-3B63-464E-A8DA-A50FC8F7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48" y="1926370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2"/>
                  <a:pt x="1182" y="0"/>
                  <a:pt x="2640" y="0"/>
                </a:cubicBezTo>
                <a:lnTo>
                  <a:pt x="60441" y="0"/>
                </a:lnTo>
                <a:cubicBezTo>
                  <a:pt x="61897" y="0"/>
                  <a:pt x="63080" y="1182"/>
                  <a:pt x="63080" y="2639"/>
                </a:cubicBezTo>
                <a:lnTo>
                  <a:pt x="63080" y="13194"/>
                </a:lnTo>
                <a:cubicBezTo>
                  <a:pt x="63080" y="14651"/>
                  <a:pt x="61897" y="15832"/>
                  <a:pt x="60441" y="15832"/>
                </a:cubicBezTo>
                <a:lnTo>
                  <a:pt x="2640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268">
            <a:extLst xmlns:a="http://schemas.openxmlformats.org/drawingml/2006/main">
              <a:ext uri="{FF2B5EF4-FFF2-40B4-BE49-F238E27FC236}">
                <a16:creationId xmlns:a16="http://schemas.microsoft.com/office/drawing/2014/main" id="{19AF48EF-DE45-4C19-B4C2-41621A1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706" y="1926370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2"/>
                  <a:pt x="1181" y="0"/>
                  <a:pt x="2639" y="0"/>
                </a:cubicBezTo>
                <a:lnTo>
                  <a:pt x="60439" y="0"/>
                </a:lnTo>
                <a:cubicBezTo>
                  <a:pt x="61896" y="0"/>
                  <a:pt x="63077" y="1182"/>
                  <a:pt x="63077" y="2639"/>
                </a:cubicBezTo>
                <a:lnTo>
                  <a:pt x="63077" y="13194"/>
                </a:lnTo>
                <a:cubicBezTo>
                  <a:pt x="63077" y="14651"/>
                  <a:pt x="61896" y="15832"/>
                  <a:pt x="60439" y="15832"/>
                </a:cubicBezTo>
                <a:lnTo>
                  <a:pt x="2639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269">
            <a:extLst xmlns:a="http://schemas.openxmlformats.org/drawingml/2006/main">
              <a:ext uri="{FF2B5EF4-FFF2-40B4-BE49-F238E27FC236}">
                <a16:creationId xmlns:a16="http://schemas.microsoft.com/office/drawing/2014/main" id="{1F4FC0C5-A921-43EF-8DCD-85389DE5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664" y="1926370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2"/>
                  <a:pt x="1181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2"/>
                  <a:pt x="63079" y="2639"/>
                </a:cubicBezTo>
                <a:lnTo>
                  <a:pt x="63079" y="13194"/>
                </a:lnTo>
                <a:cubicBezTo>
                  <a:pt x="63079" y="14651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270">
            <a:extLst xmlns:a="http://schemas.openxmlformats.org/drawingml/2006/main">
              <a:ext uri="{FF2B5EF4-FFF2-40B4-BE49-F238E27FC236}">
                <a16:creationId xmlns:a16="http://schemas.microsoft.com/office/drawing/2014/main" id="{7B5FFF05-0149-41B8-A5CA-6DE07E10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621" y="1926370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2"/>
                  <a:pt x="1181" y="0"/>
                  <a:pt x="2639" y="0"/>
                </a:cubicBezTo>
                <a:lnTo>
                  <a:pt x="60440" y="0"/>
                </a:lnTo>
                <a:cubicBezTo>
                  <a:pt x="61896" y="0"/>
                  <a:pt x="63079" y="1182"/>
                  <a:pt x="63079" y="2639"/>
                </a:cubicBezTo>
                <a:lnTo>
                  <a:pt x="63079" y="13194"/>
                </a:lnTo>
                <a:cubicBezTo>
                  <a:pt x="63079" y="14651"/>
                  <a:pt x="61896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271">
            <a:extLst xmlns:a="http://schemas.openxmlformats.org/drawingml/2006/main">
              <a:ext uri="{FF2B5EF4-FFF2-40B4-BE49-F238E27FC236}">
                <a16:creationId xmlns:a16="http://schemas.microsoft.com/office/drawing/2014/main" id="{92D4F538-18CA-460A-B914-72E5DA8B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578" y="1926370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2"/>
                  <a:pt x="1182" y="0"/>
                  <a:pt x="2640" y="0"/>
                </a:cubicBezTo>
                <a:lnTo>
                  <a:pt x="60441" y="0"/>
                </a:lnTo>
                <a:cubicBezTo>
                  <a:pt x="61897" y="0"/>
                  <a:pt x="63080" y="1182"/>
                  <a:pt x="63080" y="2639"/>
                </a:cubicBezTo>
                <a:lnTo>
                  <a:pt x="63080" y="13194"/>
                </a:lnTo>
                <a:cubicBezTo>
                  <a:pt x="63080" y="14651"/>
                  <a:pt x="61897" y="15832"/>
                  <a:pt x="60441" y="15832"/>
                </a:cubicBezTo>
                <a:lnTo>
                  <a:pt x="2640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272">
            <a:extLst xmlns:a="http://schemas.openxmlformats.org/drawingml/2006/main">
              <a:ext uri="{FF2B5EF4-FFF2-40B4-BE49-F238E27FC236}">
                <a16:creationId xmlns:a16="http://schemas.microsoft.com/office/drawing/2014/main" id="{FABFB1DF-7B85-4C2A-A271-3A026B98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9537" y="1926370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2"/>
                  <a:pt x="1180" y="0"/>
                  <a:pt x="2637" y="0"/>
                </a:cubicBezTo>
                <a:lnTo>
                  <a:pt x="60439" y="0"/>
                </a:lnTo>
                <a:cubicBezTo>
                  <a:pt x="61897" y="0"/>
                  <a:pt x="63077" y="1182"/>
                  <a:pt x="63077" y="2639"/>
                </a:cubicBezTo>
                <a:lnTo>
                  <a:pt x="63077" y="13194"/>
                </a:lnTo>
                <a:cubicBezTo>
                  <a:pt x="63077" y="14651"/>
                  <a:pt x="61897" y="15832"/>
                  <a:pt x="60439" y="15832"/>
                </a:cubicBezTo>
                <a:lnTo>
                  <a:pt x="2637" y="15832"/>
                </a:lnTo>
                <a:cubicBezTo>
                  <a:pt x="1180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273">
            <a:extLst xmlns:a="http://schemas.openxmlformats.org/drawingml/2006/main">
              <a:ext uri="{FF2B5EF4-FFF2-40B4-BE49-F238E27FC236}">
                <a16:creationId xmlns:a16="http://schemas.microsoft.com/office/drawing/2014/main" id="{8EAF1637-9C3D-4D2C-A090-46FC812A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9494" y="1926370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2"/>
                  <a:pt x="1181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2"/>
                  <a:pt x="63079" y="2639"/>
                </a:cubicBezTo>
                <a:lnTo>
                  <a:pt x="63079" y="13194"/>
                </a:lnTo>
                <a:cubicBezTo>
                  <a:pt x="63079" y="14651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274">
            <a:extLst xmlns:a="http://schemas.openxmlformats.org/drawingml/2006/main">
              <a:ext uri="{FF2B5EF4-FFF2-40B4-BE49-F238E27FC236}">
                <a16:creationId xmlns:a16="http://schemas.microsoft.com/office/drawing/2014/main" id="{53E9BA8C-6AD8-4744-B0AC-7E47DD91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9452" y="1926370"/>
            <a:ext cx="63073" cy="15832"/>
          </a:xfrm>
          <a:custGeom xmlns:a="http://schemas.openxmlformats.org/drawingml/2006/main">
            <a:pathLst>
              <a:path w="63073" h="15832">
                <a:moveTo>
                  <a:pt x="0" y="2639"/>
                </a:moveTo>
                <a:cubicBezTo>
                  <a:pt x="0" y="1182"/>
                  <a:pt x="1180" y="0"/>
                  <a:pt x="2639" y="0"/>
                </a:cubicBezTo>
                <a:lnTo>
                  <a:pt x="60439" y="0"/>
                </a:lnTo>
                <a:cubicBezTo>
                  <a:pt x="61892" y="0"/>
                  <a:pt x="63073" y="1182"/>
                  <a:pt x="63073" y="2639"/>
                </a:cubicBezTo>
                <a:lnTo>
                  <a:pt x="63073" y="13194"/>
                </a:lnTo>
                <a:cubicBezTo>
                  <a:pt x="63073" y="14651"/>
                  <a:pt x="61892" y="15832"/>
                  <a:pt x="60439" y="15832"/>
                </a:cubicBezTo>
                <a:lnTo>
                  <a:pt x="2639" y="15832"/>
                </a:lnTo>
                <a:cubicBezTo>
                  <a:pt x="1180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275">
            <a:extLst xmlns:a="http://schemas.openxmlformats.org/drawingml/2006/main">
              <a:ext uri="{FF2B5EF4-FFF2-40B4-BE49-F238E27FC236}">
                <a16:creationId xmlns:a16="http://schemas.microsoft.com/office/drawing/2014/main" id="{510DFD3D-45C2-4358-8EDD-22B0020E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9414" y="1926370"/>
            <a:ext cx="63076" cy="15832"/>
          </a:xfrm>
          <a:custGeom xmlns:a="http://schemas.openxmlformats.org/drawingml/2006/main">
            <a:pathLst>
              <a:path w="63076" h="15832">
                <a:moveTo>
                  <a:pt x="0" y="2639"/>
                </a:moveTo>
                <a:cubicBezTo>
                  <a:pt x="0" y="1182"/>
                  <a:pt x="1171" y="0"/>
                  <a:pt x="2635" y="0"/>
                </a:cubicBezTo>
                <a:lnTo>
                  <a:pt x="60431" y="0"/>
                </a:lnTo>
                <a:cubicBezTo>
                  <a:pt x="61895" y="0"/>
                  <a:pt x="63076" y="1182"/>
                  <a:pt x="63076" y="2639"/>
                </a:cubicBezTo>
                <a:lnTo>
                  <a:pt x="63076" y="13194"/>
                </a:lnTo>
                <a:cubicBezTo>
                  <a:pt x="63076" y="14651"/>
                  <a:pt x="61895" y="15832"/>
                  <a:pt x="60431" y="15832"/>
                </a:cubicBezTo>
                <a:lnTo>
                  <a:pt x="2635" y="15832"/>
                </a:lnTo>
                <a:cubicBezTo>
                  <a:pt x="117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276">
            <a:extLst xmlns:a="http://schemas.openxmlformats.org/drawingml/2006/main">
              <a:ext uri="{FF2B5EF4-FFF2-40B4-BE49-F238E27FC236}">
                <a16:creationId xmlns:a16="http://schemas.microsoft.com/office/drawing/2014/main" id="{17C956F8-D1B0-4584-937A-7399EFF1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370" y="1926370"/>
            <a:ext cx="63076" cy="15832"/>
          </a:xfrm>
          <a:custGeom xmlns:a="http://schemas.openxmlformats.org/drawingml/2006/main">
            <a:pathLst>
              <a:path w="63076" h="15832">
                <a:moveTo>
                  <a:pt x="0" y="2639"/>
                </a:moveTo>
                <a:cubicBezTo>
                  <a:pt x="0" y="1182"/>
                  <a:pt x="1181" y="0"/>
                  <a:pt x="2634" y="0"/>
                </a:cubicBezTo>
                <a:lnTo>
                  <a:pt x="60431" y="0"/>
                </a:lnTo>
                <a:cubicBezTo>
                  <a:pt x="61894" y="0"/>
                  <a:pt x="63076" y="1182"/>
                  <a:pt x="63076" y="2639"/>
                </a:cubicBezTo>
                <a:lnTo>
                  <a:pt x="63076" y="13194"/>
                </a:lnTo>
                <a:cubicBezTo>
                  <a:pt x="63076" y="14651"/>
                  <a:pt x="61894" y="15832"/>
                  <a:pt x="60431" y="15832"/>
                </a:cubicBezTo>
                <a:lnTo>
                  <a:pt x="2634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277">
            <a:extLst xmlns:a="http://schemas.openxmlformats.org/drawingml/2006/main">
              <a:ext uri="{FF2B5EF4-FFF2-40B4-BE49-F238E27FC236}">
                <a16:creationId xmlns:a16="http://schemas.microsoft.com/office/drawing/2014/main" id="{FB418692-66F3-4708-A5BB-B5C899A2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324" y="1926370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2"/>
                  <a:pt x="1182" y="0"/>
                  <a:pt x="2634" y="0"/>
                </a:cubicBezTo>
                <a:lnTo>
                  <a:pt x="60442" y="0"/>
                </a:lnTo>
                <a:cubicBezTo>
                  <a:pt x="61895" y="0"/>
                  <a:pt x="63077" y="1182"/>
                  <a:pt x="63077" y="2639"/>
                </a:cubicBezTo>
                <a:lnTo>
                  <a:pt x="63077" y="13194"/>
                </a:lnTo>
                <a:cubicBezTo>
                  <a:pt x="63077" y="14651"/>
                  <a:pt x="61895" y="15832"/>
                  <a:pt x="60442" y="15832"/>
                </a:cubicBezTo>
                <a:lnTo>
                  <a:pt x="2634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278">
            <a:extLst xmlns:a="http://schemas.openxmlformats.org/drawingml/2006/main">
              <a:ext uri="{FF2B5EF4-FFF2-40B4-BE49-F238E27FC236}">
                <a16:creationId xmlns:a16="http://schemas.microsoft.com/office/drawing/2014/main" id="{FBE70E37-5260-464D-839E-64768DB8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9280" y="1926370"/>
            <a:ext cx="63076" cy="15832"/>
          </a:xfrm>
          <a:custGeom xmlns:a="http://schemas.openxmlformats.org/drawingml/2006/main">
            <a:pathLst>
              <a:path w="63076" h="15832">
                <a:moveTo>
                  <a:pt x="0" y="2639"/>
                </a:moveTo>
                <a:cubicBezTo>
                  <a:pt x="0" y="1182"/>
                  <a:pt x="1182" y="0"/>
                  <a:pt x="2634" y="0"/>
                </a:cubicBezTo>
                <a:lnTo>
                  <a:pt x="60442" y="0"/>
                </a:lnTo>
                <a:cubicBezTo>
                  <a:pt x="61894" y="0"/>
                  <a:pt x="63076" y="1182"/>
                  <a:pt x="63076" y="2639"/>
                </a:cubicBezTo>
                <a:lnTo>
                  <a:pt x="63076" y="13194"/>
                </a:lnTo>
                <a:cubicBezTo>
                  <a:pt x="63076" y="14651"/>
                  <a:pt x="61894" y="15832"/>
                  <a:pt x="60442" y="15832"/>
                </a:cubicBezTo>
                <a:lnTo>
                  <a:pt x="2634" y="15832"/>
                </a:lnTo>
                <a:cubicBezTo>
                  <a:pt x="1182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279">
            <a:extLst xmlns:a="http://schemas.openxmlformats.org/drawingml/2006/main">
              <a:ext uri="{FF2B5EF4-FFF2-40B4-BE49-F238E27FC236}">
                <a16:creationId xmlns:a16="http://schemas.microsoft.com/office/drawing/2014/main" id="{66B15160-4C52-4255-80E0-C8D5BEE4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9236" y="1926370"/>
            <a:ext cx="63088" cy="15832"/>
          </a:xfrm>
          <a:custGeom xmlns:a="http://schemas.openxmlformats.org/drawingml/2006/main">
            <a:pathLst>
              <a:path w="63088" h="15832">
                <a:moveTo>
                  <a:pt x="0" y="2639"/>
                </a:moveTo>
                <a:cubicBezTo>
                  <a:pt x="0" y="1182"/>
                  <a:pt x="1181" y="0"/>
                  <a:pt x="2645" y="0"/>
                </a:cubicBezTo>
                <a:lnTo>
                  <a:pt x="60442" y="0"/>
                </a:lnTo>
                <a:cubicBezTo>
                  <a:pt x="61905" y="0"/>
                  <a:pt x="63088" y="1182"/>
                  <a:pt x="63088" y="2639"/>
                </a:cubicBezTo>
                <a:lnTo>
                  <a:pt x="63088" y="13194"/>
                </a:lnTo>
                <a:cubicBezTo>
                  <a:pt x="63088" y="14651"/>
                  <a:pt x="61905" y="15832"/>
                  <a:pt x="60442" y="15832"/>
                </a:cubicBezTo>
                <a:lnTo>
                  <a:pt x="2645" y="15832"/>
                </a:lnTo>
                <a:cubicBezTo>
                  <a:pt x="1181" y="15832"/>
                  <a:pt x="0" y="14651"/>
                  <a:pt x="0" y="13194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280">
            <a:extLst xmlns:a="http://schemas.openxmlformats.org/drawingml/2006/main">
              <a:ext uri="{FF2B5EF4-FFF2-40B4-BE49-F238E27FC236}">
                <a16:creationId xmlns:a16="http://schemas.microsoft.com/office/drawing/2014/main" id="{1DE00A81-E0B1-416C-BC12-124079F2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045" y="2083875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1"/>
                  <a:pt x="1180" y="0"/>
                  <a:pt x="2639" y="0"/>
                </a:cubicBezTo>
                <a:lnTo>
                  <a:pt x="60439" y="0"/>
                </a:lnTo>
                <a:cubicBezTo>
                  <a:pt x="61896" y="0"/>
                  <a:pt x="63077" y="1181"/>
                  <a:pt x="63077" y="2639"/>
                </a:cubicBezTo>
                <a:lnTo>
                  <a:pt x="63077" y="13193"/>
                </a:lnTo>
                <a:cubicBezTo>
                  <a:pt x="63077" y="14650"/>
                  <a:pt x="61896" y="15832"/>
                  <a:pt x="60439" y="15832"/>
                </a:cubicBezTo>
                <a:lnTo>
                  <a:pt x="2639" y="15832"/>
                </a:lnTo>
                <a:cubicBezTo>
                  <a:pt x="1180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281">
            <a:extLst xmlns:a="http://schemas.openxmlformats.org/drawingml/2006/main">
              <a:ext uri="{FF2B5EF4-FFF2-40B4-BE49-F238E27FC236}">
                <a16:creationId xmlns:a16="http://schemas.microsoft.com/office/drawing/2014/main" id="{E5BDB5FA-C38E-4F3B-9074-36D1728F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002" y="2083875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1"/>
                  <a:pt x="1181" y="0"/>
                  <a:pt x="2639" y="0"/>
                </a:cubicBezTo>
                <a:lnTo>
                  <a:pt x="60440" y="0"/>
                </a:lnTo>
                <a:cubicBezTo>
                  <a:pt x="61897" y="0"/>
                  <a:pt x="63080" y="1181"/>
                  <a:pt x="63080" y="2639"/>
                </a:cubicBezTo>
                <a:lnTo>
                  <a:pt x="63080" y="13193"/>
                </a:lnTo>
                <a:cubicBezTo>
                  <a:pt x="63080" y="14650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282">
            <a:extLst xmlns:a="http://schemas.openxmlformats.org/drawingml/2006/main">
              <a:ext uri="{FF2B5EF4-FFF2-40B4-BE49-F238E27FC236}">
                <a16:creationId xmlns:a16="http://schemas.microsoft.com/office/drawing/2014/main" id="{533E01CE-15F4-419C-8D41-E156E976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960" y="2083875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1"/>
                  <a:pt x="1182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1"/>
                  <a:pt x="63079" y="2639"/>
                </a:cubicBezTo>
                <a:lnTo>
                  <a:pt x="63079" y="13193"/>
                </a:lnTo>
                <a:cubicBezTo>
                  <a:pt x="63079" y="14650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283">
            <a:extLst xmlns:a="http://schemas.openxmlformats.org/drawingml/2006/main">
              <a:ext uri="{FF2B5EF4-FFF2-40B4-BE49-F238E27FC236}">
                <a16:creationId xmlns:a16="http://schemas.microsoft.com/office/drawing/2014/main" id="{B9F91803-DD96-4559-BBA0-4F667797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917" y="2083875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1"/>
                  <a:pt x="1182" y="0"/>
                  <a:pt x="2639" y="0"/>
                </a:cubicBezTo>
                <a:lnTo>
                  <a:pt x="60440" y="0"/>
                </a:lnTo>
                <a:cubicBezTo>
                  <a:pt x="61898" y="0"/>
                  <a:pt x="63080" y="1181"/>
                  <a:pt x="63080" y="2639"/>
                </a:cubicBezTo>
                <a:lnTo>
                  <a:pt x="63080" y="13193"/>
                </a:lnTo>
                <a:cubicBezTo>
                  <a:pt x="63080" y="14650"/>
                  <a:pt x="61898" y="15832"/>
                  <a:pt x="60440" y="15832"/>
                </a:cubicBezTo>
                <a:lnTo>
                  <a:pt x="2639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path-284">
            <a:extLst xmlns:a="http://schemas.openxmlformats.org/drawingml/2006/main">
              <a:ext uri="{FF2B5EF4-FFF2-40B4-BE49-F238E27FC236}">
                <a16:creationId xmlns:a16="http://schemas.microsoft.com/office/drawing/2014/main" id="{AACCA8A6-AD97-4AFB-8E06-E810F60F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9875" y="2083875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1"/>
                  <a:pt x="1180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1"/>
                  <a:pt x="63079" y="2639"/>
                </a:cubicBezTo>
                <a:lnTo>
                  <a:pt x="63079" y="13193"/>
                </a:lnTo>
                <a:cubicBezTo>
                  <a:pt x="63079" y="14650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0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ath-285">
            <a:extLst xmlns:a="http://schemas.openxmlformats.org/drawingml/2006/main">
              <a:ext uri="{FF2B5EF4-FFF2-40B4-BE49-F238E27FC236}">
                <a16:creationId xmlns:a16="http://schemas.microsoft.com/office/drawing/2014/main" id="{79419439-0D5A-4D64-AA74-EB3BC208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834" y="2083875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1"/>
                  <a:pt x="1180" y="0"/>
                  <a:pt x="2639" y="0"/>
                </a:cubicBezTo>
                <a:lnTo>
                  <a:pt x="60438" y="0"/>
                </a:lnTo>
                <a:cubicBezTo>
                  <a:pt x="61896" y="0"/>
                  <a:pt x="63077" y="1181"/>
                  <a:pt x="63077" y="2639"/>
                </a:cubicBezTo>
                <a:lnTo>
                  <a:pt x="63077" y="13193"/>
                </a:lnTo>
                <a:cubicBezTo>
                  <a:pt x="63077" y="14650"/>
                  <a:pt x="61896" y="15832"/>
                  <a:pt x="60438" y="15832"/>
                </a:cubicBezTo>
                <a:lnTo>
                  <a:pt x="2639" y="15832"/>
                </a:lnTo>
                <a:cubicBezTo>
                  <a:pt x="1180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286">
            <a:extLst xmlns:a="http://schemas.openxmlformats.org/drawingml/2006/main">
              <a:ext uri="{FF2B5EF4-FFF2-40B4-BE49-F238E27FC236}">
                <a16:creationId xmlns:a16="http://schemas.microsoft.com/office/drawing/2014/main" id="{D234E9C0-E5B2-40D2-83B0-C785B95B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790" y="2083875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1"/>
                  <a:pt x="1182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1"/>
                  <a:pt x="63079" y="2639"/>
                </a:cubicBezTo>
                <a:lnTo>
                  <a:pt x="63079" y="13193"/>
                </a:lnTo>
                <a:cubicBezTo>
                  <a:pt x="63079" y="14650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path-287">
            <a:extLst xmlns:a="http://schemas.openxmlformats.org/drawingml/2006/main">
              <a:ext uri="{FF2B5EF4-FFF2-40B4-BE49-F238E27FC236}">
                <a16:creationId xmlns:a16="http://schemas.microsoft.com/office/drawing/2014/main" id="{530345D7-039F-4D4B-B1F4-FA94777E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748" y="2083875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1"/>
                  <a:pt x="1182" y="0"/>
                  <a:pt x="2640" y="0"/>
                </a:cubicBezTo>
                <a:lnTo>
                  <a:pt x="60441" y="0"/>
                </a:lnTo>
                <a:cubicBezTo>
                  <a:pt x="61897" y="0"/>
                  <a:pt x="63080" y="1181"/>
                  <a:pt x="63080" y="2639"/>
                </a:cubicBezTo>
                <a:lnTo>
                  <a:pt x="63080" y="13193"/>
                </a:lnTo>
                <a:cubicBezTo>
                  <a:pt x="63080" y="14650"/>
                  <a:pt x="61897" y="15832"/>
                  <a:pt x="60441" y="15832"/>
                </a:cubicBezTo>
                <a:lnTo>
                  <a:pt x="2640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288">
            <a:extLst xmlns:a="http://schemas.openxmlformats.org/drawingml/2006/main">
              <a:ext uri="{FF2B5EF4-FFF2-40B4-BE49-F238E27FC236}">
                <a16:creationId xmlns:a16="http://schemas.microsoft.com/office/drawing/2014/main" id="{90E16BCD-9448-4F03-907C-2B6673AE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706" y="2083875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1"/>
                  <a:pt x="1181" y="0"/>
                  <a:pt x="2639" y="0"/>
                </a:cubicBezTo>
                <a:lnTo>
                  <a:pt x="60439" y="0"/>
                </a:lnTo>
                <a:cubicBezTo>
                  <a:pt x="61896" y="0"/>
                  <a:pt x="63077" y="1181"/>
                  <a:pt x="63077" y="2639"/>
                </a:cubicBezTo>
                <a:lnTo>
                  <a:pt x="63077" y="13193"/>
                </a:lnTo>
                <a:cubicBezTo>
                  <a:pt x="63077" y="14650"/>
                  <a:pt x="61896" y="15832"/>
                  <a:pt x="60439" y="15832"/>
                </a:cubicBezTo>
                <a:lnTo>
                  <a:pt x="2639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289">
            <a:extLst xmlns:a="http://schemas.openxmlformats.org/drawingml/2006/main">
              <a:ext uri="{FF2B5EF4-FFF2-40B4-BE49-F238E27FC236}">
                <a16:creationId xmlns:a16="http://schemas.microsoft.com/office/drawing/2014/main" id="{FC4E1A5F-EC9F-4E4C-99C8-AF54EE0A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664" y="2083875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1"/>
                  <a:pt x="1181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1"/>
                  <a:pt x="63079" y="2639"/>
                </a:cubicBezTo>
                <a:lnTo>
                  <a:pt x="63079" y="13193"/>
                </a:lnTo>
                <a:cubicBezTo>
                  <a:pt x="63079" y="14650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path-290">
            <a:extLst xmlns:a="http://schemas.openxmlformats.org/drawingml/2006/main">
              <a:ext uri="{FF2B5EF4-FFF2-40B4-BE49-F238E27FC236}">
                <a16:creationId xmlns:a16="http://schemas.microsoft.com/office/drawing/2014/main" id="{7FA26072-00D8-4DA6-BECF-04FBC9ED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621" y="2083875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1"/>
                  <a:pt x="1181" y="0"/>
                  <a:pt x="2639" y="0"/>
                </a:cubicBezTo>
                <a:lnTo>
                  <a:pt x="60440" y="0"/>
                </a:lnTo>
                <a:cubicBezTo>
                  <a:pt x="61896" y="0"/>
                  <a:pt x="63079" y="1181"/>
                  <a:pt x="63079" y="2639"/>
                </a:cubicBezTo>
                <a:lnTo>
                  <a:pt x="63079" y="13193"/>
                </a:lnTo>
                <a:cubicBezTo>
                  <a:pt x="63079" y="14650"/>
                  <a:pt x="61896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ath-291">
            <a:extLst xmlns:a="http://schemas.openxmlformats.org/drawingml/2006/main">
              <a:ext uri="{FF2B5EF4-FFF2-40B4-BE49-F238E27FC236}">
                <a16:creationId xmlns:a16="http://schemas.microsoft.com/office/drawing/2014/main" id="{13DAFA08-353F-4E29-BF38-8C9EC921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578" y="2083875"/>
            <a:ext cx="63080" cy="15832"/>
          </a:xfrm>
          <a:custGeom xmlns:a="http://schemas.openxmlformats.org/drawingml/2006/main">
            <a:pathLst>
              <a:path w="63080" h="15832">
                <a:moveTo>
                  <a:pt x="0" y="2639"/>
                </a:moveTo>
                <a:cubicBezTo>
                  <a:pt x="0" y="1181"/>
                  <a:pt x="1182" y="0"/>
                  <a:pt x="2640" y="0"/>
                </a:cubicBezTo>
                <a:lnTo>
                  <a:pt x="60441" y="0"/>
                </a:lnTo>
                <a:cubicBezTo>
                  <a:pt x="61897" y="0"/>
                  <a:pt x="63080" y="1181"/>
                  <a:pt x="63080" y="2639"/>
                </a:cubicBezTo>
                <a:lnTo>
                  <a:pt x="63080" y="13193"/>
                </a:lnTo>
                <a:cubicBezTo>
                  <a:pt x="63080" y="14650"/>
                  <a:pt x="61897" y="15832"/>
                  <a:pt x="60441" y="15832"/>
                </a:cubicBezTo>
                <a:lnTo>
                  <a:pt x="2640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292">
            <a:extLst xmlns:a="http://schemas.openxmlformats.org/drawingml/2006/main">
              <a:ext uri="{FF2B5EF4-FFF2-40B4-BE49-F238E27FC236}">
                <a16:creationId xmlns:a16="http://schemas.microsoft.com/office/drawing/2014/main" id="{083A5F2A-E528-4C65-BB96-147A61C1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9537" y="2083875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1"/>
                  <a:pt x="1180" y="0"/>
                  <a:pt x="2637" y="0"/>
                </a:cubicBezTo>
                <a:lnTo>
                  <a:pt x="60439" y="0"/>
                </a:lnTo>
                <a:cubicBezTo>
                  <a:pt x="61897" y="0"/>
                  <a:pt x="63077" y="1181"/>
                  <a:pt x="63077" y="2639"/>
                </a:cubicBezTo>
                <a:lnTo>
                  <a:pt x="63077" y="13193"/>
                </a:lnTo>
                <a:cubicBezTo>
                  <a:pt x="63077" y="14650"/>
                  <a:pt x="61897" y="15832"/>
                  <a:pt x="60439" y="15832"/>
                </a:cubicBezTo>
                <a:lnTo>
                  <a:pt x="2637" y="15832"/>
                </a:lnTo>
                <a:cubicBezTo>
                  <a:pt x="1180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ath-293">
            <a:extLst xmlns:a="http://schemas.openxmlformats.org/drawingml/2006/main">
              <a:ext uri="{FF2B5EF4-FFF2-40B4-BE49-F238E27FC236}">
                <a16:creationId xmlns:a16="http://schemas.microsoft.com/office/drawing/2014/main" id="{D7DD3079-8636-42BE-B5AA-57DF7FA1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9494" y="2083875"/>
            <a:ext cx="63079" cy="15832"/>
          </a:xfrm>
          <a:custGeom xmlns:a="http://schemas.openxmlformats.org/drawingml/2006/main">
            <a:pathLst>
              <a:path w="63079" h="15832">
                <a:moveTo>
                  <a:pt x="0" y="2639"/>
                </a:moveTo>
                <a:cubicBezTo>
                  <a:pt x="0" y="1181"/>
                  <a:pt x="1181" y="0"/>
                  <a:pt x="2639" y="0"/>
                </a:cubicBezTo>
                <a:lnTo>
                  <a:pt x="60440" y="0"/>
                </a:lnTo>
                <a:cubicBezTo>
                  <a:pt x="61897" y="0"/>
                  <a:pt x="63079" y="1181"/>
                  <a:pt x="63079" y="2639"/>
                </a:cubicBezTo>
                <a:lnTo>
                  <a:pt x="63079" y="13193"/>
                </a:lnTo>
                <a:cubicBezTo>
                  <a:pt x="63079" y="14650"/>
                  <a:pt x="61897" y="15832"/>
                  <a:pt x="60440" y="15832"/>
                </a:cubicBezTo>
                <a:lnTo>
                  <a:pt x="2639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path-294">
            <a:extLst xmlns:a="http://schemas.openxmlformats.org/drawingml/2006/main">
              <a:ext uri="{FF2B5EF4-FFF2-40B4-BE49-F238E27FC236}">
                <a16:creationId xmlns:a16="http://schemas.microsoft.com/office/drawing/2014/main" id="{BEACCDCF-1B2A-4300-9630-88CEC414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9452" y="2083875"/>
            <a:ext cx="63073" cy="15832"/>
          </a:xfrm>
          <a:custGeom xmlns:a="http://schemas.openxmlformats.org/drawingml/2006/main">
            <a:pathLst>
              <a:path w="63073" h="15832">
                <a:moveTo>
                  <a:pt x="0" y="2639"/>
                </a:moveTo>
                <a:cubicBezTo>
                  <a:pt x="0" y="1181"/>
                  <a:pt x="1180" y="0"/>
                  <a:pt x="2639" y="0"/>
                </a:cubicBezTo>
                <a:lnTo>
                  <a:pt x="60439" y="0"/>
                </a:lnTo>
                <a:cubicBezTo>
                  <a:pt x="61892" y="0"/>
                  <a:pt x="63073" y="1181"/>
                  <a:pt x="63073" y="2639"/>
                </a:cubicBezTo>
                <a:lnTo>
                  <a:pt x="63073" y="13193"/>
                </a:lnTo>
                <a:cubicBezTo>
                  <a:pt x="63073" y="14650"/>
                  <a:pt x="61892" y="15832"/>
                  <a:pt x="60439" y="15832"/>
                </a:cubicBezTo>
                <a:lnTo>
                  <a:pt x="2639" y="15832"/>
                </a:lnTo>
                <a:cubicBezTo>
                  <a:pt x="1180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path-295">
            <a:extLst xmlns:a="http://schemas.openxmlformats.org/drawingml/2006/main">
              <a:ext uri="{FF2B5EF4-FFF2-40B4-BE49-F238E27FC236}">
                <a16:creationId xmlns:a16="http://schemas.microsoft.com/office/drawing/2014/main" id="{128A3671-27CA-44F3-9B97-E5E5CD42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9414" y="2083875"/>
            <a:ext cx="63076" cy="15832"/>
          </a:xfrm>
          <a:custGeom xmlns:a="http://schemas.openxmlformats.org/drawingml/2006/main">
            <a:pathLst>
              <a:path w="63076" h="15832">
                <a:moveTo>
                  <a:pt x="0" y="2639"/>
                </a:moveTo>
                <a:cubicBezTo>
                  <a:pt x="0" y="1181"/>
                  <a:pt x="1171" y="0"/>
                  <a:pt x="2635" y="0"/>
                </a:cubicBezTo>
                <a:lnTo>
                  <a:pt x="60431" y="0"/>
                </a:lnTo>
                <a:cubicBezTo>
                  <a:pt x="61895" y="0"/>
                  <a:pt x="63076" y="1181"/>
                  <a:pt x="63076" y="2639"/>
                </a:cubicBezTo>
                <a:lnTo>
                  <a:pt x="63076" y="13193"/>
                </a:lnTo>
                <a:cubicBezTo>
                  <a:pt x="63076" y="14650"/>
                  <a:pt x="61895" y="15832"/>
                  <a:pt x="60431" y="15832"/>
                </a:cubicBezTo>
                <a:lnTo>
                  <a:pt x="2635" y="15832"/>
                </a:lnTo>
                <a:cubicBezTo>
                  <a:pt x="117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path-296">
            <a:extLst xmlns:a="http://schemas.openxmlformats.org/drawingml/2006/main">
              <a:ext uri="{FF2B5EF4-FFF2-40B4-BE49-F238E27FC236}">
                <a16:creationId xmlns:a16="http://schemas.microsoft.com/office/drawing/2014/main" id="{2156FE76-BACD-4452-BE7A-4A7F1401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370" y="2083875"/>
            <a:ext cx="63076" cy="15832"/>
          </a:xfrm>
          <a:custGeom xmlns:a="http://schemas.openxmlformats.org/drawingml/2006/main">
            <a:pathLst>
              <a:path w="63076" h="15832">
                <a:moveTo>
                  <a:pt x="0" y="2639"/>
                </a:moveTo>
                <a:cubicBezTo>
                  <a:pt x="0" y="1181"/>
                  <a:pt x="1181" y="0"/>
                  <a:pt x="2634" y="0"/>
                </a:cubicBezTo>
                <a:lnTo>
                  <a:pt x="60431" y="0"/>
                </a:lnTo>
                <a:cubicBezTo>
                  <a:pt x="61894" y="0"/>
                  <a:pt x="63076" y="1181"/>
                  <a:pt x="63076" y="2639"/>
                </a:cubicBezTo>
                <a:lnTo>
                  <a:pt x="63076" y="13193"/>
                </a:lnTo>
                <a:cubicBezTo>
                  <a:pt x="63076" y="14650"/>
                  <a:pt x="61894" y="15832"/>
                  <a:pt x="60431" y="15832"/>
                </a:cubicBezTo>
                <a:lnTo>
                  <a:pt x="2634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ath-297">
            <a:extLst xmlns:a="http://schemas.openxmlformats.org/drawingml/2006/main">
              <a:ext uri="{FF2B5EF4-FFF2-40B4-BE49-F238E27FC236}">
                <a16:creationId xmlns:a16="http://schemas.microsoft.com/office/drawing/2014/main" id="{78B14EBC-DCAD-400A-A63F-F4ED9CF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324" y="2083875"/>
            <a:ext cx="63077" cy="15832"/>
          </a:xfrm>
          <a:custGeom xmlns:a="http://schemas.openxmlformats.org/drawingml/2006/main">
            <a:pathLst>
              <a:path w="63077" h="15832">
                <a:moveTo>
                  <a:pt x="0" y="2639"/>
                </a:moveTo>
                <a:cubicBezTo>
                  <a:pt x="0" y="1181"/>
                  <a:pt x="1182" y="0"/>
                  <a:pt x="2634" y="0"/>
                </a:cubicBezTo>
                <a:lnTo>
                  <a:pt x="60442" y="0"/>
                </a:lnTo>
                <a:cubicBezTo>
                  <a:pt x="61895" y="0"/>
                  <a:pt x="63077" y="1181"/>
                  <a:pt x="63077" y="2639"/>
                </a:cubicBezTo>
                <a:lnTo>
                  <a:pt x="63077" y="13193"/>
                </a:lnTo>
                <a:cubicBezTo>
                  <a:pt x="63077" y="14650"/>
                  <a:pt x="61895" y="15832"/>
                  <a:pt x="60442" y="15832"/>
                </a:cubicBezTo>
                <a:lnTo>
                  <a:pt x="2634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path-298">
            <a:extLst xmlns:a="http://schemas.openxmlformats.org/drawingml/2006/main">
              <a:ext uri="{FF2B5EF4-FFF2-40B4-BE49-F238E27FC236}">
                <a16:creationId xmlns:a16="http://schemas.microsoft.com/office/drawing/2014/main" id="{150FFCF7-3968-456C-9913-151A9AB8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9280" y="2083875"/>
            <a:ext cx="63076" cy="15832"/>
          </a:xfrm>
          <a:custGeom xmlns:a="http://schemas.openxmlformats.org/drawingml/2006/main">
            <a:pathLst>
              <a:path w="63076" h="15832">
                <a:moveTo>
                  <a:pt x="0" y="2639"/>
                </a:moveTo>
                <a:cubicBezTo>
                  <a:pt x="0" y="1181"/>
                  <a:pt x="1182" y="0"/>
                  <a:pt x="2634" y="0"/>
                </a:cubicBezTo>
                <a:lnTo>
                  <a:pt x="60442" y="0"/>
                </a:lnTo>
                <a:cubicBezTo>
                  <a:pt x="61894" y="0"/>
                  <a:pt x="63076" y="1181"/>
                  <a:pt x="63076" y="2639"/>
                </a:cubicBezTo>
                <a:lnTo>
                  <a:pt x="63076" y="13193"/>
                </a:lnTo>
                <a:cubicBezTo>
                  <a:pt x="63076" y="14650"/>
                  <a:pt x="61894" y="15832"/>
                  <a:pt x="60442" y="15832"/>
                </a:cubicBezTo>
                <a:lnTo>
                  <a:pt x="2634" y="15832"/>
                </a:lnTo>
                <a:cubicBezTo>
                  <a:pt x="1182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ath-299">
            <a:extLst xmlns:a="http://schemas.openxmlformats.org/drawingml/2006/main">
              <a:ext uri="{FF2B5EF4-FFF2-40B4-BE49-F238E27FC236}">
                <a16:creationId xmlns:a16="http://schemas.microsoft.com/office/drawing/2014/main" id="{02366742-2905-40F2-892C-636420AE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9236" y="2083875"/>
            <a:ext cx="63088" cy="15832"/>
          </a:xfrm>
          <a:custGeom xmlns:a="http://schemas.openxmlformats.org/drawingml/2006/main">
            <a:pathLst>
              <a:path w="63088" h="15832">
                <a:moveTo>
                  <a:pt x="0" y="2639"/>
                </a:moveTo>
                <a:cubicBezTo>
                  <a:pt x="0" y="1181"/>
                  <a:pt x="1181" y="0"/>
                  <a:pt x="2645" y="0"/>
                </a:cubicBezTo>
                <a:lnTo>
                  <a:pt x="60442" y="0"/>
                </a:lnTo>
                <a:cubicBezTo>
                  <a:pt x="61905" y="0"/>
                  <a:pt x="63088" y="1181"/>
                  <a:pt x="63088" y="2639"/>
                </a:cubicBezTo>
                <a:lnTo>
                  <a:pt x="63088" y="13193"/>
                </a:lnTo>
                <a:cubicBezTo>
                  <a:pt x="63088" y="14650"/>
                  <a:pt x="61905" y="15832"/>
                  <a:pt x="60442" y="15832"/>
                </a:cubicBezTo>
                <a:lnTo>
                  <a:pt x="2645" y="15832"/>
                </a:lnTo>
                <a:cubicBezTo>
                  <a:pt x="1181" y="15832"/>
                  <a:pt x="0" y="14650"/>
                  <a:pt x="0" y="13193"/>
                </a:cubicBezTo>
                <a:lnTo>
                  <a:pt x="0" y="263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ath-300">
            <a:extLst xmlns:a="http://schemas.openxmlformats.org/drawingml/2006/main">
              <a:ext uri="{FF2B5EF4-FFF2-40B4-BE49-F238E27FC236}">
                <a16:creationId xmlns:a16="http://schemas.microsoft.com/office/drawing/2014/main" id="{1DA2A097-F9E2-4C1A-8F1D-0458DD51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489" y="1920668"/>
            <a:ext cx="469445" cy="193631"/>
          </a:xfrm>
          <a:custGeom xmlns:a="http://schemas.openxmlformats.org/drawingml/2006/main">
            <a:pathLst>
              <a:path w="469445" h="193631">
                <a:moveTo>
                  <a:pt x="0" y="32272"/>
                </a:moveTo>
                <a:cubicBezTo>
                  <a:pt x="0" y="14448"/>
                  <a:pt x="14449" y="0"/>
                  <a:pt x="32273" y="0"/>
                </a:cubicBezTo>
                <a:lnTo>
                  <a:pt x="437172" y="0"/>
                </a:lnTo>
                <a:cubicBezTo>
                  <a:pt x="454997" y="0"/>
                  <a:pt x="469445" y="14448"/>
                  <a:pt x="469445" y="32272"/>
                </a:cubicBezTo>
                <a:lnTo>
                  <a:pt x="469445" y="161358"/>
                </a:lnTo>
                <a:cubicBezTo>
                  <a:pt x="469445" y="179183"/>
                  <a:pt x="454997" y="193631"/>
                  <a:pt x="437172" y="193631"/>
                </a:cubicBezTo>
                <a:lnTo>
                  <a:pt x="32273" y="193631"/>
                </a:lnTo>
                <a:cubicBezTo>
                  <a:pt x="14449" y="193631"/>
                  <a:pt x="0" y="179183"/>
                  <a:pt x="0" y="161358"/>
                </a:cubicBezTo>
                <a:lnTo>
                  <a:pt x="0" y="32272"/>
                </a:lnTo>
              </a:path>
            </a:pathLst>
          </a:custGeom>
          <a:solidFill xmlns:a="http://schemas.openxmlformats.org/drawingml/2006/main">
            <a:srgbClr val="E2F0D9">
              <a:alpha val="4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301">
            <a:extLst xmlns:a="http://schemas.openxmlformats.org/drawingml/2006/main">
              <a:ext uri="{FF2B5EF4-FFF2-40B4-BE49-F238E27FC236}">
                <a16:creationId xmlns:a16="http://schemas.microsoft.com/office/drawing/2014/main" id="{013C133F-BA28-432B-8B97-B71F83E7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489" y="1920668"/>
            <a:ext cx="469445" cy="193632"/>
          </a:xfrm>
          <a:custGeom xmlns:a="http://schemas.openxmlformats.org/drawingml/2006/main">
            <a:pathLst>
              <a:path w="469445" h="193632">
                <a:moveTo>
                  <a:pt x="0" y="32273"/>
                </a:moveTo>
                <a:cubicBezTo>
                  <a:pt x="0" y="14449"/>
                  <a:pt x="14449" y="0"/>
                  <a:pt x="32272" y="0"/>
                </a:cubicBezTo>
                <a:lnTo>
                  <a:pt x="437172" y="0"/>
                </a:lnTo>
                <a:cubicBezTo>
                  <a:pt x="454996" y="0"/>
                  <a:pt x="469445" y="14449"/>
                  <a:pt x="469445" y="32273"/>
                </a:cubicBezTo>
                <a:lnTo>
                  <a:pt x="469445" y="161359"/>
                </a:lnTo>
                <a:cubicBezTo>
                  <a:pt x="469445" y="179183"/>
                  <a:pt x="454996" y="193632"/>
                  <a:pt x="437172" y="193632"/>
                </a:cubicBezTo>
                <a:lnTo>
                  <a:pt x="32272" y="193632"/>
                </a:lnTo>
                <a:cubicBezTo>
                  <a:pt x="14449" y="193632"/>
                  <a:pt x="0" y="179183"/>
                  <a:pt x="0" y="161359"/>
                </a:cubicBezTo>
                <a:lnTo>
                  <a:pt x="0" y="32273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A9D18E"/>
            </a:solidFill>
            <a:prstDash val="solid"/>
          </a:ln>
        </p:spPr>
      </p:sp>
      <p:sp>
        <p:nvSpPr>
          <p:cNvPr id="405" name="text-302 Current">
            <a:extLst xmlns:a="http://schemas.openxmlformats.org/drawingml/2006/main">
              <a:ext uri="{FF2B5EF4-FFF2-40B4-BE49-F238E27FC236}">
                <a16:creationId xmlns:a16="http://schemas.microsoft.com/office/drawing/2014/main" id="{F71B874E-6691-40D2-8125-79463908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1479" y="4150891"/>
            <a:ext cx="643283" cy="236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33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Current</a:t>
            </a:r>
          </a:p>
        </p:txBody>
      </p:sp>
      <p:sp>
        <p:nvSpPr>
          <p:cNvPr id="406" name="text-303 Current">
            <a:extLst xmlns:a="http://schemas.openxmlformats.org/drawingml/2006/main">
              <a:ext uri="{FF2B5EF4-FFF2-40B4-BE49-F238E27FC236}">
                <a16:creationId xmlns:a16="http://schemas.microsoft.com/office/drawing/2014/main" id="{53EA80BF-4F87-4106-95C7-B1F5DCD3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1479" y="4150891"/>
            <a:ext cx="643283" cy="236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33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Current</a:t>
            </a:r>
          </a:p>
        </p:txBody>
      </p:sp>
      <p:sp>
        <p:nvSpPr>
          <p:cNvPr id="407" name="text-304 Candidate">
            <a:extLst xmlns:a="http://schemas.openxmlformats.org/drawingml/2006/main">
              <a:ext uri="{FF2B5EF4-FFF2-40B4-BE49-F238E27FC236}">
                <a16:creationId xmlns:a16="http://schemas.microsoft.com/office/drawing/2014/main" id="{C093AB64-B573-40C5-AE34-51F0371A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9145" y="4150760"/>
            <a:ext cx="812452" cy="236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3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3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333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sp>
        <p:nvSpPr>
          <p:cNvPr id="408" name="text-305 Candidate">
            <a:extLst xmlns:a="http://schemas.openxmlformats.org/drawingml/2006/main">
              <a:ext uri="{FF2B5EF4-FFF2-40B4-BE49-F238E27FC236}">
                <a16:creationId xmlns:a16="http://schemas.microsoft.com/office/drawing/2014/main" id="{6FCF2974-47C7-453F-A830-B0116CE4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9145" y="4150760"/>
            <a:ext cx="812452" cy="236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3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3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333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sp>
        <p:nvSpPr>
          <p:cNvPr id="409" name="path-306">
            <a:extLst xmlns:a="http://schemas.openxmlformats.org/drawingml/2006/main">
              <a:ext uri="{FF2B5EF4-FFF2-40B4-BE49-F238E27FC236}">
                <a16:creationId xmlns:a16="http://schemas.microsoft.com/office/drawing/2014/main" id="{5D3ED927-78E9-46DB-BEAE-4D67B1ED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739" y="4177142"/>
            <a:ext cx="1113440" cy="437923"/>
          </a:xfrm>
          <a:custGeom xmlns:a="http://schemas.openxmlformats.org/drawingml/2006/main">
            <a:pathLst>
              <a:path w="1113440" h="437923">
                <a:moveTo>
                  <a:pt x="49027" y="72988"/>
                </a:moveTo>
                <a:cubicBezTo>
                  <a:pt x="49027" y="32678"/>
                  <a:pt x="81705" y="0"/>
                  <a:pt x="122015" y="0"/>
                </a:cubicBezTo>
                <a:lnTo>
                  <a:pt x="226429" y="0"/>
                </a:lnTo>
                <a:lnTo>
                  <a:pt x="492532" y="0"/>
                </a:lnTo>
                <a:lnTo>
                  <a:pt x="1040451" y="0"/>
                </a:lnTo>
                <a:cubicBezTo>
                  <a:pt x="1080762" y="0"/>
                  <a:pt x="1113440" y="32678"/>
                  <a:pt x="1113440" y="72988"/>
                </a:cubicBezTo>
                <a:lnTo>
                  <a:pt x="1113440" y="255455"/>
                </a:lnTo>
                <a:lnTo>
                  <a:pt x="1113440" y="364936"/>
                </a:lnTo>
                <a:lnTo>
                  <a:pt x="1113440" y="364935"/>
                </a:lnTo>
                <a:cubicBezTo>
                  <a:pt x="1113440" y="405246"/>
                  <a:pt x="1080762" y="437923"/>
                  <a:pt x="1040451" y="437923"/>
                </a:cubicBezTo>
                <a:lnTo>
                  <a:pt x="492532" y="437923"/>
                </a:lnTo>
                <a:lnTo>
                  <a:pt x="226429" y="437923"/>
                </a:lnTo>
                <a:lnTo>
                  <a:pt x="122015" y="437923"/>
                </a:lnTo>
                <a:cubicBezTo>
                  <a:pt x="81705" y="437923"/>
                  <a:pt x="49027" y="405246"/>
                  <a:pt x="49027" y="364935"/>
                </a:cubicBezTo>
                <a:lnTo>
                  <a:pt x="49027" y="364936"/>
                </a:lnTo>
                <a:lnTo>
                  <a:pt x="0" y="328040"/>
                </a:lnTo>
                <a:lnTo>
                  <a:pt x="49027" y="255455"/>
                </a:lnTo>
                <a:lnTo>
                  <a:pt x="49027" y="72988"/>
                </a:ln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307">
            <a:extLst xmlns:a="http://schemas.openxmlformats.org/drawingml/2006/main">
              <a:ext uri="{FF2B5EF4-FFF2-40B4-BE49-F238E27FC236}">
                <a16:creationId xmlns:a16="http://schemas.microsoft.com/office/drawing/2014/main" id="{0442DCC6-B0EF-4EC9-8624-41FAC2E4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739" y="4177142"/>
            <a:ext cx="1113440" cy="437924"/>
          </a:xfrm>
          <a:custGeom xmlns:a="http://schemas.openxmlformats.org/drawingml/2006/main">
            <a:pathLst>
              <a:path w="1113440" h="437924">
                <a:moveTo>
                  <a:pt x="49027" y="72989"/>
                </a:moveTo>
                <a:cubicBezTo>
                  <a:pt x="49027" y="32678"/>
                  <a:pt x="81705" y="0"/>
                  <a:pt x="122015" y="0"/>
                </a:cubicBezTo>
                <a:lnTo>
                  <a:pt x="226429" y="0"/>
                </a:lnTo>
                <a:lnTo>
                  <a:pt x="492532" y="0"/>
                </a:lnTo>
                <a:lnTo>
                  <a:pt x="1040451" y="0"/>
                </a:lnTo>
                <a:cubicBezTo>
                  <a:pt x="1080762" y="0"/>
                  <a:pt x="1113440" y="32678"/>
                  <a:pt x="1113440" y="72989"/>
                </a:cubicBezTo>
                <a:lnTo>
                  <a:pt x="1113440" y="255455"/>
                </a:lnTo>
                <a:lnTo>
                  <a:pt x="1113440" y="364936"/>
                </a:lnTo>
                <a:lnTo>
                  <a:pt x="1113440" y="364935"/>
                </a:lnTo>
                <a:cubicBezTo>
                  <a:pt x="1113440" y="405245"/>
                  <a:pt x="1080762" y="437924"/>
                  <a:pt x="1040451" y="437924"/>
                </a:cubicBezTo>
                <a:lnTo>
                  <a:pt x="492532" y="437924"/>
                </a:lnTo>
                <a:lnTo>
                  <a:pt x="226429" y="437924"/>
                </a:lnTo>
                <a:lnTo>
                  <a:pt x="122015" y="437924"/>
                </a:lnTo>
                <a:cubicBezTo>
                  <a:pt x="81705" y="437924"/>
                  <a:pt x="49027" y="405245"/>
                  <a:pt x="49027" y="364935"/>
                </a:cubicBezTo>
                <a:lnTo>
                  <a:pt x="49027" y="364936"/>
                </a:lnTo>
                <a:lnTo>
                  <a:pt x="0" y="328040"/>
                </a:lnTo>
                <a:lnTo>
                  <a:pt x="49027" y="255455"/>
                </a:lnTo>
                <a:lnTo>
                  <a:pt x="49027" y="72989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548235"/>
            </a:solidFill>
            <a:prstDash val="solid"/>
          </a:ln>
        </p:spPr>
      </p:sp>
      <p:sp>
        <p:nvSpPr>
          <p:cNvPr id="411" name="text-308 A.">
            <a:extLst xmlns:a="http://schemas.openxmlformats.org/drawingml/2006/main">
              <a:ext uri="{FF2B5EF4-FFF2-40B4-BE49-F238E27FC236}">
                <a16:creationId xmlns:a16="http://schemas.microsoft.com/office/drawing/2014/main" id="{F18051ED-026A-4391-A923-00853DEF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850" y="4271596"/>
            <a:ext cx="209658" cy="252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A.</a:t>
            </a:r>
          </a:p>
        </p:txBody>
      </p:sp>
      <p:sp>
        <p:nvSpPr>
          <p:cNvPr id="412" name="text-308 Dresser">
            <a:extLst xmlns:a="http://schemas.openxmlformats.org/drawingml/2006/main">
              <a:ext uri="{FF2B5EF4-FFF2-40B4-BE49-F238E27FC236}">
                <a16:creationId xmlns:a16="http://schemas.microsoft.com/office/drawing/2014/main" id="{1BEAE5E9-75A7-4F85-A692-99A8F8C0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623" y="4272461"/>
            <a:ext cx="706902" cy="251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Dresser</a:t>
            </a:r>
          </a:p>
        </p:txBody>
      </p:sp>
      <p:sp>
        <p:nvSpPr>
          <p:cNvPr id="413" name="text-309 A.">
            <a:extLst xmlns:a="http://schemas.openxmlformats.org/drawingml/2006/main">
              <a:ext uri="{FF2B5EF4-FFF2-40B4-BE49-F238E27FC236}">
                <a16:creationId xmlns:a16="http://schemas.microsoft.com/office/drawing/2014/main" id="{71F26BD5-A323-4E0C-A696-76DBFC6E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850" y="4271596"/>
            <a:ext cx="209658" cy="252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A.</a:t>
            </a:r>
          </a:p>
        </p:txBody>
      </p:sp>
      <p:sp>
        <p:nvSpPr>
          <p:cNvPr id="414" name="text-309 Dresser">
            <a:extLst xmlns:a="http://schemas.openxmlformats.org/drawingml/2006/main">
              <a:ext uri="{FF2B5EF4-FFF2-40B4-BE49-F238E27FC236}">
                <a16:creationId xmlns:a16="http://schemas.microsoft.com/office/drawing/2014/main" id="{47759FBC-5A8B-42E4-BCDC-71258F9F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623" y="4272461"/>
            <a:ext cx="706902" cy="251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Dresser</a:t>
            </a:r>
          </a:p>
        </p:txBody>
      </p:sp>
      <p:sp>
        <p:nvSpPr>
          <p:cNvPr id="415" name="text-310 Keep">
            <a:extLst xmlns:a="http://schemas.openxmlformats.org/drawingml/2006/main">
              <a:ext uri="{FF2B5EF4-FFF2-40B4-BE49-F238E27FC236}">
                <a16:creationId xmlns:a16="http://schemas.microsoft.com/office/drawing/2014/main" id="{C6E5F8B2-9E93-4D1D-B40D-76D37448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6134" y="5135664"/>
            <a:ext cx="380053" cy="21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3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416" name="text-310 best">
            <a:extLst xmlns:a="http://schemas.openxmlformats.org/drawingml/2006/main">
              <a:ext uri="{FF2B5EF4-FFF2-40B4-BE49-F238E27FC236}">
                <a16:creationId xmlns:a16="http://schemas.microsoft.com/office/drawing/2014/main" id="{55F53BAB-731A-4CE3-BEFD-263F253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6062" y="5134529"/>
            <a:ext cx="360325" cy="221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best</a:t>
            </a:r>
          </a:p>
        </p:txBody>
      </p:sp>
      <p:sp>
        <p:nvSpPr>
          <p:cNvPr id="417" name="text-310 qualifying">
            <a:extLst xmlns:a="http://schemas.openxmlformats.org/drawingml/2006/main">
              <a:ext uri="{FF2B5EF4-FFF2-40B4-BE49-F238E27FC236}">
                <a16:creationId xmlns:a16="http://schemas.microsoft.com/office/drawing/2014/main" id="{6B098045-B148-4A40-A3EB-04CB0F33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6133" y="5135276"/>
            <a:ext cx="731540" cy="220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qualifying</a:t>
            </a:r>
          </a:p>
        </p:txBody>
      </p:sp>
      <p:sp>
        <p:nvSpPr>
          <p:cNvPr id="418" name="text-310 candidate">
            <a:extLst xmlns:a="http://schemas.openxmlformats.org/drawingml/2006/main">
              <a:ext uri="{FF2B5EF4-FFF2-40B4-BE49-F238E27FC236}">
                <a16:creationId xmlns:a16="http://schemas.microsoft.com/office/drawing/2014/main" id="{D7B01B66-66E0-48E2-9A9C-5CB206E0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8094" y="5134832"/>
            <a:ext cx="743910" cy="221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sp>
        <p:nvSpPr>
          <p:cNvPr id="419" name="text-311 Keep">
            <a:extLst xmlns:a="http://schemas.openxmlformats.org/drawingml/2006/main">
              <a:ext uri="{FF2B5EF4-FFF2-40B4-BE49-F238E27FC236}">
                <a16:creationId xmlns:a16="http://schemas.microsoft.com/office/drawing/2014/main" id="{FBF7EDF5-EB82-4CF0-A95C-4B04F5A1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6134" y="5135664"/>
            <a:ext cx="380053" cy="21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3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420" name="text-311 best">
            <a:extLst xmlns:a="http://schemas.openxmlformats.org/drawingml/2006/main">
              <a:ext uri="{FF2B5EF4-FFF2-40B4-BE49-F238E27FC236}">
                <a16:creationId xmlns:a16="http://schemas.microsoft.com/office/drawing/2014/main" id="{74D8C81F-C2C7-469E-9208-DF4D1382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6062" y="5134529"/>
            <a:ext cx="360325" cy="221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best</a:t>
            </a:r>
          </a:p>
        </p:txBody>
      </p:sp>
      <p:sp>
        <p:nvSpPr>
          <p:cNvPr id="421" name="text-311 qualifying">
            <a:extLst xmlns:a="http://schemas.openxmlformats.org/drawingml/2006/main">
              <a:ext uri="{FF2B5EF4-FFF2-40B4-BE49-F238E27FC236}">
                <a16:creationId xmlns:a16="http://schemas.microsoft.com/office/drawing/2014/main" id="{A15D8F88-C54D-4146-8FE9-DFA976FA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6133" y="5135276"/>
            <a:ext cx="731540" cy="220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0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qualifying</a:t>
            </a:r>
          </a:p>
        </p:txBody>
      </p:sp>
      <p:sp>
        <p:nvSpPr>
          <p:cNvPr id="422" name="text-311 candidate">
            <a:extLst xmlns:a="http://schemas.openxmlformats.org/drawingml/2006/main">
              <a:ext uri="{FF2B5EF4-FFF2-40B4-BE49-F238E27FC236}">
                <a16:creationId xmlns:a16="http://schemas.microsoft.com/office/drawing/2014/main" id="{57DFD6F2-7D96-4BFF-ADAE-8CB69FC6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8094" y="5134832"/>
            <a:ext cx="743910" cy="221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244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sp>
        <p:nvSpPr>
          <p:cNvPr id="423" name="path-312">
            <a:extLst xmlns:a="http://schemas.openxmlformats.org/drawingml/2006/main">
              <a:ext uri="{FF2B5EF4-FFF2-40B4-BE49-F238E27FC236}">
                <a16:creationId xmlns:a16="http://schemas.microsoft.com/office/drawing/2014/main" id="{87885F0F-9434-4955-8008-4E1F921F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6933" y="4222264"/>
            <a:ext cx="287123" cy="104518"/>
          </a:xfrm>
          <a:custGeom xmlns:a="http://schemas.openxmlformats.org/drawingml/2006/main">
            <a:pathLst>
              <a:path w="287123" h="104518">
                <a:moveTo>
                  <a:pt x="0" y="41001"/>
                </a:moveTo>
                <a:lnTo>
                  <a:pt x="0" y="63516"/>
                </a:lnTo>
                <a:lnTo>
                  <a:pt x="264780" y="63516"/>
                </a:lnTo>
                <a:lnTo>
                  <a:pt x="264780" y="41001"/>
                </a:lnTo>
                <a:close/>
                <a:moveTo>
                  <a:pt x="202906" y="3132"/>
                </a:moveTo>
                <a:lnTo>
                  <a:pt x="287123" y="52258"/>
                </a:lnTo>
                <a:lnTo>
                  <a:pt x="202906" y="101385"/>
                </a:lnTo>
                <a:cubicBezTo>
                  <a:pt x="197536" y="104518"/>
                  <a:pt x="190642" y="102703"/>
                  <a:pt x="187510" y="97333"/>
                </a:cubicBezTo>
                <a:cubicBezTo>
                  <a:pt x="184378" y="91962"/>
                  <a:pt x="186191" y="85068"/>
                  <a:pt x="191562" y="81935"/>
                </a:cubicBezTo>
                <a:lnTo>
                  <a:pt x="259108" y="42535"/>
                </a:lnTo>
                <a:lnTo>
                  <a:pt x="259108" y="61983"/>
                </a:lnTo>
                <a:lnTo>
                  <a:pt x="191562" y="22581"/>
                </a:lnTo>
                <a:cubicBezTo>
                  <a:pt x="186191" y="19448"/>
                  <a:pt x="184378" y="12555"/>
                  <a:pt x="187510" y="7184"/>
                </a:cubicBezTo>
                <a:cubicBezTo>
                  <a:pt x="190643" y="1814"/>
                  <a:pt x="197536" y="0"/>
                  <a:pt x="202906" y="3132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313">
            <a:extLst xmlns:a="http://schemas.openxmlformats.org/drawingml/2006/main">
              <a:ext uri="{FF2B5EF4-FFF2-40B4-BE49-F238E27FC236}">
                <a16:creationId xmlns:a16="http://schemas.microsoft.com/office/drawing/2014/main" id="{094D93A4-AF60-4F84-98A6-368B9909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6941" y="3813520"/>
            <a:ext cx="1615664" cy="471978"/>
          </a:xfrm>
          <a:custGeom xmlns:a="http://schemas.openxmlformats.org/drawingml/2006/main">
            <a:pathLst>
              <a:path w="1615664" h="471978">
                <a:moveTo>
                  <a:pt x="0" y="471978"/>
                </a:moveTo>
                <a:lnTo>
                  <a:pt x="145788" y="471978"/>
                </a:lnTo>
                <a:lnTo>
                  <a:pt x="145788" y="11258"/>
                </a:lnTo>
                <a:lnTo>
                  <a:pt x="134530" y="22516"/>
                </a:lnTo>
                <a:lnTo>
                  <a:pt x="1563405" y="22516"/>
                </a:lnTo>
                <a:lnTo>
                  <a:pt x="1552147" y="11258"/>
                </a:lnTo>
                <a:lnTo>
                  <a:pt x="1552147" y="308685"/>
                </a:lnTo>
                <a:lnTo>
                  <a:pt x="1574663" y="308685"/>
                </a:lnTo>
                <a:lnTo>
                  <a:pt x="1574663" y="0"/>
                </a:lnTo>
                <a:lnTo>
                  <a:pt x="123273" y="0"/>
                </a:lnTo>
                <a:lnTo>
                  <a:pt x="123273" y="460720"/>
                </a:lnTo>
                <a:lnTo>
                  <a:pt x="134530" y="449463"/>
                </a:lnTo>
                <a:lnTo>
                  <a:pt x="0" y="449463"/>
                </a:lnTo>
                <a:lnTo>
                  <a:pt x="0" y="471978"/>
                </a:lnTo>
                <a:moveTo>
                  <a:pt x="1514288" y="246811"/>
                </a:moveTo>
                <a:lnTo>
                  <a:pt x="1563405" y="331028"/>
                </a:lnTo>
                <a:lnTo>
                  <a:pt x="1612534" y="246811"/>
                </a:lnTo>
                <a:cubicBezTo>
                  <a:pt x="1615664" y="241441"/>
                  <a:pt x="1613850" y="234548"/>
                  <a:pt x="1608481" y="231415"/>
                </a:cubicBezTo>
                <a:cubicBezTo>
                  <a:pt x="1603111" y="228282"/>
                  <a:pt x="1596221" y="230096"/>
                  <a:pt x="1593092" y="235466"/>
                </a:cubicBezTo>
                <a:lnTo>
                  <a:pt x="1553690" y="303013"/>
                </a:lnTo>
                <a:lnTo>
                  <a:pt x="1573132" y="303013"/>
                </a:lnTo>
                <a:lnTo>
                  <a:pt x="1533729" y="235466"/>
                </a:lnTo>
                <a:cubicBezTo>
                  <a:pt x="1530600" y="230096"/>
                  <a:pt x="1523710" y="228282"/>
                  <a:pt x="1518341" y="231415"/>
                </a:cubicBezTo>
                <a:cubicBezTo>
                  <a:pt x="1512959" y="234548"/>
                  <a:pt x="1511147" y="241441"/>
                  <a:pt x="1514288" y="246811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path-314">
            <a:extLst xmlns:a="http://schemas.openxmlformats.org/drawingml/2006/main">
              <a:ext uri="{FF2B5EF4-FFF2-40B4-BE49-F238E27FC236}">
                <a16:creationId xmlns:a16="http://schemas.microsoft.com/office/drawing/2014/main" id="{EC696B96-F84E-4F4E-8D0B-47BFC727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502" y="4759815"/>
            <a:ext cx="255602" cy="104518"/>
          </a:xfrm>
          <a:custGeom xmlns:a="http://schemas.openxmlformats.org/drawingml/2006/main">
            <a:pathLst>
              <a:path w="255602" h="104518">
                <a:moveTo>
                  <a:pt x="0" y="41002"/>
                </a:moveTo>
                <a:lnTo>
                  <a:pt x="233259" y="41002"/>
                </a:lnTo>
                <a:lnTo>
                  <a:pt x="233259" y="63517"/>
                </a:lnTo>
                <a:lnTo>
                  <a:pt x="0" y="63517"/>
                </a:lnTo>
                <a:close/>
                <a:moveTo>
                  <a:pt x="171386" y="101386"/>
                </a:moveTo>
                <a:lnTo>
                  <a:pt x="255602" y="52259"/>
                </a:lnTo>
                <a:lnTo>
                  <a:pt x="171386" y="3133"/>
                </a:lnTo>
                <a:cubicBezTo>
                  <a:pt x="166015" y="0"/>
                  <a:pt x="159122" y="1815"/>
                  <a:pt x="155989" y="7185"/>
                </a:cubicBezTo>
                <a:cubicBezTo>
                  <a:pt x="152857" y="12556"/>
                  <a:pt x="154670" y="19449"/>
                  <a:pt x="160041" y="22582"/>
                </a:cubicBezTo>
                <a:lnTo>
                  <a:pt x="227587" y="61984"/>
                </a:lnTo>
                <a:lnTo>
                  <a:pt x="227587" y="42535"/>
                </a:lnTo>
                <a:lnTo>
                  <a:pt x="160041" y="81937"/>
                </a:lnTo>
                <a:cubicBezTo>
                  <a:pt x="154670" y="85070"/>
                  <a:pt x="152857" y="91963"/>
                  <a:pt x="155990" y="97334"/>
                </a:cubicBezTo>
                <a:cubicBezTo>
                  <a:pt x="159122" y="102704"/>
                  <a:pt x="166016" y="104518"/>
                  <a:pt x="171386" y="101386"/>
                </a:cubicBez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315">
            <a:extLst xmlns:a="http://schemas.openxmlformats.org/drawingml/2006/main">
              <a:ext uri="{FF2B5EF4-FFF2-40B4-BE49-F238E27FC236}">
                <a16:creationId xmlns:a16="http://schemas.microsoft.com/office/drawing/2014/main" id="{D9416942-E9C6-4868-A80D-8BF2051B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48" y="5517940"/>
            <a:ext cx="104518" cy="294440"/>
          </a:xfrm>
          <a:custGeom xmlns:a="http://schemas.openxmlformats.org/drawingml/2006/main">
            <a:pathLst>
              <a:path w="104518" h="294440">
                <a:moveTo>
                  <a:pt x="63516" y="0"/>
                </a:moveTo>
                <a:lnTo>
                  <a:pt x="63517" y="272097"/>
                </a:lnTo>
                <a:lnTo>
                  <a:pt x="41001" y="272097"/>
                </a:lnTo>
                <a:lnTo>
                  <a:pt x="41000" y="0"/>
                </a:lnTo>
                <a:lnTo>
                  <a:pt x="63516" y="0"/>
                </a:lnTo>
                <a:moveTo>
                  <a:pt x="101385" y="210224"/>
                </a:moveTo>
                <a:lnTo>
                  <a:pt x="52259" y="294440"/>
                </a:lnTo>
                <a:lnTo>
                  <a:pt x="3133" y="210224"/>
                </a:lnTo>
                <a:cubicBezTo>
                  <a:pt x="0" y="204854"/>
                  <a:pt x="1815" y="197960"/>
                  <a:pt x="7184" y="194827"/>
                </a:cubicBezTo>
                <a:cubicBezTo>
                  <a:pt x="12556" y="191694"/>
                  <a:pt x="19449" y="193509"/>
                  <a:pt x="22582" y="198879"/>
                </a:cubicBezTo>
                <a:lnTo>
                  <a:pt x="61983" y="266425"/>
                </a:lnTo>
                <a:lnTo>
                  <a:pt x="42535" y="266425"/>
                </a:lnTo>
                <a:lnTo>
                  <a:pt x="81937" y="198879"/>
                </a:lnTo>
                <a:cubicBezTo>
                  <a:pt x="85069" y="193508"/>
                  <a:pt x="91963" y="191694"/>
                  <a:pt x="97333" y="194827"/>
                </a:cubicBezTo>
                <a:cubicBezTo>
                  <a:pt x="102704" y="197960"/>
                  <a:pt x="104518" y="204853"/>
                  <a:pt x="101385" y="210224"/>
                </a:cubicBezTo>
              </a:path>
            </a:pathLst>
          </a:custGeom>
          <a:solidFill xmlns:a="http://schemas.openxmlformats.org/drawingml/2006/main">
            <a:srgbClr val="D77D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path-316">
            <a:extLst xmlns:a="http://schemas.openxmlformats.org/drawingml/2006/main">
              <a:ext uri="{FF2B5EF4-FFF2-40B4-BE49-F238E27FC236}">
                <a16:creationId xmlns:a16="http://schemas.microsoft.com/office/drawing/2014/main" id="{2F10EBE9-48C9-442A-BF3B-3129AC17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210" y="5643184"/>
            <a:ext cx="533102" cy="476967"/>
          </a:xfrm>
          <a:custGeom xmlns:a="http://schemas.openxmlformats.org/drawingml/2006/main">
            <a:pathLst>
              <a:path w="533102" h="476967">
                <a:moveTo>
                  <a:pt x="0" y="476967"/>
                </a:moveTo>
                <a:lnTo>
                  <a:pt x="277782" y="476967"/>
                </a:lnTo>
                <a:lnTo>
                  <a:pt x="277782" y="52259"/>
                </a:lnTo>
                <a:lnTo>
                  <a:pt x="266525" y="63517"/>
                </a:lnTo>
                <a:lnTo>
                  <a:pt x="510760" y="63517"/>
                </a:lnTo>
                <a:lnTo>
                  <a:pt x="510760" y="41001"/>
                </a:lnTo>
                <a:lnTo>
                  <a:pt x="255267" y="41001"/>
                </a:lnTo>
                <a:lnTo>
                  <a:pt x="255267" y="465710"/>
                </a:lnTo>
                <a:lnTo>
                  <a:pt x="266525" y="454452"/>
                </a:lnTo>
                <a:lnTo>
                  <a:pt x="0" y="454452"/>
                </a:lnTo>
                <a:lnTo>
                  <a:pt x="0" y="476967"/>
                </a:lnTo>
                <a:moveTo>
                  <a:pt x="448887" y="101385"/>
                </a:moveTo>
                <a:lnTo>
                  <a:pt x="533102" y="52259"/>
                </a:lnTo>
                <a:lnTo>
                  <a:pt x="448887" y="3133"/>
                </a:lnTo>
                <a:cubicBezTo>
                  <a:pt x="443516" y="0"/>
                  <a:pt x="436623" y="1814"/>
                  <a:pt x="433490" y="7185"/>
                </a:cubicBezTo>
                <a:cubicBezTo>
                  <a:pt x="430357" y="12556"/>
                  <a:pt x="432171" y="19449"/>
                  <a:pt x="437541" y="22580"/>
                </a:cubicBezTo>
                <a:lnTo>
                  <a:pt x="505088" y="61982"/>
                </a:lnTo>
                <a:lnTo>
                  <a:pt x="505088" y="42535"/>
                </a:lnTo>
                <a:lnTo>
                  <a:pt x="437541" y="81937"/>
                </a:lnTo>
                <a:cubicBezTo>
                  <a:pt x="432171" y="85069"/>
                  <a:pt x="430357" y="91962"/>
                  <a:pt x="433490" y="97333"/>
                </a:cubicBezTo>
                <a:cubicBezTo>
                  <a:pt x="436623" y="102703"/>
                  <a:pt x="443516" y="104518"/>
                  <a:pt x="448887" y="101385"/>
                </a:cubicBezTo>
              </a:path>
            </a:pathLst>
          </a:custGeom>
          <a:solidFill xmlns:a="http://schemas.openxmlformats.org/drawingml/2006/main">
            <a:srgbClr val="C98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ath-317">
            <a:extLst xmlns:a="http://schemas.openxmlformats.org/drawingml/2006/main">
              <a:ext uri="{FF2B5EF4-FFF2-40B4-BE49-F238E27FC236}">
                <a16:creationId xmlns:a16="http://schemas.microsoft.com/office/drawing/2014/main" id="{1B49D000-BCF3-443E-B608-7BB26624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57" y="4767472"/>
            <a:ext cx="1070605" cy="565698"/>
          </a:xfrm>
          <a:custGeom xmlns:a="http://schemas.openxmlformats.org/drawingml/2006/main">
            <a:pathLst>
              <a:path w="1070605" h="565698">
                <a:moveTo>
                  <a:pt x="0" y="94284"/>
                </a:moveTo>
                <a:cubicBezTo>
                  <a:pt x="0" y="42213"/>
                  <a:pt x="42213" y="0"/>
                  <a:pt x="94284" y="0"/>
                </a:cubicBezTo>
                <a:lnTo>
                  <a:pt x="976321" y="0"/>
                </a:lnTo>
                <a:cubicBezTo>
                  <a:pt x="1028392" y="0"/>
                  <a:pt x="1070605" y="42213"/>
                  <a:pt x="1070605" y="94284"/>
                </a:cubicBezTo>
                <a:lnTo>
                  <a:pt x="1070605" y="471413"/>
                </a:lnTo>
                <a:cubicBezTo>
                  <a:pt x="1070605" y="523486"/>
                  <a:pt x="1028392" y="565698"/>
                  <a:pt x="976321" y="565698"/>
                </a:cubicBezTo>
                <a:lnTo>
                  <a:pt x="94284" y="565698"/>
                </a:lnTo>
                <a:cubicBezTo>
                  <a:pt x="42213" y="565698"/>
                  <a:pt x="0" y="523486"/>
                  <a:pt x="0" y="471413"/>
                </a:cubicBezTo>
                <a:lnTo>
                  <a:pt x="0" y="94284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57947B"/>
            </a:solidFill>
            <a:prstDash val="dash"/>
          </a:ln>
        </p:spPr>
      </p:sp>
      <p:sp>
        <p:nvSpPr>
          <p:cNvPr id="429" name="text-318 Evidence">
            <a:extLst xmlns:a="http://schemas.openxmlformats.org/drawingml/2006/main">
              <a:ext uri="{FF2B5EF4-FFF2-40B4-BE49-F238E27FC236}">
                <a16:creationId xmlns:a16="http://schemas.microsoft.com/office/drawing/2014/main" id="{74DD2EE1-CBBF-4203-9D6E-EF7848E9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3198" y="4766650"/>
            <a:ext cx="657158" cy="214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430" name="text-319 Evidence">
            <a:extLst xmlns:a="http://schemas.openxmlformats.org/drawingml/2006/main">
              <a:ext uri="{FF2B5EF4-FFF2-40B4-BE49-F238E27FC236}">
                <a16:creationId xmlns:a16="http://schemas.microsoft.com/office/drawing/2014/main" id="{B1AE01C9-C06B-4FCB-9331-36EF1E3D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3198" y="4766650"/>
            <a:ext cx="657158" cy="214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7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431" name="text-320 localization">
            <a:extLst xmlns:a="http://schemas.openxmlformats.org/drawingml/2006/main">
              <a:ext uri="{FF2B5EF4-FFF2-40B4-BE49-F238E27FC236}">
                <a16:creationId xmlns:a16="http://schemas.microsoft.com/office/drawing/2014/main" id="{BC78DB90-76CE-4D44-824B-B42F2ED6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8090" y="4948091"/>
            <a:ext cx="826162" cy="213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4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4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4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localization</a:t>
            </a:r>
          </a:p>
        </p:txBody>
      </p:sp>
      <p:sp>
        <p:nvSpPr>
          <p:cNvPr id="432" name="text-321 localization">
            <a:extLst xmlns:a="http://schemas.openxmlformats.org/drawingml/2006/main">
              <a:ext uri="{FF2B5EF4-FFF2-40B4-BE49-F238E27FC236}">
                <a16:creationId xmlns:a16="http://schemas.microsoft.com/office/drawing/2014/main" id="{35616B34-7907-4956-8B6F-E115098E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8090" y="4948091"/>
            <a:ext cx="826162" cy="213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4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4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4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localization</a:t>
            </a:r>
          </a:p>
        </p:txBody>
      </p:sp>
      <p:sp>
        <p:nvSpPr>
          <p:cNvPr id="433" name="text-322 failure">
            <a:extLst xmlns:a="http://schemas.openxmlformats.org/drawingml/2006/main">
              <a:ext uri="{FF2B5EF4-FFF2-40B4-BE49-F238E27FC236}">
                <a16:creationId xmlns:a16="http://schemas.microsoft.com/office/drawing/2014/main" id="{2457E02B-BF9D-44E0-BB5A-327E724E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9187" y="5128858"/>
            <a:ext cx="505180" cy="214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6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6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6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failure</a:t>
            </a:r>
          </a:p>
        </p:txBody>
      </p:sp>
      <p:sp>
        <p:nvSpPr>
          <p:cNvPr id="434" name="text-323 failure">
            <a:extLst xmlns:a="http://schemas.openxmlformats.org/drawingml/2006/main">
              <a:ext uri="{FF2B5EF4-FFF2-40B4-BE49-F238E27FC236}">
                <a16:creationId xmlns:a16="http://schemas.microsoft.com/office/drawing/2014/main" id="{342F5F94-4DE3-4646-9741-431CAD26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9187" y="5128858"/>
            <a:ext cx="505180" cy="214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6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6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defRPr>
            </a:pPr>
            <a:r>
              <a:rPr sz="1206" b="0" i="0">
                <a:solidFill>
                  <a:srgbClr val="57947B"/>
                </a:solidFill>
                <a:latin typeface="Comic Sans MS"/>
                <a:ea typeface="Comic Sans MS"/>
                <a:cs typeface="Comic Sans MS"/>
              </a:rPr>
              <a:t>failure</a:t>
            </a:r>
          </a:p>
        </p:txBody>
      </p:sp>
      <p:sp>
        <p:nvSpPr>
          <p:cNvPr id="435" name="path-324">
            <a:extLst xmlns:a="http://schemas.openxmlformats.org/drawingml/2006/main">
              <a:ext uri="{FF2B5EF4-FFF2-40B4-BE49-F238E27FC236}">
                <a16:creationId xmlns:a16="http://schemas.microsoft.com/office/drawing/2014/main" id="{D77DAB93-EF75-4B4A-8F86-5A8A7F29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252" y="5428714"/>
            <a:ext cx="1070604" cy="533457"/>
          </a:xfrm>
          <a:custGeom xmlns:a="http://schemas.openxmlformats.org/drawingml/2006/main">
            <a:pathLst>
              <a:path w="1070604" h="533457">
                <a:moveTo>
                  <a:pt x="0" y="88912"/>
                </a:moveTo>
                <a:cubicBezTo>
                  <a:pt x="0" y="39807"/>
                  <a:pt x="39807" y="0"/>
                  <a:pt x="88912" y="0"/>
                </a:cubicBezTo>
                <a:lnTo>
                  <a:pt x="981694" y="0"/>
                </a:lnTo>
                <a:cubicBezTo>
                  <a:pt x="1030798" y="0"/>
                  <a:pt x="1070604" y="39807"/>
                  <a:pt x="1070604" y="88912"/>
                </a:cubicBezTo>
                <a:lnTo>
                  <a:pt x="1070604" y="444546"/>
                </a:lnTo>
                <a:cubicBezTo>
                  <a:pt x="1070604" y="493651"/>
                  <a:pt x="1030798" y="533457"/>
                  <a:pt x="981694" y="533457"/>
                </a:cubicBezTo>
                <a:lnTo>
                  <a:pt x="88912" y="533457"/>
                </a:lnTo>
                <a:cubicBezTo>
                  <a:pt x="39807" y="533457"/>
                  <a:pt x="0" y="493651"/>
                  <a:pt x="0" y="444546"/>
                </a:cubicBezTo>
                <a:lnTo>
                  <a:pt x="0" y="88912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C981A8"/>
            </a:solidFill>
            <a:prstDash val="dash"/>
          </a:ln>
        </p:spPr>
      </p:sp>
      <p:sp>
        <p:nvSpPr>
          <p:cNvPr id="436" name="text-325 Solver">
            <a:extLst xmlns:a="http://schemas.openxmlformats.org/drawingml/2006/main">
              <a:ext uri="{FF2B5EF4-FFF2-40B4-BE49-F238E27FC236}">
                <a16:creationId xmlns:a16="http://schemas.microsoft.com/office/drawing/2014/main" id="{2B28F50C-B5DD-46A4-B307-DD636B95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0589" y="5412156"/>
            <a:ext cx="488863" cy="2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20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437" name="text-326 Solver">
            <a:extLst xmlns:a="http://schemas.openxmlformats.org/drawingml/2006/main">
              <a:ext uri="{FF2B5EF4-FFF2-40B4-BE49-F238E27FC236}">
                <a16:creationId xmlns:a16="http://schemas.microsoft.com/office/drawing/2014/main" id="{117DB4FD-4CB5-4E0E-B794-54E17889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0589" y="5412156"/>
            <a:ext cx="488863" cy="21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20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438" name="text-327 reasoning">
            <a:extLst xmlns:a="http://schemas.openxmlformats.org/drawingml/2006/main">
              <a:ext uri="{FF2B5EF4-FFF2-40B4-BE49-F238E27FC236}">
                <a16:creationId xmlns:a16="http://schemas.microsoft.com/office/drawing/2014/main" id="{F9A8B559-8561-4EC7-9AA8-804A59DE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4372" y="5593510"/>
            <a:ext cx="702471" cy="214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reasoning</a:t>
            </a:r>
          </a:p>
        </p:txBody>
      </p:sp>
      <p:sp>
        <p:nvSpPr>
          <p:cNvPr id="439" name="text-328 reasoning">
            <a:extLst xmlns:a="http://schemas.openxmlformats.org/drawingml/2006/main">
              <a:ext uri="{FF2B5EF4-FFF2-40B4-BE49-F238E27FC236}">
                <a16:creationId xmlns:a16="http://schemas.microsoft.com/office/drawing/2014/main" id="{BE517C4E-C057-45D7-A2EE-89BCC85F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4372" y="5593510"/>
            <a:ext cx="702471" cy="214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reasoning</a:t>
            </a:r>
          </a:p>
        </p:txBody>
      </p:sp>
      <p:sp>
        <p:nvSpPr>
          <p:cNvPr id="440" name="text-329 failure">
            <a:extLst xmlns:a="http://schemas.openxmlformats.org/drawingml/2006/main">
              <a:ext uri="{FF2B5EF4-FFF2-40B4-BE49-F238E27FC236}">
                <a16:creationId xmlns:a16="http://schemas.microsoft.com/office/drawing/2014/main" id="{B962BCF0-F748-4783-A2C2-1481751A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2877" y="5771897"/>
            <a:ext cx="505180" cy="214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failure</a:t>
            </a:r>
          </a:p>
        </p:txBody>
      </p:sp>
      <p:sp>
        <p:nvSpPr>
          <p:cNvPr id="441" name="text-330 failure">
            <a:extLst xmlns:a="http://schemas.openxmlformats.org/drawingml/2006/main">
              <a:ext uri="{FF2B5EF4-FFF2-40B4-BE49-F238E27FC236}">
                <a16:creationId xmlns:a16="http://schemas.microsoft.com/office/drawing/2014/main" id="{E6037575-61F5-4333-91B2-3C306B69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2877" y="5771897"/>
            <a:ext cx="505180" cy="214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206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failure</a:t>
            </a:r>
          </a:p>
        </p:txBody>
      </p:sp>
      <p:sp>
        <p:nvSpPr>
          <p:cNvPr id="442" name="path-331">
            <a:extLst xmlns:a="http://schemas.openxmlformats.org/drawingml/2006/main">
              <a:ext uri="{FF2B5EF4-FFF2-40B4-BE49-F238E27FC236}">
                <a16:creationId xmlns:a16="http://schemas.microsoft.com/office/drawing/2014/main" id="{EA109C8B-3AD9-4FE5-BFA5-00346B83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260" y="6091228"/>
            <a:ext cx="1070605" cy="540922"/>
          </a:xfrm>
          <a:custGeom xmlns:a="http://schemas.openxmlformats.org/drawingml/2006/main">
            <a:pathLst>
              <a:path w="1070605" h="540922">
                <a:moveTo>
                  <a:pt x="0" y="90155"/>
                </a:moveTo>
                <a:cubicBezTo>
                  <a:pt x="0" y="40364"/>
                  <a:pt x="40364" y="0"/>
                  <a:pt x="90155" y="0"/>
                </a:cubicBezTo>
                <a:lnTo>
                  <a:pt x="980450" y="0"/>
                </a:lnTo>
                <a:cubicBezTo>
                  <a:pt x="1030241" y="0"/>
                  <a:pt x="1070605" y="40364"/>
                  <a:pt x="1070605" y="90155"/>
                </a:cubicBezTo>
                <a:lnTo>
                  <a:pt x="1070605" y="450766"/>
                </a:lnTo>
                <a:cubicBezTo>
                  <a:pt x="1070605" y="500557"/>
                  <a:pt x="1030241" y="540922"/>
                  <a:pt x="980450" y="540922"/>
                </a:cubicBezTo>
                <a:lnTo>
                  <a:pt x="90155" y="540922"/>
                </a:lnTo>
                <a:cubicBezTo>
                  <a:pt x="40364" y="540922"/>
                  <a:pt x="0" y="500557"/>
                  <a:pt x="0" y="450766"/>
                </a:cubicBezTo>
                <a:lnTo>
                  <a:pt x="0" y="90155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2E75B6"/>
            </a:solidFill>
            <a:prstDash val="dash"/>
          </a:ln>
        </p:spPr>
      </p:sp>
      <p:sp>
        <p:nvSpPr>
          <p:cNvPr id="443" name="text-332 Insufficient">
            <a:extLst xmlns:a="http://schemas.openxmlformats.org/drawingml/2006/main">
              <a:ext uri="{FF2B5EF4-FFF2-40B4-BE49-F238E27FC236}">
                <a16:creationId xmlns:a16="http://schemas.microsoft.com/office/drawing/2014/main" id="{E4B1EC06-AC7E-48A4-A7E0-9434D6CE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52" y="6080165"/>
            <a:ext cx="899395" cy="213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3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3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203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Insufficient</a:t>
            </a:r>
          </a:p>
        </p:txBody>
      </p:sp>
      <p:sp>
        <p:nvSpPr>
          <p:cNvPr id="444" name="text-333 Insufficient">
            <a:extLst xmlns:a="http://schemas.openxmlformats.org/drawingml/2006/main">
              <a:ext uri="{FF2B5EF4-FFF2-40B4-BE49-F238E27FC236}">
                <a16:creationId xmlns:a16="http://schemas.microsoft.com/office/drawing/2014/main" id="{9851C957-538D-4BB4-8A77-A9F5817F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52" y="6080165"/>
            <a:ext cx="899395" cy="213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3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3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203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Insufficient</a:t>
            </a:r>
          </a:p>
        </p:txBody>
      </p:sp>
      <p:sp>
        <p:nvSpPr>
          <p:cNvPr id="445" name="text-334 evidence">
            <a:extLst xmlns:a="http://schemas.openxmlformats.org/drawingml/2006/main">
              <a:ext uri="{FF2B5EF4-FFF2-40B4-BE49-F238E27FC236}">
                <a16:creationId xmlns:a16="http://schemas.microsoft.com/office/drawing/2014/main" id="{0B242861-D785-4498-ADAE-230380D3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3510" y="6258319"/>
            <a:ext cx="644331" cy="214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446" name="text-335 evidence">
            <a:extLst xmlns:a="http://schemas.openxmlformats.org/drawingml/2006/main">
              <a:ext uri="{FF2B5EF4-FFF2-40B4-BE49-F238E27FC236}">
                <a16:creationId xmlns:a16="http://schemas.microsoft.com/office/drawing/2014/main" id="{1D68600D-0821-43C2-BF39-5D7B3FC9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3510" y="6258319"/>
            <a:ext cx="644331" cy="214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447" name="text-336 coverage">
            <a:extLst xmlns:a="http://schemas.openxmlformats.org/drawingml/2006/main">
              <a:ext uri="{FF2B5EF4-FFF2-40B4-BE49-F238E27FC236}">
                <a16:creationId xmlns:a16="http://schemas.microsoft.com/office/drawing/2014/main" id="{7AC86358-09A2-416E-B174-ED7C017A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5066" y="6439297"/>
            <a:ext cx="661266" cy="21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coverage</a:t>
            </a:r>
          </a:p>
        </p:txBody>
      </p:sp>
      <p:sp>
        <p:nvSpPr>
          <p:cNvPr id="448" name="text-337 coverage">
            <a:extLst xmlns:a="http://schemas.openxmlformats.org/drawingml/2006/main">
              <a:ext uri="{FF2B5EF4-FFF2-40B4-BE49-F238E27FC236}">
                <a16:creationId xmlns:a16="http://schemas.microsoft.com/office/drawing/2014/main" id="{F305C35C-C41D-422E-86EE-ECA3C150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5066" y="6439297"/>
            <a:ext cx="661266" cy="21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defRPr>
            </a:pPr>
            <a:r>
              <a:rPr sz="1205" b="0" i="0">
                <a:solidFill>
                  <a:srgbClr val="2E75B6"/>
                </a:solidFill>
                <a:latin typeface="Comic Sans MS"/>
                <a:ea typeface="Comic Sans MS"/>
                <a:cs typeface="Comic Sans MS"/>
              </a:rPr>
              <a:t>coverage</a:t>
            </a:r>
          </a:p>
        </p:txBody>
      </p:sp>
      <p:sp>
        <p:nvSpPr>
          <p:cNvPr id="449" name="path-338">
            <a:extLst xmlns:a="http://schemas.openxmlformats.org/drawingml/2006/main">
              <a:ext uri="{FF2B5EF4-FFF2-40B4-BE49-F238E27FC236}">
                <a16:creationId xmlns:a16="http://schemas.microsoft.com/office/drawing/2014/main" id="{067F50A1-F045-42CF-92DA-DC3E00D2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201" y="6099592"/>
            <a:ext cx="531103" cy="320134"/>
          </a:xfrm>
          <a:custGeom xmlns:a="http://schemas.openxmlformats.org/drawingml/2006/main">
            <a:pathLst>
              <a:path w="531103" h="320134">
                <a:moveTo>
                  <a:pt x="0" y="0"/>
                </a:moveTo>
                <a:lnTo>
                  <a:pt x="276784" y="0"/>
                </a:lnTo>
                <a:lnTo>
                  <a:pt x="276784" y="267875"/>
                </a:lnTo>
                <a:lnTo>
                  <a:pt x="265526" y="256618"/>
                </a:lnTo>
                <a:lnTo>
                  <a:pt x="508761" y="256618"/>
                </a:lnTo>
                <a:lnTo>
                  <a:pt x="508761" y="279133"/>
                </a:lnTo>
                <a:lnTo>
                  <a:pt x="254269" y="279133"/>
                </a:lnTo>
                <a:lnTo>
                  <a:pt x="254269" y="11258"/>
                </a:lnTo>
                <a:lnTo>
                  <a:pt x="265526" y="22516"/>
                </a:lnTo>
                <a:lnTo>
                  <a:pt x="0" y="22516"/>
                </a:lnTo>
                <a:lnTo>
                  <a:pt x="0" y="0"/>
                </a:lnTo>
                <a:moveTo>
                  <a:pt x="446888" y="218749"/>
                </a:moveTo>
                <a:lnTo>
                  <a:pt x="531103" y="267875"/>
                </a:lnTo>
                <a:lnTo>
                  <a:pt x="446888" y="317001"/>
                </a:lnTo>
                <a:cubicBezTo>
                  <a:pt x="441517" y="320134"/>
                  <a:pt x="434624" y="318320"/>
                  <a:pt x="431491" y="312950"/>
                </a:cubicBezTo>
                <a:cubicBezTo>
                  <a:pt x="428359" y="307579"/>
                  <a:pt x="430173" y="300686"/>
                  <a:pt x="435542" y="297553"/>
                </a:cubicBezTo>
                <a:lnTo>
                  <a:pt x="503089" y="258151"/>
                </a:lnTo>
                <a:lnTo>
                  <a:pt x="503089" y="277599"/>
                </a:lnTo>
                <a:lnTo>
                  <a:pt x="435542" y="238198"/>
                </a:lnTo>
                <a:cubicBezTo>
                  <a:pt x="430173" y="235065"/>
                  <a:pt x="428359" y="228171"/>
                  <a:pt x="431491" y="222801"/>
                </a:cubicBezTo>
                <a:cubicBezTo>
                  <a:pt x="434624" y="217430"/>
                  <a:pt x="441517" y="215617"/>
                  <a:pt x="446888" y="218749"/>
                </a:cubicBezTo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text-339 ×">
            <a:extLst xmlns:a="http://schemas.openxmlformats.org/drawingml/2006/main">
              <a:ext uri="{FF2B5EF4-FFF2-40B4-BE49-F238E27FC236}">
                <a16:creationId xmlns:a16="http://schemas.microsoft.com/office/drawing/2014/main" id="{6D71C967-C105-4048-A219-2C61049A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3339" y="5399131"/>
            <a:ext cx="148733" cy="31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×</a:t>
            </a:r>
          </a:p>
        </p:txBody>
      </p:sp>
      <p:sp>
        <p:nvSpPr>
          <p:cNvPr id="451" name="text-340 ×">
            <a:extLst xmlns:a="http://schemas.openxmlformats.org/drawingml/2006/main">
              <a:ext uri="{FF2B5EF4-FFF2-40B4-BE49-F238E27FC236}">
                <a16:creationId xmlns:a16="http://schemas.microsoft.com/office/drawing/2014/main" id="{FAB92163-195C-4D90-B3C7-5DA110EB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3339" y="5399131"/>
            <a:ext cx="148733" cy="31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774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×</a:t>
            </a:r>
          </a:p>
        </p:txBody>
      </p:sp>
      <p:sp>
        <p:nvSpPr>
          <p:cNvPr id="452" name="text-341 ✓">
            <a:extLst xmlns:a="http://schemas.openxmlformats.org/drawingml/2006/main">
              <a:ext uri="{FF2B5EF4-FFF2-40B4-BE49-F238E27FC236}">
                <a16:creationId xmlns:a16="http://schemas.microsoft.com/office/drawing/2014/main" id="{6D75B697-15B4-4C7C-A6FA-2C5030E5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4687" y="6085463"/>
            <a:ext cx="149473" cy="244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" b="0" i="0">
                <a:solidFill>
                  <a:srgbClr val="2E75B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5" b="0" i="0">
                <a:solidFill>
                  <a:srgbClr val="2E75B6"/>
                </a:solidFill>
                <a:latin typeface="Cambria Math"/>
                <a:ea typeface="Cambria Math"/>
                <a:cs typeface="Cambria Math"/>
              </a:defRPr>
            </a:pPr>
            <a:r>
              <a:rPr sz="1375" b="0" i="0">
                <a:solidFill>
                  <a:srgbClr val="2E75B6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453" name="text-342 ✓">
            <a:extLst xmlns:a="http://schemas.openxmlformats.org/drawingml/2006/main">
              <a:ext uri="{FF2B5EF4-FFF2-40B4-BE49-F238E27FC236}">
                <a16:creationId xmlns:a16="http://schemas.microsoft.com/office/drawing/2014/main" id="{6D40C2B5-59E5-403A-9287-AC8DCFFC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4687" y="6085463"/>
            <a:ext cx="149473" cy="244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" b="0" i="0">
                <a:solidFill>
                  <a:srgbClr val="2E75B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5" b="0" i="0">
                <a:solidFill>
                  <a:srgbClr val="2E75B6"/>
                </a:solidFill>
                <a:latin typeface="Cambria Math"/>
                <a:ea typeface="Cambria Math"/>
                <a:cs typeface="Cambria Math"/>
              </a:defRPr>
            </a:pPr>
            <a:r>
              <a:rPr sz="1375" b="0" i="0">
                <a:solidFill>
                  <a:srgbClr val="2E75B6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454" name="text-343 ✓">
            <a:extLst xmlns:a="http://schemas.openxmlformats.org/drawingml/2006/main">
              <a:ext uri="{FF2B5EF4-FFF2-40B4-BE49-F238E27FC236}">
                <a16:creationId xmlns:a16="http://schemas.microsoft.com/office/drawing/2014/main" id="{E82DFF96-ACB5-421E-A831-547056B8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8650" y="4512991"/>
            <a:ext cx="149473" cy="244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" b="0" i="0">
                <a:solidFill>
                  <a:srgbClr val="57947B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5" b="0" i="0">
                <a:solidFill>
                  <a:srgbClr val="57947B"/>
                </a:solidFill>
                <a:latin typeface="Cambria Math"/>
                <a:ea typeface="Cambria Math"/>
                <a:cs typeface="Cambria Math"/>
              </a:defRPr>
            </a:pPr>
            <a:r>
              <a:rPr sz="1375" b="0" i="0">
                <a:solidFill>
                  <a:srgbClr val="57947B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455" name="text-344 ✓">
            <a:extLst xmlns:a="http://schemas.openxmlformats.org/drawingml/2006/main">
              <a:ext uri="{FF2B5EF4-FFF2-40B4-BE49-F238E27FC236}">
                <a16:creationId xmlns:a16="http://schemas.microsoft.com/office/drawing/2014/main" id="{B7E4B229-A013-426D-B005-BAF984E5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8650" y="4512991"/>
            <a:ext cx="149473" cy="244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5" b="0" i="0">
                <a:solidFill>
                  <a:srgbClr val="57947B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5" b="0" i="0">
                <a:solidFill>
                  <a:srgbClr val="57947B"/>
                </a:solidFill>
                <a:latin typeface="Cambria Math"/>
                <a:ea typeface="Cambria Math"/>
                <a:cs typeface="Cambria Math"/>
              </a:defRPr>
            </a:pPr>
            <a:r>
              <a:rPr sz="1375" b="0" i="0">
                <a:solidFill>
                  <a:srgbClr val="57947B"/>
                </a:solidFill>
                <a:latin typeface="Cambria Math"/>
                <a:ea typeface="Cambria Math"/>
                <a:cs typeface="Cambria Math"/>
              </a:rPr>
              <a:t>✓</a:t>
            </a:r>
          </a:p>
        </p:txBody>
      </p:sp>
      <p:sp>
        <p:nvSpPr>
          <p:cNvPr id="456" name="path-345">
            <a:extLst xmlns:a="http://schemas.openxmlformats.org/drawingml/2006/main">
              <a:ext uri="{FF2B5EF4-FFF2-40B4-BE49-F238E27FC236}">
                <a16:creationId xmlns:a16="http://schemas.microsoft.com/office/drawing/2014/main" id="{DF8C7D81-CECB-4A49-B7CE-B3AFC746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018" y="3702069"/>
            <a:ext cx="3124567" cy="1686400"/>
          </a:xfrm>
          <a:custGeom xmlns:a="http://schemas.openxmlformats.org/drawingml/2006/main">
            <a:pathLst>
              <a:path w="3124567" h="1686400">
                <a:moveTo>
                  <a:pt x="0" y="164963"/>
                </a:moveTo>
                <a:cubicBezTo>
                  <a:pt x="0" y="73856"/>
                  <a:pt x="73857" y="0"/>
                  <a:pt x="164962" y="0"/>
                </a:cubicBezTo>
                <a:lnTo>
                  <a:pt x="2959605" y="0"/>
                </a:lnTo>
                <a:cubicBezTo>
                  <a:pt x="3050711" y="0"/>
                  <a:pt x="3124567" y="73856"/>
                  <a:pt x="3124567" y="164963"/>
                </a:cubicBezTo>
                <a:lnTo>
                  <a:pt x="3124567" y="1521438"/>
                </a:lnTo>
                <a:cubicBezTo>
                  <a:pt x="3124567" y="1612543"/>
                  <a:pt x="3050711" y="1686400"/>
                  <a:pt x="2959605" y="1686400"/>
                </a:cubicBezTo>
                <a:lnTo>
                  <a:pt x="164962" y="1686400"/>
                </a:lnTo>
                <a:cubicBezTo>
                  <a:pt x="73857" y="1686400"/>
                  <a:pt x="0" y="1612543"/>
                  <a:pt x="0" y="1521438"/>
                </a:cubicBezTo>
                <a:lnTo>
                  <a:pt x="0" y="164963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57947B"/>
            </a:solidFill>
            <a:prstDash val="dash"/>
          </a:ln>
        </p:spPr>
      </p:sp>
      <p:sp>
        <p:nvSpPr>
          <p:cNvPr id="457" name="path-346">
            <a:extLst xmlns:a="http://schemas.openxmlformats.org/drawingml/2006/main">
              <a:ext uri="{FF2B5EF4-FFF2-40B4-BE49-F238E27FC236}">
                <a16:creationId xmlns:a16="http://schemas.microsoft.com/office/drawing/2014/main" id="{BB74C5BB-DB6A-4988-8994-74EB30EF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456" y="5655284"/>
            <a:ext cx="3673942" cy="963094"/>
          </a:xfrm>
          <a:custGeom xmlns:a="http://schemas.openxmlformats.org/drawingml/2006/main">
            <a:pathLst>
              <a:path w="3673942" h="963094">
                <a:moveTo>
                  <a:pt x="0" y="94211"/>
                </a:moveTo>
                <a:cubicBezTo>
                  <a:pt x="0" y="42180"/>
                  <a:pt x="42180" y="0"/>
                  <a:pt x="94211" y="0"/>
                </a:cubicBezTo>
                <a:lnTo>
                  <a:pt x="3579731" y="0"/>
                </a:lnTo>
                <a:cubicBezTo>
                  <a:pt x="3631762" y="0"/>
                  <a:pt x="3673942" y="42180"/>
                  <a:pt x="3673942" y="94211"/>
                </a:cubicBezTo>
                <a:lnTo>
                  <a:pt x="3673942" y="868883"/>
                </a:lnTo>
                <a:cubicBezTo>
                  <a:pt x="3673942" y="920914"/>
                  <a:pt x="3631762" y="963094"/>
                  <a:pt x="3579731" y="963094"/>
                </a:cubicBezTo>
                <a:lnTo>
                  <a:pt x="94211" y="963094"/>
                </a:lnTo>
                <a:cubicBezTo>
                  <a:pt x="42180" y="963094"/>
                  <a:pt x="0" y="920914"/>
                  <a:pt x="0" y="868883"/>
                </a:cubicBezTo>
                <a:lnTo>
                  <a:pt x="0" y="94211"/>
                </a:lnTo>
              </a:path>
            </a:pathLst>
          </a:custGeom>
          <a:noFill xmlns:a="http://schemas.openxmlformats.org/drawingml/2006/main"/>
          <a:ln xmlns:a="http://schemas.openxmlformats.org/drawingml/2006/main" w="11258">
            <a:solidFill>
              <a:srgbClr val="5B9BD5"/>
            </a:solidFill>
            <a:prstDash val="dash"/>
          </a:ln>
        </p:spPr>
      </p:sp>
      <p:sp>
        <p:nvSpPr>
          <p:cNvPr id="458" name="path-347">
            <a:extLst xmlns:a="http://schemas.openxmlformats.org/drawingml/2006/main">
              <a:ext uri="{FF2B5EF4-FFF2-40B4-BE49-F238E27FC236}">
                <a16:creationId xmlns:a16="http://schemas.microsoft.com/office/drawing/2014/main" id="{B3F17DB8-AF18-4937-ACB3-7594CDCC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6210" y="6110849"/>
            <a:ext cx="255596" cy="104518"/>
          </a:xfrm>
          <a:custGeom xmlns:a="http://schemas.openxmlformats.org/drawingml/2006/main">
            <a:pathLst>
              <a:path w="255596" h="104518">
                <a:moveTo>
                  <a:pt x="0" y="63517"/>
                </a:moveTo>
                <a:lnTo>
                  <a:pt x="233260" y="63517"/>
                </a:lnTo>
                <a:lnTo>
                  <a:pt x="233260" y="41001"/>
                </a:lnTo>
                <a:lnTo>
                  <a:pt x="0" y="41002"/>
                </a:lnTo>
                <a:lnTo>
                  <a:pt x="0" y="63517"/>
                </a:lnTo>
                <a:moveTo>
                  <a:pt x="171387" y="101385"/>
                </a:moveTo>
                <a:lnTo>
                  <a:pt x="255596" y="52259"/>
                </a:lnTo>
                <a:lnTo>
                  <a:pt x="171376" y="3133"/>
                </a:lnTo>
                <a:cubicBezTo>
                  <a:pt x="166007" y="0"/>
                  <a:pt x="159116" y="1814"/>
                  <a:pt x="155987" y="7185"/>
                </a:cubicBezTo>
                <a:cubicBezTo>
                  <a:pt x="152857" y="12555"/>
                  <a:pt x="154669" y="19449"/>
                  <a:pt x="160040" y="22582"/>
                </a:cubicBezTo>
                <a:lnTo>
                  <a:pt x="227586" y="61983"/>
                </a:lnTo>
                <a:lnTo>
                  <a:pt x="227586" y="42535"/>
                </a:lnTo>
                <a:lnTo>
                  <a:pt x="160040" y="81937"/>
                </a:lnTo>
                <a:cubicBezTo>
                  <a:pt x="154669" y="85069"/>
                  <a:pt x="152857" y="91963"/>
                  <a:pt x="155987" y="97333"/>
                </a:cubicBezTo>
                <a:cubicBezTo>
                  <a:pt x="159116" y="102704"/>
                  <a:pt x="166007" y="104518"/>
                  <a:pt x="171387" y="101385"/>
                </a:cubicBezTo>
              </a:path>
            </a:pathLst>
          </a:custGeom>
          <a:solidFill xmlns:a="http://schemas.openxmlformats.org/drawingml/2006/main">
            <a:srgbClr val="735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path-348">
            <a:extLst xmlns:a="http://schemas.openxmlformats.org/drawingml/2006/main">
              <a:ext uri="{FF2B5EF4-FFF2-40B4-BE49-F238E27FC236}">
                <a16:creationId xmlns:a16="http://schemas.microsoft.com/office/drawing/2014/main" id="{A63EB598-3FCD-471C-BC37-4020F6DA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653" y="6110849"/>
            <a:ext cx="255602" cy="104518"/>
          </a:xfrm>
          <a:custGeom xmlns:a="http://schemas.openxmlformats.org/drawingml/2006/main">
            <a:pathLst>
              <a:path w="255602" h="104518">
                <a:moveTo>
                  <a:pt x="0" y="63517"/>
                </a:moveTo>
                <a:lnTo>
                  <a:pt x="233259" y="63517"/>
                </a:lnTo>
                <a:lnTo>
                  <a:pt x="233259" y="41001"/>
                </a:lnTo>
                <a:lnTo>
                  <a:pt x="0" y="41002"/>
                </a:lnTo>
                <a:lnTo>
                  <a:pt x="0" y="63517"/>
                </a:lnTo>
                <a:moveTo>
                  <a:pt x="171387" y="101385"/>
                </a:moveTo>
                <a:lnTo>
                  <a:pt x="255602" y="52259"/>
                </a:lnTo>
                <a:lnTo>
                  <a:pt x="171387" y="3133"/>
                </a:lnTo>
                <a:cubicBezTo>
                  <a:pt x="166015" y="0"/>
                  <a:pt x="159122" y="1814"/>
                  <a:pt x="155988" y="7185"/>
                </a:cubicBezTo>
                <a:cubicBezTo>
                  <a:pt x="152856" y="12555"/>
                  <a:pt x="154670" y="19449"/>
                  <a:pt x="160042" y="22582"/>
                </a:cubicBezTo>
                <a:lnTo>
                  <a:pt x="227588" y="61983"/>
                </a:lnTo>
                <a:lnTo>
                  <a:pt x="227588" y="42535"/>
                </a:lnTo>
                <a:lnTo>
                  <a:pt x="160042" y="81937"/>
                </a:lnTo>
                <a:cubicBezTo>
                  <a:pt x="154670" y="85069"/>
                  <a:pt x="152856" y="91963"/>
                  <a:pt x="155990" y="97333"/>
                </a:cubicBezTo>
                <a:cubicBezTo>
                  <a:pt x="159123" y="102704"/>
                  <a:pt x="166016" y="104518"/>
                  <a:pt x="171387" y="101385"/>
                </a:cubicBezTo>
              </a:path>
            </a:pathLst>
          </a:custGeom>
          <a:solidFill xmlns:a="http://schemas.openxmlformats.org/drawingml/2006/main">
            <a:srgbClr val="735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path-349">
            <a:extLst xmlns:a="http://schemas.openxmlformats.org/drawingml/2006/main">
              <a:ext uri="{FF2B5EF4-FFF2-40B4-BE49-F238E27FC236}">
                <a16:creationId xmlns:a16="http://schemas.microsoft.com/office/drawing/2014/main" id="{309F90C0-AEAB-44EE-BC20-D0552C8D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250" y="4389349"/>
            <a:ext cx="289266" cy="316341"/>
          </a:xfrm>
          <a:custGeom xmlns:a="http://schemas.openxmlformats.org/drawingml/2006/main">
            <a:pathLst>
              <a:path w="289266" h="316341">
                <a:moveTo>
                  <a:pt x="0" y="0"/>
                </a:moveTo>
                <a:lnTo>
                  <a:pt x="0" y="316341"/>
                </a:lnTo>
                <a:lnTo>
                  <a:pt x="289266" y="316341"/>
                </a:lnTo>
              </a:path>
            </a:pathLst>
          </a:custGeom>
          <a:noFill xmlns:a="http://schemas.openxmlformats.org/drawingml/2006/main"/>
          <a:ln xmlns:a="http://schemas.openxmlformats.org/drawingml/2006/main" w="22515">
            <a:solidFill>
              <a:srgbClr val="57947B"/>
            </a:solidFill>
            <a:prstDash val="solid"/>
          </a:ln>
        </p:spPr>
      </p:sp>
      <p:sp>
        <p:nvSpPr>
          <p:cNvPr id="461" name="path-350">
            <a:extLst xmlns:a="http://schemas.openxmlformats.org/drawingml/2006/main">
              <a:ext uri="{FF2B5EF4-FFF2-40B4-BE49-F238E27FC236}">
                <a16:creationId xmlns:a16="http://schemas.microsoft.com/office/drawing/2014/main" id="{833591E7-FB40-4A2A-9167-79D6008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3614" y="4389349"/>
            <a:ext cx="256732" cy="316341"/>
          </a:xfrm>
          <a:custGeom xmlns:a="http://schemas.openxmlformats.org/drawingml/2006/main">
            <a:pathLst>
              <a:path w="256732" h="316341">
                <a:moveTo>
                  <a:pt x="256732" y="0"/>
                </a:moveTo>
                <a:lnTo>
                  <a:pt x="256732" y="316341"/>
                </a:lnTo>
                <a:lnTo>
                  <a:pt x="0" y="316341"/>
                </a:lnTo>
              </a:path>
            </a:pathLst>
          </a:custGeom>
          <a:noFill xmlns:a="http://schemas.openxmlformats.org/drawingml/2006/main"/>
          <a:ln xmlns:a="http://schemas.openxmlformats.org/drawingml/2006/main" w="22515">
            <a:solidFill>
              <a:srgbClr val="57947B"/>
            </a:solidFill>
            <a:prstDash val="solid"/>
          </a:ln>
        </p:spPr>
      </p:sp>
      <p:sp>
        <p:nvSpPr>
          <p:cNvPr id="462" name="path-351">
            <a:extLst xmlns:a="http://schemas.openxmlformats.org/drawingml/2006/main">
              <a:ext uri="{FF2B5EF4-FFF2-40B4-BE49-F238E27FC236}">
                <a16:creationId xmlns:a16="http://schemas.microsoft.com/office/drawing/2014/main" id="{1021081E-4A88-4E90-946F-FDC2EC96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133" y="4486255"/>
            <a:ext cx="223517" cy="104518"/>
          </a:xfrm>
          <a:custGeom xmlns:a="http://schemas.openxmlformats.org/drawingml/2006/main">
            <a:pathLst>
              <a:path w="223517" h="104518">
                <a:moveTo>
                  <a:pt x="0" y="41000"/>
                </a:moveTo>
                <a:lnTo>
                  <a:pt x="201175" y="41001"/>
                </a:lnTo>
                <a:lnTo>
                  <a:pt x="201175" y="63517"/>
                </a:lnTo>
                <a:lnTo>
                  <a:pt x="0" y="63516"/>
                </a:lnTo>
                <a:lnTo>
                  <a:pt x="0" y="41000"/>
                </a:lnTo>
                <a:moveTo>
                  <a:pt x="139301" y="3133"/>
                </a:moveTo>
                <a:lnTo>
                  <a:pt x="223517" y="52259"/>
                </a:lnTo>
                <a:lnTo>
                  <a:pt x="139300" y="101385"/>
                </a:lnTo>
                <a:cubicBezTo>
                  <a:pt x="133930" y="104518"/>
                  <a:pt x="127035" y="102704"/>
                  <a:pt x="123905" y="97334"/>
                </a:cubicBezTo>
                <a:cubicBezTo>
                  <a:pt x="120772" y="91963"/>
                  <a:pt x="122585" y="85070"/>
                  <a:pt x="127955" y="81937"/>
                </a:cubicBezTo>
                <a:lnTo>
                  <a:pt x="195501" y="42535"/>
                </a:lnTo>
                <a:lnTo>
                  <a:pt x="195501" y="61983"/>
                </a:lnTo>
                <a:lnTo>
                  <a:pt x="127955" y="22582"/>
                </a:lnTo>
                <a:cubicBezTo>
                  <a:pt x="122585" y="19449"/>
                  <a:pt x="120772" y="12556"/>
                  <a:pt x="123905" y="7185"/>
                </a:cubicBezTo>
                <a:cubicBezTo>
                  <a:pt x="127038" y="1815"/>
                  <a:pt x="133930" y="0"/>
                  <a:pt x="139301" y="3133"/>
                </a:cubicBezTo>
              </a:path>
            </a:pathLst>
          </a:custGeom>
          <a:solidFill xmlns:a="http://schemas.openxmlformats.org/drawingml/2006/main">
            <a:srgbClr val="D77D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ath-352">
            <a:extLst xmlns:a="http://schemas.openxmlformats.org/drawingml/2006/main">
              <a:ext uri="{FF2B5EF4-FFF2-40B4-BE49-F238E27FC236}">
                <a16:creationId xmlns:a16="http://schemas.microsoft.com/office/drawing/2014/main" id="{F4BE1C9E-B1EC-4F21-83A2-604AD64B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289" y="4486255"/>
            <a:ext cx="414902" cy="104519"/>
          </a:xfrm>
          <a:custGeom xmlns:a="http://schemas.openxmlformats.org/drawingml/2006/main">
            <a:pathLst>
              <a:path w="414902" h="104519">
                <a:moveTo>
                  <a:pt x="0" y="41000"/>
                </a:moveTo>
                <a:lnTo>
                  <a:pt x="392554" y="41001"/>
                </a:lnTo>
                <a:lnTo>
                  <a:pt x="392554" y="63517"/>
                </a:lnTo>
                <a:lnTo>
                  <a:pt x="0" y="63516"/>
                </a:lnTo>
                <a:lnTo>
                  <a:pt x="0" y="41000"/>
                </a:lnTo>
                <a:moveTo>
                  <a:pt x="330683" y="3133"/>
                </a:moveTo>
                <a:lnTo>
                  <a:pt x="414902" y="52259"/>
                </a:lnTo>
                <a:lnTo>
                  <a:pt x="330683" y="101385"/>
                </a:lnTo>
                <a:cubicBezTo>
                  <a:pt x="325314" y="104519"/>
                  <a:pt x="318413" y="102704"/>
                  <a:pt x="315283" y="97334"/>
                </a:cubicBezTo>
                <a:cubicBezTo>
                  <a:pt x="312153" y="91963"/>
                  <a:pt x="313966" y="85070"/>
                  <a:pt x="319336" y="81937"/>
                </a:cubicBezTo>
                <a:lnTo>
                  <a:pt x="386882" y="42535"/>
                </a:lnTo>
                <a:lnTo>
                  <a:pt x="386882" y="61983"/>
                </a:lnTo>
                <a:lnTo>
                  <a:pt x="319336" y="22582"/>
                </a:lnTo>
                <a:cubicBezTo>
                  <a:pt x="313966" y="19449"/>
                  <a:pt x="312153" y="12556"/>
                  <a:pt x="315283" y="7185"/>
                </a:cubicBezTo>
                <a:cubicBezTo>
                  <a:pt x="318413" y="1815"/>
                  <a:pt x="325314" y="0"/>
                  <a:pt x="330683" y="3133"/>
                </a:cubicBezTo>
              </a:path>
            </a:pathLst>
          </a:custGeom>
          <a:solidFill xmlns:a="http://schemas.openxmlformats.org/drawingml/2006/main">
            <a:srgbClr val="D77D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353">
            <a:extLst xmlns:a="http://schemas.openxmlformats.org/drawingml/2006/main">
              <a:ext uri="{FF2B5EF4-FFF2-40B4-BE49-F238E27FC236}">
                <a16:creationId xmlns:a16="http://schemas.microsoft.com/office/drawing/2014/main" id="{109C9A65-A053-4867-B00F-625FD00A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11" y="4075168"/>
            <a:ext cx="1551870" cy="793085"/>
          </a:xfrm>
          <a:custGeom xmlns:a="http://schemas.openxmlformats.org/drawingml/2006/main">
            <a:pathLst>
              <a:path w="1551870" h="793085">
                <a:moveTo>
                  <a:pt x="0" y="102633"/>
                </a:moveTo>
                <a:cubicBezTo>
                  <a:pt x="0" y="45950"/>
                  <a:pt x="45954" y="0"/>
                  <a:pt x="102636" y="0"/>
                </a:cubicBezTo>
                <a:lnTo>
                  <a:pt x="1449245" y="0"/>
                </a:lnTo>
                <a:cubicBezTo>
                  <a:pt x="1505926" y="0"/>
                  <a:pt x="1551870" y="45950"/>
                  <a:pt x="1551870" y="102633"/>
                </a:cubicBezTo>
                <a:lnTo>
                  <a:pt x="1551870" y="690452"/>
                </a:lnTo>
                <a:cubicBezTo>
                  <a:pt x="1551870" y="747135"/>
                  <a:pt x="1505926" y="793085"/>
                  <a:pt x="1449245" y="793085"/>
                </a:cubicBezTo>
                <a:lnTo>
                  <a:pt x="102636" y="793085"/>
                </a:lnTo>
                <a:cubicBezTo>
                  <a:pt x="45954" y="793085"/>
                  <a:pt x="0" y="747135"/>
                  <a:pt x="0" y="690452"/>
                </a:cubicBezTo>
                <a:lnTo>
                  <a:pt x="0" y="102633"/>
                </a:lnTo>
              </a:path>
            </a:pathLst>
          </a:custGeom>
          <a:solidFill xmlns:a="http://schemas.openxmlformats.org/drawingml/2006/main">
            <a:srgbClr val="5794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text-354 Adopt">
            <a:extLst xmlns:a="http://schemas.openxmlformats.org/drawingml/2006/main">
              <a:ext uri="{FF2B5EF4-FFF2-40B4-BE49-F238E27FC236}">
                <a16:creationId xmlns:a16="http://schemas.microsoft.com/office/drawing/2014/main" id="{2610E752-1C71-4DE6-81A4-C935D09F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0528" y="4131398"/>
            <a:ext cx="546501" cy="252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Adopt</a:t>
            </a:r>
          </a:p>
        </p:txBody>
      </p:sp>
      <p:sp>
        <p:nvSpPr>
          <p:cNvPr id="466" name="text-355 Adopt">
            <a:extLst xmlns:a="http://schemas.openxmlformats.org/drawingml/2006/main">
              <a:ext uri="{FF2B5EF4-FFF2-40B4-BE49-F238E27FC236}">
                <a16:creationId xmlns:a16="http://schemas.microsoft.com/office/drawing/2014/main" id="{28B0FE70-50B9-44AC-9931-7B0CEC88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0528" y="4131398"/>
            <a:ext cx="546501" cy="252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Adopt</a:t>
            </a:r>
          </a:p>
        </p:txBody>
      </p:sp>
      <p:sp>
        <p:nvSpPr>
          <p:cNvPr id="467" name="text-356 v">
            <a:extLst xmlns:a="http://schemas.openxmlformats.org/drawingml/2006/main">
              <a:ext uri="{FF2B5EF4-FFF2-40B4-BE49-F238E27FC236}">
                <a16:creationId xmlns:a16="http://schemas.microsoft.com/office/drawing/2014/main" id="{697CC2A3-CE45-48E1-B26D-FEB8E587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634" y="4131523"/>
            <a:ext cx="120044" cy="252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v</a:t>
            </a:r>
          </a:p>
        </p:txBody>
      </p:sp>
      <p:sp>
        <p:nvSpPr>
          <p:cNvPr id="468" name="text-357 v">
            <a:extLst xmlns:a="http://schemas.openxmlformats.org/drawingml/2006/main">
              <a:ext uri="{FF2B5EF4-FFF2-40B4-BE49-F238E27FC236}">
                <a16:creationId xmlns:a16="http://schemas.microsoft.com/office/drawing/2014/main" id="{1F202DA6-1E91-4CD6-B7C2-2F46CF0B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634" y="4131523"/>
            <a:ext cx="120044" cy="252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v</a:t>
            </a:r>
          </a:p>
        </p:txBody>
      </p:sp>
      <p:sp>
        <p:nvSpPr>
          <p:cNvPr id="469" name="text-358 alidated">
            <a:extLst xmlns:a="http://schemas.openxmlformats.org/drawingml/2006/main">
              <a:ext uri="{FF2B5EF4-FFF2-40B4-BE49-F238E27FC236}">
                <a16:creationId xmlns:a16="http://schemas.microsoft.com/office/drawing/2014/main" id="{E33BBE53-DBFC-4F6B-879E-27325A1F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4880" y="4131453"/>
            <a:ext cx="712350" cy="25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alidated</a:t>
            </a:r>
          </a:p>
        </p:txBody>
      </p:sp>
      <p:sp>
        <p:nvSpPr>
          <p:cNvPr id="470" name="text-359 alidated">
            <a:extLst xmlns:a="http://schemas.openxmlformats.org/drawingml/2006/main">
              <a:ext uri="{FF2B5EF4-FFF2-40B4-BE49-F238E27FC236}">
                <a16:creationId xmlns:a16="http://schemas.microsoft.com/office/drawing/2014/main" id="{89B17ABD-C3C3-449A-BB01-B1FCE5E1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4880" y="4131453"/>
            <a:ext cx="712350" cy="25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alidated</a:t>
            </a:r>
          </a:p>
        </p:txBody>
      </p:sp>
      <p:sp>
        <p:nvSpPr>
          <p:cNvPr id="471" name="text-360 Harness">
            <a:extLst xmlns:a="http://schemas.openxmlformats.org/drawingml/2006/main">
              <a:ext uri="{FF2B5EF4-FFF2-40B4-BE49-F238E27FC236}">
                <a16:creationId xmlns:a16="http://schemas.microsoft.com/office/drawing/2014/main" id="{09E5B767-AC98-44F6-8062-AB0EF980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4862" y="4347651"/>
            <a:ext cx="718251" cy="252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472" name="text-361 Harness">
            <a:extLst xmlns:a="http://schemas.openxmlformats.org/drawingml/2006/main">
              <a:ext uri="{FF2B5EF4-FFF2-40B4-BE49-F238E27FC236}">
                <a16:creationId xmlns:a16="http://schemas.microsoft.com/office/drawing/2014/main" id="{95B27E75-2B8F-4617-8C48-CBF06A99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4862" y="4347651"/>
            <a:ext cx="718251" cy="252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473" name="text-362 Update">
            <a:extLst xmlns:a="http://schemas.openxmlformats.org/drawingml/2006/main">
              <a:ext uri="{FF2B5EF4-FFF2-40B4-BE49-F238E27FC236}">
                <a16:creationId xmlns:a16="http://schemas.microsoft.com/office/drawing/2014/main" id="{895742E7-270B-40BA-BAB6-5F5D2DC9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4296" y="3380875"/>
            <a:ext cx="756261" cy="296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Update</a:t>
            </a:r>
          </a:p>
        </p:txBody>
      </p:sp>
      <p:sp>
        <p:nvSpPr>
          <p:cNvPr id="474" name="text-362 harness">
            <a:extLst xmlns:a="http://schemas.openxmlformats.org/drawingml/2006/main">
              <a:ext uri="{FF2B5EF4-FFF2-40B4-BE49-F238E27FC236}">
                <a16:creationId xmlns:a16="http://schemas.microsoft.com/office/drawing/2014/main" id="{F25ECFFB-667C-4189-89E3-F8FF22BB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3968" y="3381023"/>
            <a:ext cx="803348" cy="296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475" name="text-363 Update">
            <a:extLst xmlns:a="http://schemas.openxmlformats.org/drawingml/2006/main">
              <a:ext uri="{FF2B5EF4-FFF2-40B4-BE49-F238E27FC236}">
                <a16:creationId xmlns:a16="http://schemas.microsoft.com/office/drawing/2014/main" id="{408BA535-0CEC-464F-A5F8-F54D04FA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4296" y="3380875"/>
            <a:ext cx="756261" cy="296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8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Update</a:t>
            </a:r>
          </a:p>
        </p:txBody>
      </p:sp>
      <p:sp>
        <p:nvSpPr>
          <p:cNvPr id="476" name="text-363 harness">
            <a:extLst xmlns:a="http://schemas.openxmlformats.org/drawingml/2006/main">
              <a:ext uri="{FF2B5EF4-FFF2-40B4-BE49-F238E27FC236}">
                <a16:creationId xmlns:a16="http://schemas.microsoft.com/office/drawing/2014/main" id="{25E34647-CDE6-4AFF-A6A6-4287C96E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3968" y="3381023"/>
            <a:ext cx="803348" cy="296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defRPr>
            </a:pPr>
            <a:r>
              <a:rPr sz="1667" b="0" i="0">
                <a:solidFill>
                  <a:srgbClr val="101216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477" name="path-364">
            <a:extLst xmlns:a="http://schemas.openxmlformats.org/drawingml/2006/main">
              <a:ext uri="{FF2B5EF4-FFF2-40B4-BE49-F238E27FC236}">
                <a16:creationId xmlns:a16="http://schemas.microsoft.com/office/drawing/2014/main" id="{F8DFECE7-2931-49F0-9DEE-78A381DB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8971" y="5947409"/>
            <a:ext cx="1383569" cy="497344"/>
          </a:xfrm>
          <a:custGeom xmlns:a="http://schemas.openxmlformats.org/drawingml/2006/main">
            <a:pathLst>
              <a:path w="1383569" h="497344">
                <a:moveTo>
                  <a:pt x="0" y="71985"/>
                </a:moveTo>
                <a:cubicBezTo>
                  <a:pt x="0" y="32228"/>
                  <a:pt x="32221" y="0"/>
                  <a:pt x="71983" y="0"/>
                </a:cubicBezTo>
                <a:lnTo>
                  <a:pt x="1311576" y="0"/>
                </a:lnTo>
                <a:cubicBezTo>
                  <a:pt x="1351337" y="0"/>
                  <a:pt x="1383569" y="32228"/>
                  <a:pt x="1383569" y="71985"/>
                </a:cubicBezTo>
                <a:lnTo>
                  <a:pt x="1383569" y="425359"/>
                </a:lnTo>
                <a:cubicBezTo>
                  <a:pt x="1383569" y="465115"/>
                  <a:pt x="1351337" y="497344"/>
                  <a:pt x="1311576" y="497344"/>
                </a:cubicBezTo>
                <a:lnTo>
                  <a:pt x="71983" y="497344"/>
                </a:lnTo>
                <a:cubicBezTo>
                  <a:pt x="32221" y="497344"/>
                  <a:pt x="0" y="465115"/>
                  <a:pt x="0" y="425359"/>
                </a:cubicBezTo>
                <a:lnTo>
                  <a:pt x="0" y="71985"/>
                </a:lnTo>
              </a:path>
            </a:pathLst>
          </a:custGeom>
          <a:solidFill xmlns:a="http://schemas.openxmlformats.org/drawingml/2006/main">
            <a:srgbClr val="8A71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text-365 Question">
            <a:extLst xmlns:a="http://schemas.openxmlformats.org/drawingml/2006/main">
              <a:ext uri="{FF2B5EF4-FFF2-40B4-BE49-F238E27FC236}">
                <a16:creationId xmlns:a16="http://schemas.microsoft.com/office/drawing/2014/main" id="{16B95170-B2BE-45F8-B315-87C9F675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134" y="5966441"/>
            <a:ext cx="793477" cy="251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479" name="text-366 Question">
            <a:extLst xmlns:a="http://schemas.openxmlformats.org/drawingml/2006/main">
              <a:ext uri="{FF2B5EF4-FFF2-40B4-BE49-F238E27FC236}">
                <a16:creationId xmlns:a16="http://schemas.microsoft.com/office/drawing/2014/main" id="{E70F9579-DAC7-4057-A382-83679F0D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134" y="5966441"/>
            <a:ext cx="793477" cy="251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480" name="text-367 Generation">
            <a:extLst xmlns:a="http://schemas.openxmlformats.org/drawingml/2006/main">
              <a:ext uri="{FF2B5EF4-FFF2-40B4-BE49-F238E27FC236}">
                <a16:creationId xmlns:a16="http://schemas.microsoft.com/office/drawing/2014/main" id="{F6C7BE2F-82EE-400E-81E2-A70D947C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2006" y="6179511"/>
            <a:ext cx="950125" cy="252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481" name="text-368 Generation">
            <a:extLst xmlns:a="http://schemas.openxmlformats.org/drawingml/2006/main">
              <a:ext uri="{FF2B5EF4-FFF2-40B4-BE49-F238E27FC236}">
                <a16:creationId xmlns:a16="http://schemas.microsoft.com/office/drawing/2014/main" id="{8069FD28-699C-4D43-98FA-6081E434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2006" y="6179511"/>
            <a:ext cx="950125" cy="252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pic>
        <p:nvPic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875D29C7-5B73-423A-9813-7987CA73E0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dc182ecfc41f7"/>
          <a:stretch xmlns:a="http://schemas.openxmlformats.org/drawingml/2006/main"/>
        </p:blipFill>
        <p:spPr>
          <a:xfrm xmlns:a="http://schemas.openxmlformats.org/drawingml/2006/main">
            <a:off x="11192705" y="4484568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83" name="path-370">
            <a:extLst xmlns:a="http://schemas.openxmlformats.org/drawingml/2006/main">
              <a:ext uri="{FF2B5EF4-FFF2-40B4-BE49-F238E27FC236}">
                <a16:creationId xmlns:a16="http://schemas.microsoft.com/office/drawing/2014/main" id="{773874B1-B1E4-4245-A200-0074F2CD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3775" y="4622249"/>
            <a:ext cx="148417" cy="135059"/>
          </a:xfrm>
          <a:custGeom xmlns:a="http://schemas.openxmlformats.org/drawingml/2006/main">
            <a:pathLst>
              <a:path w="148417" h="135059">
                <a:moveTo>
                  <a:pt x="115666" y="108344"/>
                </a:moveTo>
                <a:cubicBezTo>
                  <a:pt x="115204" y="110455"/>
                  <a:pt x="114874" y="112285"/>
                  <a:pt x="114677" y="113836"/>
                </a:cubicBezTo>
                <a:cubicBezTo>
                  <a:pt x="114479" y="115386"/>
                  <a:pt x="114380" y="117414"/>
                  <a:pt x="114380" y="119921"/>
                </a:cubicBezTo>
                <a:cubicBezTo>
                  <a:pt x="114380" y="122691"/>
                  <a:pt x="115023" y="124719"/>
                  <a:pt x="116309" y="126006"/>
                </a:cubicBezTo>
                <a:cubicBezTo>
                  <a:pt x="117595" y="127292"/>
                  <a:pt x="119690" y="128133"/>
                  <a:pt x="122592" y="128529"/>
                </a:cubicBezTo>
                <a:lnTo>
                  <a:pt x="121207" y="135059"/>
                </a:lnTo>
                <a:lnTo>
                  <a:pt x="71438" y="135059"/>
                </a:lnTo>
                <a:lnTo>
                  <a:pt x="72823" y="128529"/>
                </a:lnTo>
                <a:cubicBezTo>
                  <a:pt x="76583" y="127473"/>
                  <a:pt x="79353" y="125626"/>
                  <a:pt x="81134" y="122988"/>
                </a:cubicBezTo>
                <a:cubicBezTo>
                  <a:pt x="82915" y="120349"/>
                  <a:pt x="84597" y="115468"/>
                  <a:pt x="86181" y="108344"/>
                </a:cubicBezTo>
                <a:lnTo>
                  <a:pt x="94492" y="70547"/>
                </a:lnTo>
                <a:lnTo>
                  <a:pt x="52539" y="70547"/>
                </a:lnTo>
                <a:lnTo>
                  <a:pt x="44228" y="108344"/>
                </a:lnTo>
                <a:cubicBezTo>
                  <a:pt x="43766" y="110521"/>
                  <a:pt x="43437" y="112368"/>
                  <a:pt x="43239" y="113885"/>
                </a:cubicBezTo>
                <a:cubicBezTo>
                  <a:pt x="43041" y="115402"/>
                  <a:pt x="42942" y="117414"/>
                  <a:pt x="42942" y="119921"/>
                </a:cubicBezTo>
                <a:cubicBezTo>
                  <a:pt x="42942" y="122691"/>
                  <a:pt x="43585" y="124719"/>
                  <a:pt x="44871" y="126006"/>
                </a:cubicBezTo>
                <a:cubicBezTo>
                  <a:pt x="46158" y="127292"/>
                  <a:pt x="48252" y="128133"/>
                  <a:pt x="51154" y="128529"/>
                </a:cubicBezTo>
                <a:lnTo>
                  <a:pt x="49769" y="135059"/>
                </a:lnTo>
                <a:lnTo>
                  <a:pt x="0" y="135059"/>
                </a:lnTo>
                <a:lnTo>
                  <a:pt x="1385" y="128529"/>
                </a:lnTo>
                <a:cubicBezTo>
                  <a:pt x="5145" y="127473"/>
                  <a:pt x="7916" y="125626"/>
                  <a:pt x="9697" y="122988"/>
                </a:cubicBezTo>
                <a:cubicBezTo>
                  <a:pt x="11478" y="120349"/>
                  <a:pt x="13160" y="115468"/>
                  <a:pt x="14743" y="108344"/>
                </a:cubicBezTo>
                <a:lnTo>
                  <a:pt x="32751" y="26715"/>
                </a:lnTo>
                <a:cubicBezTo>
                  <a:pt x="33608" y="22823"/>
                  <a:pt x="34037" y="18964"/>
                  <a:pt x="34037" y="15138"/>
                </a:cubicBezTo>
                <a:cubicBezTo>
                  <a:pt x="34037" y="12368"/>
                  <a:pt x="33394" y="10340"/>
                  <a:pt x="32107" y="9053"/>
                </a:cubicBezTo>
                <a:cubicBezTo>
                  <a:pt x="30821" y="7767"/>
                  <a:pt x="28727" y="6926"/>
                  <a:pt x="25824" y="6530"/>
                </a:cubicBezTo>
                <a:lnTo>
                  <a:pt x="27210" y="0"/>
                </a:lnTo>
                <a:lnTo>
                  <a:pt x="76979" y="0"/>
                </a:lnTo>
                <a:lnTo>
                  <a:pt x="75594" y="6530"/>
                </a:lnTo>
                <a:cubicBezTo>
                  <a:pt x="71834" y="7586"/>
                  <a:pt x="69063" y="9433"/>
                  <a:pt x="67282" y="12071"/>
                </a:cubicBezTo>
                <a:cubicBezTo>
                  <a:pt x="65501" y="14710"/>
                  <a:pt x="63819" y="19591"/>
                  <a:pt x="62236" y="26715"/>
                </a:cubicBezTo>
                <a:lnTo>
                  <a:pt x="55310" y="58080"/>
                </a:lnTo>
                <a:lnTo>
                  <a:pt x="97262" y="58080"/>
                </a:lnTo>
                <a:lnTo>
                  <a:pt x="104188" y="26715"/>
                </a:lnTo>
                <a:cubicBezTo>
                  <a:pt x="105046" y="22823"/>
                  <a:pt x="105475" y="18964"/>
                  <a:pt x="105475" y="15138"/>
                </a:cubicBezTo>
                <a:cubicBezTo>
                  <a:pt x="105475" y="12368"/>
                  <a:pt x="104832" y="10340"/>
                  <a:pt x="103545" y="9053"/>
                </a:cubicBezTo>
                <a:cubicBezTo>
                  <a:pt x="102259" y="7767"/>
                  <a:pt x="100165" y="6926"/>
                  <a:pt x="97262" y="6530"/>
                </a:cubicBezTo>
                <a:lnTo>
                  <a:pt x="98648" y="0"/>
                </a:lnTo>
                <a:lnTo>
                  <a:pt x="148417" y="0"/>
                </a:lnTo>
                <a:lnTo>
                  <a:pt x="147031" y="6530"/>
                </a:lnTo>
                <a:cubicBezTo>
                  <a:pt x="143271" y="7586"/>
                  <a:pt x="140501" y="9433"/>
                  <a:pt x="138720" y="12071"/>
                </a:cubicBezTo>
                <a:cubicBezTo>
                  <a:pt x="136939" y="14710"/>
                  <a:pt x="135257" y="19591"/>
                  <a:pt x="133674" y="26715"/>
                </a:cubicBezTo>
                <a:lnTo>
                  <a:pt x="115666" y="1083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path-371">
            <a:extLst xmlns:a="http://schemas.openxmlformats.org/drawingml/2006/main">
              <a:ext uri="{FF2B5EF4-FFF2-40B4-BE49-F238E27FC236}">
                <a16:creationId xmlns:a16="http://schemas.microsoft.com/office/drawing/2014/main" id="{7F9F6E3F-11BF-4B08-9F8D-123538B9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5511" y="4711784"/>
            <a:ext cx="50879" cy="89896"/>
          </a:xfrm>
          <a:custGeom xmlns:a="http://schemas.openxmlformats.org/drawingml/2006/main">
            <a:pathLst>
              <a:path w="50879" h="89896">
                <a:moveTo>
                  <a:pt x="45591" y="75747"/>
                </a:moveTo>
                <a:cubicBezTo>
                  <a:pt x="40780" y="81035"/>
                  <a:pt x="36361" y="84716"/>
                  <a:pt x="32336" y="86788"/>
                </a:cubicBezTo>
                <a:cubicBezTo>
                  <a:pt x="28310" y="88860"/>
                  <a:pt x="23558" y="89896"/>
                  <a:pt x="18079" y="89896"/>
                </a:cubicBezTo>
                <a:cubicBezTo>
                  <a:pt x="12648" y="89896"/>
                  <a:pt x="8480" y="88503"/>
                  <a:pt x="5574" y="85716"/>
                </a:cubicBezTo>
                <a:cubicBezTo>
                  <a:pt x="2668" y="82929"/>
                  <a:pt x="1215" y="79082"/>
                  <a:pt x="1215" y="74175"/>
                </a:cubicBezTo>
                <a:cubicBezTo>
                  <a:pt x="1215" y="71936"/>
                  <a:pt x="1382" y="69804"/>
                  <a:pt x="1715" y="67780"/>
                </a:cubicBezTo>
                <a:cubicBezTo>
                  <a:pt x="2049" y="65755"/>
                  <a:pt x="2739" y="62432"/>
                  <a:pt x="3787" y="57811"/>
                </a:cubicBezTo>
                <a:lnTo>
                  <a:pt x="11148" y="26797"/>
                </a:lnTo>
                <a:lnTo>
                  <a:pt x="0" y="26797"/>
                </a:lnTo>
                <a:lnTo>
                  <a:pt x="1358" y="21009"/>
                </a:lnTo>
                <a:cubicBezTo>
                  <a:pt x="4693" y="21009"/>
                  <a:pt x="7217" y="20700"/>
                  <a:pt x="8932" y="20080"/>
                </a:cubicBezTo>
                <a:cubicBezTo>
                  <a:pt x="10648" y="19461"/>
                  <a:pt x="12089" y="18532"/>
                  <a:pt x="13256" y="17293"/>
                </a:cubicBezTo>
                <a:cubicBezTo>
                  <a:pt x="14423" y="16055"/>
                  <a:pt x="15554" y="14173"/>
                  <a:pt x="16650" y="11648"/>
                </a:cubicBezTo>
                <a:cubicBezTo>
                  <a:pt x="17746" y="9123"/>
                  <a:pt x="19032" y="5240"/>
                  <a:pt x="20509" y="0"/>
                </a:cubicBezTo>
                <a:lnTo>
                  <a:pt x="37659" y="0"/>
                </a:lnTo>
                <a:lnTo>
                  <a:pt x="33515" y="17865"/>
                </a:lnTo>
                <a:lnTo>
                  <a:pt x="50879" y="17865"/>
                </a:lnTo>
                <a:lnTo>
                  <a:pt x="48950" y="26797"/>
                </a:lnTo>
                <a:lnTo>
                  <a:pt x="31442" y="26797"/>
                </a:lnTo>
                <a:lnTo>
                  <a:pt x="24511" y="55381"/>
                </a:lnTo>
                <a:cubicBezTo>
                  <a:pt x="23320" y="60288"/>
                  <a:pt x="22498" y="64016"/>
                  <a:pt x="22045" y="66565"/>
                </a:cubicBezTo>
                <a:cubicBezTo>
                  <a:pt x="21593" y="69114"/>
                  <a:pt x="21366" y="71269"/>
                  <a:pt x="21366" y="73032"/>
                </a:cubicBezTo>
                <a:cubicBezTo>
                  <a:pt x="21366" y="75271"/>
                  <a:pt x="21771" y="76903"/>
                  <a:pt x="22581" y="77927"/>
                </a:cubicBezTo>
                <a:cubicBezTo>
                  <a:pt x="23391" y="78951"/>
                  <a:pt x="24582" y="79463"/>
                  <a:pt x="26154" y="79463"/>
                </a:cubicBezTo>
                <a:cubicBezTo>
                  <a:pt x="28298" y="79463"/>
                  <a:pt x="30501" y="78701"/>
                  <a:pt x="32764" y="77177"/>
                </a:cubicBezTo>
                <a:cubicBezTo>
                  <a:pt x="35027" y="75652"/>
                  <a:pt x="37469" y="73294"/>
                  <a:pt x="40089" y="70102"/>
                </a:cubicBezTo>
                <a:lnTo>
                  <a:pt x="45591" y="757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path-372">
            <a:extLst xmlns:a="http://schemas.openxmlformats.org/drawingml/2006/main">
              <a:ext uri="{FF2B5EF4-FFF2-40B4-BE49-F238E27FC236}">
                <a16:creationId xmlns:a16="http://schemas.microsoft.com/office/drawing/2014/main" id="{8593EE83-B2DC-42A7-B731-19255577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722" y="4622249"/>
            <a:ext cx="148417" cy="135059"/>
          </a:xfrm>
          <a:custGeom xmlns:a="http://schemas.openxmlformats.org/drawingml/2006/main">
            <a:pathLst>
              <a:path w="148417" h="135059">
                <a:moveTo>
                  <a:pt x="115666" y="108344"/>
                </a:moveTo>
                <a:cubicBezTo>
                  <a:pt x="115204" y="110455"/>
                  <a:pt x="114874" y="112285"/>
                  <a:pt x="114677" y="113836"/>
                </a:cubicBezTo>
                <a:cubicBezTo>
                  <a:pt x="114479" y="115386"/>
                  <a:pt x="114380" y="117414"/>
                  <a:pt x="114380" y="119921"/>
                </a:cubicBezTo>
                <a:cubicBezTo>
                  <a:pt x="114380" y="122691"/>
                  <a:pt x="115023" y="124719"/>
                  <a:pt x="116309" y="126006"/>
                </a:cubicBezTo>
                <a:cubicBezTo>
                  <a:pt x="117595" y="127292"/>
                  <a:pt x="119690" y="128133"/>
                  <a:pt x="122592" y="128529"/>
                </a:cubicBezTo>
                <a:lnTo>
                  <a:pt x="121207" y="135059"/>
                </a:lnTo>
                <a:lnTo>
                  <a:pt x="71438" y="135059"/>
                </a:lnTo>
                <a:lnTo>
                  <a:pt x="72823" y="128529"/>
                </a:lnTo>
                <a:cubicBezTo>
                  <a:pt x="76583" y="127473"/>
                  <a:pt x="79353" y="125626"/>
                  <a:pt x="81134" y="122988"/>
                </a:cubicBezTo>
                <a:cubicBezTo>
                  <a:pt x="82915" y="120349"/>
                  <a:pt x="84597" y="115468"/>
                  <a:pt x="86181" y="108344"/>
                </a:cubicBezTo>
                <a:lnTo>
                  <a:pt x="94492" y="70547"/>
                </a:lnTo>
                <a:lnTo>
                  <a:pt x="52539" y="70547"/>
                </a:lnTo>
                <a:lnTo>
                  <a:pt x="44228" y="108344"/>
                </a:lnTo>
                <a:cubicBezTo>
                  <a:pt x="43766" y="110521"/>
                  <a:pt x="43437" y="112368"/>
                  <a:pt x="43239" y="113885"/>
                </a:cubicBezTo>
                <a:cubicBezTo>
                  <a:pt x="43041" y="115402"/>
                  <a:pt x="42942" y="117414"/>
                  <a:pt x="42942" y="119921"/>
                </a:cubicBezTo>
                <a:cubicBezTo>
                  <a:pt x="42942" y="122691"/>
                  <a:pt x="43585" y="124719"/>
                  <a:pt x="44871" y="126006"/>
                </a:cubicBezTo>
                <a:cubicBezTo>
                  <a:pt x="46158" y="127292"/>
                  <a:pt x="48252" y="128133"/>
                  <a:pt x="51154" y="128529"/>
                </a:cubicBezTo>
                <a:lnTo>
                  <a:pt x="49769" y="135059"/>
                </a:lnTo>
                <a:lnTo>
                  <a:pt x="0" y="135059"/>
                </a:lnTo>
                <a:lnTo>
                  <a:pt x="1385" y="128529"/>
                </a:lnTo>
                <a:cubicBezTo>
                  <a:pt x="5145" y="127473"/>
                  <a:pt x="7916" y="125626"/>
                  <a:pt x="9697" y="122988"/>
                </a:cubicBezTo>
                <a:cubicBezTo>
                  <a:pt x="11478" y="120349"/>
                  <a:pt x="13160" y="115468"/>
                  <a:pt x="14743" y="108344"/>
                </a:cubicBezTo>
                <a:lnTo>
                  <a:pt x="32751" y="26715"/>
                </a:lnTo>
                <a:cubicBezTo>
                  <a:pt x="33608" y="22823"/>
                  <a:pt x="34037" y="18964"/>
                  <a:pt x="34037" y="15138"/>
                </a:cubicBezTo>
                <a:cubicBezTo>
                  <a:pt x="34037" y="12368"/>
                  <a:pt x="33394" y="10340"/>
                  <a:pt x="32107" y="9053"/>
                </a:cubicBezTo>
                <a:cubicBezTo>
                  <a:pt x="30821" y="7767"/>
                  <a:pt x="28727" y="6926"/>
                  <a:pt x="25824" y="6530"/>
                </a:cubicBezTo>
                <a:lnTo>
                  <a:pt x="27210" y="0"/>
                </a:lnTo>
                <a:lnTo>
                  <a:pt x="76979" y="0"/>
                </a:lnTo>
                <a:lnTo>
                  <a:pt x="75594" y="6530"/>
                </a:lnTo>
                <a:cubicBezTo>
                  <a:pt x="71834" y="7586"/>
                  <a:pt x="69063" y="9433"/>
                  <a:pt x="67282" y="12071"/>
                </a:cubicBezTo>
                <a:cubicBezTo>
                  <a:pt x="65501" y="14710"/>
                  <a:pt x="63819" y="19591"/>
                  <a:pt x="62236" y="26715"/>
                </a:cubicBezTo>
                <a:lnTo>
                  <a:pt x="55310" y="58080"/>
                </a:lnTo>
                <a:lnTo>
                  <a:pt x="97262" y="58080"/>
                </a:lnTo>
                <a:lnTo>
                  <a:pt x="104188" y="26715"/>
                </a:lnTo>
                <a:cubicBezTo>
                  <a:pt x="105046" y="22823"/>
                  <a:pt x="105475" y="18964"/>
                  <a:pt x="105475" y="15138"/>
                </a:cubicBezTo>
                <a:cubicBezTo>
                  <a:pt x="105475" y="12368"/>
                  <a:pt x="104832" y="10340"/>
                  <a:pt x="103545" y="9053"/>
                </a:cubicBezTo>
                <a:cubicBezTo>
                  <a:pt x="102259" y="7767"/>
                  <a:pt x="100165" y="6926"/>
                  <a:pt x="97262" y="6530"/>
                </a:cubicBezTo>
                <a:lnTo>
                  <a:pt x="98648" y="0"/>
                </a:lnTo>
                <a:lnTo>
                  <a:pt x="148417" y="0"/>
                </a:lnTo>
                <a:lnTo>
                  <a:pt x="147031" y="6530"/>
                </a:lnTo>
                <a:cubicBezTo>
                  <a:pt x="143271" y="7586"/>
                  <a:pt x="140501" y="9433"/>
                  <a:pt x="138720" y="12071"/>
                </a:cubicBezTo>
                <a:cubicBezTo>
                  <a:pt x="136939" y="14710"/>
                  <a:pt x="135257" y="19591"/>
                  <a:pt x="133674" y="26715"/>
                </a:cubicBezTo>
                <a:lnTo>
                  <a:pt x="115666" y="1083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path-373">
            <a:extLst xmlns:a="http://schemas.openxmlformats.org/drawingml/2006/main">
              <a:ext uri="{FF2B5EF4-FFF2-40B4-BE49-F238E27FC236}">
                <a16:creationId xmlns:a16="http://schemas.microsoft.com/office/drawing/2014/main" id="{5FB90428-CD14-4018-BDDB-576B6A47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3457" y="4711784"/>
            <a:ext cx="50879" cy="89896"/>
          </a:xfrm>
          <a:custGeom xmlns:a="http://schemas.openxmlformats.org/drawingml/2006/main">
            <a:pathLst>
              <a:path w="50879" h="89896">
                <a:moveTo>
                  <a:pt x="45591" y="75747"/>
                </a:moveTo>
                <a:cubicBezTo>
                  <a:pt x="40780" y="81035"/>
                  <a:pt x="36361" y="84716"/>
                  <a:pt x="32336" y="86788"/>
                </a:cubicBezTo>
                <a:cubicBezTo>
                  <a:pt x="28310" y="88860"/>
                  <a:pt x="23558" y="89896"/>
                  <a:pt x="18079" y="89896"/>
                </a:cubicBezTo>
                <a:cubicBezTo>
                  <a:pt x="12648" y="89896"/>
                  <a:pt x="8480" y="88503"/>
                  <a:pt x="5574" y="85716"/>
                </a:cubicBezTo>
                <a:cubicBezTo>
                  <a:pt x="2668" y="82929"/>
                  <a:pt x="1215" y="79082"/>
                  <a:pt x="1215" y="74175"/>
                </a:cubicBezTo>
                <a:cubicBezTo>
                  <a:pt x="1215" y="71936"/>
                  <a:pt x="1382" y="69804"/>
                  <a:pt x="1715" y="67780"/>
                </a:cubicBezTo>
                <a:cubicBezTo>
                  <a:pt x="2049" y="65755"/>
                  <a:pt x="2739" y="62432"/>
                  <a:pt x="3787" y="57811"/>
                </a:cubicBezTo>
                <a:lnTo>
                  <a:pt x="11148" y="26797"/>
                </a:lnTo>
                <a:lnTo>
                  <a:pt x="0" y="26797"/>
                </a:lnTo>
                <a:lnTo>
                  <a:pt x="1358" y="21009"/>
                </a:lnTo>
                <a:cubicBezTo>
                  <a:pt x="4693" y="21009"/>
                  <a:pt x="7217" y="20700"/>
                  <a:pt x="8932" y="20080"/>
                </a:cubicBezTo>
                <a:cubicBezTo>
                  <a:pt x="10648" y="19461"/>
                  <a:pt x="12089" y="18532"/>
                  <a:pt x="13256" y="17293"/>
                </a:cubicBezTo>
                <a:cubicBezTo>
                  <a:pt x="14423" y="16055"/>
                  <a:pt x="15554" y="14173"/>
                  <a:pt x="16650" y="11648"/>
                </a:cubicBezTo>
                <a:cubicBezTo>
                  <a:pt x="17746" y="9123"/>
                  <a:pt x="19032" y="5240"/>
                  <a:pt x="20509" y="0"/>
                </a:cubicBezTo>
                <a:lnTo>
                  <a:pt x="37659" y="0"/>
                </a:lnTo>
                <a:lnTo>
                  <a:pt x="33515" y="17865"/>
                </a:lnTo>
                <a:lnTo>
                  <a:pt x="50879" y="17865"/>
                </a:lnTo>
                <a:lnTo>
                  <a:pt x="48950" y="26797"/>
                </a:lnTo>
                <a:lnTo>
                  <a:pt x="31442" y="26797"/>
                </a:lnTo>
                <a:lnTo>
                  <a:pt x="24511" y="55381"/>
                </a:lnTo>
                <a:cubicBezTo>
                  <a:pt x="23320" y="60288"/>
                  <a:pt x="22498" y="64016"/>
                  <a:pt x="22045" y="66565"/>
                </a:cubicBezTo>
                <a:cubicBezTo>
                  <a:pt x="21593" y="69114"/>
                  <a:pt x="21366" y="71269"/>
                  <a:pt x="21366" y="73032"/>
                </a:cubicBezTo>
                <a:cubicBezTo>
                  <a:pt x="21366" y="75271"/>
                  <a:pt x="21771" y="76903"/>
                  <a:pt x="22581" y="77927"/>
                </a:cubicBezTo>
                <a:cubicBezTo>
                  <a:pt x="23391" y="78951"/>
                  <a:pt x="24582" y="79463"/>
                  <a:pt x="26154" y="79463"/>
                </a:cubicBezTo>
                <a:cubicBezTo>
                  <a:pt x="28298" y="79463"/>
                  <a:pt x="30501" y="78701"/>
                  <a:pt x="32764" y="77177"/>
                </a:cubicBezTo>
                <a:cubicBezTo>
                  <a:pt x="35027" y="75652"/>
                  <a:pt x="37469" y="73294"/>
                  <a:pt x="40089" y="70102"/>
                </a:cubicBezTo>
                <a:lnTo>
                  <a:pt x="45591" y="757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path-374">
            <a:extLst xmlns:a="http://schemas.openxmlformats.org/drawingml/2006/main">
              <a:ext uri="{FF2B5EF4-FFF2-40B4-BE49-F238E27FC236}">
                <a16:creationId xmlns:a16="http://schemas.microsoft.com/office/drawing/2014/main" id="{02127B76-B8AF-4EC1-BF2F-00656DD0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9090" y="4715643"/>
            <a:ext cx="82322" cy="86109"/>
          </a:xfrm>
          <a:custGeom xmlns:a="http://schemas.openxmlformats.org/drawingml/2006/main">
            <a:pathLst>
              <a:path w="82322" h="86109">
                <a:moveTo>
                  <a:pt x="46949" y="48521"/>
                </a:moveTo>
                <a:lnTo>
                  <a:pt x="46949" y="86109"/>
                </a:lnTo>
                <a:lnTo>
                  <a:pt x="35373" y="86109"/>
                </a:lnTo>
                <a:lnTo>
                  <a:pt x="35373" y="48521"/>
                </a:lnTo>
                <a:lnTo>
                  <a:pt x="0" y="48521"/>
                </a:lnTo>
                <a:lnTo>
                  <a:pt x="0" y="37588"/>
                </a:lnTo>
                <a:lnTo>
                  <a:pt x="35373" y="37588"/>
                </a:lnTo>
                <a:lnTo>
                  <a:pt x="35373" y="0"/>
                </a:lnTo>
                <a:lnTo>
                  <a:pt x="46949" y="0"/>
                </a:lnTo>
                <a:lnTo>
                  <a:pt x="46949" y="37588"/>
                </a:lnTo>
                <a:lnTo>
                  <a:pt x="82322" y="37588"/>
                </a:lnTo>
                <a:lnTo>
                  <a:pt x="82322" y="48521"/>
                </a:lnTo>
                <a:lnTo>
                  <a:pt x="46949" y="4852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375">
            <a:extLst xmlns:a="http://schemas.openxmlformats.org/drawingml/2006/main">
              <a:ext uri="{FF2B5EF4-FFF2-40B4-BE49-F238E27FC236}">
                <a16:creationId xmlns:a16="http://schemas.microsoft.com/office/drawing/2014/main" id="{A9153540-D568-4A01-A243-3710FA83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5681" y="4701851"/>
            <a:ext cx="65957" cy="98686"/>
          </a:xfrm>
          <a:custGeom xmlns:a="http://schemas.openxmlformats.org/drawingml/2006/main">
            <a:pathLst>
              <a:path w="65957" h="98686">
                <a:moveTo>
                  <a:pt x="46020" y="78749"/>
                </a:moveTo>
                <a:cubicBezTo>
                  <a:pt x="46020" y="81512"/>
                  <a:pt x="46175" y="83596"/>
                  <a:pt x="46485" y="85001"/>
                </a:cubicBezTo>
                <a:cubicBezTo>
                  <a:pt x="46794" y="86407"/>
                  <a:pt x="47342" y="87550"/>
                  <a:pt x="48128" y="88432"/>
                </a:cubicBezTo>
                <a:cubicBezTo>
                  <a:pt x="48914" y="89313"/>
                  <a:pt x="50046" y="90004"/>
                  <a:pt x="51523" y="90504"/>
                </a:cubicBezTo>
                <a:cubicBezTo>
                  <a:pt x="52999" y="91004"/>
                  <a:pt x="54857" y="91385"/>
                  <a:pt x="57096" y="91647"/>
                </a:cubicBezTo>
                <a:cubicBezTo>
                  <a:pt x="59335" y="91909"/>
                  <a:pt x="62289" y="92088"/>
                  <a:pt x="65957" y="92183"/>
                </a:cubicBezTo>
                <a:lnTo>
                  <a:pt x="65957" y="98686"/>
                </a:lnTo>
                <a:lnTo>
                  <a:pt x="4288" y="98686"/>
                </a:lnTo>
                <a:lnTo>
                  <a:pt x="4288" y="92183"/>
                </a:lnTo>
                <a:cubicBezTo>
                  <a:pt x="9576" y="91945"/>
                  <a:pt x="13351" y="91623"/>
                  <a:pt x="15614" y="91218"/>
                </a:cubicBezTo>
                <a:cubicBezTo>
                  <a:pt x="17877" y="90814"/>
                  <a:pt x="19604" y="90206"/>
                  <a:pt x="20795" y="89396"/>
                </a:cubicBezTo>
                <a:cubicBezTo>
                  <a:pt x="21986" y="88586"/>
                  <a:pt x="22855" y="87443"/>
                  <a:pt x="23403" y="85966"/>
                </a:cubicBezTo>
                <a:cubicBezTo>
                  <a:pt x="23951" y="84489"/>
                  <a:pt x="24225" y="82084"/>
                  <a:pt x="24225" y="78749"/>
                </a:cubicBezTo>
                <a:lnTo>
                  <a:pt x="24225" y="27083"/>
                </a:lnTo>
                <a:cubicBezTo>
                  <a:pt x="24225" y="25130"/>
                  <a:pt x="23856" y="23725"/>
                  <a:pt x="23117" y="22867"/>
                </a:cubicBezTo>
                <a:cubicBezTo>
                  <a:pt x="22379" y="22010"/>
                  <a:pt x="21366" y="21581"/>
                  <a:pt x="20080" y="21581"/>
                </a:cubicBezTo>
                <a:cubicBezTo>
                  <a:pt x="18889" y="21581"/>
                  <a:pt x="17210" y="22129"/>
                  <a:pt x="15042" y="23224"/>
                </a:cubicBezTo>
                <a:cubicBezTo>
                  <a:pt x="12875" y="24320"/>
                  <a:pt x="9314" y="26559"/>
                  <a:pt x="4359" y="29942"/>
                </a:cubicBezTo>
                <a:lnTo>
                  <a:pt x="0" y="22367"/>
                </a:lnTo>
                <a:lnTo>
                  <a:pt x="37302" y="0"/>
                </a:lnTo>
                <a:lnTo>
                  <a:pt x="46449" y="0"/>
                </a:lnTo>
                <a:cubicBezTo>
                  <a:pt x="46163" y="4573"/>
                  <a:pt x="46020" y="10910"/>
                  <a:pt x="46020" y="19008"/>
                </a:cubicBezTo>
                <a:lnTo>
                  <a:pt x="46020" y="7874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" name="path-376">
            <a:extLst xmlns:a="http://schemas.openxmlformats.org/drawingml/2006/main">
              <a:ext uri="{FF2B5EF4-FFF2-40B4-BE49-F238E27FC236}">
                <a16:creationId xmlns:a16="http://schemas.microsoft.com/office/drawing/2014/main" id="{4766EB83-073D-474C-811D-178F9674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958" y="4639789"/>
            <a:ext cx="319200" cy="104517"/>
          </a:xfrm>
          <a:custGeom xmlns:a="http://schemas.openxmlformats.org/drawingml/2006/main">
            <a:pathLst>
              <a:path w="319200" h="104517">
                <a:moveTo>
                  <a:pt x="0" y="41000"/>
                </a:moveTo>
                <a:lnTo>
                  <a:pt x="296865" y="41001"/>
                </a:lnTo>
                <a:lnTo>
                  <a:pt x="296865" y="63517"/>
                </a:lnTo>
                <a:lnTo>
                  <a:pt x="0" y="63515"/>
                </a:lnTo>
                <a:lnTo>
                  <a:pt x="0" y="41000"/>
                </a:lnTo>
                <a:moveTo>
                  <a:pt x="234993" y="3133"/>
                </a:moveTo>
                <a:lnTo>
                  <a:pt x="319200" y="52259"/>
                </a:lnTo>
                <a:lnTo>
                  <a:pt x="234993" y="101384"/>
                </a:lnTo>
                <a:cubicBezTo>
                  <a:pt x="229623" y="104517"/>
                  <a:pt x="222723" y="102703"/>
                  <a:pt x="219592" y="97332"/>
                </a:cubicBezTo>
                <a:cubicBezTo>
                  <a:pt x="216463" y="91962"/>
                  <a:pt x="218276" y="85068"/>
                  <a:pt x="223644" y="81937"/>
                </a:cubicBezTo>
                <a:lnTo>
                  <a:pt x="291191" y="42535"/>
                </a:lnTo>
                <a:lnTo>
                  <a:pt x="291191" y="61982"/>
                </a:lnTo>
                <a:lnTo>
                  <a:pt x="223644" y="22580"/>
                </a:lnTo>
                <a:cubicBezTo>
                  <a:pt x="218276" y="19447"/>
                  <a:pt x="216463" y="12554"/>
                  <a:pt x="219592" y="7184"/>
                </a:cubicBezTo>
                <a:cubicBezTo>
                  <a:pt x="222723" y="1813"/>
                  <a:pt x="229623" y="0"/>
                  <a:pt x="234993" y="313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text-377 For">
            <a:extLst xmlns:a="http://schemas.openxmlformats.org/drawingml/2006/main">
              <a:ext uri="{FF2B5EF4-FFF2-40B4-BE49-F238E27FC236}">
                <a16:creationId xmlns:a16="http://schemas.microsoft.com/office/drawing/2014/main" id="{30E8C343-D3CF-4579-8C07-2620657F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2859" y="4971608"/>
            <a:ext cx="323017" cy="252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For</a:t>
            </a:r>
          </a:p>
        </p:txBody>
      </p:sp>
      <p:sp>
        <p:nvSpPr>
          <p:cNvPr id="491" name="text-377 next">
            <a:extLst xmlns:a="http://schemas.openxmlformats.org/drawingml/2006/main">
              <a:ext uri="{FF2B5EF4-FFF2-40B4-BE49-F238E27FC236}">
                <a16:creationId xmlns:a16="http://schemas.microsoft.com/office/drawing/2014/main" id="{5E99AE1A-B765-4641-990D-0D43FC99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7542" y="4971465"/>
            <a:ext cx="416908" cy="252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next</a:t>
            </a:r>
          </a:p>
        </p:txBody>
      </p:sp>
      <p:sp>
        <p:nvSpPr>
          <p:cNvPr id="492" name="text-377 cycle">
            <a:extLst xmlns:a="http://schemas.openxmlformats.org/drawingml/2006/main">
              <a:ext uri="{FF2B5EF4-FFF2-40B4-BE49-F238E27FC236}">
                <a16:creationId xmlns:a16="http://schemas.microsoft.com/office/drawing/2014/main" id="{275136A8-F4A5-4ACC-BA11-5C452B6F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4880" y="4971167"/>
            <a:ext cx="460383" cy="252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defRPr>
            </a:pPr>
            <a:r>
              <a:rPr sz="1422" b="0" i="0">
                <a:solidFill>
                  <a:srgbClr val="69717B"/>
                </a:solidFill>
                <a:latin typeface="Comic Sans MS"/>
                <a:ea typeface="Comic Sans MS"/>
                <a:cs typeface="Comic Sans MS"/>
              </a:rPr>
              <a:t>cycle</a:t>
            </a:r>
          </a:p>
        </p:txBody>
      </p:sp>
      <p:sp>
        <p:nvSpPr>
          <p:cNvPr id="493" name="text-378 Oracle">
            <a:extLst xmlns:a="http://schemas.openxmlformats.org/drawingml/2006/main">
              <a:ext uri="{FF2B5EF4-FFF2-40B4-BE49-F238E27FC236}">
                <a16:creationId xmlns:a16="http://schemas.microsoft.com/office/drawing/2014/main" id="{7AFFA70E-0247-4A6C-A879-C0202A7F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0284" y="1548902"/>
            <a:ext cx="559151" cy="236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Oracle</a:t>
            </a:r>
          </a:p>
        </p:txBody>
      </p:sp>
      <p:sp>
        <p:nvSpPr>
          <p:cNvPr id="494" name="text-379 Oracle">
            <a:extLst xmlns:a="http://schemas.openxmlformats.org/drawingml/2006/main">
              <a:ext uri="{FF2B5EF4-FFF2-40B4-BE49-F238E27FC236}">
                <a16:creationId xmlns:a16="http://schemas.microsoft.com/office/drawing/2014/main" id="{8E8BADC9-0529-424D-834E-8922840F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0284" y="1548902"/>
            <a:ext cx="559151" cy="236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Oracle</a:t>
            </a:r>
          </a:p>
        </p:txBody>
      </p:sp>
      <p:sp>
        <p:nvSpPr>
          <p:cNvPr id="495" name="text-380 Reliable?">
            <a:extLst xmlns:a="http://schemas.openxmlformats.org/drawingml/2006/main">
              <a:ext uri="{FF2B5EF4-FFF2-40B4-BE49-F238E27FC236}">
                <a16:creationId xmlns:a16="http://schemas.microsoft.com/office/drawing/2014/main" id="{AA718EAE-ECC5-4D33-A787-1C5169DF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4045" y="2147968"/>
            <a:ext cx="589006" cy="189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Reliable?</a:t>
            </a:r>
          </a:p>
        </p:txBody>
      </p:sp>
      <p:sp>
        <p:nvSpPr>
          <p:cNvPr id="496" name="text-381 Reliable?">
            <a:extLst xmlns:a="http://schemas.openxmlformats.org/drawingml/2006/main">
              <a:ext uri="{FF2B5EF4-FFF2-40B4-BE49-F238E27FC236}">
                <a16:creationId xmlns:a16="http://schemas.microsoft.com/office/drawing/2014/main" id="{814C34D0-0F08-4473-B082-4AC65E20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4045" y="2147968"/>
            <a:ext cx="589006" cy="189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Reliable?</a:t>
            </a:r>
          </a:p>
        </p:txBody>
      </p:sp>
      <p:pic>
        <p:nvPic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6D71D1C7-A05C-47E6-B258-E81D7C49C1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94bf876254910"/>
          <a:stretch xmlns:a="http://schemas.openxmlformats.org/drawingml/2006/main"/>
        </p:blipFill>
        <p:spPr>
          <a:xfrm xmlns:a="http://schemas.openxmlformats.org/drawingml/2006/main">
            <a:off x="5096705" y="1808043"/>
            <a:ext cx="400050" cy="333375"/>
          </a:xfrm>
          <a:prstGeom xmlns:a="http://schemas.openxmlformats.org/drawingml/2006/main" prst="rect">
            <a:avLst/>
          </a:prstGeom>
        </p:spPr>
      </p:pic>
      <p:sp>
        <p:nvSpPr>
          <p:cNvPr id="498" name="path-383">
            <a:extLst xmlns:a="http://schemas.openxmlformats.org/drawingml/2006/main">
              <a:ext uri="{FF2B5EF4-FFF2-40B4-BE49-F238E27FC236}">
                <a16:creationId xmlns:a16="http://schemas.microsoft.com/office/drawing/2014/main" id="{28CE377B-3B7B-4ADF-B55B-ABED0BFE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253" y="1625652"/>
            <a:ext cx="191" cy="658574"/>
          </a:xfrm>
          <a:custGeom xmlns:a="http://schemas.openxmlformats.org/drawingml/2006/main">
            <a:pathLst>
              <a:path w="191" h="658574">
                <a:moveTo>
                  <a:pt x="0" y="0"/>
                </a:moveTo>
                <a:lnTo>
                  <a:pt x="1" y="658574"/>
                </a:lnTo>
              </a:path>
            </a:pathLst>
          </a:custGeom>
          <a:noFill xmlns:a="http://schemas.openxmlformats.org/drawingml/2006/main"/>
          <a:ln xmlns:a="http://schemas.openxmlformats.org/drawingml/2006/main" w="5629">
            <a:solidFill>
              <a:srgbClr val="BFBFBF"/>
            </a:solidFill>
            <a:prstDash val="solid"/>
          </a:ln>
        </p:spPr>
      </p:sp>
      <p:sp>
        <p:nvSpPr>
          <p:cNvPr id="499" name="path-384">
            <a:extLst xmlns:a="http://schemas.openxmlformats.org/drawingml/2006/main">
              <a:ext uri="{FF2B5EF4-FFF2-40B4-BE49-F238E27FC236}">
                <a16:creationId xmlns:a16="http://schemas.microsoft.com/office/drawing/2014/main" id="{8AAC2AAE-C9D1-49A6-A707-F36BED60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070" y="1625652"/>
            <a:ext cx="191" cy="658574"/>
          </a:xfrm>
          <a:custGeom xmlns:a="http://schemas.openxmlformats.org/drawingml/2006/main">
            <a:pathLst>
              <a:path w="191" h="658574">
                <a:moveTo>
                  <a:pt x="0" y="0"/>
                </a:moveTo>
                <a:lnTo>
                  <a:pt x="1" y="658574"/>
                </a:lnTo>
              </a:path>
            </a:pathLst>
          </a:custGeom>
          <a:noFill xmlns:a="http://schemas.openxmlformats.org/drawingml/2006/main"/>
          <a:ln xmlns:a="http://schemas.openxmlformats.org/drawingml/2006/main" w="5629">
            <a:solidFill>
              <a:srgbClr val="BFBFBF"/>
            </a:solidFill>
            <a:prstDash val="solid"/>
          </a:ln>
        </p:spPr>
      </p:sp>
      <p:sp>
        <p:nvSpPr>
          <p:cNvPr id="500" name="path-385">
            <a:extLst xmlns:a="http://schemas.openxmlformats.org/drawingml/2006/main">
              <a:ext uri="{FF2B5EF4-FFF2-40B4-BE49-F238E27FC236}">
                <a16:creationId xmlns:a16="http://schemas.microsoft.com/office/drawing/2014/main" id="{6D45C616-1ECF-4703-9048-B709F7A4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37" y="1625652"/>
            <a:ext cx="191" cy="658574"/>
          </a:xfrm>
          <a:custGeom xmlns:a="http://schemas.openxmlformats.org/drawingml/2006/main">
            <a:pathLst>
              <a:path w="191" h="658574">
                <a:moveTo>
                  <a:pt x="0" y="0"/>
                </a:moveTo>
                <a:lnTo>
                  <a:pt x="1" y="658574"/>
                </a:lnTo>
              </a:path>
            </a:pathLst>
          </a:custGeom>
          <a:noFill xmlns:a="http://schemas.openxmlformats.org/drawingml/2006/main"/>
          <a:ln xmlns:a="http://schemas.openxmlformats.org/drawingml/2006/main" w="5629">
            <a:solidFill>
              <a:srgbClr val="BFBFBF"/>
            </a:solidFill>
            <a:prstDash val="solid"/>
          </a:ln>
        </p:spPr>
      </p:sp>
      <p:pic>
        <p:nvPic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4420A17C-6E2E-4615-8363-1DB1B073E3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b2a843907480e"/>
          <a:stretch xmlns:a="http://schemas.openxmlformats.org/drawingml/2006/main"/>
        </p:blipFill>
        <p:spPr>
          <a:xfrm xmlns:a="http://schemas.openxmlformats.org/drawingml/2006/main">
            <a:off x="4391855" y="1798518"/>
            <a:ext cx="352425" cy="361950"/>
          </a:xfrm>
          <a:prstGeom xmlns:a="http://schemas.openxmlformats.org/drawingml/2006/main" prst="rect">
            <a:avLst/>
          </a:prstGeom>
        </p:spPr>
      </p:pic>
      <p:sp>
        <p:nvSpPr>
          <p:cNvPr id="502" name="path-387">
            <a:extLst xmlns:a="http://schemas.openxmlformats.org/drawingml/2006/main">
              <a:ext uri="{FF2B5EF4-FFF2-40B4-BE49-F238E27FC236}">
                <a16:creationId xmlns:a16="http://schemas.microsoft.com/office/drawing/2014/main" id="{89E16C7F-9B73-49C1-87B9-7192B7F5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850" y="1798603"/>
            <a:ext cx="412595" cy="335833"/>
          </a:xfrm>
          <a:custGeom xmlns:a="http://schemas.openxmlformats.org/drawingml/2006/main">
            <a:pathLst>
              <a:path w="412595" h="335833">
                <a:moveTo>
                  <a:pt x="0" y="335833"/>
                </a:moveTo>
                <a:lnTo>
                  <a:pt x="412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575">
            <a:solidFill>
              <a:srgbClr val="D77D94"/>
            </a:solidFill>
            <a:prstDash val="solid"/>
          </a:ln>
        </p:spPr>
      </p:sp>
      <p:sp>
        <p:nvSpPr>
          <p:cNvPr id="503" name="path-388">
            <a:extLst xmlns:a="http://schemas.openxmlformats.org/drawingml/2006/main">
              <a:ext uri="{FF2B5EF4-FFF2-40B4-BE49-F238E27FC236}">
                <a16:creationId xmlns:a16="http://schemas.microsoft.com/office/drawing/2014/main" id="{DA164B58-C683-4732-B916-EE93FECF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363" y="2529234"/>
            <a:ext cx="287123" cy="104518"/>
          </a:xfrm>
          <a:custGeom xmlns:a="http://schemas.openxmlformats.org/drawingml/2006/main">
            <a:pathLst>
              <a:path w="287123" h="104518">
                <a:moveTo>
                  <a:pt x="0" y="63517"/>
                </a:moveTo>
                <a:lnTo>
                  <a:pt x="264780" y="63515"/>
                </a:lnTo>
                <a:lnTo>
                  <a:pt x="264780" y="41001"/>
                </a:lnTo>
                <a:lnTo>
                  <a:pt x="0" y="41001"/>
                </a:lnTo>
                <a:lnTo>
                  <a:pt x="0" y="63517"/>
                </a:lnTo>
                <a:moveTo>
                  <a:pt x="202907" y="101385"/>
                </a:moveTo>
                <a:lnTo>
                  <a:pt x="287123" y="52258"/>
                </a:lnTo>
                <a:lnTo>
                  <a:pt x="202906" y="3132"/>
                </a:lnTo>
                <a:cubicBezTo>
                  <a:pt x="197536" y="0"/>
                  <a:pt x="190643" y="1814"/>
                  <a:pt x="187510" y="7184"/>
                </a:cubicBezTo>
                <a:cubicBezTo>
                  <a:pt x="184377" y="12555"/>
                  <a:pt x="186191" y="19448"/>
                  <a:pt x="191562" y="22581"/>
                </a:cubicBezTo>
                <a:lnTo>
                  <a:pt x="259108" y="61983"/>
                </a:lnTo>
                <a:lnTo>
                  <a:pt x="259108" y="42534"/>
                </a:lnTo>
                <a:lnTo>
                  <a:pt x="191562" y="81935"/>
                </a:lnTo>
                <a:cubicBezTo>
                  <a:pt x="186192" y="85068"/>
                  <a:pt x="184377" y="91961"/>
                  <a:pt x="187510" y="97333"/>
                </a:cubicBezTo>
                <a:cubicBezTo>
                  <a:pt x="190643" y="102703"/>
                  <a:pt x="197536" y="104518"/>
                  <a:pt x="202907" y="101385"/>
                </a:cubicBezTo>
              </a:path>
            </a:pathLst>
          </a:custGeom>
          <a:solidFill xmlns:a="http://schemas.openxmlformats.org/drawingml/2006/main">
            <a:srgbClr val="735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text-389 Coverage">
            <a:extLst xmlns:a="http://schemas.openxmlformats.org/drawingml/2006/main">
              <a:ext uri="{FF2B5EF4-FFF2-40B4-BE49-F238E27FC236}">
                <a16:creationId xmlns:a16="http://schemas.microsoft.com/office/drawing/2014/main" id="{C17680DE-94F1-4D09-A895-E9D7F639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9600" y="1549301"/>
            <a:ext cx="744662" cy="236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Coverage</a:t>
            </a:r>
          </a:p>
        </p:txBody>
      </p:sp>
      <p:sp>
        <p:nvSpPr>
          <p:cNvPr id="505" name="text-390 Coverage">
            <a:extLst xmlns:a="http://schemas.openxmlformats.org/drawingml/2006/main">
              <a:ext uri="{FF2B5EF4-FFF2-40B4-BE49-F238E27FC236}">
                <a16:creationId xmlns:a16="http://schemas.microsoft.com/office/drawing/2014/main" id="{FF00D345-0576-4B59-A2FA-B9107258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9600" y="1549301"/>
            <a:ext cx="744662" cy="236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2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Coverage</a:t>
            </a:r>
          </a:p>
        </p:txBody>
      </p:sp>
      <p:pic>
        <p:nvPic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4ADF7ADD-6E68-4760-87DF-C51FF45AEE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f81d05e2d493d"/>
          <a:stretch xmlns:a="http://schemas.openxmlformats.org/drawingml/2006/main"/>
        </p:blipFill>
        <p:spPr>
          <a:xfrm xmlns:a="http://schemas.openxmlformats.org/drawingml/2006/main">
            <a:off x="5830130" y="1731843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507" name="text-392 Type">
            <a:extLst xmlns:a="http://schemas.openxmlformats.org/drawingml/2006/main">
              <a:ext uri="{FF2B5EF4-FFF2-40B4-BE49-F238E27FC236}">
                <a16:creationId xmlns:a16="http://schemas.microsoft.com/office/drawing/2014/main" id="{EAC9420E-0BC8-46E3-99CA-9A9CCBBB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0665" y="2145566"/>
            <a:ext cx="331902" cy="18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Type</a:t>
            </a:r>
          </a:p>
        </p:txBody>
      </p:sp>
      <p:sp>
        <p:nvSpPr>
          <p:cNvPr id="508" name="text-392 mix">
            <a:extLst xmlns:a="http://schemas.openxmlformats.org/drawingml/2006/main">
              <a:ext uri="{FF2B5EF4-FFF2-40B4-BE49-F238E27FC236}">
                <a16:creationId xmlns:a16="http://schemas.microsoft.com/office/drawing/2014/main" id="{402E74D0-291F-4E43-ACBC-56A95D9C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9676" y="2144835"/>
            <a:ext cx="247652" cy="18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mix</a:t>
            </a:r>
          </a:p>
        </p:txBody>
      </p:sp>
      <p:sp>
        <p:nvSpPr>
          <p:cNvPr id="509" name="text-393 Type">
            <a:extLst xmlns:a="http://schemas.openxmlformats.org/drawingml/2006/main">
              <a:ext uri="{FF2B5EF4-FFF2-40B4-BE49-F238E27FC236}">
                <a16:creationId xmlns:a16="http://schemas.microsoft.com/office/drawing/2014/main" id="{F560B16D-2868-40C1-A7CC-7DD2A808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0665" y="2145566"/>
            <a:ext cx="331902" cy="188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Type</a:t>
            </a:r>
          </a:p>
        </p:txBody>
      </p:sp>
      <p:sp>
        <p:nvSpPr>
          <p:cNvPr id="510" name="text-393 mix">
            <a:extLst xmlns:a="http://schemas.openxmlformats.org/drawingml/2006/main">
              <a:ext uri="{FF2B5EF4-FFF2-40B4-BE49-F238E27FC236}">
                <a16:creationId xmlns:a16="http://schemas.microsoft.com/office/drawing/2014/main" id="{9B3DE0D7-B04A-4058-8699-EA50CDA1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9676" y="2144835"/>
            <a:ext cx="247652" cy="18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mix</a:t>
            </a:r>
          </a:p>
        </p:txBody>
      </p:sp>
      <p:sp>
        <p:nvSpPr>
          <p:cNvPr id="511" name="text-394 Difficulty">
            <a:extLst xmlns:a="http://schemas.openxmlformats.org/drawingml/2006/main">
              <a:ext uri="{FF2B5EF4-FFF2-40B4-BE49-F238E27FC236}">
                <a16:creationId xmlns:a16="http://schemas.microsoft.com/office/drawing/2014/main" id="{CD4E1619-254F-4483-8A6F-216C3CE8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8248" y="1548663"/>
            <a:ext cx="809225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Difficulty</a:t>
            </a:r>
          </a:p>
        </p:txBody>
      </p:sp>
      <p:sp>
        <p:nvSpPr>
          <p:cNvPr id="512" name="text-395 Difficulty">
            <a:extLst xmlns:a="http://schemas.openxmlformats.org/drawingml/2006/main">
              <a:ext uri="{FF2B5EF4-FFF2-40B4-BE49-F238E27FC236}">
                <a16:creationId xmlns:a16="http://schemas.microsoft.com/office/drawing/2014/main" id="{591E15D1-6F60-484F-9B27-DE29EC94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8248" y="1548663"/>
            <a:ext cx="809225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Difficulty</a:t>
            </a:r>
          </a:p>
        </p:txBody>
      </p:sp>
      <p:pic>
        <p:nvPic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AA83619A-2423-402B-A3E4-F46A1289E3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e8ee03b2b4bfc"/>
          <a:stretch xmlns:a="http://schemas.openxmlformats.org/drawingml/2006/main"/>
        </p:blipFill>
        <p:spPr>
          <a:xfrm xmlns:a="http://schemas.openxmlformats.org/drawingml/2006/main">
            <a:off x="6725480" y="1750893"/>
            <a:ext cx="485775" cy="485775"/>
          </a:xfrm>
          <a:prstGeom xmlns:a="http://schemas.openxmlformats.org/drawingml/2006/main" prst="rect">
            <a:avLst/>
          </a:prstGeom>
        </p:spPr>
      </p:pic>
      <p:sp>
        <p:nvSpPr>
          <p:cNvPr id="514" name="text-397 Solver">
            <a:extLst xmlns:a="http://schemas.openxmlformats.org/drawingml/2006/main">
              <a:ext uri="{FF2B5EF4-FFF2-40B4-BE49-F238E27FC236}">
                <a16:creationId xmlns:a16="http://schemas.microsoft.com/office/drawing/2014/main" id="{7F0A9B26-9D57-4993-9283-2885CD2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3279" y="2144614"/>
            <a:ext cx="432691" cy="19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515" name="text-397 acc.">
            <a:extLst xmlns:a="http://schemas.openxmlformats.org/drawingml/2006/main">
              <a:ext uri="{FF2B5EF4-FFF2-40B4-BE49-F238E27FC236}">
                <a16:creationId xmlns:a16="http://schemas.microsoft.com/office/drawing/2014/main" id="{D927200B-2387-4278-A422-40779A18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2096" y="2145944"/>
            <a:ext cx="264499" cy="188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acc.</a:t>
            </a:r>
          </a:p>
        </p:txBody>
      </p:sp>
      <p:sp>
        <p:nvSpPr>
          <p:cNvPr id="516" name="text-398 Solver">
            <a:extLst xmlns:a="http://schemas.openxmlformats.org/drawingml/2006/main">
              <a:ext uri="{FF2B5EF4-FFF2-40B4-BE49-F238E27FC236}">
                <a16:creationId xmlns:a16="http://schemas.microsoft.com/office/drawing/2014/main" id="{AC29BD96-8EC5-473B-BBD4-EF00AABB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3279" y="2144614"/>
            <a:ext cx="432691" cy="19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Solver</a:t>
            </a:r>
          </a:p>
        </p:txBody>
      </p:sp>
      <p:sp>
        <p:nvSpPr>
          <p:cNvPr id="517" name="text-398 acc.">
            <a:extLst xmlns:a="http://schemas.openxmlformats.org/drawingml/2006/main">
              <a:ext uri="{FF2B5EF4-FFF2-40B4-BE49-F238E27FC236}">
                <a16:creationId xmlns:a16="http://schemas.microsoft.com/office/drawing/2014/main" id="{BE64FA08-FA05-40F4-A322-44A35D49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2096" y="2145944"/>
            <a:ext cx="264499" cy="188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acc.</a:t>
            </a:r>
          </a:p>
        </p:txBody>
      </p:sp>
      <p:sp>
        <p:nvSpPr>
          <p:cNvPr id="518" name="text-399 Filtering">
            <a:extLst xmlns:a="http://schemas.openxmlformats.org/drawingml/2006/main">
              <a:ext uri="{FF2B5EF4-FFF2-40B4-BE49-F238E27FC236}">
                <a16:creationId xmlns:a16="http://schemas.microsoft.com/office/drawing/2014/main" id="{3843388D-74EA-449E-A1AD-A62972E4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0787" y="1548317"/>
            <a:ext cx="708585" cy="237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Filtering</a:t>
            </a:r>
          </a:p>
        </p:txBody>
      </p:sp>
      <p:sp>
        <p:nvSpPr>
          <p:cNvPr id="519" name="text-400 Filtering">
            <a:extLst xmlns:a="http://schemas.openxmlformats.org/drawingml/2006/main">
              <a:ext uri="{FF2B5EF4-FFF2-40B4-BE49-F238E27FC236}">
                <a16:creationId xmlns:a16="http://schemas.microsoft.com/office/drawing/2014/main" id="{A015C344-715C-4BD4-A7EE-194F154C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0787" y="1548317"/>
            <a:ext cx="708585" cy="237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3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Filtering</a:t>
            </a:r>
          </a:p>
        </p:txBody>
      </p:sp>
      <p:pic>
        <p:nvPic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77096760-92C7-44CF-AB13-10BC46704E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874f9aa674ba2"/>
          <a:stretch xmlns:a="http://schemas.openxmlformats.org/drawingml/2006/main"/>
        </p:blipFill>
        <p:spPr>
          <a:xfrm xmlns:a="http://schemas.openxmlformats.org/drawingml/2006/main">
            <a:off x="7620830" y="1760418"/>
            <a:ext cx="438150" cy="428625"/>
          </a:xfrm>
          <a:prstGeom xmlns:a="http://schemas.openxmlformats.org/drawingml/2006/main" prst="rect">
            <a:avLst/>
          </a:prstGeom>
        </p:spPr>
      </p:pic>
      <p:sp>
        <p:nvSpPr>
          <p:cNvPr id="521" name="text-402 Drop">
            <a:extLst xmlns:a="http://schemas.openxmlformats.org/drawingml/2006/main">
              <a:ext uri="{FF2B5EF4-FFF2-40B4-BE49-F238E27FC236}">
                <a16:creationId xmlns:a16="http://schemas.microsoft.com/office/drawing/2014/main" id="{474314B1-F6DE-4F94-B341-B2367574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1041" y="2145128"/>
            <a:ext cx="330308" cy="18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Drop</a:t>
            </a:r>
          </a:p>
        </p:txBody>
      </p:sp>
      <p:sp>
        <p:nvSpPr>
          <p:cNvPr id="522" name="text-402 rate">
            <a:extLst xmlns:a="http://schemas.openxmlformats.org/drawingml/2006/main">
              <a:ext uri="{FF2B5EF4-FFF2-40B4-BE49-F238E27FC236}">
                <a16:creationId xmlns:a16="http://schemas.microsoft.com/office/drawing/2014/main" id="{E32F6BAB-22F2-480B-9431-83C2CBDC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7214" y="2145512"/>
            <a:ext cx="295410" cy="188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rate</a:t>
            </a:r>
          </a:p>
        </p:txBody>
      </p:sp>
      <p:sp>
        <p:nvSpPr>
          <p:cNvPr id="523" name="text-403 Drop">
            <a:extLst xmlns:a="http://schemas.openxmlformats.org/drawingml/2006/main">
              <a:ext uri="{FF2B5EF4-FFF2-40B4-BE49-F238E27FC236}">
                <a16:creationId xmlns:a16="http://schemas.microsoft.com/office/drawing/2014/main" id="{64B3810F-5AFA-4B1A-8E16-3453B9F8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1041" y="2145128"/>
            <a:ext cx="330308" cy="18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Drop</a:t>
            </a:r>
          </a:p>
        </p:txBody>
      </p:sp>
      <p:sp>
        <p:nvSpPr>
          <p:cNvPr id="524" name="text-403 rate">
            <a:extLst xmlns:a="http://schemas.openxmlformats.org/drawingml/2006/main">
              <a:ext uri="{FF2B5EF4-FFF2-40B4-BE49-F238E27FC236}">
                <a16:creationId xmlns:a16="http://schemas.microsoft.com/office/drawing/2014/main" id="{9DD8298A-2584-4DB3-A432-B6AB9785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7214" y="2145512"/>
            <a:ext cx="295410" cy="188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rate</a:t>
            </a:r>
          </a:p>
        </p:txBody>
      </p:sp>
      <p:pic>
        <p:nvPic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0CE1C56D-21B9-4CE9-B79E-74C1F132CF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ac18d13aa4a39"/>
          <a:stretch xmlns:a="http://schemas.openxmlformats.org/drawingml/2006/main"/>
        </p:blipFill>
        <p:spPr>
          <a:xfrm xmlns:a="http://schemas.openxmlformats.org/drawingml/2006/main">
            <a:off x="8487605" y="5970468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0B505714-AF22-4D61-B819-8052FEDE4B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d5072fd9a411b"/>
          <a:stretch xmlns:a="http://schemas.openxmlformats.org/drawingml/2006/main"/>
        </p:blipFill>
        <p:spPr>
          <a:xfrm xmlns:a="http://schemas.openxmlformats.org/drawingml/2006/main">
            <a:off x="8992430" y="5970468"/>
            <a:ext cx="352425" cy="361950"/>
          </a:xfrm>
          <a:prstGeom xmlns:a="http://schemas.openxmlformats.org/drawingml/2006/main" prst="rect">
            <a:avLst/>
          </a:prstGeom>
        </p:spPr>
      </p:pic>
      <p:pic>
        <p:nvPic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FEC045B3-E3AF-4E36-A049-309CBFE267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8936e058240b8"/>
          <a:stretch xmlns:a="http://schemas.openxmlformats.org/drawingml/2006/main"/>
        </p:blipFill>
        <p:spPr>
          <a:xfrm xmlns:a="http://schemas.openxmlformats.org/drawingml/2006/main">
            <a:off x="9487730" y="5989518"/>
            <a:ext cx="333375" cy="323850"/>
          </a:xfrm>
          <a:prstGeom xmlns:a="http://schemas.openxmlformats.org/drawingml/2006/main" prst="rect">
            <a:avLst/>
          </a:prstGeom>
        </p:spPr>
      </p:pic>
      <p:sp>
        <p:nvSpPr>
          <p:cNvPr id="528" name="text-407 Quality">
            <a:extLst xmlns:a="http://schemas.openxmlformats.org/drawingml/2006/main">
              <a:ext uri="{FF2B5EF4-FFF2-40B4-BE49-F238E27FC236}">
                <a16:creationId xmlns:a16="http://schemas.microsoft.com/office/drawing/2014/main" id="{A381E81B-BD06-44C0-81EA-FD160A9C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4368" y="5706598"/>
            <a:ext cx="655239" cy="25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529" name="text-407 Checks">
            <a:extLst xmlns:a="http://schemas.openxmlformats.org/drawingml/2006/main">
              <a:ext uri="{FF2B5EF4-FFF2-40B4-BE49-F238E27FC236}">
                <a16:creationId xmlns:a16="http://schemas.microsoft.com/office/drawing/2014/main" id="{D388BD4E-A510-4ED4-961C-F5EAA576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1088" y="5706784"/>
            <a:ext cx="621219" cy="252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Checks</a:t>
            </a:r>
          </a:p>
        </p:txBody>
      </p:sp>
      <p:sp>
        <p:nvSpPr>
          <p:cNvPr id="530" name="text-408 Quality">
            <a:extLst xmlns:a="http://schemas.openxmlformats.org/drawingml/2006/main">
              <a:ext uri="{FF2B5EF4-FFF2-40B4-BE49-F238E27FC236}">
                <a16:creationId xmlns:a16="http://schemas.microsoft.com/office/drawing/2014/main" id="{669B5DB9-96F0-4382-9052-BD57CE03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4368" y="5706598"/>
            <a:ext cx="655239" cy="25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531" name="text-408 Checks">
            <a:extLst xmlns:a="http://schemas.openxmlformats.org/drawingml/2006/main">
              <a:ext uri="{FF2B5EF4-FFF2-40B4-BE49-F238E27FC236}">
                <a16:creationId xmlns:a16="http://schemas.microsoft.com/office/drawing/2014/main" id="{1878DDDF-17C2-4573-8DC3-A9C79F0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1088" y="5706784"/>
            <a:ext cx="621219" cy="252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Checks</a:t>
            </a:r>
          </a:p>
        </p:txBody>
      </p:sp>
      <p:pic>
        <p:nvPic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82B39348-F6C0-4EC4-A44B-DDA9C8DB0D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0f6672040478e"/>
          <a:stretch xmlns:a="http://schemas.openxmlformats.org/drawingml/2006/main"/>
        </p:blipFill>
        <p:spPr>
          <a:xfrm xmlns:a="http://schemas.openxmlformats.org/drawingml/2006/main">
            <a:off x="6344480" y="3894018"/>
            <a:ext cx="1152525" cy="1162050"/>
          </a:xfrm>
          <a:prstGeom xmlns:a="http://schemas.openxmlformats.org/drawingml/2006/main" prst="rect">
            <a:avLst/>
          </a:prstGeom>
        </p:spPr>
      </p:pic>
      <p:pic>
        <p:nvPic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8C264637-0A18-4014-BFB5-C5584A3967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a374b12014f2a"/>
          <a:stretch xmlns:a="http://schemas.openxmlformats.org/drawingml/2006/main"/>
        </p:blipFill>
        <p:spPr>
          <a:xfrm xmlns:a="http://schemas.openxmlformats.org/drawingml/2006/main">
            <a:off x="6468305" y="5560893"/>
            <a:ext cx="1019175" cy="1019175"/>
          </a:xfrm>
          <a:prstGeom xmlns:a="http://schemas.openxmlformats.org/drawingml/2006/main" prst="rect">
            <a:avLst/>
          </a:prstGeom>
        </p:spPr>
      </p:pic>
      <p:pic>
        <p:nvPic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081B11D-337E-49D9-A365-4D4FA93B1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9f48bc99d4c9c"/>
          <a:stretch xmlns:a="http://schemas.openxmlformats.org/drawingml/2006/main"/>
        </p:blipFill>
        <p:spPr>
          <a:xfrm xmlns:a="http://schemas.openxmlformats.org/drawingml/2006/main">
            <a:off x="3172655" y="474543"/>
            <a:ext cx="942975" cy="952500"/>
          </a:xfrm>
          <a:prstGeom xmlns:a="http://schemas.openxmlformats.org/drawingml/2006/main" prst="rect">
            <a:avLst/>
          </a:prstGeom>
        </p:spPr>
      </p:pic>
      <p:pic>
        <p:nvPic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89D0F27-A731-44A8-9664-E544ACF529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889f740424dc7"/>
          <a:stretch xmlns:a="http://schemas.openxmlformats.org/drawingml/2006/main"/>
        </p:blipFill>
        <p:spPr>
          <a:xfrm xmlns:a="http://schemas.openxmlformats.org/drawingml/2006/main">
            <a:off x="8611430" y="874593"/>
            <a:ext cx="1123950" cy="1123950"/>
          </a:xfrm>
          <a:prstGeom xmlns:a="http://schemas.openxmlformats.org/drawingml/2006/main" prst="rect">
            <a:avLst/>
          </a:prstGeom>
        </p:spPr>
      </p:pic>
      <p:pic>
        <p:nvPic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DDD90A0-BD65-4D23-B4B8-245B60E9DF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d8e7483074c3b"/>
          <a:stretch xmlns:a="http://schemas.openxmlformats.org/drawingml/2006/main"/>
        </p:blipFill>
        <p:spPr>
          <a:xfrm xmlns:a="http://schemas.openxmlformats.org/drawingml/2006/main">
            <a:off x="10916480" y="3627318"/>
            <a:ext cx="561975" cy="552450"/>
          </a:xfrm>
          <a:prstGeom xmlns:a="http://schemas.openxmlformats.org/drawingml/2006/main" prst="rect">
            <a:avLst/>
          </a:prstGeom>
        </p:spPr>
      </p:pic>
      <p:pic>
        <p:nvPic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AFAFF0E-35B3-4FEE-AC39-1CC24B431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21c75e879485e"/>
          <a:stretch xmlns:a="http://schemas.openxmlformats.org/drawingml/2006/main"/>
        </p:blipFill>
        <p:spPr>
          <a:xfrm xmlns:a="http://schemas.openxmlformats.org/drawingml/2006/main">
            <a:off x="12183305" y="3760668"/>
            <a:ext cx="904875" cy="895350"/>
          </a:xfrm>
          <a:prstGeom xmlns:a="http://schemas.openxmlformats.org/drawingml/2006/main" prst="rect">
            <a:avLst/>
          </a:prstGeom>
        </p:spPr>
      </p:pic>
      <p:pic>
        <p:nvPic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CD7F1B4-619B-4C26-AACA-BA75DD618D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a5525ef514b33"/>
          <a:stretch xmlns:a="http://schemas.openxmlformats.org/drawingml/2006/main"/>
        </p:blipFill>
        <p:spPr>
          <a:xfrm xmlns:a="http://schemas.openxmlformats.org/drawingml/2006/main">
            <a:off x="11002205" y="6132393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539" name="text-416 Memry">
            <a:extLst xmlns:a="http://schemas.openxmlformats.org/drawingml/2006/main">
              <a:ext uri="{FF2B5EF4-FFF2-40B4-BE49-F238E27FC236}">
                <a16:creationId xmlns:a16="http://schemas.microsoft.com/office/drawing/2014/main" id="{FF010536-105E-4846-942B-0C7C6656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6068" y="4818915"/>
            <a:ext cx="534014" cy="220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Memry</a:t>
            </a:r>
          </a:p>
        </p:txBody>
      </p:sp>
      <p:sp>
        <p:nvSpPr>
          <p:cNvPr id="540" name="text-417 Memry">
            <a:extLst xmlns:a="http://schemas.openxmlformats.org/drawingml/2006/main">
              <a:ext uri="{FF2B5EF4-FFF2-40B4-BE49-F238E27FC236}">
                <a16:creationId xmlns:a16="http://schemas.microsoft.com/office/drawing/2014/main" id="{1D4E4FB4-B374-4DBA-B8E8-81E3F096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6068" y="4818915"/>
            <a:ext cx="534014" cy="220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Memry</a:t>
            </a:r>
          </a:p>
        </p:txBody>
      </p:sp>
      <p:sp>
        <p:nvSpPr>
          <p:cNvPr id="541" name="text-420 Construction">
            <a:extLst xmlns:a="http://schemas.openxmlformats.org/drawingml/2006/main">
              <a:ext uri="{FF2B5EF4-FFF2-40B4-BE49-F238E27FC236}">
                <a16:creationId xmlns:a16="http://schemas.microsoft.com/office/drawing/2014/main" id="{9D17E3E0-AA60-4D5E-8569-E7FDF4BE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090" y="5010195"/>
            <a:ext cx="965394" cy="221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sp>
        <p:nvSpPr>
          <p:cNvPr id="542" name="text-421 Construction">
            <a:extLst xmlns:a="http://schemas.openxmlformats.org/drawingml/2006/main">
              <a:ext uri="{FF2B5EF4-FFF2-40B4-BE49-F238E27FC236}">
                <a16:creationId xmlns:a16="http://schemas.microsoft.com/office/drawing/2014/main" id="{C207F5E1-1AB6-42D2-8B5A-D109C0D9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090" y="5010195"/>
            <a:ext cx="965394" cy="221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4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pic>
        <p:nvPic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44997C5-71AC-4C7A-8EF4-301AC9EA3C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4a04dc38149a5"/>
          <a:stretch xmlns:a="http://schemas.openxmlformats.org/drawingml/2006/main"/>
        </p:blipFill>
        <p:spPr>
          <a:xfrm xmlns:a="http://schemas.openxmlformats.org/drawingml/2006/main">
            <a:off x="6411155" y="2417643"/>
            <a:ext cx="1733550" cy="323850"/>
          </a:xfrm>
          <a:prstGeom xmlns:a="http://schemas.openxmlformats.org/drawingml/2006/main" prst="rect">
            <a:avLst/>
          </a:prstGeom>
        </p:spPr>
      </p:pic>
      <p:sp>
        <p:nvSpPr>
          <p:cNvPr id="544" name="text-423 …">
            <a:extLst xmlns:a="http://schemas.openxmlformats.org/drawingml/2006/main">
              <a:ext uri="{FF2B5EF4-FFF2-40B4-BE49-F238E27FC236}">
                <a16:creationId xmlns:a16="http://schemas.microsoft.com/office/drawing/2014/main" id="{BF02DBBF-DE9A-406E-9A7C-A1FA5ADE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1386" y="2333075"/>
            <a:ext cx="231099" cy="37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  <p:sp>
        <p:nvSpPr>
          <p:cNvPr id="545" name="text-424 …">
            <a:extLst xmlns:a="http://schemas.openxmlformats.org/drawingml/2006/main">
              <a:ext uri="{FF2B5EF4-FFF2-40B4-BE49-F238E27FC236}">
                <a16:creationId xmlns:a16="http://schemas.microsoft.com/office/drawing/2014/main" id="{3DD13154-1F9E-4498-8030-C7FC3BED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1386" y="2333075"/>
            <a:ext cx="231099" cy="37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12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…</a:t>
            </a:r>
          </a:p>
        </p:txBody>
      </p:sp>
      <p:pic>
        <p:nvPic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17E5D7F7-5391-4547-BD73-46DB168964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32fe4d4c14c12"/>
          <a:stretch xmlns:a="http://schemas.openxmlformats.org/drawingml/2006/main"/>
        </p:blipFill>
        <p:spPr>
          <a:xfrm xmlns:a="http://schemas.openxmlformats.org/drawingml/2006/main">
            <a:off x="115130" y="6037143"/>
            <a:ext cx="1028700" cy="495300"/>
          </a:xfrm>
          <a:prstGeom xmlns:a="http://schemas.openxmlformats.org/drawingml/2006/main" prst="rect">
            <a:avLst/>
          </a:prstGeom>
        </p:spPr>
      </p:pic>
      <p:pic>
        <p:nvPic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27DD670C-A142-4EE5-8C7C-834E4314B3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b1cad9ed141df"/>
          <a:stretch xmlns:a="http://schemas.openxmlformats.org/drawingml/2006/main"/>
        </p:blipFill>
        <p:spPr>
          <a:xfrm xmlns:a="http://schemas.openxmlformats.org/drawingml/2006/main">
            <a:off x="1553405" y="6018093"/>
            <a:ext cx="1123950" cy="552450"/>
          </a:xfrm>
          <a:prstGeom xmlns:a="http://schemas.openxmlformats.org/drawingml/2006/main" prst="rect">
            <a:avLst/>
          </a:prstGeom>
        </p:spPr>
      </p:pic>
      <p:sp>
        <p:nvSpPr>
          <p:cNvPr id="548" name="path-427">
            <a:extLst xmlns:a="http://schemas.openxmlformats.org/drawingml/2006/main">
              <a:ext uri="{FF2B5EF4-FFF2-40B4-BE49-F238E27FC236}">
                <a16:creationId xmlns:a16="http://schemas.microsoft.com/office/drawing/2014/main" id="{FED33F07-2B5A-4B2A-B2AE-511580DC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144" y="6228944"/>
            <a:ext cx="223517" cy="104518"/>
          </a:xfrm>
          <a:custGeom xmlns:a="http://schemas.openxmlformats.org/drawingml/2006/main">
            <a:pathLst>
              <a:path w="223517" h="104518">
                <a:moveTo>
                  <a:pt x="0" y="41001"/>
                </a:moveTo>
                <a:lnTo>
                  <a:pt x="201176" y="41001"/>
                </a:lnTo>
                <a:lnTo>
                  <a:pt x="201176" y="63517"/>
                </a:lnTo>
                <a:lnTo>
                  <a:pt x="0" y="63516"/>
                </a:lnTo>
                <a:lnTo>
                  <a:pt x="0" y="41001"/>
                </a:lnTo>
                <a:moveTo>
                  <a:pt x="139302" y="3133"/>
                </a:moveTo>
                <a:lnTo>
                  <a:pt x="223517" y="52259"/>
                </a:lnTo>
                <a:lnTo>
                  <a:pt x="139301" y="101385"/>
                </a:lnTo>
                <a:cubicBezTo>
                  <a:pt x="133932" y="104518"/>
                  <a:pt x="127038" y="102704"/>
                  <a:pt x="123905" y="97333"/>
                </a:cubicBezTo>
                <a:cubicBezTo>
                  <a:pt x="120772" y="91962"/>
                  <a:pt x="122585" y="85069"/>
                  <a:pt x="127957" y="81937"/>
                </a:cubicBezTo>
                <a:lnTo>
                  <a:pt x="195504" y="42535"/>
                </a:lnTo>
                <a:lnTo>
                  <a:pt x="195504" y="61983"/>
                </a:lnTo>
                <a:lnTo>
                  <a:pt x="127957" y="22581"/>
                </a:lnTo>
                <a:cubicBezTo>
                  <a:pt x="122587" y="19449"/>
                  <a:pt x="120772" y="12555"/>
                  <a:pt x="123905" y="7185"/>
                </a:cubicBezTo>
                <a:cubicBezTo>
                  <a:pt x="127038" y="1814"/>
                  <a:pt x="133932" y="0"/>
                  <a:pt x="139302" y="3133"/>
                </a:cubicBezTo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path-428">
            <a:extLst xmlns:a="http://schemas.openxmlformats.org/drawingml/2006/main">
              <a:ext uri="{FF2B5EF4-FFF2-40B4-BE49-F238E27FC236}">
                <a16:creationId xmlns:a16="http://schemas.microsoft.com/office/drawing/2014/main" id="{93027258-F7BE-4727-B0A6-8F39DEDE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422" y="5039294"/>
            <a:ext cx="101644" cy="584657"/>
          </a:xfrm>
          <a:custGeom xmlns:a="http://schemas.openxmlformats.org/drawingml/2006/main">
            <a:pathLst>
              <a:path w="101644" h="584657">
                <a:moveTo>
                  <a:pt x="0" y="581268"/>
                </a:moveTo>
                <a:lnTo>
                  <a:pt x="0" y="584657"/>
                </a:lnTo>
                <a:lnTo>
                  <a:pt x="101644" y="584657"/>
                </a:lnTo>
                <a:lnTo>
                  <a:pt x="1016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515">
            <a:solidFill>
              <a:srgbClr val="C981A8"/>
            </a:solidFill>
            <a:prstDash val="solid"/>
          </a:ln>
        </p:spPr>
      </p:sp>
      <p:sp>
        <p:nvSpPr>
          <p:cNvPr id="550" name="path-429">
            <a:extLst xmlns:a="http://schemas.openxmlformats.org/drawingml/2006/main">
              <a:ext uri="{FF2B5EF4-FFF2-40B4-BE49-F238E27FC236}">
                <a16:creationId xmlns:a16="http://schemas.microsoft.com/office/drawing/2014/main" id="{9C470E96-EB88-41C1-BE87-D7A7A7B6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320" y="4993590"/>
            <a:ext cx="258334" cy="104480"/>
          </a:xfrm>
          <a:custGeom xmlns:a="http://schemas.openxmlformats.org/drawingml/2006/main">
            <a:pathLst>
              <a:path w="258334" h="104480">
                <a:moveTo>
                  <a:pt x="599" y="67977"/>
                </a:moveTo>
                <a:lnTo>
                  <a:pt x="236298" y="61706"/>
                </a:lnTo>
                <a:lnTo>
                  <a:pt x="235699" y="39198"/>
                </a:lnTo>
                <a:lnTo>
                  <a:pt x="0" y="45470"/>
                </a:lnTo>
                <a:lnTo>
                  <a:pt x="599" y="67977"/>
                </a:lnTo>
                <a:moveTo>
                  <a:pt x="175454" y="101207"/>
                </a:moveTo>
                <a:lnTo>
                  <a:pt x="258334" y="49858"/>
                </a:lnTo>
                <a:lnTo>
                  <a:pt x="172842" y="2989"/>
                </a:lnTo>
                <a:cubicBezTo>
                  <a:pt x="167389" y="0"/>
                  <a:pt x="160547" y="1997"/>
                  <a:pt x="157558" y="7449"/>
                </a:cubicBezTo>
                <a:cubicBezTo>
                  <a:pt x="154569" y="12901"/>
                  <a:pt x="156565" y="19744"/>
                  <a:pt x="162016" y="22733"/>
                </a:cubicBezTo>
                <a:lnTo>
                  <a:pt x="230587" y="60323"/>
                </a:lnTo>
                <a:lnTo>
                  <a:pt x="230070" y="40882"/>
                </a:lnTo>
                <a:lnTo>
                  <a:pt x="163596" y="82066"/>
                </a:lnTo>
                <a:cubicBezTo>
                  <a:pt x="158310" y="85341"/>
                  <a:pt x="156679" y="92280"/>
                  <a:pt x="159954" y="97566"/>
                </a:cubicBezTo>
                <a:cubicBezTo>
                  <a:pt x="163230" y="102851"/>
                  <a:pt x="170168" y="104480"/>
                  <a:pt x="175454" y="101207"/>
                </a:cubicBezTo>
              </a:path>
            </a:pathLst>
          </a:custGeom>
          <a:solidFill xmlns:a="http://schemas.openxmlformats.org/drawingml/2006/main">
            <a:srgbClr val="56957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C67ECE2-CA45-4B1B-950A-360F6F814A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b167519574dae"/>
          <a:stretch xmlns:a="http://schemas.openxmlformats.org/drawingml/2006/main"/>
        </p:blipFill>
        <p:spPr>
          <a:xfrm xmlns:a="http://schemas.openxmlformats.org/drawingml/2006/main">
            <a:off x="4191830" y="960318"/>
            <a:ext cx="361950" cy="352425"/>
          </a:xfrm>
          <a:prstGeom xmlns:a="http://schemas.openxmlformats.org/drawingml/2006/main" prst="rect">
            <a:avLst/>
          </a:prstGeom>
        </p:spPr>
      </p:pic>
      <p:pic>
        <p:nvPic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BA5DBAF6-E713-42FA-B27B-F8E140E315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32b23de574324"/>
          <a:stretch xmlns:a="http://schemas.openxmlformats.org/drawingml/2006/main"/>
        </p:blipFill>
        <p:spPr>
          <a:xfrm xmlns:a="http://schemas.openxmlformats.org/drawingml/2006/main">
            <a:off x="8773355" y="4132143"/>
            <a:ext cx="2619375" cy="485775"/>
          </a:xfrm>
          <a:prstGeom xmlns:a="http://schemas.openxmlformats.org/drawingml/2006/main" prst="rect">
            <a:avLst/>
          </a:prstGeom>
        </p:spPr>
      </p:pic>
      <p:pic>
        <p:nvPic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9E2A0F4-AC3E-409A-B769-3BFA1AAF32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de3a1ca6c42db"/>
          <a:stretch xmlns:a="http://schemas.openxmlformats.org/drawingml/2006/main"/>
        </p:blipFill>
        <p:spPr>
          <a:xfrm xmlns:a="http://schemas.openxmlformats.org/drawingml/2006/main">
            <a:off x="12249980" y="2760543"/>
            <a:ext cx="152400" cy="381000"/>
          </a:xfrm>
          <a:prstGeom xmlns:a="http://schemas.openxmlformats.org/drawingml/2006/main" prst="rect">
            <a:avLst/>
          </a:prstGeom>
        </p:spPr>
      </p:pic>
      <p:pic>
        <p:nvPic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0C9E20B-90E5-4EDC-9515-D79B4B1D71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cd4daaacf4418"/>
          <a:stretch xmlns:a="http://schemas.openxmlformats.org/drawingml/2006/main"/>
        </p:blipFill>
        <p:spPr>
          <a:xfrm xmlns:a="http://schemas.openxmlformats.org/drawingml/2006/main">
            <a:off x="12249980" y="2760543"/>
            <a:ext cx="152400" cy="381000"/>
          </a:xfrm>
          <a:prstGeom xmlns:a="http://schemas.openxmlformats.org/drawingml/2006/main" prst="rect">
            <a:avLst/>
          </a:prstGeom>
        </p:spPr>
      </p:pic>
      <p:pic>
        <p:nvPic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AC721A4A-3BC8-4644-A19B-35C26920A4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9e80ce14344c6"/>
          <a:stretch xmlns:a="http://schemas.openxmlformats.org/drawingml/2006/main"/>
        </p:blipFill>
        <p:spPr>
          <a:xfrm xmlns:a="http://schemas.openxmlformats.org/drawingml/2006/main">
            <a:off x="3829880" y="2760543"/>
            <a:ext cx="161925" cy="381000"/>
          </a:xfrm>
          <a:prstGeom xmlns:a="http://schemas.openxmlformats.org/drawingml/2006/main" prst="rect">
            <a:avLst/>
          </a:prstGeom>
        </p:spPr>
      </p:pic>
      <p:sp>
        <p:nvSpPr>
          <p:cNvPr id="556" name="text-435 Next">
            <a:extLst xmlns:a="http://schemas.openxmlformats.org/drawingml/2006/main">
              <a:ext uri="{FF2B5EF4-FFF2-40B4-BE49-F238E27FC236}">
                <a16:creationId xmlns:a16="http://schemas.microsoft.com/office/drawing/2014/main" id="{2EF148F5-1FFB-40DA-A179-958381F1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7954" y="2848029"/>
            <a:ext cx="466363" cy="25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Next</a:t>
            </a:r>
          </a:p>
        </p:txBody>
      </p:sp>
      <p:sp>
        <p:nvSpPr>
          <p:cNvPr id="557" name="text-435 generation">
            <a:extLst xmlns:a="http://schemas.openxmlformats.org/drawingml/2006/main">
              <a:ext uri="{FF2B5EF4-FFF2-40B4-BE49-F238E27FC236}">
                <a16:creationId xmlns:a16="http://schemas.microsoft.com/office/drawing/2014/main" id="{88C89FE9-D61E-4AA4-ABB6-011B67CA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916" y="2848139"/>
            <a:ext cx="923251" cy="252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558" name="text-435 cycle">
            <a:extLst xmlns:a="http://schemas.openxmlformats.org/drawingml/2006/main">
              <a:ext uri="{FF2B5EF4-FFF2-40B4-BE49-F238E27FC236}">
                <a16:creationId xmlns:a16="http://schemas.microsoft.com/office/drawing/2014/main" id="{D4927EA3-B1BA-485C-8F24-FBA8F90C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9282" y="2847717"/>
            <a:ext cx="460577" cy="25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cycle</a:t>
            </a:r>
          </a:p>
        </p:txBody>
      </p:sp>
      <p:sp>
        <p:nvSpPr>
          <p:cNvPr id="559" name="text-436 Next">
            <a:extLst xmlns:a="http://schemas.openxmlformats.org/drawingml/2006/main">
              <a:ext uri="{FF2B5EF4-FFF2-40B4-BE49-F238E27FC236}">
                <a16:creationId xmlns:a16="http://schemas.microsoft.com/office/drawing/2014/main" id="{BA2BE1FD-AF49-4BA5-80A4-7D774252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7954" y="2848029"/>
            <a:ext cx="466363" cy="25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20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Next</a:t>
            </a:r>
          </a:p>
        </p:txBody>
      </p:sp>
      <p:sp>
        <p:nvSpPr>
          <p:cNvPr id="560" name="text-436 generation">
            <a:extLst xmlns:a="http://schemas.openxmlformats.org/drawingml/2006/main">
              <a:ext uri="{FF2B5EF4-FFF2-40B4-BE49-F238E27FC236}">
                <a16:creationId xmlns:a16="http://schemas.microsoft.com/office/drawing/2014/main" id="{A7C16AF2-EC99-4F32-8A52-EF79E75B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916" y="2848139"/>
            <a:ext cx="923251" cy="252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19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sp>
        <p:nvSpPr>
          <p:cNvPr id="561" name="text-436 cycle">
            <a:extLst xmlns:a="http://schemas.openxmlformats.org/drawingml/2006/main">
              <a:ext uri="{FF2B5EF4-FFF2-40B4-BE49-F238E27FC236}">
                <a16:creationId xmlns:a16="http://schemas.microsoft.com/office/drawing/2014/main" id="{2B7B9AE7-6796-4360-8EEA-0EB450B1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9282" y="2847717"/>
            <a:ext cx="460577" cy="25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3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3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defRPr>
            </a:pPr>
            <a:r>
              <a:rPr sz="1423" b="0" i="0">
                <a:solidFill>
                  <a:srgbClr val="D77D94"/>
                </a:solidFill>
                <a:latin typeface="Comic Sans MS"/>
                <a:ea typeface="Comic Sans MS"/>
                <a:cs typeface="Comic Sans MS"/>
              </a:rPr>
              <a:t>cycle</a:t>
            </a:r>
          </a:p>
        </p:txBody>
      </p:sp>
    </p:spTree>
    <p:extLst>
      <p:ext uri="{BB962C8B-B14F-4D97-AF65-F5344CB8AC3E}">
        <p14:creationId xmlns:p14="http://schemas.microsoft.com/office/powerpoint/2010/main" val="1704659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2026-10-15T08:15:05.1990000Z</dcterms:created>
  <dcterms:modified xsi:type="dcterms:W3CDTF">2026-10-15T08:15:05.1990000Z</dcterms:modified>
</coreProperties>
</file>