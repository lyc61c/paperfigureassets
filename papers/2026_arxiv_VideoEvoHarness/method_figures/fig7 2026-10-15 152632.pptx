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865aab2f54409" /><Relationship Type="http://schemas.openxmlformats.org/officeDocument/2006/relationships/extended-properties" Target="/docProps/app.xml" Id="R72c32b6f6e0f475c" /><Relationship Type="http://schemas.openxmlformats.org/officeDocument/2006/relationships/officeDocument" Target="/ppt/presentation.xml" Id="R5a4b8bc54550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9887702984a99"/>
  </p:sldMasterIdLst>
  <p:notesMasterIdLst>
    <p:notesMasterId xmlns:r="http://schemas.openxmlformats.org/officeDocument/2006/relationships" r:id="Rea164559e4ac4c89"/>
  </p:notesMasterIdLst>
  <p:sldIdLst>
    <p:sldId xmlns:r="http://schemas.openxmlformats.org/officeDocument/2006/relationships" id="256" r:id="Re0096fee67544ece"/>
  </p:sldIdLst>
  <p:sldSz cx="8848725" cy="809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ab99739864fe9" /><Relationship Type="http://schemas.openxmlformats.org/officeDocument/2006/relationships/slideMaster" Target="/ppt/slideMasters/slideMaster1.xml" Id="R6959887702984a99" /><Relationship Type="http://schemas.openxmlformats.org/officeDocument/2006/relationships/notesMaster" Target="/ppt/notesMasters/notesMaster1.xml" Id="Rea164559e4ac4c89" /><Relationship Type="http://schemas.openxmlformats.org/officeDocument/2006/relationships/presProps" Target="/ppt/presProps.xml" Id="R501706069eb145a4" /><Relationship Type="http://schemas.openxmlformats.org/officeDocument/2006/relationships/tableStyles" Target="/ppt/tableStyles.xml" Id="R3eaa3a35ff824004" /><Relationship Type="http://schemas.openxmlformats.org/officeDocument/2006/relationships/slide" Target="/ppt/slides/slide1.xml" Id="Re0096fee6754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3e14e7b5d8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e7193936945ac" /><Relationship Type="http://schemas.openxmlformats.org/officeDocument/2006/relationships/notesMaster" Target="/ppt/notesMasters/notesMaster1.xml" Id="R64872ebdd18346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Evidence-based reasoning: retained qualitative case</a:t>
            </a:r>
          </a:p>
          <a:p xmlns:a="http://schemas.openxmlformats.org/drawingml/2006/main">
            <a:r>
              <a:t>Source: https://arxiv.org/abs/2610.15389v1</a:t>
            </a:r>
          </a:p>
          <a:p xmlns:a="http://schemas.openxmlformats.org/drawingml/2006/main">
            <a:r>
              <a:t>Approved image: fig7 2026-10-15 152632.png; SHA-256: a54ed644b6994e9bb22aff88323044971608f3d2b609554ff9d0d507aa394864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(31), whose internal pixels are not editable.</a:t>
            </a:r>
          </a:p>
          <a:p xmlns:a="http://schemas.openxmlformats.org/drawingml/2006/main">
            <a:r>
              <a:t>Font substitution: source PDF families mapped to Comic Sans MS,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783cb595d4d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41a780e5140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7faef7c7e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efea54a9e40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4d1f874d447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82637cd184a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C0212-39CC-4A7B-AF44-C9B1AA72C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4873" y="3058583"/>
            <a:ext cx="7078980" cy="1169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4CB0C2-0C18-48EF-80F4-7804490C2B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27309" y="4452938"/>
            <a:ext cx="6194108" cy="89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04AABE9-98B5-47F7-9E18-ABB2C57FA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4873" y="3373438"/>
            <a:ext cx="7078980" cy="134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CC8729-3B32-4ED6-84C9-1965BFE03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7741" y="629708"/>
            <a:ext cx="7853243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0C99AC-C51B-43E0-8EFD-AEADD76B6E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741" y="2248958"/>
            <a:ext cx="7853243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91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1pPr>
            <a:lvl2pPr marL="38713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2pPr>
            <a:lvl3pPr marL="60835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3pPr>
            <a:lvl4pPr marL="829568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4pPr>
            <a:lvl5pPr marL="1050786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5pPr>
            <a:lvl6pPr marL="127200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6pPr>
            <a:lvl7pPr marL="149322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7pPr>
            <a:lvl8pPr marL="171444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8pPr>
            <a:lvl9pPr marL="1935659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FE3468-36BB-419E-A657-9B81997D4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7741" y="629708"/>
            <a:ext cx="7853243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23FF8D-2E31-47DF-B694-4159A12C0B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741" y="2248958"/>
            <a:ext cx="3650099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91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1pPr>
            <a:lvl2pPr marL="38713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2pPr>
            <a:lvl3pPr marL="60835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3pPr>
            <a:lvl4pPr marL="829568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4pPr>
            <a:lvl5pPr marL="1050786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5pPr>
            <a:lvl6pPr marL="127200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6pPr>
            <a:lvl7pPr marL="149322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7pPr>
            <a:lvl8pPr marL="171444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8pPr>
            <a:lvl9pPr marL="1935659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551BFE-021A-411C-8D16-A34ABDC8D5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700885" y="2248958"/>
            <a:ext cx="3650099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2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91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1pPr>
            <a:lvl2pPr marL="38713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2pPr>
            <a:lvl3pPr marL="60835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3pPr>
            <a:lvl4pPr marL="829568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4pPr>
            <a:lvl5pPr marL="1050786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5pPr>
            <a:lvl6pPr marL="127200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6pPr>
            <a:lvl7pPr marL="149322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7pPr>
            <a:lvl8pPr marL="171444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8pPr>
            <a:lvl9pPr marL="1935659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0A8B6B-1301-4A2C-B4B1-31976732BA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7741" y="629708"/>
            <a:ext cx="7853243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1E5AF-128F-481E-813E-11F6B8895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741" y="2248958"/>
            <a:ext cx="3650099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3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591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1pPr>
            <a:lvl2pPr marL="38713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2pPr>
            <a:lvl3pPr marL="60835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3pPr>
            <a:lvl4pPr marL="829568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4pPr>
            <a:lvl5pPr marL="1050786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5pPr>
            <a:lvl6pPr marL="1272004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6pPr>
            <a:lvl7pPr marL="1493222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7pPr>
            <a:lvl8pPr marL="1714440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8pPr>
            <a:lvl9pPr marL="1935659" indent="-165914">
              <a:lnSpc>
                <a:spcPct val="110000"/>
              </a:lnSpc>
              <a:spcBef>
                <a:spcPts val="0"/>
              </a:spcBef>
              <a:spcAft>
                <a:spcPts val="871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c8807c2bc4505" /><Relationship Type="http://schemas.openxmlformats.org/officeDocument/2006/relationships/slideLayout" Target="/ppt/slideLayouts/slideLayout1.xml" Id="Rbb0e5f1305ac48bb" /><Relationship Type="http://schemas.openxmlformats.org/officeDocument/2006/relationships/slideLayout" Target="/ppt/slideLayouts/slideLayout2.xml" Id="R7a0477d8c0594066" /><Relationship Type="http://schemas.openxmlformats.org/officeDocument/2006/relationships/slideLayout" Target="/ppt/slideLayouts/slideLayout3.xml" Id="Rf7e1878bc0a84d49" /><Relationship Type="http://schemas.openxmlformats.org/officeDocument/2006/relationships/slideLayout" Target="/ppt/slideLayouts/slideLayout4.xml" Id="R3072a3d78a624b4d" /><Relationship Type="http://schemas.openxmlformats.org/officeDocument/2006/relationships/slideLayout" Target="/ppt/slideLayouts/slideLayout5.xml" Id="Rd68ddba14a36418a" /><Relationship Type="http://schemas.openxmlformats.org/officeDocument/2006/relationships/slideLayout" Target="/ppt/slideLayouts/slideLayout6.xml" Id="R613c19c52c85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e5f1305ac48bb"/>
    <p:sldLayoutId xmlns:r="http://schemas.openxmlformats.org/officeDocument/2006/relationships" id="2147483650" r:id="R7a0477d8c0594066"/>
    <p:sldLayoutId xmlns:r="http://schemas.openxmlformats.org/officeDocument/2006/relationships" id="2147483651" r:id="Rf7e1878bc0a84d49"/>
    <p:sldLayoutId xmlns:r="http://schemas.openxmlformats.org/officeDocument/2006/relationships" id="2147483652" r:id="R3072a3d78a624b4d"/>
    <p:sldLayoutId xmlns:r="http://schemas.openxmlformats.org/officeDocument/2006/relationships" id="2147483653" r:id="Rd68ddba14a36418a"/>
    <p:sldLayoutId xmlns:r="http://schemas.openxmlformats.org/officeDocument/2006/relationships" id="2147483654" r:id="R613c19c52c85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2156d8dd44d70" /><Relationship Type="http://schemas.openxmlformats.org/officeDocument/2006/relationships/image" Target="/ppt/media/image.png" Id="Raa560035496749f9" /><Relationship Type="http://schemas.openxmlformats.org/officeDocument/2006/relationships/image" Target="/ppt/media/image2.png" Id="Rcbab1581aa954aa4" /><Relationship Type="http://schemas.openxmlformats.org/officeDocument/2006/relationships/image" Target="/ppt/media/image3.png" Id="Ra415c19e042541e0" /><Relationship Type="http://schemas.openxmlformats.org/officeDocument/2006/relationships/image" Target="/ppt/media/image4.png" Id="R07d9d6960ee94814" /><Relationship Type="http://schemas.openxmlformats.org/officeDocument/2006/relationships/image" Target="/ppt/media/image5.png" Id="Rba6f06abed124c22" /><Relationship Type="http://schemas.openxmlformats.org/officeDocument/2006/relationships/image" Target="/ppt/media/image6.png" Id="R14b52e886ea14fa1" /><Relationship Type="http://schemas.openxmlformats.org/officeDocument/2006/relationships/image" Target="/ppt/media/image7.png" Id="Rf209209791354f67" /><Relationship Type="http://schemas.openxmlformats.org/officeDocument/2006/relationships/image" Target="/ppt/media/image8.png" Id="Re9c20a3d0412449a" /><Relationship Type="http://schemas.openxmlformats.org/officeDocument/2006/relationships/image" Target="/ppt/media/image9.png" Id="Rfd046ad20d5446a9" /><Relationship Type="http://schemas.openxmlformats.org/officeDocument/2006/relationships/image" Target="/ppt/media/image10.png" Id="R1b9b4988a27e46e1" /><Relationship Type="http://schemas.openxmlformats.org/officeDocument/2006/relationships/image" Target="/ppt/media/image11.png" Id="R4335f5f4ab5a49bd" /><Relationship Type="http://schemas.openxmlformats.org/officeDocument/2006/relationships/image" Target="/ppt/media/image12.png" Id="R80e7cd3f5e9946cb" /><Relationship Type="http://schemas.openxmlformats.org/officeDocument/2006/relationships/image" Target="/ppt/media/image13.png" Id="R168ced24258845f9" /><Relationship Type="http://schemas.openxmlformats.org/officeDocument/2006/relationships/image" Target="/ppt/media/image14.png" Id="R8e7795d477464a8c" /><Relationship Type="http://schemas.openxmlformats.org/officeDocument/2006/relationships/image" Target="/ppt/media/image15.png" Id="Rf1c97af7d0e1433e" /><Relationship Type="http://schemas.openxmlformats.org/officeDocument/2006/relationships/image" Target="/ppt/media/image16.png" Id="R3a3e1e44d66a46e0" /><Relationship Type="http://schemas.openxmlformats.org/officeDocument/2006/relationships/image" Target="/ppt/media/image17.png" Id="Rc8495ae5ca734e37" /><Relationship Type="http://schemas.openxmlformats.org/officeDocument/2006/relationships/image" Target="/ppt/media/image18.png" Id="R53b23fe6de834e85" /><Relationship Type="http://schemas.openxmlformats.org/officeDocument/2006/relationships/image" Target="/ppt/media/image19.png" Id="R3ff2f49501024fa5" /><Relationship Type="http://schemas.openxmlformats.org/officeDocument/2006/relationships/image" Target="/ppt/media/image20.png" Id="R24ae96ba554b43a7" /><Relationship Type="http://schemas.openxmlformats.org/officeDocument/2006/relationships/image" Target="/ppt/media/image21.png" Id="R4a513f898e1e4b03" /><Relationship Type="http://schemas.openxmlformats.org/officeDocument/2006/relationships/image" Target="/ppt/media/image22.png" Id="R1eeb2f0dc2e1472f" /><Relationship Type="http://schemas.openxmlformats.org/officeDocument/2006/relationships/image" Target="/ppt/media/image23.png" Id="R68220e471ee141b1" /><Relationship Type="http://schemas.openxmlformats.org/officeDocument/2006/relationships/image" Target="/ppt/media/image24.png" Id="R12fca38fdef44f5f" /><Relationship Type="http://schemas.openxmlformats.org/officeDocument/2006/relationships/image" Target="/ppt/media/image25.png" Id="Ra2fce12248eb4e9f" /><Relationship Type="http://schemas.openxmlformats.org/officeDocument/2006/relationships/image" Target="/ppt/media/image26.png" Id="R28d3a6175fe14d1f" /><Relationship Type="http://schemas.openxmlformats.org/officeDocument/2006/relationships/image" Target="/ppt/media/image27.png" Id="R094a60a108544e69" /><Relationship Type="http://schemas.openxmlformats.org/officeDocument/2006/relationships/image" Target="/ppt/media/image28.png" Id="Ra93a70ad982a4b6f" /><Relationship Type="http://schemas.openxmlformats.org/officeDocument/2006/relationships/image" Target="/ppt/media/image29.png" Id="R322743ca74bd47cf" /><Relationship Type="http://schemas.openxmlformats.org/officeDocument/2006/relationships/image" Target="/ppt/media/image30.png" Id="R38c8db12e4ea4ca2" /><Relationship Type="http://schemas.openxmlformats.org/officeDocument/2006/relationships/image" Target="/ppt/media/image31.png" Id="Rf6af4ca891f74887" /><Relationship Type="http://schemas.openxmlformats.org/officeDocument/2006/relationships/notesSlide" Target="/ppt/notesSlides/notesSlide1.xml" Id="R1f270661293e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9" name="path-1">
            <a:extLst xmlns:a="http://schemas.openxmlformats.org/drawingml/2006/main">
              <a:ext uri="{FF2B5EF4-FFF2-40B4-BE49-F238E27FC236}">
                <a16:creationId xmlns:a16="http://schemas.microsoft.com/office/drawing/2014/main" id="{25197436-3AE2-42A1-8045-2B3661BE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5" y="30239"/>
            <a:ext cx="8798122" cy="8033630"/>
          </a:xfrm>
          <a:custGeom xmlns:a="http://schemas.openxmlformats.org/drawingml/2006/main">
            <a:pathLst>
              <a:path w="8798122" h="8033630">
                <a:moveTo>
                  <a:pt x="0" y="0"/>
                </a:moveTo>
                <a:lnTo>
                  <a:pt x="0" y="8033630"/>
                </a:lnTo>
                <a:lnTo>
                  <a:pt x="8798122" y="8033630"/>
                </a:lnTo>
                <a:lnTo>
                  <a:pt x="8798122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F900179E-40AC-4D5A-B76B-043CC27C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5" y="30239"/>
            <a:ext cx="8800281" cy="8034306"/>
          </a:xfrm>
          <a:custGeom xmlns:a="http://schemas.openxmlformats.org/drawingml/2006/main">
            <a:pathLst>
              <a:path w="8800281" h="8034306">
                <a:moveTo>
                  <a:pt x="0" y="0"/>
                </a:moveTo>
                <a:lnTo>
                  <a:pt x="0" y="8034306"/>
                </a:lnTo>
                <a:lnTo>
                  <a:pt x="8800281" y="8034306"/>
                </a:lnTo>
                <a:lnTo>
                  <a:pt x="880028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CC347E21-0AAC-41F3-91C5-BE84861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2" y="87030"/>
            <a:ext cx="8688087" cy="7920729"/>
          </a:xfrm>
          <a:custGeom xmlns:a="http://schemas.openxmlformats.org/drawingml/2006/main">
            <a:pathLst>
              <a:path w="8688087" h="7920729">
                <a:moveTo>
                  <a:pt x="0" y="86577"/>
                </a:moveTo>
                <a:cubicBezTo>
                  <a:pt x="0" y="38762"/>
                  <a:pt x="38762" y="0"/>
                  <a:pt x="86577" y="0"/>
                </a:cubicBezTo>
                <a:lnTo>
                  <a:pt x="8601511" y="0"/>
                </a:lnTo>
                <a:cubicBezTo>
                  <a:pt x="8649325" y="0"/>
                  <a:pt x="8688087" y="38762"/>
                  <a:pt x="8688087" y="86577"/>
                </a:cubicBezTo>
                <a:lnTo>
                  <a:pt x="8688087" y="7834152"/>
                </a:lnTo>
                <a:cubicBezTo>
                  <a:pt x="8688087" y="7881967"/>
                  <a:pt x="8649325" y="7920729"/>
                  <a:pt x="8601511" y="7920729"/>
                </a:cubicBezTo>
                <a:lnTo>
                  <a:pt x="86577" y="7920729"/>
                </a:lnTo>
                <a:cubicBezTo>
                  <a:pt x="38762" y="7920729"/>
                  <a:pt x="0" y="7881967"/>
                  <a:pt x="0" y="7834152"/>
                </a:cubicBezTo>
                <a:lnTo>
                  <a:pt x="0" y="86577"/>
                </a:lnTo>
              </a:path>
            </a:pathLst>
          </a:custGeom>
          <a:solidFill xmlns:a="http://schemas.openxmlformats.org/drawingml/2006/main">
            <a:srgbClr val="D6DCE5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BAB210B-B811-4B2A-8465-7DFA669B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2" y="87030"/>
            <a:ext cx="8688088" cy="7920731"/>
          </a:xfrm>
          <a:custGeom xmlns:a="http://schemas.openxmlformats.org/drawingml/2006/main">
            <a:pathLst>
              <a:path w="8688088" h="7920731">
                <a:moveTo>
                  <a:pt x="0" y="86577"/>
                </a:moveTo>
                <a:cubicBezTo>
                  <a:pt x="0" y="38762"/>
                  <a:pt x="38762" y="0"/>
                  <a:pt x="86577" y="0"/>
                </a:cubicBezTo>
                <a:lnTo>
                  <a:pt x="8601511" y="0"/>
                </a:lnTo>
                <a:cubicBezTo>
                  <a:pt x="8649327" y="0"/>
                  <a:pt x="8688088" y="38762"/>
                  <a:pt x="8688088" y="86577"/>
                </a:cubicBezTo>
                <a:lnTo>
                  <a:pt x="8688088" y="7834154"/>
                </a:lnTo>
                <a:cubicBezTo>
                  <a:pt x="8688088" y="7881969"/>
                  <a:pt x="8649327" y="7920731"/>
                  <a:pt x="8601511" y="7920731"/>
                </a:cubicBezTo>
                <a:lnTo>
                  <a:pt x="86577" y="7920731"/>
                </a:lnTo>
                <a:cubicBezTo>
                  <a:pt x="38762" y="7920731"/>
                  <a:pt x="0" y="7881969"/>
                  <a:pt x="0" y="7834154"/>
                </a:cubicBezTo>
                <a:lnTo>
                  <a:pt x="0" y="86577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ADB9CA">
                <a:alpha val="71000"/>
              </a:srgbClr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E6F8BC35-442F-469F-B0DC-20C9EB24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99" y="971386"/>
            <a:ext cx="8442150" cy="1078810"/>
          </a:xfrm>
          <a:custGeom xmlns:a="http://schemas.openxmlformats.org/drawingml/2006/main">
            <a:pathLst>
              <a:path w="8442150" h="1078810">
                <a:moveTo>
                  <a:pt x="0" y="33182"/>
                </a:moveTo>
                <a:cubicBezTo>
                  <a:pt x="0" y="14856"/>
                  <a:pt x="14856" y="0"/>
                  <a:pt x="33181" y="0"/>
                </a:cubicBezTo>
                <a:lnTo>
                  <a:pt x="8408970" y="0"/>
                </a:lnTo>
                <a:cubicBezTo>
                  <a:pt x="8427295" y="0"/>
                  <a:pt x="8442150" y="14856"/>
                  <a:pt x="8442150" y="33182"/>
                </a:cubicBezTo>
                <a:lnTo>
                  <a:pt x="8442150" y="1045628"/>
                </a:lnTo>
                <a:cubicBezTo>
                  <a:pt x="8442150" y="1063954"/>
                  <a:pt x="8427295" y="1078810"/>
                  <a:pt x="8408970" y="1078810"/>
                </a:cubicBezTo>
                <a:lnTo>
                  <a:pt x="33181" y="1078810"/>
                </a:lnTo>
                <a:cubicBezTo>
                  <a:pt x="14856" y="1078810"/>
                  <a:pt x="0" y="1063954"/>
                  <a:pt x="0" y="1045628"/>
                </a:cubicBezTo>
                <a:lnTo>
                  <a:pt x="0" y="33182"/>
                </a:lnTo>
              </a:path>
            </a:pathLst>
          </a:custGeom>
          <a:solidFill xmlns:a="http://schemas.openxmlformats.org/drawingml/2006/main">
            <a:srgbClr val="FBE5D6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B901C7F4-A12A-4EC1-AB22-5D64434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99" y="971386"/>
            <a:ext cx="8442152" cy="1078810"/>
          </a:xfrm>
          <a:custGeom xmlns:a="http://schemas.openxmlformats.org/drawingml/2006/main">
            <a:pathLst>
              <a:path w="8442152" h="1078810">
                <a:moveTo>
                  <a:pt x="0" y="33182"/>
                </a:moveTo>
                <a:cubicBezTo>
                  <a:pt x="0" y="14856"/>
                  <a:pt x="14856" y="0"/>
                  <a:pt x="33181" y="0"/>
                </a:cubicBezTo>
                <a:lnTo>
                  <a:pt x="8408970" y="0"/>
                </a:lnTo>
                <a:cubicBezTo>
                  <a:pt x="8427296" y="0"/>
                  <a:pt x="8442152" y="14856"/>
                  <a:pt x="8442152" y="33182"/>
                </a:cubicBezTo>
                <a:lnTo>
                  <a:pt x="8442152" y="1045628"/>
                </a:lnTo>
                <a:cubicBezTo>
                  <a:pt x="8442152" y="1063955"/>
                  <a:pt x="8427296" y="1078810"/>
                  <a:pt x="8408970" y="1078810"/>
                </a:cubicBezTo>
                <a:lnTo>
                  <a:pt x="33181" y="1078810"/>
                </a:lnTo>
                <a:cubicBezTo>
                  <a:pt x="14856" y="1078810"/>
                  <a:pt x="0" y="1063955"/>
                  <a:pt x="0" y="1045628"/>
                </a:cubicBezTo>
                <a:lnTo>
                  <a:pt x="0" y="33182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BF9000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2D53B387-DCF3-49D9-833C-D4249BE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2401816"/>
            <a:ext cx="8443050" cy="2079413"/>
          </a:xfrm>
          <a:custGeom xmlns:a="http://schemas.openxmlformats.org/drawingml/2006/main">
            <a:pathLst>
              <a:path w="8443050" h="2079413">
                <a:moveTo>
                  <a:pt x="0" y="63960"/>
                </a:moveTo>
                <a:cubicBezTo>
                  <a:pt x="0" y="28636"/>
                  <a:pt x="28636" y="0"/>
                  <a:pt x="63960" y="0"/>
                </a:cubicBezTo>
                <a:lnTo>
                  <a:pt x="8379091" y="0"/>
                </a:lnTo>
                <a:cubicBezTo>
                  <a:pt x="8414414" y="0"/>
                  <a:pt x="8443050" y="28636"/>
                  <a:pt x="8443050" y="63960"/>
                </a:cubicBezTo>
                <a:lnTo>
                  <a:pt x="8443050" y="2015452"/>
                </a:lnTo>
                <a:cubicBezTo>
                  <a:pt x="8443050" y="2050777"/>
                  <a:pt x="8414414" y="2079413"/>
                  <a:pt x="8379091" y="2079413"/>
                </a:cubicBezTo>
                <a:lnTo>
                  <a:pt x="63960" y="2079413"/>
                </a:lnTo>
                <a:cubicBezTo>
                  <a:pt x="28636" y="2079413"/>
                  <a:pt x="0" y="2050777"/>
                  <a:pt x="0" y="2015452"/>
                </a:cubicBezTo>
                <a:lnTo>
                  <a:pt x="0" y="63960"/>
                </a:lnTo>
              </a:path>
            </a:pathLst>
          </a:custGeom>
          <a:solidFill xmlns:a="http://schemas.openxmlformats.org/drawingml/2006/main">
            <a:srgbClr val="DEEBF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D2BC8E0C-CB71-401A-9D35-B508F976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2401816"/>
            <a:ext cx="8443051" cy="2079413"/>
          </a:xfrm>
          <a:custGeom xmlns:a="http://schemas.openxmlformats.org/drawingml/2006/main">
            <a:pathLst>
              <a:path w="8443051" h="2079413">
                <a:moveTo>
                  <a:pt x="0" y="63960"/>
                </a:moveTo>
                <a:cubicBezTo>
                  <a:pt x="0" y="28636"/>
                  <a:pt x="28636" y="0"/>
                  <a:pt x="63960" y="0"/>
                </a:cubicBezTo>
                <a:lnTo>
                  <a:pt x="8379092" y="0"/>
                </a:lnTo>
                <a:cubicBezTo>
                  <a:pt x="8414416" y="0"/>
                  <a:pt x="8443051" y="28636"/>
                  <a:pt x="8443051" y="63960"/>
                </a:cubicBezTo>
                <a:lnTo>
                  <a:pt x="8443051" y="2015452"/>
                </a:lnTo>
                <a:cubicBezTo>
                  <a:pt x="8443051" y="2050777"/>
                  <a:pt x="8414416" y="2079413"/>
                  <a:pt x="8379092" y="2079413"/>
                </a:cubicBezTo>
                <a:lnTo>
                  <a:pt x="63960" y="2079413"/>
                </a:lnTo>
                <a:cubicBezTo>
                  <a:pt x="28636" y="2079413"/>
                  <a:pt x="0" y="2050777"/>
                  <a:pt x="0" y="2015452"/>
                </a:cubicBezTo>
                <a:lnTo>
                  <a:pt x="0" y="63960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2E75B6"/>
            </a:solidFill>
            <a:prstDash val="solid"/>
          </a:ln>
        </p:spPr>
      </p:sp>
      <p:sp>
        <p:nvSpPr>
          <p:cNvPr id="9" name="text-9 Question:">
            <a:extLst xmlns:a="http://schemas.openxmlformats.org/drawingml/2006/main">
              <a:ext uri="{FF2B5EF4-FFF2-40B4-BE49-F238E27FC236}">
                <a16:creationId xmlns:a16="http://schemas.microsoft.com/office/drawing/2014/main" id="{21287BEE-CE68-4964-924A-C1B40440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975317"/>
            <a:ext cx="593592" cy="176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Question:</a:t>
            </a:r>
          </a:p>
        </p:txBody>
      </p:sp>
      <p:sp>
        <p:nvSpPr>
          <p:cNvPr id="10" name="text-9 What">
            <a:extLst xmlns:a="http://schemas.openxmlformats.org/drawingml/2006/main">
              <a:ext uri="{FF2B5EF4-FFF2-40B4-BE49-F238E27FC236}">
                <a16:creationId xmlns:a16="http://schemas.microsoft.com/office/drawing/2014/main" id="{709B4257-3EB7-408F-850A-37A2D49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028" y="975538"/>
            <a:ext cx="349710" cy="176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11" name="text-9 does">
            <a:extLst xmlns:a="http://schemas.openxmlformats.org/drawingml/2006/main">
              <a:ext uri="{FF2B5EF4-FFF2-40B4-BE49-F238E27FC236}">
                <a16:creationId xmlns:a16="http://schemas.microsoft.com/office/drawing/2014/main" id="{6532032D-33A9-4374-B8D8-2A9F19E0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475" y="975342"/>
            <a:ext cx="293261" cy="17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12" name="text-9 the">
            <a:extLst xmlns:a="http://schemas.openxmlformats.org/drawingml/2006/main">
              <a:ext uri="{FF2B5EF4-FFF2-40B4-BE49-F238E27FC236}">
                <a16:creationId xmlns:a16="http://schemas.microsoft.com/office/drawing/2014/main" id="{B4E2170E-AF80-4143-8878-169D54C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8736" y="975043"/>
            <a:ext cx="224410" cy="176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" name="text-9 footage">
            <a:extLst xmlns:a="http://schemas.openxmlformats.org/drawingml/2006/main">
              <a:ext uri="{FF2B5EF4-FFF2-40B4-BE49-F238E27FC236}">
                <a16:creationId xmlns:a16="http://schemas.microsoft.com/office/drawing/2014/main" id="{026A0BB4-70DB-46A2-B842-D5A74D34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7208" y="975401"/>
            <a:ext cx="478690" cy="17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footage</a:t>
            </a:r>
          </a:p>
        </p:txBody>
      </p:sp>
      <p:sp>
        <p:nvSpPr>
          <p:cNvPr id="14" name="text-9 of">
            <a:extLst xmlns:a="http://schemas.openxmlformats.org/drawingml/2006/main">
              <a:ext uri="{FF2B5EF4-FFF2-40B4-BE49-F238E27FC236}">
                <a16:creationId xmlns:a16="http://schemas.microsoft.com/office/drawing/2014/main" id="{E14178D2-D980-4273-A349-5C96329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024" y="975207"/>
            <a:ext cx="153135" cy="176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5" name="text-9 the">
            <a:extLst xmlns:a="http://schemas.openxmlformats.org/drawingml/2006/main">
              <a:ext uri="{FF2B5EF4-FFF2-40B4-BE49-F238E27FC236}">
                <a16:creationId xmlns:a16="http://schemas.microsoft.com/office/drawing/2014/main" id="{60171BD9-4C33-4EFB-9468-F0C68FA9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7697" y="975042"/>
            <a:ext cx="224411" cy="1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6" name="text-9 black">
            <a:extLst xmlns:a="http://schemas.openxmlformats.org/drawingml/2006/main">
              <a:ext uri="{FF2B5EF4-FFF2-40B4-BE49-F238E27FC236}">
                <a16:creationId xmlns:a16="http://schemas.microsoft.com/office/drawing/2014/main" id="{0FCE6E86-7ADA-4845-8EEB-B7ED700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6168" y="975341"/>
            <a:ext cx="329192" cy="176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17" name="text-10 -">
            <a:extLst xmlns:a="http://schemas.openxmlformats.org/drawingml/2006/main">
              <a:ext uri="{FF2B5EF4-FFF2-40B4-BE49-F238E27FC236}">
                <a16:creationId xmlns:a16="http://schemas.microsoft.com/office/drawing/2014/main" id="{4FF34666-E42F-47B3-91BB-4C29A84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1541" y="975448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8" name="text-11 hat">
            <a:extLst xmlns:a="http://schemas.openxmlformats.org/drawingml/2006/main">
              <a:ext uri="{FF2B5EF4-FFF2-40B4-BE49-F238E27FC236}">
                <a16:creationId xmlns:a16="http://schemas.microsoft.com/office/drawing/2014/main" id="{3B1BF447-6DC7-4B5D-9EC7-E7EC0D1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4407" y="975403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19" name="text-11 clown">
            <a:extLst xmlns:a="http://schemas.openxmlformats.org/drawingml/2006/main">
              <a:ext uri="{FF2B5EF4-FFF2-40B4-BE49-F238E27FC236}">
                <a16:creationId xmlns:a16="http://schemas.microsoft.com/office/drawing/2014/main" id="{823FAD22-E2BD-433F-B4C2-01CE807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8293" y="974779"/>
            <a:ext cx="341765" cy="17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20" name="text-11 clapping">
            <a:extLst xmlns:a="http://schemas.openxmlformats.org/drawingml/2006/main">
              <a:ext uri="{FF2B5EF4-FFF2-40B4-BE49-F238E27FC236}">
                <a16:creationId xmlns:a16="http://schemas.microsoft.com/office/drawing/2014/main" id="{B2107F48-002C-4239-A2B6-495FC38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727" y="975196"/>
            <a:ext cx="489776" cy="176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21" name="text-11 after">
            <a:extLst xmlns:a="http://schemas.openxmlformats.org/drawingml/2006/main">
              <a:ext uri="{FF2B5EF4-FFF2-40B4-BE49-F238E27FC236}">
                <a16:creationId xmlns:a16="http://schemas.microsoft.com/office/drawing/2014/main" id="{0EF1796C-808B-4F3E-9658-5ABDAE3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8326" y="975590"/>
            <a:ext cx="339480" cy="17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22" name="text-11 a">
            <a:extLst xmlns:a="http://schemas.openxmlformats.org/drawingml/2006/main">
              <a:ext uri="{FF2B5EF4-FFF2-40B4-BE49-F238E27FC236}">
                <a16:creationId xmlns:a16="http://schemas.microsoft.com/office/drawing/2014/main" id="{15D85031-D969-4E57-ACAA-6DD6D12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2494" y="975269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3" name="text-11 failed">
            <a:extLst xmlns:a="http://schemas.openxmlformats.org/drawingml/2006/main">
              <a:ext uri="{FF2B5EF4-FFF2-40B4-BE49-F238E27FC236}">
                <a16:creationId xmlns:a16="http://schemas.microsoft.com/office/drawing/2014/main" id="{6B4ED5F5-F8C0-496B-A769-1E2D120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3627" y="975738"/>
            <a:ext cx="362928" cy="175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failed</a:t>
            </a:r>
          </a:p>
        </p:txBody>
      </p:sp>
      <p:sp>
        <p:nvSpPr>
          <p:cNvPr id="24" name="text-11 performance">
            <a:extLst xmlns:a="http://schemas.openxmlformats.org/drawingml/2006/main">
              <a:ext uri="{FF2B5EF4-FFF2-40B4-BE49-F238E27FC236}">
                <a16:creationId xmlns:a16="http://schemas.microsoft.com/office/drawing/2014/main" id="{180602C7-E508-4BCD-84A8-57E3003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1276" y="975233"/>
            <a:ext cx="773126" cy="17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25" name="text-11 on">
            <a:extLst xmlns:a="http://schemas.openxmlformats.org/drawingml/2006/main">
              <a:ext uri="{FF2B5EF4-FFF2-40B4-BE49-F238E27FC236}">
                <a16:creationId xmlns:a16="http://schemas.microsoft.com/office/drawing/2014/main" id="{64DEBD51-9E09-4BC8-BC8C-DFCFB84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8345" y="975280"/>
            <a:ext cx="154954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6" name="text-11 the">
            <a:extLst xmlns:a="http://schemas.openxmlformats.org/drawingml/2006/main">
              <a:ext uri="{FF2B5EF4-FFF2-40B4-BE49-F238E27FC236}">
                <a16:creationId xmlns:a16="http://schemas.microsoft.com/office/drawing/2014/main" id="{8A703105-3AC0-463F-A420-1B49577D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8059" y="974979"/>
            <a:ext cx="224523" cy="176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27" name="text-11 red">
            <a:extLst xmlns:a="http://schemas.openxmlformats.org/drawingml/2006/main">
              <a:ext uri="{FF2B5EF4-FFF2-40B4-BE49-F238E27FC236}">
                <a16:creationId xmlns:a16="http://schemas.microsoft.com/office/drawing/2014/main" id="{144A692C-DF32-4D28-86D1-22CFBF06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480" y="975479"/>
            <a:ext cx="226014" cy="17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28" name="text-11 carpet">
            <a:extLst xmlns:a="http://schemas.openxmlformats.org/drawingml/2006/main">
              <a:ext uri="{FF2B5EF4-FFF2-40B4-BE49-F238E27FC236}">
                <a16:creationId xmlns:a16="http://schemas.microsoft.com/office/drawing/2014/main" id="{C7C731D7-263B-4457-8F3C-817BC46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7169" y="975311"/>
            <a:ext cx="408203" cy="176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carpet</a:t>
            </a:r>
          </a:p>
        </p:txBody>
      </p:sp>
      <p:sp>
        <p:nvSpPr>
          <p:cNvPr id="29" name="text-11 imply?">
            <a:extLst xmlns:a="http://schemas.openxmlformats.org/drawingml/2006/main">
              <a:ext uri="{FF2B5EF4-FFF2-40B4-BE49-F238E27FC236}">
                <a16:creationId xmlns:a16="http://schemas.microsoft.com/office/drawing/2014/main" id="{13556DA5-AAE9-4D26-AB5B-B20648BD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0044" y="975536"/>
            <a:ext cx="388729" cy="176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imply?</a:t>
            </a:r>
          </a:p>
        </p:txBody>
      </p:sp>
      <p:sp>
        <p:nvSpPr>
          <p:cNvPr id="30" name="text-12 A.">
            <a:extLst xmlns:a="http://schemas.openxmlformats.org/drawingml/2006/main">
              <a:ext uri="{FF2B5EF4-FFF2-40B4-BE49-F238E27FC236}">
                <a16:creationId xmlns:a16="http://schemas.microsoft.com/office/drawing/2014/main" id="{89AD88D9-F74A-4163-B237-409CC07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128588"/>
            <a:ext cx="146301" cy="176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A.</a:t>
            </a:r>
          </a:p>
        </p:txBody>
      </p:sp>
      <p:sp>
        <p:nvSpPr>
          <p:cNvPr id="31" name="text-12 Respect">
            <a:extLst xmlns:a="http://schemas.openxmlformats.org/drawingml/2006/main">
              <a:ext uri="{FF2B5EF4-FFF2-40B4-BE49-F238E27FC236}">
                <a16:creationId xmlns:a16="http://schemas.microsoft.com/office/drawing/2014/main" id="{C6447638-FA98-4F7C-A68D-A2541BF4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231" y="1128695"/>
            <a:ext cx="492546" cy="176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32" name="text-12 for">
            <a:extLst xmlns:a="http://schemas.openxmlformats.org/drawingml/2006/main">
              <a:ext uri="{FF2B5EF4-FFF2-40B4-BE49-F238E27FC236}">
                <a16:creationId xmlns:a16="http://schemas.microsoft.com/office/drawing/2014/main" id="{F7FDE546-1717-4F28-8911-F6658451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382" y="1128499"/>
            <a:ext cx="213783" cy="17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33" name="text-12 performers">
            <a:extLst xmlns:a="http://schemas.openxmlformats.org/drawingml/2006/main">
              <a:ext uri="{FF2B5EF4-FFF2-40B4-BE49-F238E27FC236}">
                <a16:creationId xmlns:a16="http://schemas.microsoft.com/office/drawing/2014/main" id="{156129F4-63BB-4B47-919D-D561FAE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4700" y="1128653"/>
            <a:ext cx="699270" cy="176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performers</a:t>
            </a:r>
          </a:p>
        </p:txBody>
      </p:sp>
      <p:sp>
        <p:nvSpPr>
          <p:cNvPr id="34" name="text-13 B.">
            <a:extLst xmlns:a="http://schemas.openxmlformats.org/drawingml/2006/main">
              <a:ext uri="{FF2B5EF4-FFF2-40B4-BE49-F238E27FC236}">
                <a16:creationId xmlns:a16="http://schemas.microsoft.com/office/drawing/2014/main" id="{50B34228-9B34-4FE2-B3AE-319FBAE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281453"/>
            <a:ext cx="134014" cy="177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B.</a:t>
            </a:r>
          </a:p>
        </p:txBody>
      </p:sp>
      <p:sp>
        <p:nvSpPr>
          <p:cNvPr id="35" name="text-13 Plan">
            <a:extLst xmlns:a="http://schemas.openxmlformats.org/drawingml/2006/main">
              <a:ext uri="{FF2B5EF4-FFF2-40B4-BE49-F238E27FC236}">
                <a16:creationId xmlns:a16="http://schemas.microsoft.com/office/drawing/2014/main" id="{454C690B-F993-4613-86F6-8E6600B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36" y="1282151"/>
            <a:ext cx="252836" cy="176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sp>
        <p:nvSpPr>
          <p:cNvPr id="36" name="text-13 to">
            <a:extLst xmlns:a="http://schemas.openxmlformats.org/drawingml/2006/main">
              <a:ext uri="{FF2B5EF4-FFF2-40B4-BE49-F238E27FC236}">
                <a16:creationId xmlns:a16="http://schemas.microsoft.com/office/drawing/2014/main" id="{66FCD6D7-C529-42F4-A267-C13189B3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696" y="1281791"/>
            <a:ext cx="148548" cy="176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37" name="text-13 cooperate">
            <a:extLst xmlns:a="http://schemas.openxmlformats.org/drawingml/2006/main">
              <a:ext uri="{FF2B5EF4-FFF2-40B4-BE49-F238E27FC236}">
                <a16:creationId xmlns:a16="http://schemas.microsoft.com/office/drawing/2014/main" id="{82A78D6F-CEB5-4EC8-8800-B38D5EA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797" y="1281879"/>
            <a:ext cx="610267" cy="176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cooperate</a:t>
            </a:r>
          </a:p>
        </p:txBody>
      </p:sp>
      <p:sp>
        <p:nvSpPr>
          <p:cNvPr id="38" name="text-13 on">
            <a:extLst xmlns:a="http://schemas.openxmlformats.org/drawingml/2006/main">
              <a:ext uri="{FF2B5EF4-FFF2-40B4-BE49-F238E27FC236}">
                <a16:creationId xmlns:a16="http://schemas.microsoft.com/office/drawing/2014/main" id="{72E16313-194A-4E86-894B-AD186ED2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2131" y="1281879"/>
            <a:ext cx="155028" cy="176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39" name="text-13 new">
            <a:extLst xmlns:a="http://schemas.openxmlformats.org/drawingml/2006/main">
              <a:ext uri="{FF2B5EF4-FFF2-40B4-BE49-F238E27FC236}">
                <a16:creationId xmlns:a16="http://schemas.microsoft.com/office/drawing/2014/main" id="{FD03B57C-F804-478C-9935-DF299814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034" y="1281950"/>
            <a:ext cx="243896" cy="17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new</a:t>
            </a:r>
          </a:p>
        </p:txBody>
      </p:sp>
      <p:sp>
        <p:nvSpPr>
          <p:cNvPr id="40" name="text-13 programs">
            <a:extLst xmlns:a="http://schemas.openxmlformats.org/drawingml/2006/main">
              <a:ext uri="{FF2B5EF4-FFF2-40B4-BE49-F238E27FC236}">
                <a16:creationId xmlns:a16="http://schemas.microsoft.com/office/drawing/2014/main" id="{C8BC5A37-979C-4B60-B6C1-E0E8A20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0863" y="1282061"/>
            <a:ext cx="567662" cy="176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programs</a:t>
            </a:r>
          </a:p>
        </p:txBody>
      </p:sp>
      <p:sp>
        <p:nvSpPr>
          <p:cNvPr id="41" name="text-14 C.">
            <a:extLst xmlns:a="http://schemas.openxmlformats.org/drawingml/2006/main">
              <a:ext uri="{FF2B5EF4-FFF2-40B4-BE49-F238E27FC236}">
                <a16:creationId xmlns:a16="http://schemas.microsoft.com/office/drawing/2014/main" id="{5838F3E8-6472-4F93-B0B5-174AF00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436018"/>
            <a:ext cx="129295" cy="175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C.</a:t>
            </a:r>
          </a:p>
        </p:txBody>
      </p:sp>
      <p:sp>
        <p:nvSpPr>
          <p:cNvPr id="42" name="text-14 Conceal">
            <a:extLst xmlns:a="http://schemas.openxmlformats.org/drawingml/2006/main">
              <a:ext uri="{FF2B5EF4-FFF2-40B4-BE49-F238E27FC236}">
                <a16:creationId xmlns:a16="http://schemas.microsoft.com/office/drawing/2014/main" id="{F23E68DF-A6EC-488C-BD76-07E7BFF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388" y="1435363"/>
            <a:ext cx="463361" cy="176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Conceal</a:t>
            </a:r>
          </a:p>
        </p:txBody>
      </p:sp>
      <p:sp>
        <p:nvSpPr>
          <p:cNvPr id="43" name="text-14 one's">
            <a:extLst xmlns:a="http://schemas.openxmlformats.org/drawingml/2006/main">
              <a:ext uri="{FF2B5EF4-FFF2-40B4-BE49-F238E27FC236}">
                <a16:creationId xmlns:a16="http://schemas.microsoft.com/office/drawing/2014/main" id="{B0818C94-B14A-4FC1-B932-41845D32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540" y="1435472"/>
            <a:ext cx="333774" cy="176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one's</a:t>
            </a:r>
          </a:p>
        </p:txBody>
      </p:sp>
      <p:sp>
        <p:nvSpPr>
          <p:cNvPr id="44" name="text-14 own">
            <a:extLst xmlns:a="http://schemas.openxmlformats.org/drawingml/2006/main">
              <a:ext uri="{FF2B5EF4-FFF2-40B4-BE49-F238E27FC236}">
                <a16:creationId xmlns:a16="http://schemas.microsoft.com/office/drawing/2014/main" id="{31653D14-DE0D-4D79-AA36-D870A23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265" y="1434997"/>
            <a:ext cx="241674" cy="176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own</a:t>
            </a:r>
          </a:p>
        </p:txBody>
      </p:sp>
      <p:sp>
        <p:nvSpPr>
          <p:cNvPr id="45" name="text-14 nervousness">
            <a:extLst xmlns:a="http://schemas.openxmlformats.org/drawingml/2006/main">
              <a:ext uri="{FF2B5EF4-FFF2-40B4-BE49-F238E27FC236}">
                <a16:creationId xmlns:a16="http://schemas.microsoft.com/office/drawing/2014/main" id="{FE4B7CA4-DB6C-4C4C-BF53-44A6DD2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5726" y="1435197"/>
            <a:ext cx="730924" cy="176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nervousness</a:t>
            </a:r>
          </a:p>
        </p:txBody>
      </p:sp>
      <p:sp>
        <p:nvSpPr>
          <p:cNvPr id="46" name="text-15 D.">
            <a:extLst xmlns:a="http://schemas.openxmlformats.org/drawingml/2006/main">
              <a:ext uri="{FF2B5EF4-FFF2-40B4-BE49-F238E27FC236}">
                <a16:creationId xmlns:a16="http://schemas.microsoft.com/office/drawing/2014/main" id="{05A90AAE-F54F-4E8B-9F41-D24534B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579817"/>
            <a:ext cx="145202" cy="176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D.</a:t>
            </a:r>
          </a:p>
        </p:txBody>
      </p:sp>
      <p:sp>
        <p:nvSpPr>
          <p:cNvPr id="47" name="text-15 Express">
            <a:extLst xmlns:a="http://schemas.openxmlformats.org/drawingml/2006/main">
              <a:ext uri="{FF2B5EF4-FFF2-40B4-BE49-F238E27FC236}">
                <a16:creationId xmlns:a16="http://schemas.microsoft.com/office/drawing/2014/main" id="{A35DE79D-85B2-4CFD-9E2D-AC365AFA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160" y="1579924"/>
            <a:ext cx="495696" cy="1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</a:t>
            </a:r>
          </a:p>
        </p:txBody>
      </p:sp>
      <p:sp>
        <p:nvSpPr>
          <p:cNvPr id="48" name="text-15 affection">
            <a:extLst xmlns:a="http://schemas.openxmlformats.org/drawingml/2006/main">
              <a:ext uri="{FF2B5EF4-FFF2-40B4-BE49-F238E27FC236}">
                <a16:creationId xmlns:a16="http://schemas.microsoft.com/office/drawing/2014/main" id="{E2E2ED5E-323D-49A9-ADE2-69FD179D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801" y="1580066"/>
            <a:ext cx="575642" cy="176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</a:t>
            </a:r>
          </a:p>
        </p:txBody>
      </p:sp>
      <p:sp>
        <p:nvSpPr>
          <p:cNvPr id="49" name="text-16 E.">
            <a:extLst xmlns:a="http://schemas.openxmlformats.org/drawingml/2006/main">
              <a:ext uri="{FF2B5EF4-FFF2-40B4-BE49-F238E27FC236}">
                <a16:creationId xmlns:a16="http://schemas.microsoft.com/office/drawing/2014/main" id="{BB7AA9CB-7EC1-41A8-847C-49D38B1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731162"/>
            <a:ext cx="132800" cy="176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E.</a:t>
            </a:r>
          </a:p>
        </p:txBody>
      </p:sp>
      <p:sp>
        <p:nvSpPr>
          <p:cNvPr id="50" name="text-16 The">
            <a:extLst xmlns:a="http://schemas.openxmlformats.org/drawingml/2006/main">
              <a:ext uri="{FF2B5EF4-FFF2-40B4-BE49-F238E27FC236}">
                <a16:creationId xmlns:a16="http://schemas.microsoft.com/office/drawing/2014/main" id="{DE95837E-B436-443D-9639-0410681F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789" y="1731072"/>
            <a:ext cx="250329" cy="176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1" name="text-16 personification">
            <a:extLst xmlns:a="http://schemas.openxmlformats.org/drawingml/2006/main">
              <a:ext uri="{FF2B5EF4-FFF2-40B4-BE49-F238E27FC236}">
                <a16:creationId xmlns:a16="http://schemas.microsoft.com/office/drawing/2014/main" id="{3F231393-D34F-49CA-90C2-7F425F96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111" y="1731150"/>
            <a:ext cx="904101" cy="176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personification</a:t>
            </a:r>
          </a:p>
        </p:txBody>
      </p:sp>
      <p:sp>
        <p:nvSpPr>
          <p:cNvPr id="52" name="text-16 of">
            <a:extLst xmlns:a="http://schemas.openxmlformats.org/drawingml/2006/main">
              <a:ext uri="{FF2B5EF4-FFF2-40B4-BE49-F238E27FC236}">
                <a16:creationId xmlns:a16="http://schemas.microsoft.com/office/drawing/2014/main" id="{6B7C2376-0F32-4F92-943A-008E4728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9051" y="1731084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53" name="text-16 a">
            <a:extLst xmlns:a="http://schemas.openxmlformats.org/drawingml/2006/main">
              <a:ext uri="{FF2B5EF4-FFF2-40B4-BE49-F238E27FC236}">
                <a16:creationId xmlns:a16="http://schemas.microsoft.com/office/drawing/2014/main" id="{006DF74B-7C12-439E-A87B-C5D5512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636" y="1731121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4" name="text-16 vindictive">
            <a:extLst xmlns:a="http://schemas.openxmlformats.org/drawingml/2006/main">
              <a:ext uri="{FF2B5EF4-FFF2-40B4-BE49-F238E27FC236}">
                <a16:creationId xmlns:a16="http://schemas.microsoft.com/office/drawing/2014/main" id="{163A6412-BB7A-4AD2-8928-0B9A734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7857" y="1731417"/>
            <a:ext cx="583195" cy="17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vindictive</a:t>
            </a:r>
          </a:p>
        </p:txBody>
      </p:sp>
      <p:sp>
        <p:nvSpPr>
          <p:cNvPr id="55" name="text-16 mentality">
            <a:extLst xmlns:a="http://schemas.openxmlformats.org/drawingml/2006/main">
              <a:ext uri="{FF2B5EF4-FFF2-40B4-BE49-F238E27FC236}">
                <a16:creationId xmlns:a16="http://schemas.microsoft.com/office/drawing/2014/main" id="{977B0633-7BA8-4D43-A28E-9A9D689F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106" y="1731186"/>
            <a:ext cx="574161" cy="176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mentality</a:t>
            </a:r>
          </a:p>
        </p:txBody>
      </p:sp>
      <p:sp>
        <p:nvSpPr>
          <p:cNvPr id="56" name="text-17 F.">
            <a:extLst xmlns:a="http://schemas.openxmlformats.org/drawingml/2006/main">
              <a:ext uri="{FF2B5EF4-FFF2-40B4-BE49-F238E27FC236}">
                <a16:creationId xmlns:a16="http://schemas.microsoft.com/office/drawing/2014/main" id="{F9EA78C0-93B7-47F6-9E16-E0132DB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448" y="1884453"/>
            <a:ext cx="130552" cy="17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F.</a:t>
            </a:r>
          </a:p>
        </p:txBody>
      </p:sp>
      <p:sp>
        <p:nvSpPr>
          <p:cNvPr id="57" name="text-17 Simply">
            <a:extLst xmlns:a="http://schemas.openxmlformats.org/drawingml/2006/main">
              <a:ext uri="{FF2B5EF4-FFF2-40B4-BE49-F238E27FC236}">
                <a16:creationId xmlns:a16="http://schemas.microsoft.com/office/drawing/2014/main" id="{2AD14194-7D46-4FEF-B621-45A654E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484" y="1884355"/>
            <a:ext cx="411228" cy="17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Simply</a:t>
            </a:r>
          </a:p>
        </p:txBody>
      </p:sp>
      <p:sp>
        <p:nvSpPr>
          <p:cNvPr id="58" name="text-17 feel">
            <a:extLst xmlns:a="http://schemas.openxmlformats.org/drawingml/2006/main">
              <a:ext uri="{FF2B5EF4-FFF2-40B4-BE49-F238E27FC236}">
                <a16:creationId xmlns:a16="http://schemas.microsoft.com/office/drawing/2014/main" id="{F281A069-312F-442F-813E-3F658B96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739" y="1884961"/>
            <a:ext cx="258338" cy="175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feel</a:t>
            </a:r>
          </a:p>
        </p:txBody>
      </p:sp>
      <p:sp>
        <p:nvSpPr>
          <p:cNvPr id="59" name="text-17 funny.">
            <a:extLst xmlns:a="http://schemas.openxmlformats.org/drawingml/2006/main">
              <a:ext uri="{FF2B5EF4-FFF2-40B4-BE49-F238E27FC236}">
                <a16:creationId xmlns:a16="http://schemas.microsoft.com/office/drawing/2014/main" id="{C00AE1FC-7EF3-4B76-97C1-FADFB44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917" y="1884349"/>
            <a:ext cx="381564" cy="17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funny.</a:t>
            </a:r>
          </a:p>
        </p:txBody>
      </p:sp>
      <p:sp>
        <p:nvSpPr>
          <p:cNvPr id="60" name="text-18 &lt;Answer&gt;">
            <a:extLst xmlns:a="http://schemas.openxmlformats.org/drawingml/2006/main">
              <a:ext uri="{FF2B5EF4-FFF2-40B4-BE49-F238E27FC236}">
                <a16:creationId xmlns:a16="http://schemas.microsoft.com/office/drawing/2014/main" id="{4B317252-E15A-4879-8FEA-09261369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2560092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61" name="text-19 The">
            <a:extLst xmlns:a="http://schemas.openxmlformats.org/drawingml/2006/main">
              <a:ext uri="{FF2B5EF4-FFF2-40B4-BE49-F238E27FC236}">
                <a16:creationId xmlns:a16="http://schemas.microsoft.com/office/drawing/2014/main" id="{B3D9B1D4-0CCA-4C40-A99A-BB03F3E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926" y="2560336"/>
            <a:ext cx="250357" cy="17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2" name="text-21 black">
            <a:extLst xmlns:a="http://schemas.openxmlformats.org/drawingml/2006/main">
              <a:ext uri="{FF2B5EF4-FFF2-40B4-BE49-F238E27FC236}">
                <a16:creationId xmlns:a16="http://schemas.microsoft.com/office/drawing/2014/main" id="{75A96C01-6530-4412-90FB-C42B478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805" y="2560409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3" name="text-22 -">
            <a:extLst xmlns:a="http://schemas.openxmlformats.org/drawingml/2006/main">
              <a:ext uri="{FF2B5EF4-FFF2-40B4-BE49-F238E27FC236}">
                <a16:creationId xmlns:a16="http://schemas.microsoft.com/office/drawing/2014/main" id="{FED9F148-E06D-4F7C-A8F7-A9F0EDA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746" y="2560577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" name="text-23 hat">
            <a:extLst xmlns:a="http://schemas.openxmlformats.org/drawingml/2006/main">
              <a:ext uri="{FF2B5EF4-FFF2-40B4-BE49-F238E27FC236}">
                <a16:creationId xmlns:a16="http://schemas.microsoft.com/office/drawing/2014/main" id="{17C985F9-65D6-4E99-8312-AD3CF4EC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610" y="2560532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5" name="text-25 clown">
            <a:extLst xmlns:a="http://schemas.openxmlformats.org/drawingml/2006/main">
              <a:ext uri="{FF2B5EF4-FFF2-40B4-BE49-F238E27FC236}">
                <a16:creationId xmlns:a16="http://schemas.microsoft.com/office/drawing/2014/main" id="{35414307-1F13-48B2-A91D-CFCE9A6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120" y="2559859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6" name="text-27 (mime)">
            <a:extLst xmlns:a="http://schemas.openxmlformats.org/drawingml/2006/main">
              <a:ext uri="{FF2B5EF4-FFF2-40B4-BE49-F238E27FC236}">
                <a16:creationId xmlns:a16="http://schemas.microsoft.com/office/drawing/2014/main" id="{62BBD5A5-C89C-4D9F-B83F-AB3B300D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232" y="2560753"/>
            <a:ext cx="414133" cy="176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(mime)</a:t>
            </a:r>
          </a:p>
        </p:txBody>
      </p:sp>
      <p:sp>
        <p:nvSpPr>
          <p:cNvPr id="67" name="text-29 is">
            <a:extLst xmlns:a="http://schemas.openxmlformats.org/drawingml/2006/main">
              <a:ext uri="{FF2B5EF4-FFF2-40B4-BE49-F238E27FC236}">
                <a16:creationId xmlns:a16="http://schemas.microsoft.com/office/drawing/2014/main" id="{B54AACB4-7973-4A22-AEEE-8D72CAA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328" y="2561049"/>
            <a:ext cx="118781" cy="17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8" name="text-31 seen">
            <a:extLst xmlns:a="http://schemas.openxmlformats.org/drawingml/2006/main">
              <a:ext uri="{FF2B5EF4-FFF2-40B4-BE49-F238E27FC236}">
                <a16:creationId xmlns:a16="http://schemas.microsoft.com/office/drawing/2014/main" id="{7EEBED41-C7AE-45B7-8F5B-0611375A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688" y="2560679"/>
            <a:ext cx="287545" cy="17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seen</a:t>
            </a:r>
          </a:p>
        </p:txBody>
      </p:sp>
      <p:sp>
        <p:nvSpPr>
          <p:cNvPr id="69" name="text-33 performing">
            <a:extLst xmlns:a="http://schemas.openxmlformats.org/drawingml/2006/main">
              <a:ext uri="{FF2B5EF4-FFF2-40B4-BE49-F238E27FC236}">
                <a16:creationId xmlns:a16="http://schemas.microsoft.com/office/drawing/2014/main" id="{FC412B07-ED46-44FF-8C06-18692DDD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5764" y="2560448"/>
            <a:ext cx="676513" cy="176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performing</a:t>
            </a:r>
          </a:p>
        </p:txBody>
      </p:sp>
      <p:sp>
        <p:nvSpPr>
          <p:cNvPr id="70" name="text-35 and">
            <a:extLst xmlns:a="http://schemas.openxmlformats.org/drawingml/2006/main">
              <a:ext uri="{FF2B5EF4-FFF2-40B4-BE49-F238E27FC236}">
                <a16:creationId xmlns:a16="http://schemas.microsoft.com/office/drawing/2014/main" id="{4F95EDC8-D068-45BD-8EAE-44B4A550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3890" y="2560439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71" name="text-37 then">
            <a:extLst xmlns:a="http://schemas.openxmlformats.org/drawingml/2006/main">
              <a:ext uri="{FF2B5EF4-FFF2-40B4-BE49-F238E27FC236}">
                <a16:creationId xmlns:a16="http://schemas.microsoft.com/office/drawing/2014/main" id="{502B91F2-6473-425A-BCCB-A3F73A17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3228" y="2560444"/>
            <a:ext cx="289892" cy="176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72" name="text-39 watching">
            <a:extLst xmlns:a="http://schemas.openxmlformats.org/drawingml/2006/main">
              <a:ext uri="{FF2B5EF4-FFF2-40B4-BE49-F238E27FC236}">
                <a16:creationId xmlns:a16="http://schemas.microsoft.com/office/drawing/2014/main" id="{09FE9E04-855F-4EC1-9817-0C11C25F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5555" y="2560213"/>
            <a:ext cx="539393" cy="176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watching</a:t>
            </a:r>
          </a:p>
        </p:txBody>
      </p:sp>
      <p:sp>
        <p:nvSpPr>
          <p:cNvPr id="73" name="text-41 the">
            <a:extLst xmlns:a="http://schemas.openxmlformats.org/drawingml/2006/main">
              <a:ext uri="{FF2B5EF4-FFF2-40B4-BE49-F238E27FC236}">
                <a16:creationId xmlns:a16="http://schemas.microsoft.com/office/drawing/2014/main" id="{E509BDEA-CFA8-48C3-984A-57B5D271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457" y="2560140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74" name="text-43 red">
            <a:extLst xmlns:a="http://schemas.openxmlformats.org/drawingml/2006/main">
              <a:ext uri="{FF2B5EF4-FFF2-40B4-BE49-F238E27FC236}">
                <a16:creationId xmlns:a16="http://schemas.microsoft.com/office/drawing/2014/main" id="{8CE59776-B173-493C-AB8B-CA5A8EA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2421" y="2560656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75" name="text-44 -">
            <a:extLst xmlns:a="http://schemas.openxmlformats.org/drawingml/2006/main">
              <a:ext uri="{FF2B5EF4-FFF2-40B4-BE49-F238E27FC236}">
                <a16:creationId xmlns:a16="http://schemas.microsoft.com/office/drawing/2014/main" id="{4BEB5426-ED4A-4E07-9CD8-63700643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6006" y="2560577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6" name="text-45 haired">
            <a:extLst xmlns:a="http://schemas.openxmlformats.org/drawingml/2006/main">
              <a:ext uri="{FF2B5EF4-FFF2-40B4-BE49-F238E27FC236}">
                <a16:creationId xmlns:a16="http://schemas.microsoft.com/office/drawing/2014/main" id="{559E680D-2455-4FB6-8A79-1FD67D61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8871" y="2560721"/>
            <a:ext cx="397975" cy="1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77" name="text-47 clown">
            <a:extLst xmlns:a="http://schemas.openxmlformats.org/drawingml/2006/main">
              <a:ext uri="{FF2B5EF4-FFF2-40B4-BE49-F238E27FC236}">
                <a16:creationId xmlns:a16="http://schemas.microsoft.com/office/drawing/2014/main" id="{215C0BDA-E7C6-45C4-A7E8-652A60F0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176" y="2559859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78" name="text-48 .">
            <a:extLst xmlns:a="http://schemas.openxmlformats.org/drawingml/2006/main">
              <a:ext uri="{FF2B5EF4-FFF2-40B4-BE49-F238E27FC236}">
                <a16:creationId xmlns:a16="http://schemas.microsoft.com/office/drawing/2014/main" id="{0BA1DF65-4FD0-45D4-BB5F-0127EB95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8614" y="256040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9" name="text-50 After">
            <a:extLst xmlns:a="http://schemas.openxmlformats.org/drawingml/2006/main">
              <a:ext uri="{FF2B5EF4-FFF2-40B4-BE49-F238E27FC236}">
                <a16:creationId xmlns:a16="http://schemas.microsoft.com/office/drawing/2014/main" id="{25BA0C10-A3E0-4AA9-8959-69C82338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4736" y="2560497"/>
            <a:ext cx="367714" cy="17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80" name="text-52 the">
            <a:extLst xmlns:a="http://schemas.openxmlformats.org/drawingml/2006/main">
              <a:ext uri="{FF2B5EF4-FFF2-40B4-BE49-F238E27FC236}">
                <a16:creationId xmlns:a16="http://schemas.microsoft.com/office/drawing/2014/main" id="{0993FE33-75E8-4621-BA8B-472D085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4672" y="2560140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81" name="text-54 red">
            <a:extLst xmlns:a="http://schemas.openxmlformats.org/drawingml/2006/main">
              <a:ext uri="{FF2B5EF4-FFF2-40B4-BE49-F238E27FC236}">
                <a16:creationId xmlns:a16="http://schemas.microsoft.com/office/drawing/2014/main" id="{7A2BBF4B-2DE2-4264-867E-9220B6A1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636" y="2560656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82" name="text-55 -">
            <a:extLst xmlns:a="http://schemas.openxmlformats.org/drawingml/2006/main">
              <a:ext uri="{FF2B5EF4-FFF2-40B4-BE49-F238E27FC236}">
                <a16:creationId xmlns:a16="http://schemas.microsoft.com/office/drawing/2014/main" id="{D06E7875-D55B-4779-85CE-4D226FD3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4221" y="2560577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3" name="text-56 haired">
            <a:extLst xmlns:a="http://schemas.openxmlformats.org/drawingml/2006/main">
              <a:ext uri="{FF2B5EF4-FFF2-40B4-BE49-F238E27FC236}">
                <a16:creationId xmlns:a16="http://schemas.microsoft.com/office/drawing/2014/main" id="{7783319B-388F-4DD9-9B6A-23B9288A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7086" y="2560721"/>
            <a:ext cx="397975" cy="1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84" name="text-58 clown's">
            <a:extLst xmlns:a="http://schemas.openxmlformats.org/drawingml/2006/main">
              <a:ext uri="{FF2B5EF4-FFF2-40B4-BE49-F238E27FC236}">
                <a16:creationId xmlns:a16="http://schemas.microsoft.com/office/drawing/2014/main" id="{4907FCB3-3A24-4DFB-B406-761C015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391" y="2560059"/>
            <a:ext cx="451988" cy="17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85" name="text-60 performance,">
            <a:extLst xmlns:a="http://schemas.openxmlformats.org/drawingml/2006/main">
              <a:ext uri="{FF2B5EF4-FFF2-40B4-BE49-F238E27FC236}">
                <a16:creationId xmlns:a16="http://schemas.microsoft.com/office/drawing/2014/main" id="{5F31EB6D-783F-4E8D-91E1-2028AD38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2713763"/>
            <a:ext cx="807593" cy="17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86" name="text-62 which">
            <a:extLst xmlns:a="http://schemas.openxmlformats.org/drawingml/2006/main">
              <a:ext uri="{FF2B5EF4-FFF2-40B4-BE49-F238E27FC236}">
                <a16:creationId xmlns:a16="http://schemas.microsoft.com/office/drawing/2014/main" id="{2D8404F8-42C1-4DBC-958E-BA961AE0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998" y="2713509"/>
            <a:ext cx="355271" cy="176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87" name="text-64 involves">
            <a:extLst xmlns:a="http://schemas.openxmlformats.org/drawingml/2006/main">
              <a:ext uri="{FF2B5EF4-FFF2-40B4-BE49-F238E27FC236}">
                <a16:creationId xmlns:a16="http://schemas.microsoft.com/office/drawing/2014/main" id="{D9969575-E82E-4065-BF01-AF37A07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052" y="2714101"/>
            <a:ext cx="476451" cy="17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involves</a:t>
            </a:r>
          </a:p>
        </p:txBody>
      </p:sp>
      <p:sp>
        <p:nvSpPr>
          <p:cNvPr id="88" name="text-66 juggling">
            <a:extLst xmlns:a="http://schemas.openxmlformats.org/drawingml/2006/main">
              <a:ext uri="{FF2B5EF4-FFF2-40B4-BE49-F238E27FC236}">
                <a16:creationId xmlns:a16="http://schemas.microsoft.com/office/drawing/2014/main" id="{EEAA4C9B-DFC9-4C1E-810E-9201C46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1583" y="2714125"/>
            <a:ext cx="474172" cy="17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juggling</a:t>
            </a:r>
          </a:p>
        </p:txBody>
      </p:sp>
      <p:sp>
        <p:nvSpPr>
          <p:cNvPr id="89" name="text-68 and">
            <a:extLst xmlns:a="http://schemas.openxmlformats.org/drawingml/2006/main">
              <a:ext uri="{FF2B5EF4-FFF2-40B4-BE49-F238E27FC236}">
                <a16:creationId xmlns:a16="http://schemas.microsoft.com/office/drawing/2014/main" id="{CB63EAAB-0661-4CA4-83E2-7611264D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2740" y="2713769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90" name="text-70 interacting">
            <a:extLst xmlns:a="http://schemas.openxmlformats.org/drawingml/2006/main">
              <a:ext uri="{FF2B5EF4-FFF2-40B4-BE49-F238E27FC236}">
                <a16:creationId xmlns:a16="http://schemas.microsoft.com/office/drawing/2014/main" id="{9D1792EA-D5D9-45D2-95F8-529A30E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7571" y="2713750"/>
            <a:ext cx="669804" cy="17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interacting</a:t>
            </a:r>
          </a:p>
        </p:txBody>
      </p:sp>
      <p:sp>
        <p:nvSpPr>
          <p:cNvPr id="91" name="text-72 with">
            <a:extLst xmlns:a="http://schemas.openxmlformats.org/drawingml/2006/main">
              <a:ext uri="{FF2B5EF4-FFF2-40B4-BE49-F238E27FC236}">
                <a16:creationId xmlns:a16="http://schemas.microsoft.com/office/drawing/2014/main" id="{29C3253D-F168-4479-8F4A-4DA0B8F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485" y="2713678"/>
            <a:ext cx="276569" cy="176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92" name="text-74 the">
            <a:extLst xmlns:a="http://schemas.openxmlformats.org/drawingml/2006/main">
              <a:ext uri="{FF2B5EF4-FFF2-40B4-BE49-F238E27FC236}">
                <a16:creationId xmlns:a16="http://schemas.microsoft.com/office/drawing/2014/main" id="{6393F03F-6BAE-49BA-AB43-884CC3D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850" y="2713471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3" name="text-76 audience,">
            <a:extLst xmlns:a="http://schemas.openxmlformats.org/drawingml/2006/main">
              <a:ext uri="{FF2B5EF4-FFF2-40B4-BE49-F238E27FC236}">
                <a16:creationId xmlns:a16="http://schemas.microsoft.com/office/drawing/2014/main" id="{06FBC4DF-84FC-4601-8B94-781CE37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351" y="2713954"/>
            <a:ext cx="564867" cy="17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audience,</a:t>
            </a:r>
          </a:p>
        </p:txBody>
      </p:sp>
      <p:sp>
        <p:nvSpPr>
          <p:cNvPr id="94" name="text-78 the">
            <a:extLst xmlns:a="http://schemas.openxmlformats.org/drawingml/2006/main">
              <a:ext uri="{FF2B5EF4-FFF2-40B4-BE49-F238E27FC236}">
                <a16:creationId xmlns:a16="http://schemas.microsoft.com/office/drawing/2014/main" id="{F58DF391-27EC-4B80-BA83-A4D9D4A9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660" y="2713471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" name="text-80 black">
            <a:extLst xmlns:a="http://schemas.openxmlformats.org/drawingml/2006/main">
              <a:ext uri="{FF2B5EF4-FFF2-40B4-BE49-F238E27FC236}">
                <a16:creationId xmlns:a16="http://schemas.microsoft.com/office/drawing/2014/main" id="{7A143482-E0F4-46EB-913D-3A601823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161" y="2713740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6" name="text-81 -">
            <a:extLst xmlns:a="http://schemas.openxmlformats.org/drawingml/2006/main">
              <a:ext uri="{FF2B5EF4-FFF2-40B4-BE49-F238E27FC236}">
                <a16:creationId xmlns:a16="http://schemas.microsoft.com/office/drawing/2014/main" id="{54ABA928-8017-4720-AF1D-4DC2F746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0101" y="2713908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7" name="text-82 hat">
            <a:extLst xmlns:a="http://schemas.openxmlformats.org/drawingml/2006/main">
              <a:ext uri="{FF2B5EF4-FFF2-40B4-BE49-F238E27FC236}">
                <a16:creationId xmlns:a16="http://schemas.microsoft.com/office/drawing/2014/main" id="{C3358B77-4B82-407E-836C-5EFB1132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2966" y="2713863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8" name="text-84 clown">
            <a:extLst xmlns:a="http://schemas.openxmlformats.org/drawingml/2006/main">
              <a:ext uri="{FF2B5EF4-FFF2-40B4-BE49-F238E27FC236}">
                <a16:creationId xmlns:a16="http://schemas.microsoft.com/office/drawing/2014/main" id="{372F116A-488A-4459-865D-302B64AF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9967" y="2713190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9" name="text-86 is">
            <a:extLst xmlns:a="http://schemas.openxmlformats.org/drawingml/2006/main">
              <a:ext uri="{FF2B5EF4-FFF2-40B4-BE49-F238E27FC236}">
                <a16:creationId xmlns:a16="http://schemas.microsoft.com/office/drawing/2014/main" id="{0CBC2589-3571-41B0-9503-D0B1D38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9571" y="2714380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100" name="text-88 shown">
            <a:extLst xmlns:a="http://schemas.openxmlformats.org/drawingml/2006/main">
              <a:ext uri="{FF2B5EF4-FFF2-40B4-BE49-F238E27FC236}">
                <a16:creationId xmlns:a16="http://schemas.microsoft.com/office/drawing/2014/main" id="{0FF2CA9B-0F1D-46E3-886B-C3A8B0D7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6467" y="2713300"/>
            <a:ext cx="376624" cy="177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shown</a:t>
            </a:r>
          </a:p>
        </p:txBody>
      </p:sp>
      <p:sp>
        <p:nvSpPr>
          <p:cNvPr id="101" name="text-90 clapping">
            <a:extLst xmlns:a="http://schemas.openxmlformats.org/drawingml/2006/main">
              <a:ext uri="{FF2B5EF4-FFF2-40B4-BE49-F238E27FC236}">
                <a16:creationId xmlns:a16="http://schemas.microsoft.com/office/drawing/2014/main" id="{95CD536D-C1E0-4AFF-A4A6-FB341902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0938" y="2713571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102" name="text-92 (at">
            <a:extLst xmlns:a="http://schemas.openxmlformats.org/drawingml/2006/main">
              <a:ext uri="{FF2B5EF4-FFF2-40B4-BE49-F238E27FC236}">
                <a16:creationId xmlns:a16="http://schemas.microsoft.com/office/drawing/2014/main" id="{1820FEB4-8FDD-4B0F-B268-E7F085A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7887" y="2714038"/>
            <a:ext cx="192258" cy="17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(at</a:t>
            </a:r>
          </a:p>
        </p:txBody>
      </p:sp>
      <p:sp>
        <p:nvSpPr>
          <p:cNvPr id="103" name="text-94 01">
            <a:extLst xmlns:a="http://schemas.openxmlformats.org/drawingml/2006/main">
              <a:ext uri="{FF2B5EF4-FFF2-40B4-BE49-F238E27FC236}">
                <a16:creationId xmlns:a16="http://schemas.microsoft.com/office/drawing/2014/main" id="{FCF8EEA5-940C-49D1-B672-0398ED70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7894" y="271420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04" name="text-95 :">
            <a:extLst xmlns:a="http://schemas.openxmlformats.org/drawingml/2006/main">
              <a:ext uri="{FF2B5EF4-FFF2-40B4-BE49-F238E27FC236}">
                <a16:creationId xmlns:a16="http://schemas.microsoft.com/office/drawing/2014/main" id="{D99B2221-45F0-4D88-9FE4-1CCB97B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0618" y="2713804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05" name="text-96 31">
            <a:extLst xmlns:a="http://schemas.openxmlformats.org/drawingml/2006/main">
              <a:ext uri="{FF2B5EF4-FFF2-40B4-BE49-F238E27FC236}">
                <a16:creationId xmlns:a16="http://schemas.microsoft.com/office/drawing/2014/main" id="{EA0EAD56-08FC-4D9A-8032-2B5E331E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7736" y="271420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106" name="text-97 -">
            <a:extLst xmlns:a="http://schemas.openxmlformats.org/drawingml/2006/main">
              <a:ext uri="{FF2B5EF4-FFF2-40B4-BE49-F238E27FC236}">
                <a16:creationId xmlns:a16="http://schemas.microsoft.com/office/drawing/2014/main" id="{875C80FE-38C0-4901-BA51-3D90266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459" y="2713908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07" name="text-98 01">
            <a:extLst xmlns:a="http://schemas.openxmlformats.org/drawingml/2006/main">
              <a:ext uri="{FF2B5EF4-FFF2-40B4-BE49-F238E27FC236}">
                <a16:creationId xmlns:a16="http://schemas.microsoft.com/office/drawing/2014/main" id="{86500634-AFA3-4797-B094-AC9AC273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325" y="271420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08" name="text-99 :">
            <a:extLst xmlns:a="http://schemas.openxmlformats.org/drawingml/2006/main">
              <a:ext uri="{FF2B5EF4-FFF2-40B4-BE49-F238E27FC236}">
                <a16:creationId xmlns:a16="http://schemas.microsoft.com/office/drawing/2014/main" id="{EDE3E366-D80E-4468-A4C9-C17DF3AA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6048" y="2713804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09" name="text-100 34">
            <a:extLst xmlns:a="http://schemas.openxmlformats.org/drawingml/2006/main">
              <a:ext uri="{FF2B5EF4-FFF2-40B4-BE49-F238E27FC236}">
                <a16:creationId xmlns:a16="http://schemas.microsoft.com/office/drawing/2014/main" id="{E0019097-01FD-413B-A3A4-37A69CAA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3166" y="2714174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110" name="text-101 )">
            <a:extLst xmlns:a="http://schemas.openxmlformats.org/drawingml/2006/main">
              <a:ext uri="{FF2B5EF4-FFF2-40B4-BE49-F238E27FC236}">
                <a16:creationId xmlns:a16="http://schemas.microsoft.com/office/drawing/2014/main" id="{F7DC6D21-21E3-48A3-9291-2A000498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6137" y="2713787"/>
            <a:ext cx="68825" cy="17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111" name="text-102 .">
            <a:extLst xmlns:a="http://schemas.openxmlformats.org/drawingml/2006/main">
              <a:ext uri="{FF2B5EF4-FFF2-40B4-BE49-F238E27FC236}">
                <a16:creationId xmlns:a16="http://schemas.microsoft.com/office/drawing/2014/main" id="{8BC0F928-D8B2-4014-845B-7A97B641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2252" y="2713740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12" name="text-104 &lt;Answer&gt;">
            <a:extLst xmlns:a="http://schemas.openxmlformats.org/drawingml/2006/main">
              <a:ext uri="{FF2B5EF4-FFF2-40B4-BE49-F238E27FC236}">
                <a16:creationId xmlns:a16="http://schemas.microsoft.com/office/drawing/2014/main" id="{97CC0BB4-C5BD-4825-95B7-E475459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911" y="2713423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113" name="text-106 &lt;Evidence&gt;">
            <a:extLst xmlns:a="http://schemas.openxmlformats.org/drawingml/2006/main">
              <a:ext uri="{FF2B5EF4-FFF2-40B4-BE49-F238E27FC236}">
                <a16:creationId xmlns:a16="http://schemas.microsoft.com/office/drawing/2014/main" id="{D5E65E9C-6A71-4661-A0A3-222489E5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2867185"/>
            <a:ext cx="636475" cy="17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&lt;Evidence&gt;</a:t>
            </a:r>
          </a:p>
        </p:txBody>
      </p:sp>
      <p:sp>
        <p:nvSpPr>
          <p:cNvPr id="114" name="text-107 01">
            <a:extLst xmlns:a="http://schemas.openxmlformats.org/drawingml/2006/main">
              <a:ext uri="{FF2B5EF4-FFF2-40B4-BE49-F238E27FC236}">
                <a16:creationId xmlns:a16="http://schemas.microsoft.com/office/drawing/2014/main" id="{DE87311C-2A0A-4BC9-8FA5-FD724BF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11" y="286753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15" name="text-108 :">
            <a:extLst xmlns:a="http://schemas.openxmlformats.org/drawingml/2006/main">
              <a:ext uri="{FF2B5EF4-FFF2-40B4-BE49-F238E27FC236}">
                <a16:creationId xmlns:a16="http://schemas.microsoft.com/office/drawing/2014/main" id="{B3F55302-71F9-4020-8EC0-2AF00774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635" y="2867134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16" name="text-109 31">
            <a:extLst xmlns:a="http://schemas.openxmlformats.org/drawingml/2006/main">
              <a:ext uri="{FF2B5EF4-FFF2-40B4-BE49-F238E27FC236}">
                <a16:creationId xmlns:a16="http://schemas.microsoft.com/office/drawing/2014/main" id="{152518C6-B408-4B25-BEBB-B33FD89B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753" y="286753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117" name="text-110 -">
            <a:extLst xmlns:a="http://schemas.openxmlformats.org/drawingml/2006/main">
              <a:ext uri="{FF2B5EF4-FFF2-40B4-BE49-F238E27FC236}">
                <a16:creationId xmlns:a16="http://schemas.microsoft.com/office/drawing/2014/main" id="{9189444F-094F-45E2-A113-FC349D1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477" y="2867238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18" name="text-111 01">
            <a:extLst xmlns:a="http://schemas.openxmlformats.org/drawingml/2006/main">
              <a:ext uri="{FF2B5EF4-FFF2-40B4-BE49-F238E27FC236}">
                <a16:creationId xmlns:a16="http://schemas.microsoft.com/office/drawing/2014/main" id="{EC41492F-D0DF-4515-943E-8582554A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341" y="286753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119" name="text-112 :">
            <a:extLst xmlns:a="http://schemas.openxmlformats.org/drawingml/2006/main">
              <a:ext uri="{FF2B5EF4-FFF2-40B4-BE49-F238E27FC236}">
                <a16:creationId xmlns:a16="http://schemas.microsoft.com/office/drawing/2014/main" id="{532B666C-7FE9-4E7B-956D-BFE37E1F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065" y="2867134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120" name="text-113 34">
            <a:extLst xmlns:a="http://schemas.openxmlformats.org/drawingml/2006/main">
              <a:ext uri="{FF2B5EF4-FFF2-40B4-BE49-F238E27FC236}">
                <a16:creationId xmlns:a16="http://schemas.microsoft.com/office/drawing/2014/main" id="{1B5C3557-045C-4DCD-BE0B-A7E30B38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183" y="2867504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121" name="text-114 &lt;/Evidence&gt;">
            <a:extLst xmlns:a="http://schemas.openxmlformats.org/drawingml/2006/main">
              <a:ext uri="{FF2B5EF4-FFF2-40B4-BE49-F238E27FC236}">
                <a16:creationId xmlns:a16="http://schemas.microsoft.com/office/drawing/2014/main" id="{5EA40B70-9662-4EFF-A424-3B07805B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152" y="2867239"/>
            <a:ext cx="700575" cy="17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&lt;/Evidence&gt;</a:t>
            </a:r>
          </a:p>
        </p:txBody>
      </p:sp>
      <p:sp>
        <p:nvSpPr>
          <p:cNvPr id="122" name="text-115 &lt;Action&gt;">
            <a:extLst xmlns:a="http://schemas.openxmlformats.org/drawingml/2006/main">
              <a:ext uri="{FF2B5EF4-FFF2-40B4-BE49-F238E27FC236}">
                <a16:creationId xmlns:a16="http://schemas.microsoft.com/office/drawing/2014/main" id="{44C3BA24-9777-4BF0-82AC-65DDA79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3020123"/>
            <a:ext cx="503805" cy="176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&lt;Action&gt;</a:t>
            </a:r>
          </a:p>
        </p:txBody>
      </p:sp>
      <p:sp>
        <p:nvSpPr>
          <p:cNvPr id="123" name="text-116 read_video">
            <a:extLst xmlns:a="http://schemas.openxmlformats.org/drawingml/2006/main">
              <a:ext uri="{FF2B5EF4-FFF2-40B4-BE49-F238E27FC236}">
                <a16:creationId xmlns:a16="http://schemas.microsoft.com/office/drawing/2014/main" id="{F42B0178-DE4F-459C-A794-D73FBA2E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186" y="3020815"/>
            <a:ext cx="673638" cy="17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124" name="text-117 [(">
            <a:extLst xmlns:a="http://schemas.openxmlformats.org/drawingml/2006/main">
              <a:ext uri="{FF2B5EF4-FFF2-40B4-BE49-F238E27FC236}">
                <a16:creationId xmlns:a16="http://schemas.microsoft.com/office/drawing/2014/main" id="{58882429-9475-40EF-B60E-D6EA7C2A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434" y="3020752"/>
            <a:ext cx="116011" cy="17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125" name="text-118 91">
            <a:extLst xmlns:a="http://schemas.openxmlformats.org/drawingml/2006/main">
              <a:ext uri="{FF2B5EF4-FFF2-40B4-BE49-F238E27FC236}">
                <a16:creationId xmlns:a16="http://schemas.microsoft.com/office/drawing/2014/main" id="{930ECEE0-B627-4A72-9F24-FD9CB2EF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4790" y="3020863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91</a:t>
            </a:r>
          </a:p>
        </p:txBody>
      </p:sp>
      <p:sp>
        <p:nvSpPr>
          <p:cNvPr id="126" name="text-119 .">
            <a:extLst xmlns:a="http://schemas.openxmlformats.org/drawingml/2006/main">
              <a:ext uri="{FF2B5EF4-FFF2-40B4-BE49-F238E27FC236}">
                <a16:creationId xmlns:a16="http://schemas.microsoft.com/office/drawing/2014/main" id="{CEC95316-D7E8-453D-8921-ED30C07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515" y="302039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27" name="text-120 0">
            <a:extLst xmlns:a="http://schemas.openxmlformats.org/drawingml/2006/main">
              <a:ext uri="{FF2B5EF4-FFF2-40B4-BE49-F238E27FC236}">
                <a16:creationId xmlns:a16="http://schemas.microsoft.com/office/drawing/2014/main" id="{1D967DAE-B0E4-4E51-9BD8-CCA77BE4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9008" y="3020498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128" name="text-121 ,">
            <a:extLst xmlns:a="http://schemas.openxmlformats.org/drawingml/2006/main">
              <a:ext uri="{FF2B5EF4-FFF2-40B4-BE49-F238E27FC236}">
                <a16:creationId xmlns:a16="http://schemas.microsoft.com/office/drawing/2014/main" id="{F47ED9C6-274C-4A3B-8F33-6CBA6F9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494" y="3020479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29" name="text-123 94">
            <a:extLst xmlns:a="http://schemas.openxmlformats.org/drawingml/2006/main">
              <a:ext uri="{FF2B5EF4-FFF2-40B4-BE49-F238E27FC236}">
                <a16:creationId xmlns:a16="http://schemas.microsoft.com/office/drawing/2014/main" id="{110DC823-A5E5-49CA-A453-8347E7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7479" y="3020834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94</a:t>
            </a:r>
          </a:p>
        </p:txBody>
      </p:sp>
      <p:sp>
        <p:nvSpPr>
          <p:cNvPr id="130" name="text-124 .">
            <a:extLst xmlns:a="http://schemas.openxmlformats.org/drawingml/2006/main">
              <a:ext uri="{FF2B5EF4-FFF2-40B4-BE49-F238E27FC236}">
                <a16:creationId xmlns:a16="http://schemas.microsoft.com/office/drawing/2014/main" id="{A40D8A97-82D2-40B7-8F4D-81C7355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0449" y="302039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31" name="text-125 0">
            <a:extLst xmlns:a="http://schemas.openxmlformats.org/drawingml/2006/main">
              <a:ext uri="{FF2B5EF4-FFF2-40B4-BE49-F238E27FC236}">
                <a16:creationId xmlns:a16="http://schemas.microsoft.com/office/drawing/2014/main" id="{3D518A8F-B0B3-464F-A15D-8CB502D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1944" y="3020498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132" name="text-126 ,">
            <a:extLst xmlns:a="http://schemas.openxmlformats.org/drawingml/2006/main">
              <a:ext uri="{FF2B5EF4-FFF2-40B4-BE49-F238E27FC236}">
                <a16:creationId xmlns:a16="http://schemas.microsoft.com/office/drawing/2014/main" id="{46217787-A99A-46BF-B27A-DE29862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428" y="3020479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133" name="text-128 None)]&lt;/Action&gt;">
            <a:extLst xmlns:a="http://schemas.openxmlformats.org/drawingml/2006/main">
              <a:ext uri="{FF2B5EF4-FFF2-40B4-BE49-F238E27FC236}">
                <a16:creationId xmlns:a16="http://schemas.microsoft.com/office/drawing/2014/main" id="{403EC2FB-A4A9-48D3-B6CC-7B90848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415" y="3020402"/>
            <a:ext cx="962570" cy="17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None)]&lt;/Action&gt;</a:t>
            </a:r>
          </a:p>
        </p:txBody>
      </p:sp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1651E2F-D753-4E34-A9D9-6FEF9B0DA2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60035496749f9"/>
          <a:stretch xmlns:a="http://schemas.openxmlformats.org/drawingml/2006/main"/>
        </p:blipFill>
        <p:spPr>
          <a:xfrm xmlns:a="http://schemas.openxmlformats.org/drawingml/2006/main">
            <a:off x="83272" y="770892"/>
            <a:ext cx="685800" cy="695325"/>
          </a:xfrm>
          <a:prstGeom xmlns:a="http://schemas.openxmlformats.org/drawingml/2006/main" prst="rect">
            <a:avLst/>
          </a:prstGeom>
        </p:spPr>
      </p:pic>
      <p:sp>
        <p:nvSpPr>
          <p:cNvPr id="135" name="path-130">
            <a:extLst xmlns:a="http://schemas.openxmlformats.org/drawingml/2006/main">
              <a:ext uri="{FF2B5EF4-FFF2-40B4-BE49-F238E27FC236}">
                <a16:creationId xmlns:a16="http://schemas.microsoft.com/office/drawing/2014/main" id="{5262EA93-0196-4E9A-BFBE-61DF5B54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2091361"/>
            <a:ext cx="8443050" cy="272094"/>
          </a:xfrm>
          <a:custGeom xmlns:a="http://schemas.openxmlformats.org/drawingml/2006/main">
            <a:pathLst>
              <a:path w="8443050" h="272094">
                <a:moveTo>
                  <a:pt x="0" y="8365"/>
                </a:moveTo>
                <a:cubicBezTo>
                  <a:pt x="0" y="3745"/>
                  <a:pt x="3745" y="0"/>
                  <a:pt x="8365" y="0"/>
                </a:cubicBezTo>
                <a:lnTo>
                  <a:pt x="8434685" y="0"/>
                </a:lnTo>
                <a:cubicBezTo>
                  <a:pt x="8439305" y="0"/>
                  <a:pt x="8443050" y="3745"/>
                  <a:pt x="8443050" y="8365"/>
                </a:cubicBezTo>
                <a:lnTo>
                  <a:pt x="8443050" y="263728"/>
                </a:lnTo>
                <a:cubicBezTo>
                  <a:pt x="8443050" y="268349"/>
                  <a:pt x="8439305" y="272094"/>
                  <a:pt x="8434685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5"/>
                </a:lnTo>
              </a:path>
            </a:pathLst>
          </a:custGeom>
          <a:solidFill xmlns:a="http://schemas.openxmlformats.org/drawingml/2006/main">
            <a:srgbClr val="FFF2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31">
            <a:extLst xmlns:a="http://schemas.openxmlformats.org/drawingml/2006/main">
              <a:ext uri="{FF2B5EF4-FFF2-40B4-BE49-F238E27FC236}">
                <a16:creationId xmlns:a16="http://schemas.microsoft.com/office/drawing/2014/main" id="{642F9851-72CB-4D8A-9068-1E21F1D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2091361"/>
            <a:ext cx="8443051" cy="272094"/>
          </a:xfrm>
          <a:custGeom xmlns:a="http://schemas.openxmlformats.org/drawingml/2006/main">
            <a:pathLst>
              <a:path w="8443051" h="272094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6" y="0"/>
                </a:lnTo>
                <a:cubicBezTo>
                  <a:pt x="8439306" y="0"/>
                  <a:pt x="8443051" y="3746"/>
                  <a:pt x="8443051" y="8366"/>
                </a:cubicBezTo>
                <a:lnTo>
                  <a:pt x="8443051" y="263728"/>
                </a:lnTo>
                <a:cubicBezTo>
                  <a:pt x="8443051" y="268349"/>
                  <a:pt x="8439306" y="272094"/>
                  <a:pt x="8434686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6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2E75B6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B024714-7960-4D96-B1AE-0683A7FE0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b1581aa954aa4"/>
          <a:stretch xmlns:a="http://schemas.openxmlformats.org/drawingml/2006/main"/>
        </p:blipFill>
        <p:spPr>
          <a:xfrm xmlns:a="http://schemas.openxmlformats.org/drawingml/2006/main">
            <a:off x="73747" y="2085342"/>
            <a:ext cx="476250" cy="485775"/>
          </a:xfrm>
          <a:prstGeom xmlns:a="http://schemas.openxmlformats.org/drawingml/2006/main" prst="rect">
            <a:avLst/>
          </a:prstGeom>
        </p:spPr>
      </p:pic>
      <p:sp>
        <p:nvSpPr>
          <p:cNvPr id="138" name="text-133 Initial">
            <a:extLst xmlns:a="http://schemas.openxmlformats.org/drawingml/2006/main">
              <a:ext uri="{FF2B5EF4-FFF2-40B4-BE49-F238E27FC236}">
                <a16:creationId xmlns:a16="http://schemas.microsoft.com/office/drawing/2014/main" id="{21D534DB-AEFF-4947-AAF2-23ACBA6E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1536" y="2140289"/>
            <a:ext cx="496339" cy="22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39" name="text-133 harness">
            <a:extLst xmlns:a="http://schemas.openxmlformats.org/drawingml/2006/main">
              <a:ext uri="{FF2B5EF4-FFF2-40B4-BE49-F238E27FC236}">
                <a16:creationId xmlns:a16="http://schemas.microsoft.com/office/drawing/2014/main" id="{76D3428F-32FF-4DA5-AAF6-2D7169F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697" y="2140294"/>
            <a:ext cx="614070" cy="226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40" name="text-134 Initial">
            <a:extLst xmlns:a="http://schemas.openxmlformats.org/drawingml/2006/main">
              <a:ext uri="{FF2B5EF4-FFF2-40B4-BE49-F238E27FC236}">
                <a16:creationId xmlns:a16="http://schemas.microsoft.com/office/drawing/2014/main" id="{ACC29729-F34C-4CB5-83E7-5A940C1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1536" y="2140289"/>
            <a:ext cx="496339" cy="22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Initial</a:t>
            </a:r>
          </a:p>
        </p:txBody>
      </p:sp>
      <p:sp>
        <p:nvSpPr>
          <p:cNvPr id="141" name="text-134 harness">
            <a:extLst xmlns:a="http://schemas.openxmlformats.org/drawingml/2006/main">
              <a:ext uri="{FF2B5EF4-FFF2-40B4-BE49-F238E27FC236}">
                <a16:creationId xmlns:a16="http://schemas.microsoft.com/office/drawing/2014/main" id="{EFFC9A43-3872-4C6C-BF80-039D9994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697" y="2140294"/>
            <a:ext cx="614070" cy="226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harness</a:t>
            </a:r>
          </a:p>
        </p:txBody>
      </p:sp>
      <p:sp>
        <p:nvSpPr>
          <p:cNvPr id="142" name="path-135">
            <a:extLst xmlns:a="http://schemas.openxmlformats.org/drawingml/2006/main">
              <a:ext uri="{FF2B5EF4-FFF2-40B4-BE49-F238E27FC236}">
                <a16:creationId xmlns:a16="http://schemas.microsoft.com/office/drawing/2014/main" id="{DEA28849-A676-4569-A8F1-39CF54D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28" y="288398"/>
            <a:ext cx="7939599" cy="557891"/>
          </a:xfrm>
          <a:custGeom xmlns:a="http://schemas.openxmlformats.org/drawingml/2006/main">
            <a:pathLst>
              <a:path w="7939599" h="557891">
                <a:moveTo>
                  <a:pt x="0" y="35652"/>
                </a:moveTo>
                <a:cubicBezTo>
                  <a:pt x="0" y="15962"/>
                  <a:pt x="15962" y="0"/>
                  <a:pt x="35652" y="0"/>
                </a:cubicBezTo>
                <a:lnTo>
                  <a:pt x="7903947" y="0"/>
                </a:lnTo>
                <a:cubicBezTo>
                  <a:pt x="7923637" y="0"/>
                  <a:pt x="7939599" y="15962"/>
                  <a:pt x="7939599" y="35652"/>
                </a:cubicBezTo>
                <a:lnTo>
                  <a:pt x="7939599" y="522239"/>
                </a:lnTo>
                <a:cubicBezTo>
                  <a:pt x="7939599" y="541929"/>
                  <a:pt x="7923637" y="557891"/>
                  <a:pt x="7903947" y="557891"/>
                </a:cubicBezTo>
                <a:lnTo>
                  <a:pt x="35652" y="557891"/>
                </a:lnTo>
                <a:cubicBezTo>
                  <a:pt x="15962" y="557891"/>
                  <a:pt x="0" y="541929"/>
                  <a:pt x="0" y="522239"/>
                </a:cubicBezTo>
                <a:lnTo>
                  <a:pt x="0" y="356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36">
            <a:extLst xmlns:a="http://schemas.openxmlformats.org/drawingml/2006/main">
              <a:ext uri="{FF2B5EF4-FFF2-40B4-BE49-F238E27FC236}">
                <a16:creationId xmlns:a16="http://schemas.microsoft.com/office/drawing/2014/main" id="{68D1A976-F481-4B8A-A5FD-92DC4302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28" y="288398"/>
            <a:ext cx="7939599" cy="557891"/>
          </a:xfrm>
          <a:custGeom xmlns:a="http://schemas.openxmlformats.org/drawingml/2006/main">
            <a:pathLst>
              <a:path w="7939599" h="557891">
                <a:moveTo>
                  <a:pt x="0" y="35652"/>
                </a:moveTo>
                <a:cubicBezTo>
                  <a:pt x="0" y="15962"/>
                  <a:pt x="15962" y="0"/>
                  <a:pt x="35652" y="0"/>
                </a:cubicBezTo>
                <a:lnTo>
                  <a:pt x="7903947" y="0"/>
                </a:lnTo>
                <a:cubicBezTo>
                  <a:pt x="7923638" y="0"/>
                  <a:pt x="7939599" y="15962"/>
                  <a:pt x="7939599" y="35652"/>
                </a:cubicBezTo>
                <a:lnTo>
                  <a:pt x="7939599" y="522239"/>
                </a:lnTo>
                <a:cubicBezTo>
                  <a:pt x="7939599" y="541929"/>
                  <a:pt x="7923638" y="557891"/>
                  <a:pt x="7903947" y="557891"/>
                </a:cubicBezTo>
                <a:lnTo>
                  <a:pt x="35652" y="557891"/>
                </a:lnTo>
                <a:cubicBezTo>
                  <a:pt x="15962" y="557891"/>
                  <a:pt x="0" y="541929"/>
                  <a:pt x="0" y="522239"/>
                </a:cubicBezTo>
                <a:lnTo>
                  <a:pt x="0" y="35652"/>
                </a:lnTo>
              </a:path>
            </a:pathLst>
          </a:custGeom>
          <a:noFill xmlns:a="http://schemas.openxmlformats.org/drawingml/2006/main"/>
          <a:ln xmlns:a="http://schemas.openxmlformats.org/drawingml/2006/main" w="6749">
            <a:solidFill>
              <a:srgbClr val="000000"/>
            </a:solidFill>
            <a:prstDash val="solid"/>
          </a:ln>
        </p:spPr>
      </p:sp>
      <p:sp>
        <p:nvSpPr>
          <p:cNvPr id="144" name="path-137">
            <a:extLst xmlns:a="http://schemas.openxmlformats.org/drawingml/2006/main">
              <a:ext uri="{FF2B5EF4-FFF2-40B4-BE49-F238E27FC236}">
                <a16:creationId xmlns:a16="http://schemas.microsoft.com/office/drawing/2014/main" id="{25A76E2B-CC97-4020-87C7-75E737CA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38">
            <a:extLst xmlns:a="http://schemas.openxmlformats.org/drawingml/2006/main">
              <a:ext uri="{FF2B5EF4-FFF2-40B4-BE49-F238E27FC236}">
                <a16:creationId xmlns:a16="http://schemas.microsoft.com/office/drawing/2014/main" id="{115517D4-01E8-40DE-9FE9-0C48AD39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97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39">
            <a:extLst xmlns:a="http://schemas.openxmlformats.org/drawingml/2006/main">
              <a:ext uri="{FF2B5EF4-FFF2-40B4-BE49-F238E27FC236}">
                <a16:creationId xmlns:a16="http://schemas.microsoft.com/office/drawing/2014/main" id="{289CD11E-D158-4018-96C6-0F1492AF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7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0">
            <a:extLst xmlns:a="http://schemas.openxmlformats.org/drawingml/2006/main">
              <a:ext uri="{FF2B5EF4-FFF2-40B4-BE49-F238E27FC236}">
                <a16:creationId xmlns:a16="http://schemas.microsoft.com/office/drawing/2014/main" id="{EA37E7FC-D491-4383-B50F-34B027A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0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1">
            <a:extLst xmlns:a="http://schemas.openxmlformats.org/drawingml/2006/main">
              <a:ext uri="{FF2B5EF4-FFF2-40B4-BE49-F238E27FC236}">
                <a16:creationId xmlns:a16="http://schemas.microsoft.com/office/drawing/2014/main" id="{81BA0994-A9CA-4F5E-9377-9CC0C55C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07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2">
            <a:extLst xmlns:a="http://schemas.openxmlformats.org/drawingml/2006/main">
              <a:ext uri="{FF2B5EF4-FFF2-40B4-BE49-F238E27FC236}">
                <a16:creationId xmlns:a16="http://schemas.microsoft.com/office/drawing/2014/main" id="{5248361B-2BED-4482-8908-008B8206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1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43">
            <a:extLst xmlns:a="http://schemas.openxmlformats.org/drawingml/2006/main">
              <a:ext uri="{FF2B5EF4-FFF2-40B4-BE49-F238E27FC236}">
                <a16:creationId xmlns:a16="http://schemas.microsoft.com/office/drawing/2014/main" id="{3EFA7C5F-DB0A-44C3-8ADD-0C8198C1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19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44">
            <a:extLst xmlns:a="http://schemas.openxmlformats.org/drawingml/2006/main">
              <a:ext uri="{FF2B5EF4-FFF2-40B4-BE49-F238E27FC236}">
                <a16:creationId xmlns:a16="http://schemas.microsoft.com/office/drawing/2014/main" id="{A95A13F9-96ED-47AF-942C-F9A45D6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45">
            <a:extLst xmlns:a="http://schemas.openxmlformats.org/drawingml/2006/main">
              <a:ext uri="{FF2B5EF4-FFF2-40B4-BE49-F238E27FC236}">
                <a16:creationId xmlns:a16="http://schemas.microsoft.com/office/drawing/2014/main" id="{8C567AA3-DC8E-4114-89F0-497F2AA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96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46">
            <a:extLst xmlns:a="http://schemas.openxmlformats.org/drawingml/2006/main">
              <a:ext uri="{FF2B5EF4-FFF2-40B4-BE49-F238E27FC236}">
                <a16:creationId xmlns:a16="http://schemas.microsoft.com/office/drawing/2014/main" id="{34A466CC-7D08-431B-BA23-8B2AAE25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3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47">
            <a:extLst xmlns:a="http://schemas.openxmlformats.org/drawingml/2006/main">
              <a:ext uri="{FF2B5EF4-FFF2-40B4-BE49-F238E27FC236}">
                <a16:creationId xmlns:a16="http://schemas.microsoft.com/office/drawing/2014/main" id="{0FC04273-3F3D-4560-BB8D-0A3DE53F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91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48">
            <a:extLst xmlns:a="http://schemas.openxmlformats.org/drawingml/2006/main">
              <a:ext uri="{FF2B5EF4-FFF2-40B4-BE49-F238E27FC236}">
                <a16:creationId xmlns:a16="http://schemas.microsoft.com/office/drawing/2014/main" id="{4BA42428-293E-40F4-A84C-4E3566B3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4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9">
            <a:extLst xmlns:a="http://schemas.openxmlformats.org/drawingml/2006/main">
              <a:ext uri="{FF2B5EF4-FFF2-40B4-BE49-F238E27FC236}">
                <a16:creationId xmlns:a16="http://schemas.microsoft.com/office/drawing/2014/main" id="{633A1967-672D-4961-AF5D-86038E3C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02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0">
            <a:extLst xmlns:a="http://schemas.openxmlformats.org/drawingml/2006/main">
              <a:ext uri="{FF2B5EF4-FFF2-40B4-BE49-F238E27FC236}">
                <a16:creationId xmlns:a16="http://schemas.microsoft.com/office/drawing/2014/main" id="{B05730A3-9503-4134-A46C-0FCE8CE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80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1">
            <a:extLst xmlns:a="http://schemas.openxmlformats.org/drawingml/2006/main">
              <a:ext uri="{FF2B5EF4-FFF2-40B4-BE49-F238E27FC236}">
                <a16:creationId xmlns:a16="http://schemas.microsoft.com/office/drawing/2014/main" id="{44959AE0-DCDE-4BF7-8F12-3465A047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58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2">
            <a:extLst xmlns:a="http://schemas.openxmlformats.org/drawingml/2006/main">
              <a:ext uri="{FF2B5EF4-FFF2-40B4-BE49-F238E27FC236}">
                <a16:creationId xmlns:a16="http://schemas.microsoft.com/office/drawing/2014/main" id="{699F89BA-353F-49CE-A335-F32DC8EA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47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53">
            <a:extLst xmlns:a="http://schemas.openxmlformats.org/drawingml/2006/main">
              <a:ext uri="{FF2B5EF4-FFF2-40B4-BE49-F238E27FC236}">
                <a16:creationId xmlns:a16="http://schemas.microsoft.com/office/drawing/2014/main" id="{A726CCFE-9D5A-4B72-9CA4-D07615F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35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54">
            <a:extLst xmlns:a="http://schemas.openxmlformats.org/drawingml/2006/main">
              <a:ext uri="{FF2B5EF4-FFF2-40B4-BE49-F238E27FC236}">
                <a16:creationId xmlns:a16="http://schemas.microsoft.com/office/drawing/2014/main" id="{7F4294AC-B67E-41F5-91BC-72DC7AE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52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5">
            <a:extLst xmlns:a="http://schemas.openxmlformats.org/drawingml/2006/main">
              <a:ext uri="{FF2B5EF4-FFF2-40B4-BE49-F238E27FC236}">
                <a16:creationId xmlns:a16="http://schemas.microsoft.com/office/drawing/2014/main" id="{5BA7FEF4-7851-437C-AE24-D5C8073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0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56">
            <a:extLst xmlns:a="http://schemas.openxmlformats.org/drawingml/2006/main">
              <a:ext uri="{FF2B5EF4-FFF2-40B4-BE49-F238E27FC236}">
                <a16:creationId xmlns:a16="http://schemas.microsoft.com/office/drawing/2014/main" id="{8C1DBC14-E465-4F8C-951D-7D3384A8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3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57">
            <a:extLst xmlns:a="http://schemas.openxmlformats.org/drawingml/2006/main">
              <a:ext uri="{FF2B5EF4-FFF2-40B4-BE49-F238E27FC236}">
                <a16:creationId xmlns:a16="http://schemas.microsoft.com/office/drawing/2014/main" id="{CA9B07CE-D326-4CF6-B923-5CD6FF6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41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58">
            <a:extLst xmlns:a="http://schemas.openxmlformats.org/drawingml/2006/main">
              <a:ext uri="{FF2B5EF4-FFF2-40B4-BE49-F238E27FC236}">
                <a16:creationId xmlns:a16="http://schemas.microsoft.com/office/drawing/2014/main" id="{1A154620-337E-4F05-99A3-400690CE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74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59">
            <a:extLst xmlns:a="http://schemas.openxmlformats.org/drawingml/2006/main">
              <a:ext uri="{FF2B5EF4-FFF2-40B4-BE49-F238E27FC236}">
                <a16:creationId xmlns:a16="http://schemas.microsoft.com/office/drawing/2014/main" id="{8FCB1896-B478-40DD-9A13-583C48E8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2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0">
            <a:extLst xmlns:a="http://schemas.openxmlformats.org/drawingml/2006/main">
              <a:ext uri="{FF2B5EF4-FFF2-40B4-BE49-F238E27FC236}">
                <a16:creationId xmlns:a16="http://schemas.microsoft.com/office/drawing/2014/main" id="{CEF63B0B-FE0D-49BA-B85D-C9C6C3C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6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1">
            <a:extLst xmlns:a="http://schemas.openxmlformats.org/drawingml/2006/main">
              <a:ext uri="{FF2B5EF4-FFF2-40B4-BE49-F238E27FC236}">
                <a16:creationId xmlns:a16="http://schemas.microsoft.com/office/drawing/2014/main" id="{6236826E-16AA-4468-ACD9-F901A100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74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2">
            <a:extLst xmlns:a="http://schemas.openxmlformats.org/drawingml/2006/main">
              <a:ext uri="{FF2B5EF4-FFF2-40B4-BE49-F238E27FC236}">
                <a16:creationId xmlns:a16="http://schemas.microsoft.com/office/drawing/2014/main" id="{265ED762-8F8E-4FAE-A425-033F0C19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46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63">
            <a:extLst xmlns:a="http://schemas.openxmlformats.org/drawingml/2006/main">
              <a:ext uri="{FF2B5EF4-FFF2-40B4-BE49-F238E27FC236}">
                <a16:creationId xmlns:a16="http://schemas.microsoft.com/office/drawing/2014/main" id="{E9C8D8CB-DE4D-4CC4-B1CC-9E1639B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4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4">
            <a:extLst xmlns:a="http://schemas.openxmlformats.org/drawingml/2006/main">
              <a:ext uri="{FF2B5EF4-FFF2-40B4-BE49-F238E27FC236}">
                <a16:creationId xmlns:a16="http://schemas.microsoft.com/office/drawing/2014/main" id="{71598A24-0F82-4321-BD2A-BFC07B4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57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65">
            <a:extLst xmlns:a="http://schemas.openxmlformats.org/drawingml/2006/main">
              <a:ext uri="{FF2B5EF4-FFF2-40B4-BE49-F238E27FC236}">
                <a16:creationId xmlns:a16="http://schemas.microsoft.com/office/drawing/2014/main" id="{CB5F2C79-BABB-4FD5-B6A9-C44A95F9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80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66">
            <a:extLst xmlns:a="http://schemas.openxmlformats.org/drawingml/2006/main">
              <a:ext uri="{FF2B5EF4-FFF2-40B4-BE49-F238E27FC236}">
                <a16:creationId xmlns:a16="http://schemas.microsoft.com/office/drawing/2014/main" id="{2D03AFD5-BFA5-43B3-B237-CED86517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81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7">
            <a:extLst xmlns:a="http://schemas.openxmlformats.org/drawingml/2006/main">
              <a:ext uri="{FF2B5EF4-FFF2-40B4-BE49-F238E27FC236}">
                <a16:creationId xmlns:a16="http://schemas.microsoft.com/office/drawing/2014/main" id="{2F00463F-C552-4BCF-B140-B35C334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7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68">
            <a:extLst xmlns:a="http://schemas.openxmlformats.org/drawingml/2006/main">
              <a:ext uri="{FF2B5EF4-FFF2-40B4-BE49-F238E27FC236}">
                <a16:creationId xmlns:a16="http://schemas.microsoft.com/office/drawing/2014/main" id="{8F3BB983-D856-46B8-9D91-2227DDDE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5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69">
            <a:extLst xmlns:a="http://schemas.openxmlformats.org/drawingml/2006/main">
              <a:ext uri="{FF2B5EF4-FFF2-40B4-BE49-F238E27FC236}">
                <a16:creationId xmlns:a16="http://schemas.microsoft.com/office/drawing/2014/main" id="{63EAD238-D9C5-4526-AFFE-DA151894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3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0">
            <a:extLst xmlns:a="http://schemas.openxmlformats.org/drawingml/2006/main">
              <a:ext uri="{FF2B5EF4-FFF2-40B4-BE49-F238E27FC236}">
                <a16:creationId xmlns:a16="http://schemas.microsoft.com/office/drawing/2014/main" id="{B9227C7E-75FA-4CCB-A446-C56A9D32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30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1">
            <a:extLst xmlns:a="http://schemas.openxmlformats.org/drawingml/2006/main">
              <a:ext uri="{FF2B5EF4-FFF2-40B4-BE49-F238E27FC236}">
                <a16:creationId xmlns:a16="http://schemas.microsoft.com/office/drawing/2014/main" id="{13CCD1B5-2376-4FDA-8CCC-AE007C6C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08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2">
            <a:extLst xmlns:a="http://schemas.openxmlformats.org/drawingml/2006/main">
              <a:ext uri="{FF2B5EF4-FFF2-40B4-BE49-F238E27FC236}">
                <a16:creationId xmlns:a16="http://schemas.microsoft.com/office/drawing/2014/main" id="{15698B54-A80E-4F3B-8563-53641D49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969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3">
            <a:extLst xmlns:a="http://schemas.openxmlformats.org/drawingml/2006/main">
              <a:ext uri="{FF2B5EF4-FFF2-40B4-BE49-F238E27FC236}">
                <a16:creationId xmlns:a16="http://schemas.microsoft.com/office/drawing/2014/main" id="{37701D2E-CA5A-4E9C-9CFF-0ACE7B62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19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74">
            <a:extLst xmlns:a="http://schemas.openxmlformats.org/drawingml/2006/main">
              <a:ext uri="{FF2B5EF4-FFF2-40B4-BE49-F238E27FC236}">
                <a16:creationId xmlns:a16="http://schemas.microsoft.com/office/drawing/2014/main" id="{87A970B9-718F-4E4D-B77A-66EF23A4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21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75">
            <a:extLst xmlns:a="http://schemas.openxmlformats.org/drawingml/2006/main">
              <a:ext uri="{FF2B5EF4-FFF2-40B4-BE49-F238E27FC236}">
                <a16:creationId xmlns:a16="http://schemas.microsoft.com/office/drawing/2014/main" id="{491DFCD1-6017-48C7-A9D9-BCFD28B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31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6">
            <a:extLst xmlns:a="http://schemas.openxmlformats.org/drawingml/2006/main">
              <a:ext uri="{FF2B5EF4-FFF2-40B4-BE49-F238E27FC236}">
                <a16:creationId xmlns:a16="http://schemas.microsoft.com/office/drawing/2014/main" id="{963B3472-E32A-4B13-8319-4DAB858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19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77">
            <a:extLst xmlns:a="http://schemas.openxmlformats.org/drawingml/2006/main">
              <a:ext uri="{FF2B5EF4-FFF2-40B4-BE49-F238E27FC236}">
                <a16:creationId xmlns:a16="http://schemas.microsoft.com/office/drawing/2014/main" id="{912F8C7C-0EB5-4B2A-BB88-83870C4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08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8">
            <a:extLst xmlns:a="http://schemas.openxmlformats.org/drawingml/2006/main">
              <a:ext uri="{FF2B5EF4-FFF2-40B4-BE49-F238E27FC236}">
                <a16:creationId xmlns:a16="http://schemas.microsoft.com/office/drawing/2014/main" id="{CF9FD04A-D71D-4892-8F0B-6ACDA74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248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179">
            <a:extLst xmlns:a="http://schemas.openxmlformats.org/drawingml/2006/main">
              <a:ext uri="{FF2B5EF4-FFF2-40B4-BE49-F238E27FC236}">
                <a16:creationId xmlns:a16="http://schemas.microsoft.com/office/drawing/2014/main" id="{C4E232FD-3643-4174-8E0C-9D3BED0D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2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80">
            <a:extLst xmlns:a="http://schemas.openxmlformats.org/drawingml/2006/main">
              <a:ext uri="{FF2B5EF4-FFF2-40B4-BE49-F238E27FC236}">
                <a16:creationId xmlns:a16="http://schemas.microsoft.com/office/drawing/2014/main" id="{7C1E4350-CDA4-4DAD-B145-754C6D38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35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81">
            <a:extLst xmlns:a="http://schemas.openxmlformats.org/drawingml/2006/main">
              <a:ext uri="{FF2B5EF4-FFF2-40B4-BE49-F238E27FC236}">
                <a16:creationId xmlns:a16="http://schemas.microsoft.com/office/drawing/2014/main" id="{BF7F8D9F-CB3F-4C50-AFDF-41E46FF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13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2">
            <a:extLst xmlns:a="http://schemas.openxmlformats.org/drawingml/2006/main">
              <a:ext uri="{FF2B5EF4-FFF2-40B4-BE49-F238E27FC236}">
                <a16:creationId xmlns:a16="http://schemas.microsoft.com/office/drawing/2014/main" id="{42F0B90C-0BAD-445F-AB1F-7A8D6259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46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83">
            <a:extLst xmlns:a="http://schemas.openxmlformats.org/drawingml/2006/main">
              <a:ext uri="{FF2B5EF4-FFF2-40B4-BE49-F238E27FC236}">
                <a16:creationId xmlns:a16="http://schemas.microsoft.com/office/drawing/2014/main" id="{9DB80DA9-D721-4A26-8AC4-710FC110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700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184">
            <a:extLst xmlns:a="http://schemas.openxmlformats.org/drawingml/2006/main">
              <a:ext uri="{FF2B5EF4-FFF2-40B4-BE49-F238E27FC236}">
                <a16:creationId xmlns:a16="http://schemas.microsoft.com/office/drawing/2014/main" id="{06143CF7-41C0-4EEE-A176-D6F521CD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58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85">
            <a:extLst xmlns:a="http://schemas.openxmlformats.org/drawingml/2006/main">
              <a:ext uri="{FF2B5EF4-FFF2-40B4-BE49-F238E27FC236}">
                <a16:creationId xmlns:a16="http://schemas.microsoft.com/office/drawing/2014/main" id="{A41E874E-994B-480E-B4A3-EC4E180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7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6">
            <a:extLst xmlns:a="http://schemas.openxmlformats.org/drawingml/2006/main">
              <a:ext uri="{FF2B5EF4-FFF2-40B4-BE49-F238E27FC236}">
                <a16:creationId xmlns:a16="http://schemas.microsoft.com/office/drawing/2014/main" id="{7710AAE8-C172-465B-B157-FE0F2E2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18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187">
            <a:extLst xmlns:a="http://schemas.openxmlformats.org/drawingml/2006/main">
              <a:ext uri="{FF2B5EF4-FFF2-40B4-BE49-F238E27FC236}">
                <a16:creationId xmlns:a16="http://schemas.microsoft.com/office/drawing/2014/main" id="{47FF839C-7363-4449-9CEB-877A838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96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8">
            <a:extLst xmlns:a="http://schemas.openxmlformats.org/drawingml/2006/main">
              <a:ext uri="{FF2B5EF4-FFF2-40B4-BE49-F238E27FC236}">
                <a16:creationId xmlns:a16="http://schemas.microsoft.com/office/drawing/2014/main" id="{7E6223F9-7301-4657-8085-EDA0C9BC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74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89">
            <a:extLst xmlns:a="http://schemas.openxmlformats.org/drawingml/2006/main">
              <a:ext uri="{FF2B5EF4-FFF2-40B4-BE49-F238E27FC236}">
                <a16:creationId xmlns:a16="http://schemas.microsoft.com/office/drawing/2014/main" id="{67C7E245-0D4C-4555-BCF3-5192C626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52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0">
            <a:extLst xmlns:a="http://schemas.openxmlformats.org/drawingml/2006/main">
              <a:ext uri="{FF2B5EF4-FFF2-40B4-BE49-F238E27FC236}">
                <a16:creationId xmlns:a16="http://schemas.microsoft.com/office/drawing/2014/main" id="{B161004A-8487-48A4-A2BD-A94C9A4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5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1">
            <a:extLst xmlns:a="http://schemas.openxmlformats.org/drawingml/2006/main">
              <a:ext uri="{FF2B5EF4-FFF2-40B4-BE49-F238E27FC236}">
                <a16:creationId xmlns:a16="http://schemas.microsoft.com/office/drawing/2014/main" id="{EE968342-2538-4507-AD64-75D24D07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19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2">
            <a:extLst xmlns:a="http://schemas.openxmlformats.org/drawingml/2006/main">
              <a:ext uri="{FF2B5EF4-FFF2-40B4-BE49-F238E27FC236}">
                <a16:creationId xmlns:a16="http://schemas.microsoft.com/office/drawing/2014/main" id="{B012F618-B69A-4070-A1C1-3898AC9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07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93">
            <a:extLst xmlns:a="http://schemas.openxmlformats.org/drawingml/2006/main">
              <a:ext uri="{FF2B5EF4-FFF2-40B4-BE49-F238E27FC236}">
                <a16:creationId xmlns:a16="http://schemas.microsoft.com/office/drawing/2014/main" id="{FF61E154-1847-4F0F-8630-5100EB0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86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4">
            <a:extLst xmlns:a="http://schemas.openxmlformats.org/drawingml/2006/main">
              <a:ext uri="{FF2B5EF4-FFF2-40B4-BE49-F238E27FC236}">
                <a16:creationId xmlns:a16="http://schemas.microsoft.com/office/drawing/2014/main" id="{20039976-E31B-4725-B5BB-D3989D4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57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95">
            <a:extLst xmlns:a="http://schemas.openxmlformats.org/drawingml/2006/main">
              <a:ext uri="{FF2B5EF4-FFF2-40B4-BE49-F238E27FC236}">
                <a16:creationId xmlns:a16="http://schemas.microsoft.com/office/drawing/2014/main" id="{E56CCCA6-7DB2-488D-ABFC-083AB8B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35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96">
            <a:extLst xmlns:a="http://schemas.openxmlformats.org/drawingml/2006/main">
              <a:ext uri="{FF2B5EF4-FFF2-40B4-BE49-F238E27FC236}">
                <a16:creationId xmlns:a16="http://schemas.microsoft.com/office/drawing/2014/main" id="{5E12C0A7-088C-448C-8AF0-C14054E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68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97">
            <a:extLst xmlns:a="http://schemas.openxmlformats.org/drawingml/2006/main">
              <a:ext uri="{FF2B5EF4-FFF2-40B4-BE49-F238E27FC236}">
                <a16:creationId xmlns:a16="http://schemas.microsoft.com/office/drawing/2014/main" id="{19F24482-E80C-47C3-A9BB-788EAB5F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461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8">
            <a:extLst xmlns:a="http://schemas.openxmlformats.org/drawingml/2006/main">
              <a:ext uri="{FF2B5EF4-FFF2-40B4-BE49-F238E27FC236}">
                <a16:creationId xmlns:a16="http://schemas.microsoft.com/office/drawing/2014/main" id="{C4A97C55-63EE-4A53-BA24-870177C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792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99">
            <a:extLst xmlns:a="http://schemas.openxmlformats.org/drawingml/2006/main">
              <a:ext uri="{FF2B5EF4-FFF2-40B4-BE49-F238E27FC236}">
                <a16:creationId xmlns:a16="http://schemas.microsoft.com/office/drawing/2014/main" id="{96BA0CD4-04CF-42A0-B2F0-AE5C90F1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580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0">
            <a:extLst xmlns:a="http://schemas.openxmlformats.org/drawingml/2006/main">
              <a:ext uri="{FF2B5EF4-FFF2-40B4-BE49-F238E27FC236}">
                <a16:creationId xmlns:a16="http://schemas.microsoft.com/office/drawing/2014/main" id="{518E6452-4EFB-4ECC-A064-A5B14863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46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1">
            <a:extLst xmlns:a="http://schemas.openxmlformats.org/drawingml/2006/main">
              <a:ext uri="{FF2B5EF4-FFF2-40B4-BE49-F238E27FC236}">
                <a16:creationId xmlns:a16="http://schemas.microsoft.com/office/drawing/2014/main" id="{4EA1A8C1-0850-4150-A07E-43970C8C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80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2">
            <a:extLst xmlns:a="http://schemas.openxmlformats.org/drawingml/2006/main">
              <a:ext uri="{FF2B5EF4-FFF2-40B4-BE49-F238E27FC236}">
                <a16:creationId xmlns:a16="http://schemas.microsoft.com/office/drawing/2014/main" id="{AAC31BED-7A7D-4C97-9ACD-2FE7FECD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18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03">
            <a:extLst xmlns:a="http://schemas.openxmlformats.org/drawingml/2006/main">
              <a:ext uri="{FF2B5EF4-FFF2-40B4-BE49-F238E27FC236}">
                <a16:creationId xmlns:a16="http://schemas.microsoft.com/office/drawing/2014/main" id="{FD70DEFD-EEB9-464C-B6B5-C1583E19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74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4">
            <a:extLst xmlns:a="http://schemas.openxmlformats.org/drawingml/2006/main">
              <a:ext uri="{FF2B5EF4-FFF2-40B4-BE49-F238E27FC236}">
                <a16:creationId xmlns:a16="http://schemas.microsoft.com/office/drawing/2014/main" id="{D4B718B6-9E82-45FC-88FD-47FBFF0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3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5">
            <a:extLst xmlns:a="http://schemas.openxmlformats.org/drawingml/2006/main">
              <a:ext uri="{FF2B5EF4-FFF2-40B4-BE49-F238E27FC236}">
                <a16:creationId xmlns:a16="http://schemas.microsoft.com/office/drawing/2014/main" id="{762AA616-7505-437A-A68E-1888DEB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401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06">
            <a:extLst xmlns:a="http://schemas.openxmlformats.org/drawingml/2006/main">
              <a:ext uri="{FF2B5EF4-FFF2-40B4-BE49-F238E27FC236}">
                <a16:creationId xmlns:a16="http://schemas.microsoft.com/office/drawing/2014/main" id="{8E6A6AAA-CF6C-48F4-8BE3-F4735B3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2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07">
            <a:extLst xmlns:a="http://schemas.openxmlformats.org/drawingml/2006/main">
              <a:ext uri="{FF2B5EF4-FFF2-40B4-BE49-F238E27FC236}">
                <a16:creationId xmlns:a16="http://schemas.microsoft.com/office/drawing/2014/main" id="{09864E5B-909E-4DED-A268-820DBDA2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971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08">
            <a:extLst xmlns:a="http://schemas.openxmlformats.org/drawingml/2006/main">
              <a:ext uri="{FF2B5EF4-FFF2-40B4-BE49-F238E27FC236}">
                <a16:creationId xmlns:a16="http://schemas.microsoft.com/office/drawing/2014/main" id="{D7FB37E0-D95B-4602-8316-C8D5DF61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86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09">
            <a:extLst xmlns:a="http://schemas.openxmlformats.org/drawingml/2006/main">
              <a:ext uri="{FF2B5EF4-FFF2-40B4-BE49-F238E27FC236}">
                <a16:creationId xmlns:a16="http://schemas.microsoft.com/office/drawing/2014/main" id="{67BD9F63-55C2-4FDE-AB55-3424661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741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0">
            <a:extLst xmlns:a="http://schemas.openxmlformats.org/drawingml/2006/main">
              <a:ext uri="{FF2B5EF4-FFF2-40B4-BE49-F238E27FC236}">
                <a16:creationId xmlns:a16="http://schemas.microsoft.com/office/drawing/2014/main" id="{8F205046-C52A-4EB5-B65F-5A261C9E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909" y="318542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50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1">
            <a:extLst xmlns:a="http://schemas.openxmlformats.org/drawingml/2006/main">
              <a:ext uri="{FF2B5EF4-FFF2-40B4-BE49-F238E27FC236}">
                <a16:creationId xmlns:a16="http://schemas.microsoft.com/office/drawing/2014/main" id="{30B530C0-59A3-4633-91AF-424448F0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89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2">
            <a:extLst xmlns:a="http://schemas.openxmlformats.org/drawingml/2006/main">
              <a:ext uri="{FF2B5EF4-FFF2-40B4-BE49-F238E27FC236}">
                <a16:creationId xmlns:a16="http://schemas.microsoft.com/office/drawing/2014/main" id="{F8C63AFC-538A-4636-93DD-0ECFCF8D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02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3">
            <a:extLst xmlns:a="http://schemas.openxmlformats.org/drawingml/2006/main">
              <a:ext uri="{FF2B5EF4-FFF2-40B4-BE49-F238E27FC236}">
                <a16:creationId xmlns:a16="http://schemas.microsoft.com/office/drawing/2014/main" id="{0EB9E0C4-75C7-4A1E-B72D-EBBCA6EB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50" y="318542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50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DEE6E91-8BB0-48B0-8AEB-9267ED0B7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5c19e042541e0"/>
          <a:stretch xmlns:a="http://schemas.openxmlformats.org/drawingml/2006/main"/>
        </p:blipFill>
        <p:spPr>
          <a:xfrm xmlns:a="http://schemas.openxmlformats.org/drawingml/2006/main">
            <a:off x="778597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DF50322-56BE-4BB8-B769-E7736366B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d6960ee94814"/>
          <a:stretch xmlns:a="http://schemas.openxmlformats.org/drawingml/2006/main"/>
        </p:blipFill>
        <p:spPr>
          <a:xfrm xmlns:a="http://schemas.openxmlformats.org/drawingml/2006/main">
            <a:off x="1569172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953C75D-CB03-48CD-9328-3832870EF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f06abed124c22"/>
          <a:stretch xmlns:a="http://schemas.openxmlformats.org/drawingml/2006/main"/>
        </p:blipFill>
        <p:spPr>
          <a:xfrm xmlns:a="http://schemas.openxmlformats.org/drawingml/2006/main">
            <a:off x="2359747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11155DF-B23D-47A0-A5A4-4A2AA7E1F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52e886ea14fa1"/>
          <a:stretch xmlns:a="http://schemas.openxmlformats.org/drawingml/2006/main"/>
        </p:blipFill>
        <p:spPr>
          <a:xfrm xmlns:a="http://schemas.openxmlformats.org/drawingml/2006/main">
            <a:off x="3150322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20DFA4D-931E-4AA4-A383-F6CFD3149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9209791354f67"/>
          <a:stretch xmlns:a="http://schemas.openxmlformats.org/drawingml/2006/main"/>
        </p:blipFill>
        <p:spPr>
          <a:xfrm xmlns:a="http://schemas.openxmlformats.org/drawingml/2006/main">
            <a:off x="3940897" y="380367"/>
            <a:ext cx="676275" cy="390525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151B4AD-88BE-4DF0-9F77-8E097FE3A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20a3d0412449a"/>
          <a:stretch xmlns:a="http://schemas.openxmlformats.org/drawingml/2006/main"/>
        </p:blipFill>
        <p:spPr>
          <a:xfrm xmlns:a="http://schemas.openxmlformats.org/drawingml/2006/main">
            <a:off x="4731472" y="380367"/>
            <a:ext cx="676275" cy="390525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E9ACEEC-3402-4D86-B56D-524C54237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46ad20d5446a9"/>
          <a:stretch xmlns:a="http://schemas.openxmlformats.org/drawingml/2006/main"/>
        </p:blipFill>
        <p:spPr>
          <a:xfrm xmlns:a="http://schemas.openxmlformats.org/drawingml/2006/main">
            <a:off x="5512522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EBE1263-FAE4-4AE1-91F2-6FFBC1D7C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b4988a27e46e1"/>
          <a:stretch xmlns:a="http://schemas.openxmlformats.org/drawingml/2006/main"/>
        </p:blipFill>
        <p:spPr>
          <a:xfrm xmlns:a="http://schemas.openxmlformats.org/drawingml/2006/main">
            <a:off x="6303097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4ADB5D0-FE18-44E6-8FB1-EDA265251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5f5f4ab5a49bd"/>
          <a:stretch xmlns:a="http://schemas.openxmlformats.org/drawingml/2006/main"/>
        </p:blipFill>
        <p:spPr>
          <a:xfrm xmlns:a="http://schemas.openxmlformats.org/drawingml/2006/main">
            <a:off x="7093672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7A3E1B5-99A9-4018-AE35-518CA862C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7cd3f5e9946cb"/>
          <a:stretch xmlns:a="http://schemas.openxmlformats.org/drawingml/2006/main"/>
        </p:blipFill>
        <p:spPr>
          <a:xfrm xmlns:a="http://schemas.openxmlformats.org/drawingml/2006/main">
            <a:off x="7884247" y="3803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F4E0AF3-0CB0-4E79-963E-B8A6942C7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ced24258845f9"/>
          <a:stretch xmlns:a="http://schemas.openxmlformats.org/drawingml/2006/main"/>
        </p:blipFill>
        <p:spPr>
          <a:xfrm xmlns:a="http://schemas.openxmlformats.org/drawingml/2006/main">
            <a:off x="-2453" y="94617"/>
            <a:ext cx="1028700" cy="790575"/>
          </a:xfrm>
          <a:prstGeom xmlns:a="http://schemas.openxmlformats.org/drawingml/2006/main" prst="rect">
            <a:avLst/>
          </a:prstGeom>
        </p:spPr>
      </p:pic>
      <p:sp>
        <p:nvSpPr>
          <p:cNvPr id="232" name="text-225 Video">
            <a:extLst xmlns:a="http://schemas.openxmlformats.org/drawingml/2006/main">
              <a:ext uri="{FF2B5EF4-FFF2-40B4-BE49-F238E27FC236}">
                <a16:creationId xmlns:a16="http://schemas.microsoft.com/office/drawing/2014/main" id="{0E62E471-A6A4-46FE-A0B5-9736992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649" y="660129"/>
            <a:ext cx="425450" cy="206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233" name="path-226">
            <a:extLst xmlns:a="http://schemas.openxmlformats.org/drawingml/2006/main">
              <a:ext uri="{FF2B5EF4-FFF2-40B4-BE49-F238E27FC236}">
                <a16:creationId xmlns:a16="http://schemas.microsoft.com/office/drawing/2014/main" id="{207E2A14-580E-48F9-A90D-E8762C2E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2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27">
            <a:extLst xmlns:a="http://schemas.openxmlformats.org/drawingml/2006/main">
              <a:ext uri="{FF2B5EF4-FFF2-40B4-BE49-F238E27FC236}">
                <a16:creationId xmlns:a16="http://schemas.microsoft.com/office/drawing/2014/main" id="{F82A1396-05FC-43B2-8373-CB993F75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97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28">
            <a:extLst xmlns:a="http://schemas.openxmlformats.org/drawingml/2006/main">
              <a:ext uri="{FF2B5EF4-FFF2-40B4-BE49-F238E27FC236}">
                <a16:creationId xmlns:a16="http://schemas.microsoft.com/office/drawing/2014/main" id="{CC460F3C-E41E-41E6-AF86-07E3FEB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7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29">
            <a:extLst xmlns:a="http://schemas.openxmlformats.org/drawingml/2006/main">
              <a:ext uri="{FF2B5EF4-FFF2-40B4-BE49-F238E27FC236}">
                <a16:creationId xmlns:a16="http://schemas.microsoft.com/office/drawing/2014/main" id="{2CA5FDEE-76AE-48A5-8ECC-3EE64B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0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0">
            <a:extLst xmlns:a="http://schemas.openxmlformats.org/drawingml/2006/main">
              <a:ext uri="{FF2B5EF4-FFF2-40B4-BE49-F238E27FC236}">
                <a16:creationId xmlns:a16="http://schemas.microsoft.com/office/drawing/2014/main" id="{A91E81F1-7E50-4E0C-BBA7-DF143222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07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31">
            <a:extLst xmlns:a="http://schemas.openxmlformats.org/drawingml/2006/main">
              <a:ext uri="{FF2B5EF4-FFF2-40B4-BE49-F238E27FC236}">
                <a16:creationId xmlns:a16="http://schemas.microsoft.com/office/drawing/2014/main" id="{87A4CEC6-0F16-4E25-981B-D36B81C8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41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2">
            <a:extLst xmlns:a="http://schemas.openxmlformats.org/drawingml/2006/main">
              <a:ext uri="{FF2B5EF4-FFF2-40B4-BE49-F238E27FC236}">
                <a16:creationId xmlns:a16="http://schemas.microsoft.com/office/drawing/2014/main" id="{46B33E80-884B-422F-8AB1-8D421825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19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33">
            <a:extLst xmlns:a="http://schemas.openxmlformats.org/drawingml/2006/main">
              <a:ext uri="{FF2B5EF4-FFF2-40B4-BE49-F238E27FC236}">
                <a16:creationId xmlns:a16="http://schemas.microsoft.com/office/drawing/2014/main" id="{5E5328AE-E5F4-4B87-8355-C9CBCBF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34">
            <a:extLst xmlns:a="http://schemas.openxmlformats.org/drawingml/2006/main">
              <a:ext uri="{FF2B5EF4-FFF2-40B4-BE49-F238E27FC236}">
                <a16:creationId xmlns:a16="http://schemas.microsoft.com/office/drawing/2014/main" id="{06C6C812-9980-44F7-BA8E-22282F67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96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35">
            <a:extLst xmlns:a="http://schemas.openxmlformats.org/drawingml/2006/main">
              <a:ext uri="{FF2B5EF4-FFF2-40B4-BE49-F238E27FC236}">
                <a16:creationId xmlns:a16="http://schemas.microsoft.com/office/drawing/2014/main" id="{9E35F11F-8809-4FC8-9563-CABF9ABD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13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36">
            <a:extLst xmlns:a="http://schemas.openxmlformats.org/drawingml/2006/main">
              <a:ext uri="{FF2B5EF4-FFF2-40B4-BE49-F238E27FC236}">
                <a16:creationId xmlns:a16="http://schemas.microsoft.com/office/drawing/2014/main" id="{2C72E7D8-C0D7-48D7-B584-FA69FAE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91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37">
            <a:extLst xmlns:a="http://schemas.openxmlformats.org/drawingml/2006/main">
              <a:ext uri="{FF2B5EF4-FFF2-40B4-BE49-F238E27FC236}">
                <a16:creationId xmlns:a16="http://schemas.microsoft.com/office/drawing/2014/main" id="{A7554524-206C-4FD1-8CBB-25C7E93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4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38">
            <a:extLst xmlns:a="http://schemas.openxmlformats.org/drawingml/2006/main">
              <a:ext uri="{FF2B5EF4-FFF2-40B4-BE49-F238E27FC236}">
                <a16:creationId xmlns:a16="http://schemas.microsoft.com/office/drawing/2014/main" id="{79C535A9-50AF-49B7-8782-D2D5A255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02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39">
            <a:extLst xmlns:a="http://schemas.openxmlformats.org/drawingml/2006/main">
              <a:ext uri="{FF2B5EF4-FFF2-40B4-BE49-F238E27FC236}">
                <a16:creationId xmlns:a16="http://schemas.microsoft.com/office/drawing/2014/main" id="{C59E1315-8D02-484D-A9C5-5C549369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80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0">
            <a:extLst xmlns:a="http://schemas.openxmlformats.org/drawingml/2006/main">
              <a:ext uri="{FF2B5EF4-FFF2-40B4-BE49-F238E27FC236}">
                <a16:creationId xmlns:a16="http://schemas.microsoft.com/office/drawing/2014/main" id="{13843EA8-1F52-439D-A659-257AAFE6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58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41">
            <a:extLst xmlns:a="http://schemas.openxmlformats.org/drawingml/2006/main">
              <a:ext uri="{FF2B5EF4-FFF2-40B4-BE49-F238E27FC236}">
                <a16:creationId xmlns:a16="http://schemas.microsoft.com/office/drawing/2014/main" id="{A1905B55-39C1-4165-A949-D98B6F43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47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42">
            <a:extLst xmlns:a="http://schemas.openxmlformats.org/drawingml/2006/main">
              <a:ext uri="{FF2B5EF4-FFF2-40B4-BE49-F238E27FC236}">
                <a16:creationId xmlns:a16="http://schemas.microsoft.com/office/drawing/2014/main" id="{9BFE3A39-34F8-4A5D-BF67-19BF7BB0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35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43">
            <a:extLst xmlns:a="http://schemas.openxmlformats.org/drawingml/2006/main">
              <a:ext uri="{FF2B5EF4-FFF2-40B4-BE49-F238E27FC236}">
                <a16:creationId xmlns:a16="http://schemas.microsoft.com/office/drawing/2014/main" id="{F5D897C8-CF21-42AF-A15B-66E5E04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52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4">
            <a:extLst xmlns:a="http://schemas.openxmlformats.org/drawingml/2006/main">
              <a:ext uri="{FF2B5EF4-FFF2-40B4-BE49-F238E27FC236}">
                <a16:creationId xmlns:a16="http://schemas.microsoft.com/office/drawing/2014/main" id="{4B7C6ED1-EF3E-4814-BB5A-DCFBFC0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0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45">
            <a:extLst xmlns:a="http://schemas.openxmlformats.org/drawingml/2006/main">
              <a:ext uri="{FF2B5EF4-FFF2-40B4-BE49-F238E27FC236}">
                <a16:creationId xmlns:a16="http://schemas.microsoft.com/office/drawing/2014/main" id="{21F3A5AB-B468-4272-B234-9BEBCB1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63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6">
            <a:extLst xmlns:a="http://schemas.openxmlformats.org/drawingml/2006/main">
              <a:ext uri="{FF2B5EF4-FFF2-40B4-BE49-F238E27FC236}">
                <a16:creationId xmlns:a16="http://schemas.microsoft.com/office/drawing/2014/main" id="{19FD63E4-9641-4FDF-998A-CC51D2C1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41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7">
            <a:extLst xmlns:a="http://schemas.openxmlformats.org/drawingml/2006/main">
              <a:ext uri="{FF2B5EF4-FFF2-40B4-BE49-F238E27FC236}">
                <a16:creationId xmlns:a16="http://schemas.microsoft.com/office/drawing/2014/main" id="{3FC64654-5573-4582-B759-948E5FF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74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48">
            <a:extLst xmlns:a="http://schemas.openxmlformats.org/drawingml/2006/main">
              <a:ext uri="{FF2B5EF4-FFF2-40B4-BE49-F238E27FC236}">
                <a16:creationId xmlns:a16="http://schemas.microsoft.com/office/drawing/2014/main" id="{09A0D7F6-646D-4056-B8AA-DCD168C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52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49">
            <a:extLst xmlns:a="http://schemas.openxmlformats.org/drawingml/2006/main">
              <a:ext uri="{FF2B5EF4-FFF2-40B4-BE49-F238E27FC236}">
                <a16:creationId xmlns:a16="http://schemas.microsoft.com/office/drawing/2014/main" id="{F40C34BF-75CC-48F5-8996-D637429C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6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0">
            <a:extLst xmlns:a="http://schemas.openxmlformats.org/drawingml/2006/main">
              <a:ext uri="{FF2B5EF4-FFF2-40B4-BE49-F238E27FC236}">
                <a16:creationId xmlns:a16="http://schemas.microsoft.com/office/drawing/2014/main" id="{4639077B-92BE-4EDE-9DC7-FCFD94E5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74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1">
            <a:extLst xmlns:a="http://schemas.openxmlformats.org/drawingml/2006/main">
              <a:ext uri="{FF2B5EF4-FFF2-40B4-BE49-F238E27FC236}">
                <a16:creationId xmlns:a16="http://schemas.microsoft.com/office/drawing/2014/main" id="{8A46B538-3FAC-473B-B84C-8F7CF326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46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2">
            <a:extLst xmlns:a="http://schemas.openxmlformats.org/drawingml/2006/main">
              <a:ext uri="{FF2B5EF4-FFF2-40B4-BE49-F238E27FC236}">
                <a16:creationId xmlns:a16="http://schemas.microsoft.com/office/drawing/2014/main" id="{B56B1F49-9E7D-407C-8763-3FF250FA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4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3">
            <a:extLst xmlns:a="http://schemas.openxmlformats.org/drawingml/2006/main">
              <a:ext uri="{FF2B5EF4-FFF2-40B4-BE49-F238E27FC236}">
                <a16:creationId xmlns:a16="http://schemas.microsoft.com/office/drawing/2014/main" id="{ED47CFB3-4A93-4135-ACAD-4F1245D1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57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54">
            <a:extLst xmlns:a="http://schemas.openxmlformats.org/drawingml/2006/main">
              <a:ext uri="{FF2B5EF4-FFF2-40B4-BE49-F238E27FC236}">
                <a16:creationId xmlns:a16="http://schemas.microsoft.com/office/drawing/2014/main" id="{228A8115-C372-4591-98DB-8ADB9C47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80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55">
            <a:extLst xmlns:a="http://schemas.openxmlformats.org/drawingml/2006/main">
              <a:ext uri="{FF2B5EF4-FFF2-40B4-BE49-F238E27FC236}">
                <a16:creationId xmlns:a16="http://schemas.microsoft.com/office/drawing/2014/main" id="{5FC44663-FF44-436F-9ED9-DFD93B59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681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6">
            <a:extLst xmlns:a="http://schemas.openxmlformats.org/drawingml/2006/main">
              <a:ext uri="{FF2B5EF4-FFF2-40B4-BE49-F238E27FC236}">
                <a16:creationId xmlns:a16="http://schemas.microsoft.com/office/drawing/2014/main" id="{D97E4D5D-63F6-443D-9EF5-5B8D6470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47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57">
            <a:extLst xmlns:a="http://schemas.openxmlformats.org/drawingml/2006/main">
              <a:ext uri="{FF2B5EF4-FFF2-40B4-BE49-F238E27FC236}">
                <a16:creationId xmlns:a16="http://schemas.microsoft.com/office/drawing/2014/main" id="{CA501713-D931-4E0D-AC43-5D6EC69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35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58">
            <a:extLst xmlns:a="http://schemas.openxmlformats.org/drawingml/2006/main">
              <a:ext uri="{FF2B5EF4-FFF2-40B4-BE49-F238E27FC236}">
                <a16:creationId xmlns:a16="http://schemas.microsoft.com/office/drawing/2014/main" id="{7CB9A8E7-297A-4773-9CD0-45BB230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3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9">
            <a:extLst xmlns:a="http://schemas.openxmlformats.org/drawingml/2006/main">
              <a:ext uri="{FF2B5EF4-FFF2-40B4-BE49-F238E27FC236}">
                <a16:creationId xmlns:a16="http://schemas.microsoft.com/office/drawing/2014/main" id="{73623CBF-1B75-4E66-94FA-4239A46C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30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0">
            <a:extLst xmlns:a="http://schemas.openxmlformats.org/drawingml/2006/main">
              <a:ext uri="{FF2B5EF4-FFF2-40B4-BE49-F238E27FC236}">
                <a16:creationId xmlns:a16="http://schemas.microsoft.com/office/drawing/2014/main" id="{20C9A7B6-55D2-42EF-8692-7ABA2B0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08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1">
            <a:extLst xmlns:a="http://schemas.openxmlformats.org/drawingml/2006/main">
              <a:ext uri="{FF2B5EF4-FFF2-40B4-BE49-F238E27FC236}">
                <a16:creationId xmlns:a16="http://schemas.microsoft.com/office/drawing/2014/main" id="{F1E63E62-3012-442E-9098-E1A5520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969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2">
            <a:extLst xmlns:a="http://schemas.openxmlformats.org/drawingml/2006/main">
              <a:ext uri="{FF2B5EF4-FFF2-40B4-BE49-F238E27FC236}">
                <a16:creationId xmlns:a16="http://schemas.microsoft.com/office/drawing/2014/main" id="{26A14D3D-D505-4879-B77E-B197E92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19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3">
            <a:extLst xmlns:a="http://schemas.openxmlformats.org/drawingml/2006/main">
              <a:ext uri="{FF2B5EF4-FFF2-40B4-BE49-F238E27FC236}">
                <a16:creationId xmlns:a16="http://schemas.microsoft.com/office/drawing/2014/main" id="{49CFC906-E044-45AC-AA9F-C3FB33F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521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4">
            <a:extLst xmlns:a="http://schemas.openxmlformats.org/drawingml/2006/main">
              <a:ext uri="{FF2B5EF4-FFF2-40B4-BE49-F238E27FC236}">
                <a16:creationId xmlns:a16="http://schemas.microsoft.com/office/drawing/2014/main" id="{D1AC2449-DC95-4923-8EAC-6862D20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31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5">
            <a:extLst xmlns:a="http://schemas.openxmlformats.org/drawingml/2006/main">
              <a:ext uri="{FF2B5EF4-FFF2-40B4-BE49-F238E27FC236}">
                <a16:creationId xmlns:a16="http://schemas.microsoft.com/office/drawing/2014/main" id="{9FD617D1-0F22-48A2-9D33-6F5D7DF9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19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66">
            <a:extLst xmlns:a="http://schemas.openxmlformats.org/drawingml/2006/main">
              <a:ext uri="{FF2B5EF4-FFF2-40B4-BE49-F238E27FC236}">
                <a16:creationId xmlns:a16="http://schemas.microsoft.com/office/drawing/2014/main" id="{15FFE494-7911-4120-B11F-D27AB21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08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7">
            <a:extLst xmlns:a="http://schemas.openxmlformats.org/drawingml/2006/main">
              <a:ext uri="{FF2B5EF4-FFF2-40B4-BE49-F238E27FC236}">
                <a16:creationId xmlns:a16="http://schemas.microsoft.com/office/drawing/2014/main" id="{5FC84EF6-98C6-4E85-B886-9DDF300E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248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8">
            <a:extLst xmlns:a="http://schemas.openxmlformats.org/drawingml/2006/main">
              <a:ext uri="{FF2B5EF4-FFF2-40B4-BE49-F238E27FC236}">
                <a16:creationId xmlns:a16="http://schemas.microsoft.com/office/drawing/2014/main" id="{7AE17941-7DC3-480A-ABCA-702229F7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02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9">
            <a:extLst xmlns:a="http://schemas.openxmlformats.org/drawingml/2006/main">
              <a:ext uri="{FF2B5EF4-FFF2-40B4-BE49-F238E27FC236}">
                <a16:creationId xmlns:a16="http://schemas.microsoft.com/office/drawing/2014/main" id="{ACEDD3F8-0F43-404F-998B-09A5732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35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70">
            <a:extLst xmlns:a="http://schemas.openxmlformats.org/drawingml/2006/main">
              <a:ext uri="{FF2B5EF4-FFF2-40B4-BE49-F238E27FC236}">
                <a16:creationId xmlns:a16="http://schemas.microsoft.com/office/drawing/2014/main" id="{9C833F3E-5A26-4F30-96C2-BD8C7377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13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71">
            <a:extLst xmlns:a="http://schemas.openxmlformats.org/drawingml/2006/main">
              <a:ext uri="{FF2B5EF4-FFF2-40B4-BE49-F238E27FC236}">
                <a16:creationId xmlns:a16="http://schemas.microsoft.com/office/drawing/2014/main" id="{404F3801-F84A-4CB6-ABCF-23E1FDD4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46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72">
            <a:extLst xmlns:a="http://schemas.openxmlformats.org/drawingml/2006/main">
              <a:ext uri="{FF2B5EF4-FFF2-40B4-BE49-F238E27FC236}">
                <a16:creationId xmlns:a16="http://schemas.microsoft.com/office/drawing/2014/main" id="{994BA640-A15A-43BF-A03F-4D602D8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700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73">
            <a:extLst xmlns:a="http://schemas.openxmlformats.org/drawingml/2006/main">
              <a:ext uri="{FF2B5EF4-FFF2-40B4-BE49-F238E27FC236}">
                <a16:creationId xmlns:a16="http://schemas.microsoft.com/office/drawing/2014/main" id="{D703529B-CEF1-4500-866D-204C1B10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58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74">
            <a:extLst xmlns:a="http://schemas.openxmlformats.org/drawingml/2006/main">
              <a:ext uri="{FF2B5EF4-FFF2-40B4-BE49-F238E27FC236}">
                <a16:creationId xmlns:a16="http://schemas.microsoft.com/office/drawing/2014/main" id="{6B177B05-B92E-4883-A880-B6A15816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47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75">
            <a:extLst xmlns:a="http://schemas.openxmlformats.org/drawingml/2006/main">
              <a:ext uri="{FF2B5EF4-FFF2-40B4-BE49-F238E27FC236}">
                <a16:creationId xmlns:a16="http://schemas.microsoft.com/office/drawing/2014/main" id="{C902384C-D818-412B-915A-23BA7A71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18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76">
            <a:extLst xmlns:a="http://schemas.openxmlformats.org/drawingml/2006/main">
              <a:ext uri="{FF2B5EF4-FFF2-40B4-BE49-F238E27FC236}">
                <a16:creationId xmlns:a16="http://schemas.microsoft.com/office/drawing/2014/main" id="{CF994493-0FB6-4CB7-9598-CDBA993B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96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7">
            <a:extLst xmlns:a="http://schemas.openxmlformats.org/drawingml/2006/main">
              <a:ext uri="{FF2B5EF4-FFF2-40B4-BE49-F238E27FC236}">
                <a16:creationId xmlns:a16="http://schemas.microsoft.com/office/drawing/2014/main" id="{CDD4DF4E-66CF-4118-ABC2-4D5493B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74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78">
            <a:extLst xmlns:a="http://schemas.openxmlformats.org/drawingml/2006/main">
              <a:ext uri="{FF2B5EF4-FFF2-40B4-BE49-F238E27FC236}">
                <a16:creationId xmlns:a16="http://schemas.microsoft.com/office/drawing/2014/main" id="{8A93AE14-7AF8-4FD2-804B-D4B046C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52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79">
            <a:extLst xmlns:a="http://schemas.openxmlformats.org/drawingml/2006/main">
              <a:ext uri="{FF2B5EF4-FFF2-40B4-BE49-F238E27FC236}">
                <a16:creationId xmlns:a16="http://schemas.microsoft.com/office/drawing/2014/main" id="{8EE46FDC-7DA5-4DC6-B0CC-FDD11D02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5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80">
            <a:extLst xmlns:a="http://schemas.openxmlformats.org/drawingml/2006/main">
              <a:ext uri="{FF2B5EF4-FFF2-40B4-BE49-F238E27FC236}">
                <a16:creationId xmlns:a16="http://schemas.microsoft.com/office/drawing/2014/main" id="{CB4574C3-1B97-4CB5-A6C5-CE3A0062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19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1">
            <a:extLst xmlns:a="http://schemas.openxmlformats.org/drawingml/2006/main">
              <a:ext uri="{FF2B5EF4-FFF2-40B4-BE49-F238E27FC236}">
                <a16:creationId xmlns:a16="http://schemas.microsoft.com/office/drawing/2014/main" id="{BD085C81-5463-417B-9191-28250F82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07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2">
            <a:extLst xmlns:a="http://schemas.openxmlformats.org/drawingml/2006/main">
              <a:ext uri="{FF2B5EF4-FFF2-40B4-BE49-F238E27FC236}">
                <a16:creationId xmlns:a16="http://schemas.microsoft.com/office/drawing/2014/main" id="{78809A1E-E443-4143-9CC5-741DB2BA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86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3">
            <a:extLst xmlns:a="http://schemas.openxmlformats.org/drawingml/2006/main">
              <a:ext uri="{FF2B5EF4-FFF2-40B4-BE49-F238E27FC236}">
                <a16:creationId xmlns:a16="http://schemas.microsoft.com/office/drawing/2014/main" id="{7221AFC7-6679-4720-BA52-93E53D5F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57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84">
            <a:extLst xmlns:a="http://schemas.openxmlformats.org/drawingml/2006/main">
              <a:ext uri="{FF2B5EF4-FFF2-40B4-BE49-F238E27FC236}">
                <a16:creationId xmlns:a16="http://schemas.microsoft.com/office/drawing/2014/main" id="{60E7FCE9-D843-47AB-9D31-DDD1BB3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35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5">
            <a:extLst xmlns:a="http://schemas.openxmlformats.org/drawingml/2006/main">
              <a:ext uri="{FF2B5EF4-FFF2-40B4-BE49-F238E27FC236}">
                <a16:creationId xmlns:a16="http://schemas.microsoft.com/office/drawing/2014/main" id="{0C8FAB22-A1DF-4236-9055-C794CBA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68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6">
            <a:extLst xmlns:a="http://schemas.openxmlformats.org/drawingml/2006/main">
              <a:ext uri="{FF2B5EF4-FFF2-40B4-BE49-F238E27FC236}">
                <a16:creationId xmlns:a16="http://schemas.microsoft.com/office/drawing/2014/main" id="{778617C4-DA4C-4A64-A572-06033CA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461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7">
            <a:extLst xmlns:a="http://schemas.openxmlformats.org/drawingml/2006/main">
              <a:ext uri="{FF2B5EF4-FFF2-40B4-BE49-F238E27FC236}">
                <a16:creationId xmlns:a16="http://schemas.microsoft.com/office/drawing/2014/main" id="{91464CD7-83A9-4A7A-8911-4A82B545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4792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8">
            <a:extLst xmlns:a="http://schemas.openxmlformats.org/drawingml/2006/main">
              <a:ext uri="{FF2B5EF4-FFF2-40B4-BE49-F238E27FC236}">
                <a16:creationId xmlns:a16="http://schemas.microsoft.com/office/drawing/2014/main" id="{60A408BD-7958-4913-ABCC-612E7F8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580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9">
            <a:extLst xmlns:a="http://schemas.openxmlformats.org/drawingml/2006/main">
              <a:ext uri="{FF2B5EF4-FFF2-40B4-BE49-F238E27FC236}">
                <a16:creationId xmlns:a16="http://schemas.microsoft.com/office/drawing/2014/main" id="{E4E50995-12C1-46FC-9F1F-7DC07308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46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0">
            <a:extLst xmlns:a="http://schemas.openxmlformats.org/drawingml/2006/main">
              <a:ext uri="{FF2B5EF4-FFF2-40B4-BE49-F238E27FC236}">
                <a16:creationId xmlns:a16="http://schemas.microsoft.com/office/drawing/2014/main" id="{5E8206D6-631B-4E17-80CC-EC7E7C8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380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1">
            <a:extLst xmlns:a="http://schemas.openxmlformats.org/drawingml/2006/main">
              <a:ext uri="{FF2B5EF4-FFF2-40B4-BE49-F238E27FC236}">
                <a16:creationId xmlns:a16="http://schemas.microsoft.com/office/drawing/2014/main" id="{1299167E-8E45-488F-84C6-97FDB5F2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18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92">
            <a:extLst xmlns:a="http://schemas.openxmlformats.org/drawingml/2006/main">
              <a:ext uri="{FF2B5EF4-FFF2-40B4-BE49-F238E27FC236}">
                <a16:creationId xmlns:a16="http://schemas.microsoft.com/office/drawing/2014/main" id="{A6F981F1-0641-4F10-9531-2DE53DC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74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293">
            <a:extLst xmlns:a="http://schemas.openxmlformats.org/drawingml/2006/main">
              <a:ext uri="{FF2B5EF4-FFF2-40B4-BE49-F238E27FC236}">
                <a16:creationId xmlns:a16="http://schemas.microsoft.com/office/drawing/2014/main" id="{19267D59-20F2-47DB-981C-FEEF2739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63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94">
            <a:extLst xmlns:a="http://schemas.openxmlformats.org/drawingml/2006/main">
              <a:ext uri="{FF2B5EF4-FFF2-40B4-BE49-F238E27FC236}">
                <a16:creationId xmlns:a16="http://schemas.microsoft.com/office/drawing/2014/main" id="{0EA985A7-60F5-49CB-A3C1-621C868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401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95">
            <a:extLst xmlns:a="http://schemas.openxmlformats.org/drawingml/2006/main">
              <a:ext uri="{FF2B5EF4-FFF2-40B4-BE49-F238E27FC236}">
                <a16:creationId xmlns:a16="http://schemas.microsoft.com/office/drawing/2014/main" id="{70A31697-66AF-4675-A4CD-3A46033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82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96">
            <a:extLst xmlns:a="http://schemas.openxmlformats.org/drawingml/2006/main">
              <a:ext uri="{FF2B5EF4-FFF2-40B4-BE49-F238E27FC236}">
                <a16:creationId xmlns:a16="http://schemas.microsoft.com/office/drawing/2014/main" id="{C4B930AE-04C3-4E13-81A0-BA57ADCD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971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7">
            <a:extLst xmlns:a="http://schemas.openxmlformats.org/drawingml/2006/main">
              <a:ext uri="{FF2B5EF4-FFF2-40B4-BE49-F238E27FC236}">
                <a16:creationId xmlns:a16="http://schemas.microsoft.com/office/drawing/2014/main" id="{3E7F3224-BBCB-4013-B583-B2682D9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86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8">
            <a:extLst xmlns:a="http://schemas.openxmlformats.org/drawingml/2006/main">
              <a:ext uri="{FF2B5EF4-FFF2-40B4-BE49-F238E27FC236}">
                <a16:creationId xmlns:a16="http://schemas.microsoft.com/office/drawing/2014/main" id="{ECC6DA87-44AB-47F4-92E5-E6B449F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741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99">
            <a:extLst xmlns:a="http://schemas.openxmlformats.org/drawingml/2006/main">
              <a:ext uri="{FF2B5EF4-FFF2-40B4-BE49-F238E27FC236}">
                <a16:creationId xmlns:a16="http://schemas.microsoft.com/office/drawing/2014/main" id="{C0622EC9-C667-499C-8059-6BB99B65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7909" y="798000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0">
            <a:extLst xmlns:a="http://schemas.openxmlformats.org/drawingml/2006/main">
              <a:ext uri="{FF2B5EF4-FFF2-40B4-BE49-F238E27FC236}">
                <a16:creationId xmlns:a16="http://schemas.microsoft.com/office/drawing/2014/main" id="{76BE0C80-51C5-4D3F-8EB5-250D896D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8689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01">
            <a:extLst xmlns:a="http://schemas.openxmlformats.org/drawingml/2006/main">
              <a:ext uri="{FF2B5EF4-FFF2-40B4-BE49-F238E27FC236}">
                <a16:creationId xmlns:a16="http://schemas.microsoft.com/office/drawing/2014/main" id="{C1E49AA6-D29E-461A-B4F1-4EFBC97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02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02">
            <a:extLst xmlns:a="http://schemas.openxmlformats.org/drawingml/2006/main">
              <a:ext uri="{FF2B5EF4-FFF2-40B4-BE49-F238E27FC236}">
                <a16:creationId xmlns:a16="http://schemas.microsoft.com/office/drawing/2014/main" id="{04B2FAB2-49CE-4B4B-B524-2FC22A28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50" y="798000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03">
            <a:extLst xmlns:a="http://schemas.openxmlformats.org/drawingml/2006/main">
              <a:ext uri="{FF2B5EF4-FFF2-40B4-BE49-F238E27FC236}">
                <a16:creationId xmlns:a16="http://schemas.microsoft.com/office/drawing/2014/main" id="{3B437D94-F205-48D1-903B-0A1C7C7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321" y="3204403"/>
            <a:ext cx="3715343" cy="557891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2"/>
                  <a:pt x="15961" y="0"/>
                  <a:pt x="35650" y="0"/>
                </a:cubicBezTo>
                <a:lnTo>
                  <a:pt x="3679692" y="0"/>
                </a:lnTo>
                <a:cubicBezTo>
                  <a:pt x="3699382" y="0"/>
                  <a:pt x="3715343" y="15962"/>
                  <a:pt x="3715343" y="35650"/>
                </a:cubicBezTo>
                <a:lnTo>
                  <a:pt x="3715343" y="522241"/>
                </a:lnTo>
                <a:cubicBezTo>
                  <a:pt x="3715343" y="541930"/>
                  <a:pt x="3699382" y="557891"/>
                  <a:pt x="3679692" y="557891"/>
                </a:cubicBezTo>
                <a:lnTo>
                  <a:pt x="35650" y="557891"/>
                </a:lnTo>
                <a:cubicBezTo>
                  <a:pt x="15961" y="557891"/>
                  <a:pt x="0" y="541930"/>
                  <a:pt x="0" y="522241"/>
                </a:cubicBezTo>
                <a:lnTo>
                  <a:pt x="0" y="356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04">
            <a:extLst xmlns:a="http://schemas.openxmlformats.org/drawingml/2006/main">
              <a:ext uri="{FF2B5EF4-FFF2-40B4-BE49-F238E27FC236}">
                <a16:creationId xmlns:a16="http://schemas.microsoft.com/office/drawing/2014/main" id="{877D2123-D499-452F-8C5F-1CE0E3C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321" y="3204403"/>
            <a:ext cx="3715343" cy="557891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2" y="0"/>
                </a:lnTo>
                <a:cubicBezTo>
                  <a:pt x="3699382" y="0"/>
                  <a:pt x="3715343" y="15961"/>
                  <a:pt x="3715343" y="35650"/>
                </a:cubicBezTo>
                <a:lnTo>
                  <a:pt x="3715343" y="522241"/>
                </a:lnTo>
                <a:cubicBezTo>
                  <a:pt x="3715343" y="541930"/>
                  <a:pt x="3699382" y="557891"/>
                  <a:pt x="3679692" y="557891"/>
                </a:cubicBezTo>
                <a:lnTo>
                  <a:pt x="35650" y="557891"/>
                </a:lnTo>
                <a:cubicBezTo>
                  <a:pt x="15961" y="557891"/>
                  <a:pt x="0" y="541930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6749">
            <a:solidFill>
              <a:srgbClr val="000000"/>
            </a:solidFill>
            <a:prstDash val="solid"/>
          </a:ln>
        </p:spPr>
      </p:sp>
      <p:sp>
        <p:nvSpPr>
          <p:cNvPr id="312" name="path-305">
            <a:extLst xmlns:a="http://schemas.openxmlformats.org/drawingml/2006/main">
              <a:ext uri="{FF2B5EF4-FFF2-40B4-BE49-F238E27FC236}">
                <a16:creationId xmlns:a16="http://schemas.microsoft.com/office/drawing/2014/main" id="{7334523F-3775-45E6-BF12-CA65336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01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6">
            <a:extLst xmlns:a="http://schemas.openxmlformats.org/drawingml/2006/main">
              <a:ext uri="{FF2B5EF4-FFF2-40B4-BE49-F238E27FC236}">
                <a16:creationId xmlns:a16="http://schemas.microsoft.com/office/drawing/2014/main" id="{363B91C6-E5F1-47F3-8142-C8E873C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19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7">
            <a:extLst xmlns:a="http://schemas.openxmlformats.org/drawingml/2006/main">
              <a:ext uri="{FF2B5EF4-FFF2-40B4-BE49-F238E27FC236}">
                <a16:creationId xmlns:a16="http://schemas.microsoft.com/office/drawing/2014/main" id="{250B495D-B43A-4AC1-9119-A132D14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97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8">
            <a:extLst xmlns:a="http://schemas.openxmlformats.org/drawingml/2006/main">
              <a:ext uri="{FF2B5EF4-FFF2-40B4-BE49-F238E27FC236}">
                <a16:creationId xmlns:a16="http://schemas.microsoft.com/office/drawing/2014/main" id="{55960941-C56F-4481-826D-D8CC4592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30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9">
            <a:extLst xmlns:a="http://schemas.openxmlformats.org/drawingml/2006/main">
              <a:ext uri="{FF2B5EF4-FFF2-40B4-BE49-F238E27FC236}">
                <a16:creationId xmlns:a16="http://schemas.microsoft.com/office/drawing/2014/main" id="{49397682-14B5-4087-A621-62BE7AD8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07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0">
            <a:extLst xmlns:a="http://schemas.openxmlformats.org/drawingml/2006/main">
              <a:ext uri="{FF2B5EF4-FFF2-40B4-BE49-F238E27FC236}">
                <a16:creationId xmlns:a16="http://schemas.microsoft.com/office/drawing/2014/main" id="{2ED264EA-9181-4EC2-865D-2EE2DABD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40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1">
            <a:extLst xmlns:a="http://schemas.openxmlformats.org/drawingml/2006/main">
              <a:ext uri="{FF2B5EF4-FFF2-40B4-BE49-F238E27FC236}">
                <a16:creationId xmlns:a16="http://schemas.microsoft.com/office/drawing/2014/main" id="{B1920B03-B581-4B33-A8DA-73CBD836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19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2">
            <a:extLst xmlns:a="http://schemas.openxmlformats.org/drawingml/2006/main">
              <a:ext uri="{FF2B5EF4-FFF2-40B4-BE49-F238E27FC236}">
                <a16:creationId xmlns:a16="http://schemas.microsoft.com/office/drawing/2014/main" id="{6A0139DE-850D-442F-B889-AFB93CFE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08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13">
            <a:extLst xmlns:a="http://schemas.openxmlformats.org/drawingml/2006/main">
              <a:ext uri="{FF2B5EF4-FFF2-40B4-BE49-F238E27FC236}">
                <a16:creationId xmlns:a16="http://schemas.microsoft.com/office/drawing/2014/main" id="{CFD2A428-878E-4C52-996B-40E1FBC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96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4">
            <a:extLst xmlns:a="http://schemas.openxmlformats.org/drawingml/2006/main">
              <a:ext uri="{FF2B5EF4-FFF2-40B4-BE49-F238E27FC236}">
                <a16:creationId xmlns:a16="http://schemas.microsoft.com/office/drawing/2014/main" id="{43D3A1A0-ECD2-4917-A44C-9BB2B2D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3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15">
            <a:extLst xmlns:a="http://schemas.openxmlformats.org/drawingml/2006/main">
              <a:ext uri="{FF2B5EF4-FFF2-40B4-BE49-F238E27FC236}">
                <a16:creationId xmlns:a16="http://schemas.microsoft.com/office/drawing/2014/main" id="{82724172-3685-42BD-86B7-03EE13AB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91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16">
            <a:extLst xmlns:a="http://schemas.openxmlformats.org/drawingml/2006/main">
              <a:ext uri="{FF2B5EF4-FFF2-40B4-BE49-F238E27FC236}">
                <a16:creationId xmlns:a16="http://schemas.microsoft.com/office/drawing/2014/main" id="{AD428396-1605-47F7-B950-F95D0D9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24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7">
            <a:extLst xmlns:a="http://schemas.openxmlformats.org/drawingml/2006/main">
              <a:ext uri="{FF2B5EF4-FFF2-40B4-BE49-F238E27FC236}">
                <a16:creationId xmlns:a16="http://schemas.microsoft.com/office/drawing/2014/main" id="{F97FE73E-B7E1-4434-AA1E-7C87B65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1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8">
            <a:extLst xmlns:a="http://schemas.openxmlformats.org/drawingml/2006/main">
              <a:ext uri="{FF2B5EF4-FFF2-40B4-BE49-F238E27FC236}">
                <a16:creationId xmlns:a16="http://schemas.microsoft.com/office/drawing/2014/main" id="{10A0E4B7-F4BF-49B6-890F-591C7C7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79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9">
            <a:extLst xmlns:a="http://schemas.openxmlformats.org/drawingml/2006/main">
              <a:ext uri="{FF2B5EF4-FFF2-40B4-BE49-F238E27FC236}">
                <a16:creationId xmlns:a16="http://schemas.microsoft.com/office/drawing/2014/main" id="{23C0E6D5-020A-4F19-B249-A85931B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58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20">
            <a:extLst xmlns:a="http://schemas.openxmlformats.org/drawingml/2006/main">
              <a:ext uri="{FF2B5EF4-FFF2-40B4-BE49-F238E27FC236}">
                <a16:creationId xmlns:a16="http://schemas.microsoft.com/office/drawing/2014/main" id="{56E4D024-E934-4DA5-A3D4-7E780746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47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1">
            <a:extLst xmlns:a="http://schemas.openxmlformats.org/drawingml/2006/main">
              <a:ext uri="{FF2B5EF4-FFF2-40B4-BE49-F238E27FC236}">
                <a16:creationId xmlns:a16="http://schemas.microsoft.com/office/drawing/2014/main" id="{8014EE2E-127C-468F-A0A2-B99707D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35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2">
            <a:extLst xmlns:a="http://schemas.openxmlformats.org/drawingml/2006/main">
              <a:ext uri="{FF2B5EF4-FFF2-40B4-BE49-F238E27FC236}">
                <a16:creationId xmlns:a16="http://schemas.microsoft.com/office/drawing/2014/main" id="{0C9759D2-25F4-4E1E-98AB-138F8842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521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3">
            <a:extLst xmlns:a="http://schemas.openxmlformats.org/drawingml/2006/main">
              <a:ext uri="{FF2B5EF4-FFF2-40B4-BE49-F238E27FC236}">
                <a16:creationId xmlns:a16="http://schemas.microsoft.com/office/drawing/2014/main" id="{84ADD9D2-E684-44CE-A669-47989CB2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30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24">
            <a:extLst xmlns:a="http://schemas.openxmlformats.org/drawingml/2006/main">
              <a:ext uri="{FF2B5EF4-FFF2-40B4-BE49-F238E27FC236}">
                <a16:creationId xmlns:a16="http://schemas.microsoft.com/office/drawing/2014/main" id="{8D563829-C5D9-4504-88EC-67595DCD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63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25">
            <a:extLst xmlns:a="http://schemas.openxmlformats.org/drawingml/2006/main">
              <a:ext uri="{FF2B5EF4-FFF2-40B4-BE49-F238E27FC236}">
                <a16:creationId xmlns:a16="http://schemas.microsoft.com/office/drawing/2014/main" id="{1822FE8B-74BB-4D41-872B-5734D7B0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40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6">
            <a:extLst xmlns:a="http://schemas.openxmlformats.org/drawingml/2006/main">
              <a:ext uri="{FF2B5EF4-FFF2-40B4-BE49-F238E27FC236}">
                <a16:creationId xmlns:a16="http://schemas.microsoft.com/office/drawing/2014/main" id="{100C5C1A-05EB-47D3-BF17-5AB4B3CF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73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7">
            <a:extLst xmlns:a="http://schemas.openxmlformats.org/drawingml/2006/main">
              <a:ext uri="{FF2B5EF4-FFF2-40B4-BE49-F238E27FC236}">
                <a16:creationId xmlns:a16="http://schemas.microsoft.com/office/drawing/2014/main" id="{B267740C-9FDD-4AE1-97D6-9FD699B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52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8">
            <a:extLst xmlns:a="http://schemas.openxmlformats.org/drawingml/2006/main">
              <a:ext uri="{FF2B5EF4-FFF2-40B4-BE49-F238E27FC236}">
                <a16:creationId xmlns:a16="http://schemas.microsoft.com/office/drawing/2014/main" id="{AE7FC701-7FB2-4D9B-B8B4-17EDAC5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96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9">
            <a:extLst xmlns:a="http://schemas.openxmlformats.org/drawingml/2006/main">
              <a:ext uri="{FF2B5EF4-FFF2-40B4-BE49-F238E27FC236}">
                <a16:creationId xmlns:a16="http://schemas.microsoft.com/office/drawing/2014/main" id="{CCF8CB4C-D7D4-49B4-9C07-8916D905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74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30">
            <a:extLst xmlns:a="http://schemas.openxmlformats.org/drawingml/2006/main">
              <a:ext uri="{FF2B5EF4-FFF2-40B4-BE49-F238E27FC236}">
                <a16:creationId xmlns:a16="http://schemas.microsoft.com/office/drawing/2014/main" id="{7D3AD744-E408-462B-B371-BC63DE1A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46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1">
            <a:extLst xmlns:a="http://schemas.openxmlformats.org/drawingml/2006/main">
              <a:ext uri="{FF2B5EF4-FFF2-40B4-BE49-F238E27FC236}">
                <a16:creationId xmlns:a16="http://schemas.microsoft.com/office/drawing/2014/main" id="{AFD649D0-CB31-45D2-893C-F9D57DA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24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2">
            <a:extLst xmlns:a="http://schemas.openxmlformats.org/drawingml/2006/main">
              <a:ext uri="{FF2B5EF4-FFF2-40B4-BE49-F238E27FC236}">
                <a16:creationId xmlns:a16="http://schemas.microsoft.com/office/drawing/2014/main" id="{619947D3-1503-438F-8446-2E4C3A8A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57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3">
            <a:extLst xmlns:a="http://schemas.openxmlformats.org/drawingml/2006/main">
              <a:ext uri="{FF2B5EF4-FFF2-40B4-BE49-F238E27FC236}">
                <a16:creationId xmlns:a16="http://schemas.microsoft.com/office/drawing/2014/main" id="{13D3FAAF-CB5F-4EF5-AACF-AB1EF65F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79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34">
            <a:extLst xmlns:a="http://schemas.openxmlformats.org/drawingml/2006/main">
              <a:ext uri="{FF2B5EF4-FFF2-40B4-BE49-F238E27FC236}">
                <a16:creationId xmlns:a16="http://schemas.microsoft.com/office/drawing/2014/main" id="{A8D97113-1179-4A08-A108-CE32213F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675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5">
            <a:extLst xmlns:a="http://schemas.openxmlformats.org/drawingml/2006/main">
              <a:ext uri="{FF2B5EF4-FFF2-40B4-BE49-F238E27FC236}">
                <a16:creationId xmlns:a16="http://schemas.microsoft.com/office/drawing/2014/main" id="{E9867DE3-EAFA-4774-94D2-B4B7B69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464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36">
            <a:extLst xmlns:a="http://schemas.openxmlformats.org/drawingml/2006/main">
              <a:ext uri="{FF2B5EF4-FFF2-40B4-BE49-F238E27FC236}">
                <a16:creationId xmlns:a16="http://schemas.microsoft.com/office/drawing/2014/main" id="{2DFC0532-318F-4E91-8551-9024A0E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35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37">
            <a:extLst xmlns:a="http://schemas.openxmlformats.org/drawingml/2006/main">
              <a:ext uri="{FF2B5EF4-FFF2-40B4-BE49-F238E27FC236}">
                <a16:creationId xmlns:a16="http://schemas.microsoft.com/office/drawing/2014/main" id="{EB8E7095-5144-42B1-9BD0-4E5808D2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13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8">
            <a:extLst xmlns:a="http://schemas.openxmlformats.org/drawingml/2006/main">
              <a:ext uri="{FF2B5EF4-FFF2-40B4-BE49-F238E27FC236}">
                <a16:creationId xmlns:a16="http://schemas.microsoft.com/office/drawing/2014/main" id="{A7873558-FA0A-402F-BEF2-51E830CD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30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39">
            <a:extLst xmlns:a="http://schemas.openxmlformats.org/drawingml/2006/main">
              <a:ext uri="{FF2B5EF4-FFF2-40B4-BE49-F238E27FC236}">
                <a16:creationId xmlns:a16="http://schemas.microsoft.com/office/drawing/2014/main" id="{0383BE24-8803-4782-8A4B-CEC81D3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082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40">
            <a:extLst xmlns:a="http://schemas.openxmlformats.org/drawingml/2006/main">
              <a:ext uri="{FF2B5EF4-FFF2-40B4-BE49-F238E27FC236}">
                <a16:creationId xmlns:a16="http://schemas.microsoft.com/office/drawing/2014/main" id="{F318DE5E-41E3-425E-9DE9-BFDC8F6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963" y="32345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1">
            <a:extLst xmlns:a="http://schemas.openxmlformats.org/drawingml/2006/main">
              <a:ext uri="{FF2B5EF4-FFF2-40B4-BE49-F238E27FC236}">
                <a16:creationId xmlns:a16="http://schemas.microsoft.com/office/drawing/2014/main" id="{45DE4CCD-D14E-44BD-99FE-FBD2527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57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2">
            <a:extLst xmlns:a="http://schemas.openxmlformats.org/drawingml/2006/main">
              <a:ext uri="{FF2B5EF4-FFF2-40B4-BE49-F238E27FC236}">
                <a16:creationId xmlns:a16="http://schemas.microsoft.com/office/drawing/2014/main" id="{A3A14CD6-21D4-4797-BBA5-CAC32860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83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3">
            <a:extLst xmlns:a="http://schemas.openxmlformats.org/drawingml/2006/main">
              <a:ext uri="{FF2B5EF4-FFF2-40B4-BE49-F238E27FC236}">
                <a16:creationId xmlns:a16="http://schemas.microsoft.com/office/drawing/2014/main" id="{404146FF-6E7D-44C3-9AD9-BB1E78A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61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4">
            <a:extLst xmlns:a="http://schemas.openxmlformats.org/drawingml/2006/main">
              <a:ext uri="{FF2B5EF4-FFF2-40B4-BE49-F238E27FC236}">
                <a16:creationId xmlns:a16="http://schemas.microsoft.com/office/drawing/2014/main" id="{0DFFA15D-F7FA-4961-A241-5C8D6EA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94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45">
            <a:extLst xmlns:a="http://schemas.openxmlformats.org/drawingml/2006/main">
              <a:ext uri="{FF2B5EF4-FFF2-40B4-BE49-F238E27FC236}">
                <a16:creationId xmlns:a16="http://schemas.microsoft.com/office/drawing/2014/main" id="{F25D0863-529E-4DE6-8A1E-E31E2010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716" y="3716299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6">
            <a:extLst xmlns:a="http://schemas.openxmlformats.org/drawingml/2006/main">
              <a:ext uri="{FF2B5EF4-FFF2-40B4-BE49-F238E27FC236}">
                <a16:creationId xmlns:a16="http://schemas.microsoft.com/office/drawing/2014/main" id="{B97F25F6-8236-4A64-AB3A-362EB0B1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04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7">
            <a:extLst xmlns:a="http://schemas.openxmlformats.org/drawingml/2006/main">
              <a:ext uri="{FF2B5EF4-FFF2-40B4-BE49-F238E27FC236}">
                <a16:creationId xmlns:a16="http://schemas.microsoft.com/office/drawing/2014/main" id="{99259704-0676-4BE0-ACE1-8C164162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83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8">
            <a:extLst xmlns:a="http://schemas.openxmlformats.org/drawingml/2006/main">
              <a:ext uri="{FF2B5EF4-FFF2-40B4-BE49-F238E27FC236}">
                <a16:creationId xmlns:a16="http://schemas.microsoft.com/office/drawing/2014/main" id="{BBBC7D82-B2CF-43CC-838A-5D6B8264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72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9">
            <a:extLst xmlns:a="http://schemas.openxmlformats.org/drawingml/2006/main">
              <a:ext uri="{FF2B5EF4-FFF2-40B4-BE49-F238E27FC236}">
                <a16:creationId xmlns:a16="http://schemas.microsoft.com/office/drawing/2014/main" id="{F738E619-112A-4514-B013-9B83E7B7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0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0">
            <a:extLst xmlns:a="http://schemas.openxmlformats.org/drawingml/2006/main">
              <a:ext uri="{FF2B5EF4-FFF2-40B4-BE49-F238E27FC236}">
                <a16:creationId xmlns:a16="http://schemas.microsoft.com/office/drawing/2014/main" id="{31DF94A6-BC18-484E-B010-9C934DB1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77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1">
            <a:extLst xmlns:a="http://schemas.openxmlformats.org/drawingml/2006/main">
              <a:ext uri="{FF2B5EF4-FFF2-40B4-BE49-F238E27FC236}">
                <a16:creationId xmlns:a16="http://schemas.microsoft.com/office/drawing/2014/main" id="{F4A06B8C-DD2E-4DE6-9AE2-A4BF434A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55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2">
            <a:extLst xmlns:a="http://schemas.openxmlformats.org/drawingml/2006/main">
              <a:ext uri="{FF2B5EF4-FFF2-40B4-BE49-F238E27FC236}">
                <a16:creationId xmlns:a16="http://schemas.microsoft.com/office/drawing/2014/main" id="{DF4D289A-2EA3-4219-972E-CFB2D37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885" y="3716299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53">
            <a:extLst xmlns:a="http://schemas.openxmlformats.org/drawingml/2006/main">
              <a:ext uri="{FF2B5EF4-FFF2-40B4-BE49-F238E27FC236}">
                <a16:creationId xmlns:a16="http://schemas.microsoft.com/office/drawing/2014/main" id="{415F582A-C94A-4CFA-9DF5-0BD1B38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65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54">
            <a:extLst xmlns:a="http://schemas.openxmlformats.org/drawingml/2006/main">
              <a:ext uri="{FF2B5EF4-FFF2-40B4-BE49-F238E27FC236}">
                <a16:creationId xmlns:a16="http://schemas.microsoft.com/office/drawing/2014/main" id="{95753232-B8E0-4AFA-AAF4-B4824DAE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437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5">
            <a:extLst xmlns:a="http://schemas.openxmlformats.org/drawingml/2006/main">
              <a:ext uri="{FF2B5EF4-FFF2-40B4-BE49-F238E27FC236}">
                <a16:creationId xmlns:a16="http://schemas.microsoft.com/office/drawing/2014/main" id="{36F4DA67-8EB0-437B-957F-38B0E93E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22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56">
            <a:extLst xmlns:a="http://schemas.openxmlformats.org/drawingml/2006/main">
              <a:ext uri="{FF2B5EF4-FFF2-40B4-BE49-F238E27FC236}">
                <a16:creationId xmlns:a16="http://schemas.microsoft.com/office/drawing/2014/main" id="{04B3B4A5-5596-40E4-BBB2-F9B1413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11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7">
            <a:extLst xmlns:a="http://schemas.openxmlformats.org/drawingml/2006/main">
              <a:ext uri="{FF2B5EF4-FFF2-40B4-BE49-F238E27FC236}">
                <a16:creationId xmlns:a16="http://schemas.microsoft.com/office/drawing/2014/main" id="{890F813B-F317-4FC2-BE25-F4372177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99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8">
            <a:extLst xmlns:a="http://schemas.openxmlformats.org/drawingml/2006/main">
              <a:ext uri="{FF2B5EF4-FFF2-40B4-BE49-F238E27FC236}">
                <a16:creationId xmlns:a16="http://schemas.microsoft.com/office/drawing/2014/main" id="{FAE75F6C-923C-43F9-AB64-A2DF1A25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16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9">
            <a:extLst xmlns:a="http://schemas.openxmlformats.org/drawingml/2006/main">
              <a:ext uri="{FF2B5EF4-FFF2-40B4-BE49-F238E27FC236}">
                <a16:creationId xmlns:a16="http://schemas.microsoft.com/office/drawing/2014/main" id="{DBDF0960-09DA-4813-9552-22BA16F8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4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60">
            <a:extLst xmlns:a="http://schemas.openxmlformats.org/drawingml/2006/main">
              <a:ext uri="{FF2B5EF4-FFF2-40B4-BE49-F238E27FC236}">
                <a16:creationId xmlns:a16="http://schemas.microsoft.com/office/drawing/2014/main" id="{D974709F-70A7-4CC4-B8CF-B3ED135D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27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1">
            <a:extLst xmlns:a="http://schemas.openxmlformats.org/drawingml/2006/main">
              <a:ext uri="{FF2B5EF4-FFF2-40B4-BE49-F238E27FC236}">
                <a16:creationId xmlns:a16="http://schemas.microsoft.com/office/drawing/2014/main" id="{47F964A4-4F86-496E-817B-CD8BD5FC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4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62">
            <a:extLst xmlns:a="http://schemas.openxmlformats.org/drawingml/2006/main">
              <a:ext uri="{FF2B5EF4-FFF2-40B4-BE49-F238E27FC236}">
                <a16:creationId xmlns:a16="http://schemas.microsoft.com/office/drawing/2014/main" id="{5F492DBF-7276-4352-B4BA-441BC71F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377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63">
            <a:extLst xmlns:a="http://schemas.openxmlformats.org/drawingml/2006/main">
              <a:ext uri="{FF2B5EF4-FFF2-40B4-BE49-F238E27FC236}">
                <a16:creationId xmlns:a16="http://schemas.microsoft.com/office/drawing/2014/main" id="{DDD964C5-0A48-4C28-9F46-05C259E0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16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4">
            <a:extLst xmlns:a="http://schemas.openxmlformats.org/drawingml/2006/main">
              <a:ext uri="{FF2B5EF4-FFF2-40B4-BE49-F238E27FC236}">
                <a16:creationId xmlns:a16="http://schemas.microsoft.com/office/drawing/2014/main" id="{D704222B-5C64-4583-9F88-74CE5A13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60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65">
            <a:extLst xmlns:a="http://schemas.openxmlformats.org/drawingml/2006/main">
              <a:ext uri="{FF2B5EF4-FFF2-40B4-BE49-F238E27FC236}">
                <a16:creationId xmlns:a16="http://schemas.microsoft.com/office/drawing/2014/main" id="{F0295A91-D225-4353-BB0D-66306D84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38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66">
            <a:extLst xmlns:a="http://schemas.openxmlformats.org/drawingml/2006/main">
              <a:ext uri="{FF2B5EF4-FFF2-40B4-BE49-F238E27FC236}">
                <a16:creationId xmlns:a16="http://schemas.microsoft.com/office/drawing/2014/main" id="{0CED560A-F571-4386-8772-1DB48EEF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10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7">
            <a:extLst xmlns:a="http://schemas.openxmlformats.org/drawingml/2006/main">
              <a:ext uri="{FF2B5EF4-FFF2-40B4-BE49-F238E27FC236}">
                <a16:creationId xmlns:a16="http://schemas.microsoft.com/office/drawing/2014/main" id="{846A39DA-95F6-44F2-B596-5143F3A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88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8">
            <a:extLst xmlns:a="http://schemas.openxmlformats.org/drawingml/2006/main">
              <a:ext uri="{FF2B5EF4-FFF2-40B4-BE49-F238E27FC236}">
                <a16:creationId xmlns:a16="http://schemas.microsoft.com/office/drawing/2014/main" id="{7A6E5FCD-02E8-4881-8F80-EF5F2A10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21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9">
            <a:extLst xmlns:a="http://schemas.openxmlformats.org/drawingml/2006/main">
              <a:ext uri="{FF2B5EF4-FFF2-40B4-BE49-F238E27FC236}">
                <a16:creationId xmlns:a16="http://schemas.microsoft.com/office/drawing/2014/main" id="{8511E92D-21F8-4587-8DC9-E008C70D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43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0">
            <a:extLst xmlns:a="http://schemas.openxmlformats.org/drawingml/2006/main">
              <a:ext uri="{FF2B5EF4-FFF2-40B4-BE49-F238E27FC236}">
                <a16:creationId xmlns:a16="http://schemas.microsoft.com/office/drawing/2014/main" id="{6C15AF71-B761-49B4-9B87-D736124C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318" y="3716299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1">
            <a:extLst xmlns:a="http://schemas.openxmlformats.org/drawingml/2006/main">
              <a:ext uri="{FF2B5EF4-FFF2-40B4-BE49-F238E27FC236}">
                <a16:creationId xmlns:a16="http://schemas.microsoft.com/office/drawing/2014/main" id="{EF794213-424F-40C7-A525-3CDDD968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106" y="3716299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9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9"/>
                </a:cubicBezTo>
                <a:lnTo>
                  <a:pt x="37342" y="23245"/>
                </a:lnTo>
                <a:cubicBezTo>
                  <a:pt x="37342" y="25813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72">
            <a:extLst xmlns:a="http://schemas.openxmlformats.org/drawingml/2006/main">
              <a:ext uri="{FF2B5EF4-FFF2-40B4-BE49-F238E27FC236}">
                <a16:creationId xmlns:a16="http://schemas.microsoft.com/office/drawing/2014/main" id="{115752CD-D4C7-4F89-850F-C864CFD1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99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3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3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3">
            <a:extLst xmlns:a="http://schemas.openxmlformats.org/drawingml/2006/main">
              <a:ext uri="{FF2B5EF4-FFF2-40B4-BE49-F238E27FC236}">
                <a16:creationId xmlns:a16="http://schemas.microsoft.com/office/drawing/2014/main" id="{1876B2AE-D226-4EBB-A9DA-AC48998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776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74">
            <a:extLst xmlns:a="http://schemas.openxmlformats.org/drawingml/2006/main">
              <a:ext uri="{FF2B5EF4-FFF2-40B4-BE49-F238E27FC236}">
                <a16:creationId xmlns:a16="http://schemas.microsoft.com/office/drawing/2014/main" id="{53BF9D4D-F73C-405F-A94E-BD1A6C3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944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75">
            <a:extLst xmlns:a="http://schemas.openxmlformats.org/drawingml/2006/main">
              <a:ext uri="{FF2B5EF4-FFF2-40B4-BE49-F238E27FC236}">
                <a16:creationId xmlns:a16="http://schemas.microsoft.com/office/drawing/2014/main" id="{AABE6908-CCA8-4EFF-B9E9-6BDBE071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2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76">
            <a:extLst xmlns:a="http://schemas.openxmlformats.org/drawingml/2006/main">
              <a:ext uri="{FF2B5EF4-FFF2-40B4-BE49-F238E27FC236}">
                <a16:creationId xmlns:a16="http://schemas.microsoft.com/office/drawing/2014/main" id="{2499FA31-5092-40CE-8DFE-047FC50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605" y="3716299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9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9"/>
                </a:cubicBezTo>
                <a:lnTo>
                  <a:pt x="37343" y="23245"/>
                </a:lnTo>
                <a:cubicBezTo>
                  <a:pt x="37343" y="25813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3"/>
                  <a:pt x="0" y="23245"/>
                </a:cubicBezTo>
                <a:lnTo>
                  <a:pt x="0" y="46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D130DD4-A627-4BE0-BA84-4B22B0275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95d477464a8c"/>
          <a:stretch xmlns:a="http://schemas.openxmlformats.org/drawingml/2006/main"/>
        </p:blipFill>
        <p:spPr>
          <a:xfrm xmlns:a="http://schemas.openxmlformats.org/drawingml/2006/main">
            <a:off x="2616922" y="329501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919566B-A00E-442A-847E-B40A08BCF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97af7d0e1433e"/>
          <a:stretch xmlns:a="http://schemas.openxmlformats.org/drawingml/2006/main"/>
        </p:blipFill>
        <p:spPr>
          <a:xfrm xmlns:a="http://schemas.openxmlformats.org/drawingml/2006/main">
            <a:off x="3350347" y="329501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C7088BF-3D9F-41D8-AB87-3AD671849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e1e44d66a46e0"/>
          <a:stretch xmlns:a="http://schemas.openxmlformats.org/drawingml/2006/main"/>
        </p:blipFill>
        <p:spPr>
          <a:xfrm xmlns:a="http://schemas.openxmlformats.org/drawingml/2006/main">
            <a:off x="4083772" y="329501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2C6917F-EAD6-4C0F-BC5E-574F6809A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95ae5ca734e37"/>
          <a:stretch xmlns:a="http://schemas.openxmlformats.org/drawingml/2006/main"/>
        </p:blipFill>
        <p:spPr>
          <a:xfrm xmlns:a="http://schemas.openxmlformats.org/drawingml/2006/main">
            <a:off x="4817197" y="3295017"/>
            <a:ext cx="676275" cy="390525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DF641902-C2C2-429B-BD27-3BF7B81952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23fe6de834e85"/>
          <a:stretch xmlns:a="http://schemas.openxmlformats.org/drawingml/2006/main"/>
        </p:blipFill>
        <p:spPr>
          <a:xfrm xmlns:a="http://schemas.openxmlformats.org/drawingml/2006/main">
            <a:off x="5541097" y="3295017"/>
            <a:ext cx="685800" cy="390525"/>
          </a:xfrm>
          <a:prstGeom xmlns:a="http://schemas.openxmlformats.org/drawingml/2006/main" prst="rect">
            <a:avLst/>
          </a:prstGeom>
        </p:spPr>
      </p:pic>
      <p:sp>
        <p:nvSpPr>
          <p:cNvPr id="389" name="text-382 &lt;Answer&gt;">
            <a:extLst xmlns:a="http://schemas.openxmlformats.org/drawingml/2006/main">
              <a:ext uri="{FF2B5EF4-FFF2-40B4-BE49-F238E27FC236}">
                <a16:creationId xmlns:a16="http://schemas.microsoft.com/office/drawing/2014/main" id="{F3A701F0-160F-4F43-8DA8-D9EBD772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3752180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390" name="text-384 This">
            <a:extLst xmlns:a="http://schemas.openxmlformats.org/drawingml/2006/main">
              <a:ext uri="{FF2B5EF4-FFF2-40B4-BE49-F238E27FC236}">
                <a16:creationId xmlns:a16="http://schemas.microsoft.com/office/drawing/2014/main" id="{89ECD8D6-96C3-4A73-A89C-7BEE9A7C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688" y="3752676"/>
            <a:ext cx="277468" cy="17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391" name="text-386 action">
            <a:extLst xmlns:a="http://schemas.openxmlformats.org/drawingml/2006/main">
              <a:ext uri="{FF2B5EF4-FFF2-40B4-BE49-F238E27FC236}">
                <a16:creationId xmlns:a16="http://schemas.microsoft.com/office/drawing/2014/main" id="{05ECE356-ABD0-420F-9B4F-C221C5B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776" y="3752536"/>
            <a:ext cx="378817" cy="1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action</a:t>
            </a:r>
          </a:p>
        </p:txBody>
      </p:sp>
      <p:sp>
        <p:nvSpPr>
          <p:cNvPr id="392" name="text-388 occurs">
            <a:extLst xmlns:a="http://schemas.openxmlformats.org/drawingml/2006/main">
              <a:ext uri="{FF2B5EF4-FFF2-40B4-BE49-F238E27FC236}">
                <a16:creationId xmlns:a16="http://schemas.microsoft.com/office/drawing/2014/main" id="{74A536E0-54DE-48CC-90EC-5939FDB2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092" y="3752216"/>
            <a:ext cx="406826" cy="17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occurs</a:t>
            </a:r>
          </a:p>
        </p:txBody>
      </p:sp>
      <p:sp>
        <p:nvSpPr>
          <p:cNvPr id="393" name="text-390 in">
            <a:extLst xmlns:a="http://schemas.openxmlformats.org/drawingml/2006/main">
              <a:ext uri="{FF2B5EF4-FFF2-40B4-BE49-F238E27FC236}">
                <a16:creationId xmlns:a16="http://schemas.microsoft.com/office/drawing/2014/main" id="{B95A305A-DCF6-4B86-8254-F8FDA0C3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1529" y="3753062"/>
            <a:ext cx="123408" cy="17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394" name="text-392 the">
            <a:extLst xmlns:a="http://schemas.openxmlformats.org/drawingml/2006/main">
              <a:ext uri="{FF2B5EF4-FFF2-40B4-BE49-F238E27FC236}">
                <a16:creationId xmlns:a16="http://schemas.microsoft.com/office/drawing/2014/main" id="{441C3CE9-E56F-4133-A59B-EC8FC66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3521" y="3752228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395" name="text-394 context">
            <a:extLst xmlns:a="http://schemas.openxmlformats.org/drawingml/2006/main">
              <a:ext uri="{FF2B5EF4-FFF2-40B4-BE49-F238E27FC236}">
                <a16:creationId xmlns:a16="http://schemas.microsoft.com/office/drawing/2014/main" id="{C996B342-CF3C-4FA3-B662-BD75AB98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5620" y="3752348"/>
            <a:ext cx="482485" cy="17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396" name="text-396 of">
            <a:extLst xmlns:a="http://schemas.openxmlformats.org/drawingml/2006/main">
              <a:ext uri="{FF2B5EF4-FFF2-40B4-BE49-F238E27FC236}">
                <a16:creationId xmlns:a16="http://schemas.microsoft.com/office/drawing/2014/main" id="{B92D9D57-DE23-489D-AC14-818C046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6416" y="3752448"/>
            <a:ext cx="153106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397" name="text-398 a">
            <a:extLst xmlns:a="http://schemas.openxmlformats.org/drawingml/2006/main">
              <a:ext uri="{FF2B5EF4-FFF2-40B4-BE49-F238E27FC236}">
                <a16:creationId xmlns:a16="http://schemas.microsoft.com/office/drawing/2014/main" id="{AE1DF672-7506-4391-8C3C-76ED5CA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7653" y="3752486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98" name="text-400 street">
            <a:extLst xmlns:a="http://schemas.openxmlformats.org/drawingml/2006/main">
              <a:ext uri="{FF2B5EF4-FFF2-40B4-BE49-F238E27FC236}">
                <a16:creationId xmlns:a16="http://schemas.microsoft.com/office/drawing/2014/main" id="{49219DCE-5AA7-4F88-8FDC-4FEBCB4C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2572" y="3752561"/>
            <a:ext cx="401332" cy="17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street</a:t>
            </a:r>
          </a:p>
        </p:txBody>
      </p:sp>
      <p:sp>
        <p:nvSpPr>
          <p:cNvPr id="399" name="text-402 performance">
            <a:extLst xmlns:a="http://schemas.openxmlformats.org/drawingml/2006/main">
              <a:ext uri="{FF2B5EF4-FFF2-40B4-BE49-F238E27FC236}">
                <a16:creationId xmlns:a16="http://schemas.microsoft.com/office/drawing/2014/main" id="{E2D05F2D-14E6-4CA0-ACA3-9FABF6FB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2431" y="3752450"/>
            <a:ext cx="773125" cy="17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</a:t>
            </a:r>
          </a:p>
        </p:txBody>
      </p:sp>
      <p:sp>
        <p:nvSpPr>
          <p:cNvPr id="400" name="text-404 where">
            <a:extLst xmlns:a="http://schemas.openxmlformats.org/drawingml/2006/main">
              <a:ext uri="{FF2B5EF4-FFF2-40B4-BE49-F238E27FC236}">
                <a16:creationId xmlns:a16="http://schemas.microsoft.com/office/drawing/2014/main" id="{5BE70C91-6BE4-4D57-BE8C-0F21C28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465" y="3752334"/>
            <a:ext cx="380859" cy="176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where</a:t>
            </a:r>
          </a:p>
        </p:txBody>
      </p:sp>
      <p:sp>
        <p:nvSpPr>
          <p:cNvPr id="401" name="text-406 one">
            <a:extLst xmlns:a="http://schemas.openxmlformats.org/drawingml/2006/main">
              <a:ext uri="{FF2B5EF4-FFF2-40B4-BE49-F238E27FC236}">
                <a16:creationId xmlns:a16="http://schemas.microsoft.com/office/drawing/2014/main" id="{528038FE-C647-4170-9E3F-196D753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1953" y="3752212"/>
            <a:ext cx="224495" cy="176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402" name="text-408 performer">
            <a:extLst xmlns:a="http://schemas.openxmlformats.org/drawingml/2006/main">
              <a:ext uri="{FF2B5EF4-FFF2-40B4-BE49-F238E27FC236}">
                <a16:creationId xmlns:a16="http://schemas.microsoft.com/office/drawing/2014/main" id="{C312C138-38CF-4DF0-A825-B1D5687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4095" y="3752601"/>
            <a:ext cx="637576" cy="176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</a:t>
            </a:r>
          </a:p>
        </p:txBody>
      </p:sp>
      <p:sp>
        <p:nvSpPr>
          <p:cNvPr id="403" name="text-410 watches">
            <a:extLst xmlns:a="http://schemas.openxmlformats.org/drawingml/2006/main">
              <a:ext uri="{FF2B5EF4-FFF2-40B4-BE49-F238E27FC236}">
                <a16:creationId xmlns:a16="http://schemas.microsoft.com/office/drawing/2014/main" id="{BCBF80DC-AC4A-4078-9C56-FE71D54F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158" y="3752375"/>
            <a:ext cx="501280" cy="17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watches</a:t>
            </a:r>
          </a:p>
        </p:txBody>
      </p:sp>
      <p:sp>
        <p:nvSpPr>
          <p:cNvPr id="404" name="text-412 another">
            <a:extLst xmlns:a="http://schemas.openxmlformats.org/drawingml/2006/main">
              <a:ext uri="{FF2B5EF4-FFF2-40B4-BE49-F238E27FC236}">
                <a16:creationId xmlns:a16="http://schemas.microsoft.com/office/drawing/2014/main" id="{2C5DB0CF-D22A-4D55-B72C-2875511E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121" y="3752432"/>
            <a:ext cx="481497" cy="176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another</a:t>
            </a:r>
          </a:p>
        </p:txBody>
      </p:sp>
      <p:sp>
        <p:nvSpPr>
          <p:cNvPr id="405" name="text-413 .">
            <a:extLst xmlns:a="http://schemas.openxmlformats.org/drawingml/2006/main">
              <a:ext uri="{FF2B5EF4-FFF2-40B4-BE49-F238E27FC236}">
                <a16:creationId xmlns:a16="http://schemas.microsoft.com/office/drawing/2014/main" id="{E23280D9-C9B1-45C4-97D6-FD51B21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9031" y="375249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06" name="text-415 Clapping">
            <a:extLst xmlns:a="http://schemas.openxmlformats.org/drawingml/2006/main">
              <a:ext uri="{FF2B5EF4-FFF2-40B4-BE49-F238E27FC236}">
                <a16:creationId xmlns:a16="http://schemas.microsoft.com/office/drawing/2014/main" id="{C4F4C659-A867-4228-AAD1-0646868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1332" y="3752571"/>
            <a:ext cx="500406" cy="17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407" name="text-417 after">
            <a:extLst xmlns:a="http://schemas.openxmlformats.org/drawingml/2006/main">
              <a:ext uri="{FF2B5EF4-FFF2-40B4-BE49-F238E27FC236}">
                <a16:creationId xmlns:a16="http://schemas.microsoft.com/office/drawing/2014/main" id="{92A7040F-3842-4097-AD8D-90AA78F4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9046" y="3752757"/>
            <a:ext cx="339615" cy="17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408" name="text-419 a">
            <a:extLst xmlns:a="http://schemas.openxmlformats.org/drawingml/2006/main">
              <a:ext uri="{FF2B5EF4-FFF2-40B4-BE49-F238E27FC236}">
                <a16:creationId xmlns:a16="http://schemas.microsoft.com/office/drawing/2014/main" id="{F96ED9B6-E364-48A7-9ECA-6F5D58F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7041" y="3752486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09" name="text-421 performance,">
            <a:extLst xmlns:a="http://schemas.openxmlformats.org/drawingml/2006/main">
              <a:ext uri="{FF2B5EF4-FFF2-40B4-BE49-F238E27FC236}">
                <a16:creationId xmlns:a16="http://schemas.microsoft.com/office/drawing/2014/main" id="{7B9A3807-234A-4C38-A249-E9A9BFC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1961" y="3752519"/>
            <a:ext cx="807593" cy="17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410" name="text-423 even">
            <a:extLst xmlns:a="http://schemas.openxmlformats.org/drawingml/2006/main">
              <a:ext uri="{FF2B5EF4-FFF2-40B4-BE49-F238E27FC236}">
                <a16:creationId xmlns:a16="http://schemas.microsoft.com/office/drawing/2014/main" id="{AF778F9A-3A89-4B3C-87A2-B7F5F09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3906560"/>
            <a:ext cx="286390" cy="17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</a:t>
            </a:r>
          </a:p>
        </p:txBody>
      </p:sp>
      <p:sp>
        <p:nvSpPr>
          <p:cNvPr id="411" name="text-425 if">
            <a:extLst xmlns:a="http://schemas.openxmlformats.org/drawingml/2006/main">
              <a:ext uri="{FF2B5EF4-FFF2-40B4-BE49-F238E27FC236}">
                <a16:creationId xmlns:a16="http://schemas.microsoft.com/office/drawing/2014/main" id="{C6EC7282-AE8E-4E3C-A83B-84A378DF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719" y="3906403"/>
            <a:ext cx="121499" cy="17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</a:t>
            </a:r>
          </a:p>
        </p:txBody>
      </p:sp>
      <p:sp>
        <p:nvSpPr>
          <p:cNvPr id="412" name="text-427 it">
            <a:extLst xmlns:a="http://schemas.openxmlformats.org/drawingml/2006/main">
              <a:ext uri="{FF2B5EF4-FFF2-40B4-BE49-F238E27FC236}">
                <a16:creationId xmlns:a16="http://schemas.microsoft.com/office/drawing/2014/main" id="{9476A497-4F1E-453F-AB4D-F4FB758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315" y="3906435"/>
            <a:ext cx="116819" cy="175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413" name="text-429 might">
            <a:extLst xmlns:a="http://schemas.openxmlformats.org/drawingml/2006/main">
              <a:ext uri="{FF2B5EF4-FFF2-40B4-BE49-F238E27FC236}">
                <a16:creationId xmlns:a16="http://schemas.microsoft.com/office/drawing/2014/main" id="{900BBD3A-BFF4-4D17-8A9A-DC99F13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412" y="3906087"/>
            <a:ext cx="354269" cy="17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might</a:t>
            </a:r>
          </a:p>
        </p:txBody>
      </p:sp>
      <p:sp>
        <p:nvSpPr>
          <p:cNvPr id="414" name="text-431 be">
            <a:extLst xmlns:a="http://schemas.openxmlformats.org/drawingml/2006/main">
              <a:ext uri="{FF2B5EF4-FFF2-40B4-BE49-F238E27FC236}">
                <a16:creationId xmlns:a16="http://schemas.microsoft.com/office/drawing/2014/main" id="{6F661B9C-CAB2-4032-A5B5-0C715D5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837" y="3906299"/>
            <a:ext cx="165868" cy="1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415" name="text-433 perceived">
            <a:extLst xmlns:a="http://schemas.openxmlformats.org/drawingml/2006/main">
              <a:ext uri="{FF2B5EF4-FFF2-40B4-BE49-F238E27FC236}">
                <a16:creationId xmlns:a16="http://schemas.microsoft.com/office/drawing/2014/main" id="{E4D60439-F8B0-45B4-BC91-1DE935B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298" y="3906205"/>
            <a:ext cx="591411" cy="17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perceived</a:t>
            </a:r>
          </a:p>
        </p:txBody>
      </p:sp>
      <p:sp>
        <p:nvSpPr>
          <p:cNvPr id="416" name="text-435 as">
            <a:extLst xmlns:a="http://schemas.openxmlformats.org/drawingml/2006/main">
              <a:ext uri="{FF2B5EF4-FFF2-40B4-BE49-F238E27FC236}">
                <a16:creationId xmlns:a16="http://schemas.microsoft.com/office/drawing/2014/main" id="{A8CA7CD2-FE56-4C8F-A6BF-173A0B4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4052" y="3906257"/>
            <a:ext cx="148058" cy="175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417" name="text-437 &quot;failed&quot;">
            <a:extLst xmlns:a="http://schemas.openxmlformats.org/drawingml/2006/main">
              <a:ext uri="{FF2B5EF4-FFF2-40B4-BE49-F238E27FC236}">
                <a16:creationId xmlns:a16="http://schemas.microsoft.com/office/drawing/2014/main" id="{5D9C2670-1169-4A97-953C-EE3426F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0643" y="3905906"/>
            <a:ext cx="470845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"failed"</a:t>
            </a:r>
          </a:p>
        </p:txBody>
      </p:sp>
      <p:sp>
        <p:nvSpPr>
          <p:cNvPr id="418" name="text-439 by">
            <a:extLst xmlns:a="http://schemas.openxmlformats.org/drawingml/2006/main">
              <a:ext uri="{FF2B5EF4-FFF2-40B4-BE49-F238E27FC236}">
                <a16:creationId xmlns:a16="http://schemas.microsoft.com/office/drawing/2014/main" id="{03B4B7CF-08CB-4DED-A8A2-BED4298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0045" y="3906321"/>
            <a:ext cx="162419" cy="17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by</a:t>
            </a:r>
          </a:p>
        </p:txBody>
      </p:sp>
      <p:sp>
        <p:nvSpPr>
          <p:cNvPr id="419" name="text-441 some">
            <a:extLst xmlns:a="http://schemas.openxmlformats.org/drawingml/2006/main">
              <a:ext uri="{FF2B5EF4-FFF2-40B4-BE49-F238E27FC236}">
                <a16:creationId xmlns:a16="http://schemas.microsoft.com/office/drawing/2014/main" id="{6B9A93B7-AD3C-431E-AEF0-27E0185B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0134" y="3905595"/>
            <a:ext cx="317921" cy="17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some</a:t>
            </a:r>
          </a:p>
        </p:txBody>
      </p:sp>
      <p:sp>
        <p:nvSpPr>
          <p:cNvPr id="420" name="text-443 standards">
            <a:extLst xmlns:a="http://schemas.openxmlformats.org/drawingml/2006/main">
              <a:ext uri="{FF2B5EF4-FFF2-40B4-BE49-F238E27FC236}">
                <a16:creationId xmlns:a16="http://schemas.microsoft.com/office/drawing/2014/main" id="{A7DA76C3-EE30-4CF9-ACEE-1F31C9C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5441" y="3905639"/>
            <a:ext cx="609353" cy="1768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standards</a:t>
            </a:r>
          </a:p>
        </p:txBody>
      </p:sp>
      <p:sp>
        <p:nvSpPr>
          <p:cNvPr id="421" name="text-445 or">
            <a:extLst xmlns:a="http://schemas.openxmlformats.org/drawingml/2006/main">
              <a:ext uri="{FF2B5EF4-FFF2-40B4-BE49-F238E27FC236}">
                <a16:creationId xmlns:a16="http://schemas.microsoft.com/office/drawing/2014/main" id="{576E63D5-3EBE-4B9C-80EE-07A3D40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3190" y="3905755"/>
            <a:ext cx="149603" cy="17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22" name="text-447 simply">
            <a:extLst xmlns:a="http://schemas.openxmlformats.org/drawingml/2006/main">
              <a:ext uri="{FF2B5EF4-FFF2-40B4-BE49-F238E27FC236}">
                <a16:creationId xmlns:a16="http://schemas.microsoft.com/office/drawing/2014/main" id="{D8886EFD-B541-4C70-ADF5-8B2314D0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0906" y="3905640"/>
            <a:ext cx="385418" cy="17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simply</a:t>
            </a:r>
          </a:p>
        </p:txBody>
      </p:sp>
      <p:sp>
        <p:nvSpPr>
          <p:cNvPr id="423" name="text-449 part">
            <a:extLst xmlns:a="http://schemas.openxmlformats.org/drawingml/2006/main">
              <a:ext uri="{FF2B5EF4-FFF2-40B4-BE49-F238E27FC236}">
                <a16:creationId xmlns:a16="http://schemas.microsoft.com/office/drawing/2014/main" id="{3BA5CF61-1FB0-4F63-9970-AA0F7011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3701" y="3905935"/>
            <a:ext cx="274290" cy="1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424" name="text-451 of">
            <a:extLst xmlns:a="http://schemas.openxmlformats.org/drawingml/2006/main">
              <a:ext uri="{FF2B5EF4-FFF2-40B4-BE49-F238E27FC236}">
                <a16:creationId xmlns:a16="http://schemas.microsoft.com/office/drawing/2014/main" id="{6E785DDC-BE66-4A50-9698-B2FF0875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266" y="3905778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25" name="text-453 the">
            <a:extLst xmlns:a="http://schemas.openxmlformats.org/drawingml/2006/main">
              <a:ext uri="{FF2B5EF4-FFF2-40B4-BE49-F238E27FC236}">
                <a16:creationId xmlns:a16="http://schemas.microsoft.com/office/drawing/2014/main" id="{E3EBCD47-3745-451D-8446-E5394041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7356" y="3905557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26" name="text-455 act,">
            <a:extLst xmlns:a="http://schemas.openxmlformats.org/drawingml/2006/main">
              <a:ext uri="{FF2B5EF4-FFF2-40B4-BE49-F238E27FC236}">
                <a16:creationId xmlns:a16="http://schemas.microsoft.com/office/drawing/2014/main" id="{3DC7AB7C-209E-48ED-96B4-7C97022C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307" y="3905659"/>
            <a:ext cx="246532" cy="17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act,</a:t>
            </a:r>
          </a:p>
        </p:txBody>
      </p:sp>
      <p:sp>
        <p:nvSpPr>
          <p:cNvPr id="427" name="text-457 is">
            <a:extLst xmlns:a="http://schemas.openxmlformats.org/drawingml/2006/main">
              <a:ext uri="{FF2B5EF4-FFF2-40B4-BE49-F238E27FC236}">
                <a16:creationId xmlns:a16="http://schemas.microsoft.com/office/drawing/2014/main" id="{9E6E75CD-7BA4-4FD6-8E4A-64936A0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3753" y="3906466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28" name="text-459 a">
            <a:extLst xmlns:a="http://schemas.openxmlformats.org/drawingml/2006/main">
              <a:ext uri="{FF2B5EF4-FFF2-40B4-BE49-F238E27FC236}">
                <a16:creationId xmlns:a16="http://schemas.microsoft.com/office/drawing/2014/main" id="{4E243FD5-FAE8-46C7-A826-1B3901F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1100" y="3905815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29" name="text-461 conventional">
            <a:extLst xmlns:a="http://schemas.openxmlformats.org/drawingml/2006/main">
              <a:ext uri="{FF2B5EF4-FFF2-40B4-BE49-F238E27FC236}">
                <a16:creationId xmlns:a16="http://schemas.microsoft.com/office/drawing/2014/main" id="{DE250AFD-FD43-4A52-9798-D99E8C5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5827" y="3905789"/>
            <a:ext cx="742256" cy="176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conventional</a:t>
            </a:r>
          </a:p>
        </p:txBody>
      </p:sp>
      <p:sp>
        <p:nvSpPr>
          <p:cNvPr id="430" name="text-463 gesture">
            <a:extLst xmlns:a="http://schemas.openxmlformats.org/drawingml/2006/main">
              <a:ext uri="{FF2B5EF4-FFF2-40B4-BE49-F238E27FC236}">
                <a16:creationId xmlns:a16="http://schemas.microsoft.com/office/drawing/2014/main" id="{390E0501-BAF3-4842-990A-1B9122E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6302" y="3905980"/>
            <a:ext cx="473998" cy="176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gesture</a:t>
            </a:r>
          </a:p>
        </p:txBody>
      </p:sp>
      <p:sp>
        <p:nvSpPr>
          <p:cNvPr id="431" name="text-465 of">
            <a:extLst xmlns:a="http://schemas.openxmlformats.org/drawingml/2006/main">
              <a:ext uri="{FF2B5EF4-FFF2-40B4-BE49-F238E27FC236}">
                <a16:creationId xmlns:a16="http://schemas.microsoft.com/office/drawing/2014/main" id="{7B352D03-AB70-4479-8139-88336724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7954" y="3905778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32" name="text-467 acknowledgment">
            <a:extLst xmlns:a="http://schemas.openxmlformats.org/drawingml/2006/main">
              <a:ext uri="{FF2B5EF4-FFF2-40B4-BE49-F238E27FC236}">
                <a16:creationId xmlns:a16="http://schemas.microsoft.com/office/drawing/2014/main" id="{A43F501C-4243-482B-A8B7-77AF2785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9043" y="3905834"/>
            <a:ext cx="975311" cy="17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acknowledgment</a:t>
            </a:r>
          </a:p>
        </p:txBody>
      </p:sp>
      <p:sp>
        <p:nvSpPr>
          <p:cNvPr id="433" name="text-469 and">
            <a:extLst xmlns:a="http://schemas.openxmlformats.org/drawingml/2006/main">
              <a:ext uri="{FF2B5EF4-FFF2-40B4-BE49-F238E27FC236}">
                <a16:creationId xmlns:a16="http://schemas.microsoft.com/office/drawing/2014/main" id="{70120BE3-8ABD-4AE3-BB12-BBD8006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2347" y="3905856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434" name="text-471 respect">
            <a:extLst xmlns:a="http://schemas.openxmlformats.org/drawingml/2006/main">
              <a:ext uri="{FF2B5EF4-FFF2-40B4-BE49-F238E27FC236}">
                <a16:creationId xmlns:a16="http://schemas.microsoft.com/office/drawing/2014/main" id="{46A378A3-55B5-4A7A-A643-669CAB74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4059085"/>
            <a:ext cx="474560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435" name="text-473 among">
            <a:extLst xmlns:a="http://schemas.openxmlformats.org/drawingml/2006/main">
              <a:ext uri="{FF2B5EF4-FFF2-40B4-BE49-F238E27FC236}">
                <a16:creationId xmlns:a16="http://schemas.microsoft.com/office/drawing/2014/main" id="{3FD7D319-EC02-4ECD-84F6-F6FA8D8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41" y="4059151"/>
            <a:ext cx="384296" cy="176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among</a:t>
            </a:r>
          </a:p>
        </p:txBody>
      </p:sp>
      <p:sp>
        <p:nvSpPr>
          <p:cNvPr id="436" name="text-475 performers,">
            <a:extLst xmlns:a="http://schemas.openxmlformats.org/drawingml/2006/main">
              <a:ext uri="{FF2B5EF4-FFF2-40B4-BE49-F238E27FC236}">
                <a16:creationId xmlns:a16="http://schemas.microsoft.com/office/drawing/2014/main" id="{24810FB8-14CB-4CC6-8A69-361EA89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195" y="4059152"/>
            <a:ext cx="734444" cy="176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performers,</a:t>
            </a:r>
          </a:p>
        </p:txBody>
      </p:sp>
      <p:sp>
        <p:nvSpPr>
          <p:cNvPr id="437" name="text-477 or">
            <a:extLst xmlns:a="http://schemas.openxmlformats.org/drawingml/2006/main">
              <a:ext uri="{FF2B5EF4-FFF2-40B4-BE49-F238E27FC236}">
                <a16:creationId xmlns:a16="http://schemas.microsoft.com/office/drawing/2014/main" id="{E2EC0165-0638-4AD9-8BBF-24B9A843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3779" y="4059085"/>
            <a:ext cx="149604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38" name="text-479 for">
            <a:extLst xmlns:a="http://schemas.openxmlformats.org/drawingml/2006/main">
              <a:ext uri="{FF2B5EF4-FFF2-40B4-BE49-F238E27FC236}">
                <a16:creationId xmlns:a16="http://schemas.microsoft.com/office/drawing/2014/main" id="{706A5D7C-1349-4D15-B66D-F23226E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478" y="4059080"/>
            <a:ext cx="213726" cy="176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</a:t>
            </a:r>
          </a:p>
        </p:txBody>
      </p:sp>
      <p:sp>
        <p:nvSpPr>
          <p:cNvPr id="439" name="text-481 the">
            <a:extLst xmlns:a="http://schemas.openxmlformats.org/drawingml/2006/main">
              <a:ext uri="{FF2B5EF4-FFF2-40B4-BE49-F238E27FC236}">
                <a16:creationId xmlns:a16="http://schemas.microsoft.com/office/drawing/2014/main" id="{80B3BF73-01BA-40E6-A88C-F6EE67B2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5290" y="4058888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40" name="text-483 effort">
            <a:extLst xmlns:a="http://schemas.openxmlformats.org/drawingml/2006/main">
              <a:ext uri="{FF2B5EF4-FFF2-40B4-BE49-F238E27FC236}">
                <a16:creationId xmlns:a16="http://schemas.microsoft.com/office/drawing/2014/main" id="{25847AF8-72C0-45D8-BD6A-4F05E50B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3269" y="4059214"/>
            <a:ext cx="405931" cy="176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effort</a:t>
            </a:r>
          </a:p>
        </p:txBody>
      </p:sp>
      <p:sp>
        <p:nvSpPr>
          <p:cNvPr id="441" name="text-485 made">
            <a:extLst xmlns:a="http://schemas.openxmlformats.org/drawingml/2006/main">
              <a:ext uri="{FF2B5EF4-FFF2-40B4-BE49-F238E27FC236}">
                <a16:creationId xmlns:a16="http://schemas.microsoft.com/office/drawing/2014/main" id="{BE08EB1C-C74F-4DB3-89D6-75B8563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3464" y="4059256"/>
            <a:ext cx="327953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made</a:t>
            </a:r>
          </a:p>
        </p:txBody>
      </p:sp>
      <p:sp>
        <p:nvSpPr>
          <p:cNvPr id="442" name="text-486 .">
            <a:extLst xmlns:a="http://schemas.openxmlformats.org/drawingml/2006/main">
              <a:ext uri="{FF2B5EF4-FFF2-40B4-BE49-F238E27FC236}">
                <a16:creationId xmlns:a16="http://schemas.microsoft.com/office/drawing/2014/main" id="{537C00CD-938B-42F2-AA6D-D8B10A1E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8279" y="405915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43" name="text-488 There">
            <a:extLst xmlns:a="http://schemas.openxmlformats.org/drawingml/2006/main">
              <a:ext uri="{FF2B5EF4-FFF2-40B4-BE49-F238E27FC236}">
                <a16:creationId xmlns:a16="http://schemas.microsoft.com/office/drawing/2014/main" id="{984CE5D5-9E1A-4149-9F7D-67CD5A82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6417" y="4059208"/>
            <a:ext cx="379737" cy="176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There</a:t>
            </a:r>
          </a:p>
        </p:txBody>
      </p:sp>
      <p:sp>
        <p:nvSpPr>
          <p:cNvPr id="444" name="text-490 is">
            <a:extLst xmlns:a="http://schemas.openxmlformats.org/drawingml/2006/main">
              <a:ext uri="{FF2B5EF4-FFF2-40B4-BE49-F238E27FC236}">
                <a16:creationId xmlns:a16="http://schemas.microsoft.com/office/drawing/2014/main" id="{C3B0770C-F8DB-470A-BE60-A873B65F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9616" y="4059797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45" name="text-492 no">
            <a:extLst xmlns:a="http://schemas.openxmlformats.org/drawingml/2006/main">
              <a:ext uri="{FF2B5EF4-FFF2-40B4-BE49-F238E27FC236}">
                <a16:creationId xmlns:a16="http://schemas.microsoft.com/office/drawing/2014/main" id="{3850F378-24A9-4214-89A7-4E9024D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2990" y="4058817"/>
            <a:ext cx="155372" cy="177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446" name="text-494 visual">
            <a:extLst xmlns:a="http://schemas.openxmlformats.org/drawingml/2006/main">
              <a:ext uri="{FF2B5EF4-FFF2-40B4-BE49-F238E27FC236}">
                <a16:creationId xmlns:a16="http://schemas.microsoft.com/office/drawing/2014/main" id="{07A7880C-C274-4866-8B14-AAEB9808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2358" y="4059611"/>
            <a:ext cx="344035" cy="1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447" name="text-496 evidence">
            <a:extLst xmlns:a="http://schemas.openxmlformats.org/drawingml/2006/main">
              <a:ext uri="{FF2B5EF4-FFF2-40B4-BE49-F238E27FC236}">
                <a16:creationId xmlns:a16="http://schemas.microsoft.com/office/drawing/2014/main" id="{CD6A5378-420B-4C55-B717-5F90E4A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0690" y="4059394"/>
            <a:ext cx="530219" cy="17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448" name="text-498 of">
            <a:extLst xmlns:a="http://schemas.openxmlformats.org/drawingml/2006/main">
              <a:ext uri="{FF2B5EF4-FFF2-40B4-BE49-F238E27FC236}">
                <a16:creationId xmlns:a16="http://schemas.microsoft.com/office/drawing/2014/main" id="{2F8746FE-1B04-4CD7-84D9-268FA29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609" y="4059109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49" name="text-500 nervousness,">
            <a:extLst xmlns:a="http://schemas.openxmlformats.org/drawingml/2006/main">
              <a:ext uri="{FF2B5EF4-FFF2-40B4-BE49-F238E27FC236}">
                <a16:creationId xmlns:a16="http://schemas.microsoft.com/office/drawing/2014/main" id="{175DFBBC-453D-4613-8169-BFFC0CC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1728" y="4059049"/>
            <a:ext cx="766057" cy="176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nervousness,</a:t>
            </a:r>
          </a:p>
        </p:txBody>
      </p:sp>
      <p:sp>
        <p:nvSpPr>
          <p:cNvPr id="450" name="text-502 vindictiveness,">
            <a:extLst xmlns:a="http://schemas.openxmlformats.org/drawingml/2006/main">
              <a:ext uri="{FF2B5EF4-FFF2-40B4-BE49-F238E27FC236}">
                <a16:creationId xmlns:a16="http://schemas.microsoft.com/office/drawing/2014/main" id="{F5938351-D8BE-40E4-95E6-9401B55A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852" y="4059221"/>
            <a:ext cx="876708" cy="176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vindictiveness,</a:t>
            </a:r>
          </a:p>
        </p:txBody>
      </p:sp>
      <p:sp>
        <p:nvSpPr>
          <p:cNvPr id="451" name="text-504 affection,">
            <a:extLst xmlns:a="http://schemas.openxmlformats.org/drawingml/2006/main">
              <a:ext uri="{FF2B5EF4-FFF2-40B4-BE49-F238E27FC236}">
                <a16:creationId xmlns:a16="http://schemas.microsoft.com/office/drawing/2014/main" id="{D2F949CD-74DB-47A5-9695-11E2513E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204" y="4059163"/>
            <a:ext cx="610999" cy="176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affection,</a:t>
            </a:r>
          </a:p>
        </p:txBody>
      </p:sp>
      <p:sp>
        <p:nvSpPr>
          <p:cNvPr id="452" name="text-506 or">
            <a:extLst xmlns:a="http://schemas.openxmlformats.org/drawingml/2006/main">
              <a:ext uri="{FF2B5EF4-FFF2-40B4-BE49-F238E27FC236}">
                <a16:creationId xmlns:a16="http://schemas.microsoft.com/office/drawing/2014/main" id="{5F83DBEA-2DD9-446B-A2FB-C697F7C2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7108" y="4059086"/>
            <a:ext cx="149603" cy="17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53" name="text-508 a">
            <a:extLst xmlns:a="http://schemas.openxmlformats.org/drawingml/2006/main">
              <a:ext uri="{FF2B5EF4-FFF2-40B4-BE49-F238E27FC236}">
                <a16:creationId xmlns:a16="http://schemas.microsoft.com/office/drawing/2014/main" id="{A92B909D-C7E7-4E10-A78F-A04E3E8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0852" y="4059146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54" name="text-510 plan">
            <a:extLst xmlns:a="http://schemas.openxmlformats.org/drawingml/2006/main">
              <a:ext uri="{FF2B5EF4-FFF2-40B4-BE49-F238E27FC236}">
                <a16:creationId xmlns:a16="http://schemas.microsoft.com/office/drawing/2014/main" id="{A783B963-5B32-4227-A619-5FEFD255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1609" y="4059161"/>
            <a:ext cx="255066" cy="1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sp>
        <p:nvSpPr>
          <p:cNvPr id="455" name="text-512 to">
            <a:extLst xmlns:a="http://schemas.openxmlformats.org/drawingml/2006/main">
              <a:ext uri="{FF2B5EF4-FFF2-40B4-BE49-F238E27FC236}">
                <a16:creationId xmlns:a16="http://schemas.microsoft.com/office/drawing/2014/main" id="{A3A0DC52-86BF-4923-A4CA-5A6EF60B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82" y="4058972"/>
            <a:ext cx="148592" cy="176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56" name="text-514 cooperate">
            <a:extLst xmlns:a="http://schemas.openxmlformats.org/drawingml/2006/main">
              <a:ext uri="{FF2B5EF4-FFF2-40B4-BE49-F238E27FC236}">
                <a16:creationId xmlns:a16="http://schemas.microsoft.com/office/drawing/2014/main" id="{9626E127-0E95-4C91-AA1D-EA9A572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80" y="4212427"/>
            <a:ext cx="610266" cy="176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cooperate</a:t>
            </a:r>
          </a:p>
        </p:txBody>
      </p:sp>
      <p:sp>
        <p:nvSpPr>
          <p:cNvPr id="457" name="text-515 .">
            <a:extLst xmlns:a="http://schemas.openxmlformats.org/drawingml/2006/main">
              <a:ext uri="{FF2B5EF4-FFF2-40B4-BE49-F238E27FC236}">
                <a16:creationId xmlns:a16="http://schemas.microsoft.com/office/drawing/2014/main" id="{F9598BBE-E228-45EB-925B-CA9BA9D2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916" y="421248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58" name="text-517 The">
            <a:extLst xmlns:a="http://schemas.openxmlformats.org/drawingml/2006/main">
              <a:ext uri="{FF2B5EF4-FFF2-40B4-BE49-F238E27FC236}">
                <a16:creationId xmlns:a16="http://schemas.microsoft.com/office/drawing/2014/main" id="{59FD3C44-0961-4448-AD7D-6A71A62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528" y="4212413"/>
            <a:ext cx="250357" cy="17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59" name="text-519 clapping">
            <a:extLst xmlns:a="http://schemas.openxmlformats.org/drawingml/2006/main">
              <a:ext uri="{FF2B5EF4-FFF2-40B4-BE49-F238E27FC236}">
                <a16:creationId xmlns:a16="http://schemas.microsoft.com/office/drawing/2014/main" id="{05620BC0-85D2-4BA0-A2EC-5AA2EBE4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851" y="4212318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460" name="text-521 appears">
            <a:extLst xmlns:a="http://schemas.openxmlformats.org/drawingml/2006/main">
              <a:ext uri="{FF2B5EF4-FFF2-40B4-BE49-F238E27FC236}">
                <a16:creationId xmlns:a16="http://schemas.microsoft.com/office/drawing/2014/main" id="{1C7B7E35-F7E7-45CD-A501-B40AEEE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752" y="4212714"/>
            <a:ext cx="476575" cy="176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appears</a:t>
            </a:r>
          </a:p>
        </p:txBody>
      </p:sp>
      <p:sp>
        <p:nvSpPr>
          <p:cNvPr id="461" name="text-523 to">
            <a:extLst xmlns:a="http://schemas.openxmlformats.org/drawingml/2006/main">
              <a:ext uri="{FF2B5EF4-FFF2-40B4-BE49-F238E27FC236}">
                <a16:creationId xmlns:a16="http://schemas.microsoft.com/office/drawing/2014/main" id="{D11D44D6-8E8D-4527-BD6D-654E99C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4282" y="4212301"/>
            <a:ext cx="148593" cy="17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462" name="text-525 be">
            <a:extLst xmlns:a="http://schemas.openxmlformats.org/drawingml/2006/main">
              <a:ext uri="{FF2B5EF4-FFF2-40B4-BE49-F238E27FC236}">
                <a16:creationId xmlns:a16="http://schemas.microsoft.com/office/drawing/2014/main" id="{39EE16BD-7383-4A0B-9600-F665E39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7375" y="4212959"/>
            <a:ext cx="165868" cy="1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463" name="text-527 a">
            <a:extLst xmlns:a="http://schemas.openxmlformats.org/drawingml/2006/main">
              <a:ext uri="{FF2B5EF4-FFF2-40B4-BE49-F238E27FC236}">
                <a16:creationId xmlns:a16="http://schemas.microsoft.com/office/drawing/2014/main" id="{958DA862-0404-4B9B-8613-9205527E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7339" y="4212476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64" name="text-529 polite">
            <a:extLst xmlns:a="http://schemas.openxmlformats.org/drawingml/2006/main">
              <a:ext uri="{FF2B5EF4-FFF2-40B4-BE49-F238E27FC236}">
                <a16:creationId xmlns:a16="http://schemas.microsoft.com/office/drawing/2014/main" id="{A9FB4E99-E3FB-4CA1-A15E-AFEEA2F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8569" y="4212402"/>
            <a:ext cx="354957" cy="176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polite</a:t>
            </a:r>
          </a:p>
        </p:txBody>
      </p:sp>
      <p:sp>
        <p:nvSpPr>
          <p:cNvPr id="465" name="text-531 or">
            <a:extLst xmlns:a="http://schemas.openxmlformats.org/drawingml/2006/main">
              <a:ext uri="{FF2B5EF4-FFF2-40B4-BE49-F238E27FC236}">
                <a16:creationId xmlns:a16="http://schemas.microsoft.com/office/drawing/2014/main" id="{621D9FBD-159B-4949-A9E1-F9F9E2E7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498" y="4212415"/>
            <a:ext cx="149604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466" name="text-533 professional">
            <a:extLst xmlns:a="http://schemas.openxmlformats.org/drawingml/2006/main">
              <a:ext uri="{FF2B5EF4-FFF2-40B4-BE49-F238E27FC236}">
                <a16:creationId xmlns:a16="http://schemas.microsoft.com/office/drawing/2014/main" id="{A4995A9B-6364-4468-A66F-8D0B1A0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1715" y="4212428"/>
            <a:ext cx="739715" cy="176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professional</a:t>
            </a:r>
          </a:p>
        </p:txBody>
      </p:sp>
      <p:sp>
        <p:nvSpPr>
          <p:cNvPr id="467" name="text-535 acknowledgement">
            <a:extLst xmlns:a="http://schemas.openxmlformats.org/drawingml/2006/main">
              <a:ext uri="{FF2B5EF4-FFF2-40B4-BE49-F238E27FC236}">
                <a16:creationId xmlns:a16="http://schemas.microsoft.com/office/drawing/2014/main" id="{581117F9-A686-4A46-8DB9-3575922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6442" y="4212542"/>
            <a:ext cx="1043946" cy="176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acknowledgement</a:t>
            </a:r>
          </a:p>
        </p:txBody>
      </p:sp>
      <p:sp>
        <p:nvSpPr>
          <p:cNvPr id="468" name="text-537 of">
            <a:extLst xmlns:a="http://schemas.openxmlformats.org/drawingml/2006/main">
              <a:ext uri="{FF2B5EF4-FFF2-40B4-BE49-F238E27FC236}">
                <a16:creationId xmlns:a16="http://schemas.microsoft.com/office/drawing/2014/main" id="{0F954AE5-1617-454E-8E37-DC783D82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4860" y="4212438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469" name="text-539 the">
            <a:extLst xmlns:a="http://schemas.openxmlformats.org/drawingml/2006/main">
              <a:ext uri="{FF2B5EF4-FFF2-40B4-BE49-F238E27FC236}">
                <a16:creationId xmlns:a16="http://schemas.microsoft.com/office/drawing/2014/main" id="{2034D0B0-1568-47B4-96F2-A6B948F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2452" y="4212218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70" name="text-541 other">
            <a:extLst xmlns:a="http://schemas.openxmlformats.org/drawingml/2006/main">
              <a:ext uri="{FF2B5EF4-FFF2-40B4-BE49-F238E27FC236}">
                <a16:creationId xmlns:a16="http://schemas.microsoft.com/office/drawing/2014/main" id="{D79F09CD-7507-483B-B5F8-35898670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0906" y="4212432"/>
            <a:ext cx="350960" cy="176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other</a:t>
            </a:r>
          </a:p>
        </p:txBody>
      </p:sp>
      <p:sp>
        <p:nvSpPr>
          <p:cNvPr id="471" name="text-543 performer's">
            <a:extLst xmlns:a="http://schemas.openxmlformats.org/drawingml/2006/main">
              <a:ext uri="{FF2B5EF4-FFF2-40B4-BE49-F238E27FC236}">
                <a16:creationId xmlns:a16="http://schemas.microsoft.com/office/drawing/2014/main" id="{2DD71D99-E437-4370-9DA9-05D39D08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6460" y="4212663"/>
            <a:ext cx="747382" cy="176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performer's</a:t>
            </a:r>
          </a:p>
        </p:txBody>
      </p:sp>
      <p:sp>
        <p:nvSpPr>
          <p:cNvPr id="472" name="text-545 turn">
            <a:extLst xmlns:a="http://schemas.openxmlformats.org/drawingml/2006/main">
              <a:ext uri="{FF2B5EF4-FFF2-40B4-BE49-F238E27FC236}">
                <a16:creationId xmlns:a16="http://schemas.microsoft.com/office/drawing/2014/main" id="{12330422-1BEB-46DC-A29E-9AC90D8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9061" y="4212420"/>
            <a:ext cx="274289" cy="17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sp>
        <p:nvSpPr>
          <p:cNvPr id="473" name="text-546 .">
            <a:extLst xmlns:a="http://schemas.openxmlformats.org/drawingml/2006/main">
              <a:ext uri="{FF2B5EF4-FFF2-40B4-BE49-F238E27FC236}">
                <a16:creationId xmlns:a16="http://schemas.microsoft.com/office/drawing/2014/main" id="{FBA7DE2A-FA34-4282-8ECB-4B2960A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1012" y="421248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74" name="text-548 Answer">
            <a:extLst xmlns:a="http://schemas.openxmlformats.org/drawingml/2006/main">
              <a:ext uri="{FF2B5EF4-FFF2-40B4-BE49-F238E27FC236}">
                <a16:creationId xmlns:a16="http://schemas.microsoft.com/office/drawing/2014/main" id="{64F0B176-EF6E-41EA-9CCC-1C43B76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9623" y="4212271"/>
            <a:ext cx="458861" cy="176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475" name="text-549 :">
            <a:extLst xmlns:a="http://schemas.openxmlformats.org/drawingml/2006/main">
              <a:ext uri="{FF2B5EF4-FFF2-40B4-BE49-F238E27FC236}">
                <a16:creationId xmlns:a16="http://schemas.microsoft.com/office/drawing/2014/main" id="{591DDA16-413A-4183-AF31-B3D6D82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6038" y="4212551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476" name="text-551 A">
            <a:extLst xmlns:a="http://schemas.openxmlformats.org/drawingml/2006/main">
              <a:ext uri="{FF2B5EF4-FFF2-40B4-BE49-F238E27FC236}">
                <a16:creationId xmlns:a16="http://schemas.microsoft.com/office/drawing/2014/main" id="{6191A9F1-D54E-47D4-8BA4-E8504F38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273" y="4212571"/>
            <a:ext cx="114829" cy="176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477" name="text-553 &lt;Answer&gt;">
            <a:extLst xmlns:a="http://schemas.openxmlformats.org/drawingml/2006/main">
              <a:ext uri="{FF2B5EF4-FFF2-40B4-BE49-F238E27FC236}">
                <a16:creationId xmlns:a16="http://schemas.microsoft.com/office/drawing/2014/main" id="{95373E8A-E478-486E-89D3-873B599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9623" y="4212170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pic>
        <p:nvPic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3382593-AD79-453C-A4C5-19B6D0659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2f49501024fa5"/>
          <a:stretch xmlns:a="http://schemas.openxmlformats.org/drawingml/2006/main"/>
        </p:blipFill>
        <p:spPr>
          <a:xfrm xmlns:a="http://schemas.openxmlformats.org/drawingml/2006/main">
            <a:off x="8141422" y="4171317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479" name="path-555">
            <a:extLst xmlns:a="http://schemas.openxmlformats.org/drawingml/2006/main">
              <a:ext uri="{FF2B5EF4-FFF2-40B4-BE49-F238E27FC236}">
                <a16:creationId xmlns:a16="http://schemas.microsoft.com/office/drawing/2014/main" id="{BC9DE112-06C7-40F7-A6DC-C35E92E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4560425"/>
            <a:ext cx="8443050" cy="272095"/>
          </a:xfrm>
          <a:custGeom xmlns:a="http://schemas.openxmlformats.org/drawingml/2006/main">
            <a:pathLst>
              <a:path w="8443050" h="272095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5" y="0"/>
                </a:lnTo>
                <a:cubicBezTo>
                  <a:pt x="8439305" y="0"/>
                  <a:pt x="8443050" y="3746"/>
                  <a:pt x="8443050" y="8366"/>
                </a:cubicBezTo>
                <a:lnTo>
                  <a:pt x="8443050" y="263729"/>
                </a:lnTo>
                <a:cubicBezTo>
                  <a:pt x="8443050" y="268349"/>
                  <a:pt x="8439305" y="272095"/>
                  <a:pt x="8434685" y="272095"/>
                </a:cubicBezTo>
                <a:lnTo>
                  <a:pt x="8365" y="272095"/>
                </a:lnTo>
                <a:cubicBezTo>
                  <a:pt x="3745" y="272095"/>
                  <a:pt x="0" y="268349"/>
                  <a:pt x="0" y="263729"/>
                </a:cubicBezTo>
                <a:lnTo>
                  <a:pt x="0" y="8366"/>
                </a:lnTo>
              </a:path>
            </a:pathLst>
          </a:custGeom>
          <a:solidFill xmlns:a="http://schemas.openxmlformats.org/drawingml/2006/main">
            <a:srgbClr val="FFF2CC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556">
            <a:extLst xmlns:a="http://schemas.openxmlformats.org/drawingml/2006/main">
              <a:ext uri="{FF2B5EF4-FFF2-40B4-BE49-F238E27FC236}">
                <a16:creationId xmlns:a16="http://schemas.microsoft.com/office/drawing/2014/main" id="{00366495-4D0E-4117-B6A5-AC8519F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6" y="4560425"/>
            <a:ext cx="8443051" cy="272094"/>
          </a:xfrm>
          <a:custGeom xmlns:a="http://schemas.openxmlformats.org/drawingml/2006/main">
            <a:pathLst>
              <a:path w="8443051" h="272094">
                <a:moveTo>
                  <a:pt x="0" y="8366"/>
                </a:moveTo>
                <a:cubicBezTo>
                  <a:pt x="0" y="3746"/>
                  <a:pt x="3745" y="0"/>
                  <a:pt x="8365" y="0"/>
                </a:cubicBezTo>
                <a:lnTo>
                  <a:pt x="8434686" y="0"/>
                </a:lnTo>
                <a:cubicBezTo>
                  <a:pt x="8439306" y="0"/>
                  <a:pt x="8443051" y="3746"/>
                  <a:pt x="8443051" y="8366"/>
                </a:cubicBezTo>
                <a:lnTo>
                  <a:pt x="8443051" y="263728"/>
                </a:lnTo>
                <a:cubicBezTo>
                  <a:pt x="8443051" y="268349"/>
                  <a:pt x="8439306" y="272094"/>
                  <a:pt x="8434686" y="272094"/>
                </a:cubicBezTo>
                <a:lnTo>
                  <a:pt x="8365" y="272094"/>
                </a:lnTo>
                <a:cubicBezTo>
                  <a:pt x="3745" y="272094"/>
                  <a:pt x="0" y="268349"/>
                  <a:pt x="0" y="263728"/>
                </a:cubicBezTo>
                <a:lnTo>
                  <a:pt x="0" y="8366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2E75B6"/>
            </a:solidFill>
            <a:prstDash val="solid"/>
          </a:ln>
        </p:spPr>
      </p:sp>
      <p:sp>
        <p:nvSpPr>
          <p:cNvPr id="481" name="text-557 VideoEvoHarness">
            <a:extLst xmlns:a="http://schemas.openxmlformats.org/drawingml/2006/main">
              <a:ext uri="{FF2B5EF4-FFF2-40B4-BE49-F238E27FC236}">
                <a16:creationId xmlns:a16="http://schemas.microsoft.com/office/drawing/2014/main" id="{00EAFE21-22F3-4CF9-95F9-C95B21F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9048" y="4586758"/>
            <a:ext cx="1331813" cy="227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482" name="text-558 VideoEvoHarness">
            <a:extLst xmlns:a="http://schemas.openxmlformats.org/drawingml/2006/main">
              <a:ext uri="{FF2B5EF4-FFF2-40B4-BE49-F238E27FC236}">
                <a16:creationId xmlns:a16="http://schemas.microsoft.com/office/drawing/2014/main" id="{F609388B-3D69-45BF-9297-8F0625E0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9048" y="4586758"/>
            <a:ext cx="1331813" cy="227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VideoEvoHarness</a:t>
            </a:r>
          </a:p>
        </p:txBody>
      </p:sp>
      <p:sp>
        <p:nvSpPr>
          <p:cNvPr id="483" name="text-561 (R3)">
            <a:extLst xmlns:a="http://schemas.openxmlformats.org/drawingml/2006/main">
              <a:ext uri="{FF2B5EF4-FFF2-40B4-BE49-F238E27FC236}">
                <a16:creationId xmlns:a16="http://schemas.microsoft.com/office/drawing/2014/main" id="{D70A9EDB-E317-47DA-B7F6-CA09096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9908" y="4586428"/>
            <a:ext cx="349550" cy="227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(R3)</a:t>
            </a:r>
          </a:p>
        </p:txBody>
      </p:sp>
      <p:sp>
        <p:nvSpPr>
          <p:cNvPr id="484" name="text-562 (R3)">
            <a:extLst xmlns:a="http://schemas.openxmlformats.org/drawingml/2006/main">
              <a:ext uri="{FF2B5EF4-FFF2-40B4-BE49-F238E27FC236}">
                <a16:creationId xmlns:a16="http://schemas.microsoft.com/office/drawing/2014/main" id="{AA62F391-E729-47A0-9991-B2EA061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9908" y="4586428"/>
            <a:ext cx="349550" cy="227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(R3)</a:t>
            </a:r>
          </a:p>
        </p:txBody>
      </p:sp>
      <p:sp>
        <p:nvSpPr>
          <p:cNvPr id="485" name="path-563">
            <a:extLst xmlns:a="http://schemas.openxmlformats.org/drawingml/2006/main">
              <a:ext uri="{FF2B5EF4-FFF2-40B4-BE49-F238E27FC236}">
                <a16:creationId xmlns:a16="http://schemas.microsoft.com/office/drawing/2014/main" id="{E3592542-67B8-4D6C-8222-6700900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66" y="4863092"/>
            <a:ext cx="8443050" cy="3047458"/>
          </a:xfrm>
          <a:custGeom xmlns:a="http://schemas.openxmlformats.org/drawingml/2006/main">
            <a:pathLst>
              <a:path w="8443050" h="3047458">
                <a:moveTo>
                  <a:pt x="0" y="93739"/>
                </a:moveTo>
                <a:cubicBezTo>
                  <a:pt x="0" y="41967"/>
                  <a:pt x="41968" y="0"/>
                  <a:pt x="93738" y="0"/>
                </a:cubicBezTo>
                <a:lnTo>
                  <a:pt x="8349312" y="0"/>
                </a:lnTo>
                <a:cubicBezTo>
                  <a:pt x="8401083" y="0"/>
                  <a:pt x="8443050" y="41967"/>
                  <a:pt x="8443050" y="93739"/>
                </a:cubicBezTo>
                <a:lnTo>
                  <a:pt x="8443050" y="2953721"/>
                </a:lnTo>
                <a:cubicBezTo>
                  <a:pt x="8443050" y="3005489"/>
                  <a:pt x="8401083" y="3047458"/>
                  <a:pt x="8349312" y="3047458"/>
                </a:cubicBezTo>
                <a:lnTo>
                  <a:pt x="93738" y="3047458"/>
                </a:lnTo>
                <a:cubicBezTo>
                  <a:pt x="41968" y="3047458"/>
                  <a:pt x="0" y="3005489"/>
                  <a:pt x="0" y="2953721"/>
                </a:cubicBezTo>
                <a:lnTo>
                  <a:pt x="0" y="93739"/>
                </a:lnTo>
              </a:path>
            </a:pathLst>
          </a:custGeom>
          <a:solidFill xmlns:a="http://schemas.openxmlformats.org/drawingml/2006/main">
            <a:srgbClr val="DEEBF7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564">
            <a:extLst xmlns:a="http://schemas.openxmlformats.org/drawingml/2006/main">
              <a:ext uri="{FF2B5EF4-FFF2-40B4-BE49-F238E27FC236}">
                <a16:creationId xmlns:a16="http://schemas.microsoft.com/office/drawing/2014/main" id="{74BCE2A5-008D-44CC-B229-6B9593B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66" y="4863092"/>
            <a:ext cx="8443051" cy="3047458"/>
          </a:xfrm>
          <a:custGeom xmlns:a="http://schemas.openxmlformats.org/drawingml/2006/main">
            <a:pathLst>
              <a:path w="8443051" h="3047458">
                <a:moveTo>
                  <a:pt x="0" y="93738"/>
                </a:moveTo>
                <a:cubicBezTo>
                  <a:pt x="0" y="41968"/>
                  <a:pt x="41968" y="0"/>
                  <a:pt x="93738" y="0"/>
                </a:cubicBezTo>
                <a:lnTo>
                  <a:pt x="8349314" y="0"/>
                </a:lnTo>
                <a:cubicBezTo>
                  <a:pt x="8401083" y="0"/>
                  <a:pt x="8443051" y="41968"/>
                  <a:pt x="8443051" y="93738"/>
                </a:cubicBezTo>
                <a:lnTo>
                  <a:pt x="8443051" y="2953721"/>
                </a:lnTo>
                <a:cubicBezTo>
                  <a:pt x="8443051" y="3005489"/>
                  <a:pt x="8401083" y="3047458"/>
                  <a:pt x="8349314" y="3047458"/>
                </a:cubicBezTo>
                <a:lnTo>
                  <a:pt x="93738" y="3047458"/>
                </a:lnTo>
                <a:cubicBezTo>
                  <a:pt x="41968" y="3047458"/>
                  <a:pt x="0" y="3005489"/>
                  <a:pt x="0" y="2953721"/>
                </a:cubicBezTo>
                <a:lnTo>
                  <a:pt x="0" y="93738"/>
                </a:lnTo>
              </a:path>
            </a:pathLst>
          </a:custGeom>
          <a:noFill xmlns:a="http://schemas.openxmlformats.org/drawingml/2006/main"/>
          <a:ln xmlns:a="http://schemas.openxmlformats.org/drawingml/2006/main" w="2250">
            <a:solidFill>
              <a:srgbClr val="2E75B6"/>
            </a:solidFill>
            <a:prstDash val="solid"/>
          </a:ln>
        </p:spPr>
      </p:sp>
      <p:sp>
        <p:nvSpPr>
          <p:cNvPr id="487" name="text-565 &lt;Answer&gt;">
            <a:extLst xmlns:a="http://schemas.openxmlformats.org/drawingml/2006/main">
              <a:ext uri="{FF2B5EF4-FFF2-40B4-BE49-F238E27FC236}">
                <a16:creationId xmlns:a16="http://schemas.microsoft.com/office/drawing/2014/main" id="{0EB089E8-7CB7-4684-8B55-E5B04261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043608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488" name="text-566 The">
            <a:extLst xmlns:a="http://schemas.openxmlformats.org/drawingml/2006/main">
              <a:ext uri="{FF2B5EF4-FFF2-40B4-BE49-F238E27FC236}">
                <a16:creationId xmlns:a16="http://schemas.microsoft.com/office/drawing/2014/main" id="{417EACD7-CE9D-4449-AAA5-593676F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893" y="5043851"/>
            <a:ext cx="250357" cy="17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489" name="text-568 black">
            <a:extLst xmlns:a="http://schemas.openxmlformats.org/drawingml/2006/main">
              <a:ext uri="{FF2B5EF4-FFF2-40B4-BE49-F238E27FC236}">
                <a16:creationId xmlns:a16="http://schemas.microsoft.com/office/drawing/2014/main" id="{4C6FF7D5-28FD-4744-9958-23DBA7E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772" y="5043925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490" name="text-569 -">
            <a:extLst xmlns:a="http://schemas.openxmlformats.org/drawingml/2006/main">
              <a:ext uri="{FF2B5EF4-FFF2-40B4-BE49-F238E27FC236}">
                <a16:creationId xmlns:a16="http://schemas.microsoft.com/office/drawing/2014/main" id="{3F6BCE16-DD02-45BA-8721-2947DA3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712" y="5044093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91" name="text-570 hat">
            <a:extLst xmlns:a="http://schemas.openxmlformats.org/drawingml/2006/main">
              <a:ext uri="{FF2B5EF4-FFF2-40B4-BE49-F238E27FC236}">
                <a16:creationId xmlns:a16="http://schemas.microsoft.com/office/drawing/2014/main" id="{6BB61AAB-2BEA-43A1-9335-1896CA9C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577" y="5044048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492" name="text-572 clown">
            <a:extLst xmlns:a="http://schemas.openxmlformats.org/drawingml/2006/main">
              <a:ext uri="{FF2B5EF4-FFF2-40B4-BE49-F238E27FC236}">
                <a16:creationId xmlns:a16="http://schemas.microsoft.com/office/drawing/2014/main" id="{27466A37-1B83-495B-8573-7927CEA9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6087" y="5043375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493" name="text-574 (mime)">
            <a:extLst xmlns:a="http://schemas.openxmlformats.org/drawingml/2006/main">
              <a:ext uri="{FF2B5EF4-FFF2-40B4-BE49-F238E27FC236}">
                <a16:creationId xmlns:a16="http://schemas.microsoft.com/office/drawing/2014/main" id="{3E72864D-43A4-4A20-8D67-D180C5B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198" y="5044269"/>
            <a:ext cx="414133" cy="176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(mime)</a:t>
            </a:r>
          </a:p>
        </p:txBody>
      </p:sp>
      <p:sp>
        <p:nvSpPr>
          <p:cNvPr id="494" name="text-576 is">
            <a:extLst xmlns:a="http://schemas.openxmlformats.org/drawingml/2006/main">
              <a:ext uri="{FF2B5EF4-FFF2-40B4-BE49-F238E27FC236}">
                <a16:creationId xmlns:a16="http://schemas.microsoft.com/office/drawing/2014/main" id="{EFF643E7-A325-496A-A299-CA601AF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295" y="5044565"/>
            <a:ext cx="118781" cy="17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495" name="text-578 seen">
            <a:extLst xmlns:a="http://schemas.openxmlformats.org/drawingml/2006/main">
              <a:ext uri="{FF2B5EF4-FFF2-40B4-BE49-F238E27FC236}">
                <a16:creationId xmlns:a16="http://schemas.microsoft.com/office/drawing/2014/main" id="{EAD1032A-6886-4C38-9C4D-1B35C9B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7655" y="5044195"/>
            <a:ext cx="287545" cy="176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seen</a:t>
            </a:r>
          </a:p>
        </p:txBody>
      </p:sp>
      <p:sp>
        <p:nvSpPr>
          <p:cNvPr id="496" name="text-580 performing">
            <a:extLst xmlns:a="http://schemas.openxmlformats.org/drawingml/2006/main">
              <a:ext uri="{FF2B5EF4-FFF2-40B4-BE49-F238E27FC236}">
                <a16:creationId xmlns:a16="http://schemas.microsoft.com/office/drawing/2014/main" id="{31752548-6878-47B7-94CF-2D7BBE07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7731" y="5043964"/>
            <a:ext cx="676513" cy="176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performing</a:t>
            </a:r>
          </a:p>
        </p:txBody>
      </p:sp>
      <p:sp>
        <p:nvSpPr>
          <p:cNvPr id="497" name="text-582 and">
            <a:extLst xmlns:a="http://schemas.openxmlformats.org/drawingml/2006/main">
              <a:ext uri="{FF2B5EF4-FFF2-40B4-BE49-F238E27FC236}">
                <a16:creationId xmlns:a16="http://schemas.microsoft.com/office/drawing/2014/main" id="{54C9E7CA-63C1-426F-BD3E-E0834F53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857" y="5043954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498" name="text-584 then">
            <a:extLst xmlns:a="http://schemas.openxmlformats.org/drawingml/2006/main">
              <a:ext uri="{FF2B5EF4-FFF2-40B4-BE49-F238E27FC236}">
                <a16:creationId xmlns:a16="http://schemas.microsoft.com/office/drawing/2014/main" id="{B9BF06F3-05CF-45E8-9DF5-48B9EBF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196" y="5043960"/>
            <a:ext cx="289892" cy="176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9" name="text-586 watching">
            <a:extLst xmlns:a="http://schemas.openxmlformats.org/drawingml/2006/main">
              <a:ext uri="{FF2B5EF4-FFF2-40B4-BE49-F238E27FC236}">
                <a16:creationId xmlns:a16="http://schemas.microsoft.com/office/drawing/2014/main" id="{B84502B3-62BE-4FC5-B2D5-0345E2B6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522" y="5043729"/>
            <a:ext cx="539393" cy="176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watching</a:t>
            </a:r>
          </a:p>
        </p:txBody>
      </p:sp>
      <p:sp>
        <p:nvSpPr>
          <p:cNvPr id="500" name="text-588 the">
            <a:extLst xmlns:a="http://schemas.openxmlformats.org/drawingml/2006/main">
              <a:ext uri="{FF2B5EF4-FFF2-40B4-BE49-F238E27FC236}">
                <a16:creationId xmlns:a16="http://schemas.microsoft.com/office/drawing/2014/main" id="{00C4CF84-EA2F-4908-A35E-BFBFBAC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8424" y="5043656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01" name="text-590 red">
            <a:extLst xmlns:a="http://schemas.openxmlformats.org/drawingml/2006/main">
              <a:ext uri="{FF2B5EF4-FFF2-40B4-BE49-F238E27FC236}">
                <a16:creationId xmlns:a16="http://schemas.microsoft.com/office/drawing/2014/main" id="{681539D6-7F49-45F6-8401-4EE158BC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4389" y="5044172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02" name="text-591 -">
            <a:extLst xmlns:a="http://schemas.openxmlformats.org/drawingml/2006/main">
              <a:ext uri="{FF2B5EF4-FFF2-40B4-BE49-F238E27FC236}">
                <a16:creationId xmlns:a16="http://schemas.microsoft.com/office/drawing/2014/main" id="{AEA2FD9E-5B12-4DF1-BD09-512F6D50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7974" y="5044093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3" name="text-592 haired">
            <a:extLst xmlns:a="http://schemas.openxmlformats.org/drawingml/2006/main">
              <a:ext uri="{FF2B5EF4-FFF2-40B4-BE49-F238E27FC236}">
                <a16:creationId xmlns:a16="http://schemas.microsoft.com/office/drawing/2014/main" id="{9FD07A16-E55E-4F20-AFB7-193B0BA9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0838" y="5044236"/>
            <a:ext cx="397975" cy="1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04" name="text-594 clown">
            <a:extLst xmlns:a="http://schemas.openxmlformats.org/drawingml/2006/main">
              <a:ext uri="{FF2B5EF4-FFF2-40B4-BE49-F238E27FC236}">
                <a16:creationId xmlns:a16="http://schemas.microsoft.com/office/drawing/2014/main" id="{DE94B71C-0BF1-47D7-90A8-63841261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143" y="5043375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05" name="text-595 .">
            <a:extLst xmlns:a="http://schemas.openxmlformats.org/drawingml/2006/main">
              <a:ext uri="{FF2B5EF4-FFF2-40B4-BE49-F238E27FC236}">
                <a16:creationId xmlns:a16="http://schemas.microsoft.com/office/drawing/2014/main" id="{D4E42266-9F33-4AA3-9844-110789F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0581" y="5043925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06" name="text-597 After">
            <a:extLst xmlns:a="http://schemas.openxmlformats.org/drawingml/2006/main">
              <a:ext uri="{FF2B5EF4-FFF2-40B4-BE49-F238E27FC236}">
                <a16:creationId xmlns:a16="http://schemas.microsoft.com/office/drawing/2014/main" id="{EBA92B05-4CF8-4D7D-BAF3-CE375BE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6704" y="5044013"/>
            <a:ext cx="367714" cy="176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507" name="text-599 the">
            <a:extLst xmlns:a="http://schemas.openxmlformats.org/drawingml/2006/main">
              <a:ext uri="{FF2B5EF4-FFF2-40B4-BE49-F238E27FC236}">
                <a16:creationId xmlns:a16="http://schemas.microsoft.com/office/drawing/2014/main" id="{7C54B439-97F2-4098-80EF-458D388C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639" y="5043656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08" name="text-601 red">
            <a:extLst xmlns:a="http://schemas.openxmlformats.org/drawingml/2006/main">
              <a:ext uri="{FF2B5EF4-FFF2-40B4-BE49-F238E27FC236}">
                <a16:creationId xmlns:a16="http://schemas.microsoft.com/office/drawing/2014/main" id="{D4FD9524-7270-41BD-B855-33796504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604" y="5044172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09" name="text-602 -">
            <a:extLst xmlns:a="http://schemas.openxmlformats.org/drawingml/2006/main">
              <a:ext uri="{FF2B5EF4-FFF2-40B4-BE49-F238E27FC236}">
                <a16:creationId xmlns:a16="http://schemas.microsoft.com/office/drawing/2014/main" id="{EA797469-B6E5-4692-9B1B-C4E2247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6189" y="5044093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10" name="text-603 haired">
            <a:extLst xmlns:a="http://schemas.openxmlformats.org/drawingml/2006/main">
              <a:ext uri="{FF2B5EF4-FFF2-40B4-BE49-F238E27FC236}">
                <a16:creationId xmlns:a16="http://schemas.microsoft.com/office/drawing/2014/main" id="{D65B10E5-AECB-4F0D-9CFC-2BBFE8C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053" y="5044236"/>
            <a:ext cx="397975" cy="1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11" name="text-605 clown's">
            <a:extLst xmlns:a="http://schemas.openxmlformats.org/drawingml/2006/main">
              <a:ext uri="{FF2B5EF4-FFF2-40B4-BE49-F238E27FC236}">
                <a16:creationId xmlns:a16="http://schemas.microsoft.com/office/drawing/2014/main" id="{1B13BA66-B80C-4DD9-AF18-638774E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9358" y="5043575"/>
            <a:ext cx="451988" cy="17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512" name="text-607 performance,">
            <a:extLst xmlns:a="http://schemas.openxmlformats.org/drawingml/2006/main">
              <a:ext uri="{FF2B5EF4-FFF2-40B4-BE49-F238E27FC236}">
                <a16:creationId xmlns:a16="http://schemas.microsoft.com/office/drawing/2014/main" id="{A2805043-7413-4A65-AF2E-ACF4D46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197277"/>
            <a:ext cx="807593" cy="176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performance,</a:t>
            </a:r>
          </a:p>
        </p:txBody>
      </p:sp>
      <p:sp>
        <p:nvSpPr>
          <p:cNvPr id="513" name="text-609 which">
            <a:extLst xmlns:a="http://schemas.openxmlformats.org/drawingml/2006/main">
              <a:ext uri="{FF2B5EF4-FFF2-40B4-BE49-F238E27FC236}">
                <a16:creationId xmlns:a16="http://schemas.microsoft.com/office/drawing/2014/main" id="{B940A86A-5B90-4BB6-8836-DE70871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584" y="5197024"/>
            <a:ext cx="355271" cy="176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514" name="text-611 involves">
            <a:extLst xmlns:a="http://schemas.openxmlformats.org/drawingml/2006/main">
              <a:ext uri="{FF2B5EF4-FFF2-40B4-BE49-F238E27FC236}">
                <a16:creationId xmlns:a16="http://schemas.microsoft.com/office/drawing/2014/main" id="{92BB9196-F39B-4698-9AA9-2B37691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259" y="5197615"/>
            <a:ext cx="476451" cy="17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involves</a:t>
            </a:r>
          </a:p>
        </p:txBody>
      </p:sp>
      <p:sp>
        <p:nvSpPr>
          <p:cNvPr id="515" name="text-613 juggling">
            <a:extLst xmlns:a="http://schemas.openxmlformats.org/drawingml/2006/main">
              <a:ext uri="{FF2B5EF4-FFF2-40B4-BE49-F238E27FC236}">
                <a16:creationId xmlns:a16="http://schemas.microsoft.com/office/drawing/2014/main" id="{8BF42CA1-6FAB-4695-891F-CB39DF28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8410" y="5197639"/>
            <a:ext cx="474172" cy="17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juggling</a:t>
            </a:r>
          </a:p>
        </p:txBody>
      </p:sp>
      <p:sp>
        <p:nvSpPr>
          <p:cNvPr id="516" name="text-615 and">
            <a:extLst xmlns:a="http://schemas.openxmlformats.org/drawingml/2006/main">
              <a:ext uri="{FF2B5EF4-FFF2-40B4-BE49-F238E27FC236}">
                <a16:creationId xmlns:a16="http://schemas.microsoft.com/office/drawing/2014/main" id="{691FE145-2D61-40A2-BD1C-84521BC9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1187" y="5197284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517" name="text-617 interacting">
            <a:extLst xmlns:a="http://schemas.openxmlformats.org/drawingml/2006/main">
              <a:ext uri="{FF2B5EF4-FFF2-40B4-BE49-F238E27FC236}">
                <a16:creationId xmlns:a16="http://schemas.microsoft.com/office/drawing/2014/main" id="{B58099DA-F909-4815-994B-4F32FE6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7637" y="5197265"/>
            <a:ext cx="669803" cy="176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interacting</a:t>
            </a:r>
          </a:p>
        </p:txBody>
      </p:sp>
      <p:sp>
        <p:nvSpPr>
          <p:cNvPr id="518" name="text-619 with">
            <a:extLst xmlns:a="http://schemas.openxmlformats.org/drawingml/2006/main">
              <a:ext uri="{FF2B5EF4-FFF2-40B4-BE49-F238E27FC236}">
                <a16:creationId xmlns:a16="http://schemas.microsoft.com/office/drawing/2014/main" id="{12FFC86E-ED4D-4DE7-9D16-ED90F23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6125" y="5197192"/>
            <a:ext cx="276569" cy="176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519" name="text-621 the">
            <a:extLst xmlns:a="http://schemas.openxmlformats.org/drawingml/2006/main">
              <a:ext uri="{FF2B5EF4-FFF2-40B4-BE49-F238E27FC236}">
                <a16:creationId xmlns:a16="http://schemas.microsoft.com/office/drawing/2014/main" id="{00537AD2-80F7-4062-B03C-21833F2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2065" y="519698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20" name="text-623 audience,">
            <a:extLst xmlns:a="http://schemas.openxmlformats.org/drawingml/2006/main">
              <a:ext uri="{FF2B5EF4-FFF2-40B4-BE49-F238E27FC236}">
                <a16:creationId xmlns:a16="http://schemas.microsoft.com/office/drawing/2014/main" id="{C049C73E-8FD3-496A-B9C5-BF863482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5141" y="5197469"/>
            <a:ext cx="564867" cy="176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audience,</a:t>
            </a:r>
          </a:p>
        </p:txBody>
      </p:sp>
      <p:sp>
        <p:nvSpPr>
          <p:cNvPr id="521" name="text-625 the">
            <a:extLst xmlns:a="http://schemas.openxmlformats.org/drawingml/2006/main">
              <a:ext uri="{FF2B5EF4-FFF2-40B4-BE49-F238E27FC236}">
                <a16:creationId xmlns:a16="http://schemas.microsoft.com/office/drawing/2014/main" id="{5E9ED646-71B4-4137-9437-695CE148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9025" y="519698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22" name="text-627 black">
            <a:extLst xmlns:a="http://schemas.openxmlformats.org/drawingml/2006/main">
              <a:ext uri="{FF2B5EF4-FFF2-40B4-BE49-F238E27FC236}">
                <a16:creationId xmlns:a16="http://schemas.microsoft.com/office/drawing/2014/main" id="{2264EED1-5C59-45EF-9CD8-0BC8528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2100" y="5197254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523" name="text-628 -">
            <a:extLst xmlns:a="http://schemas.openxmlformats.org/drawingml/2006/main">
              <a:ext uri="{FF2B5EF4-FFF2-40B4-BE49-F238E27FC236}">
                <a16:creationId xmlns:a16="http://schemas.microsoft.com/office/drawing/2014/main" id="{A36F535E-F33B-4E55-A44B-86FB8AC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8041" y="5197422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24" name="text-629 hat">
            <a:extLst xmlns:a="http://schemas.openxmlformats.org/drawingml/2006/main">
              <a:ext uri="{FF2B5EF4-FFF2-40B4-BE49-F238E27FC236}">
                <a16:creationId xmlns:a16="http://schemas.microsoft.com/office/drawing/2014/main" id="{3EBB86EF-C69D-49C1-843D-849480C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905" y="5197377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525" name="text-631 clown">
            <a:extLst xmlns:a="http://schemas.openxmlformats.org/drawingml/2006/main">
              <a:ext uri="{FF2B5EF4-FFF2-40B4-BE49-F238E27FC236}">
                <a16:creationId xmlns:a16="http://schemas.microsoft.com/office/drawing/2014/main" id="{C3711C5B-3D14-40F3-B4D2-EA7914E2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9482" y="5196704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26" name="text-633 is">
            <a:extLst xmlns:a="http://schemas.openxmlformats.org/drawingml/2006/main">
              <a:ext uri="{FF2B5EF4-FFF2-40B4-BE49-F238E27FC236}">
                <a16:creationId xmlns:a16="http://schemas.microsoft.com/office/drawing/2014/main" id="{DD505A9F-1BC4-44AD-91F0-6631373D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0659" y="5197894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527" name="text-635 shown">
            <a:extLst xmlns:a="http://schemas.openxmlformats.org/drawingml/2006/main">
              <a:ext uri="{FF2B5EF4-FFF2-40B4-BE49-F238E27FC236}">
                <a16:creationId xmlns:a16="http://schemas.microsoft.com/office/drawing/2014/main" id="{6468FC69-50F0-4359-A3DF-9D1CA593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9130" y="5196814"/>
            <a:ext cx="376624" cy="177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shown</a:t>
            </a:r>
          </a:p>
        </p:txBody>
      </p:sp>
      <p:sp>
        <p:nvSpPr>
          <p:cNvPr id="528" name="text-637 clapping">
            <a:extLst xmlns:a="http://schemas.openxmlformats.org/drawingml/2006/main">
              <a:ext uri="{FF2B5EF4-FFF2-40B4-BE49-F238E27FC236}">
                <a16:creationId xmlns:a16="http://schemas.microsoft.com/office/drawing/2014/main" id="{CDA8F697-5B13-4812-9129-8421CD1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5176" y="5197085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529" name="text-639 (e">
            <a:extLst xmlns:a="http://schemas.openxmlformats.org/drawingml/2006/main">
              <a:ext uri="{FF2B5EF4-FFF2-40B4-BE49-F238E27FC236}">
                <a16:creationId xmlns:a16="http://schemas.microsoft.com/office/drawing/2014/main" id="{64229D7C-D2A6-4BA5-A8E9-0C1D951A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3700" y="5197309"/>
            <a:ext cx="137826" cy="176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</a:t>
            </a:r>
          </a:p>
        </p:txBody>
      </p:sp>
      <p:sp>
        <p:nvSpPr>
          <p:cNvPr id="530" name="text-640 .">
            <a:extLst xmlns:a="http://schemas.openxmlformats.org/drawingml/2006/main">
              <a:ext uri="{FF2B5EF4-FFF2-40B4-BE49-F238E27FC236}">
                <a16:creationId xmlns:a16="http://schemas.microsoft.com/office/drawing/2014/main" id="{F861F0E2-A322-4830-816D-BD07C2E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8427" y="5197254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31" name="text-641 g">
            <a:extLst xmlns:a="http://schemas.openxmlformats.org/drawingml/2006/main">
              <a:ext uri="{FF2B5EF4-FFF2-40B4-BE49-F238E27FC236}">
                <a16:creationId xmlns:a16="http://schemas.microsoft.com/office/drawing/2014/main" id="{B816AF62-70AE-414A-8C7C-1768844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9921" y="5197395"/>
            <a:ext cx="89537" cy="17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532" name="text-642 .">
            <a:extLst xmlns:a="http://schemas.openxmlformats.org/drawingml/2006/main">
              <a:ext uri="{FF2B5EF4-FFF2-40B4-BE49-F238E27FC236}">
                <a16:creationId xmlns:a16="http://schemas.microsoft.com/office/drawing/2014/main" id="{B971458C-EE0C-469D-8CAF-C3AA84A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6283" y="5197254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33" name="text-643 ,">
            <a:extLst xmlns:a="http://schemas.openxmlformats.org/drawingml/2006/main">
              <a:ext uri="{FF2B5EF4-FFF2-40B4-BE49-F238E27FC236}">
                <a16:creationId xmlns:a16="http://schemas.microsoft.com/office/drawing/2014/main" id="{8ED389F3-5A99-4D2D-B9B0-D1DC463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777" y="5197333"/>
            <a:ext cx="57563" cy="176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534" name="text-645 around">
            <a:extLst xmlns:a="http://schemas.openxmlformats.org/drawingml/2006/main">
              <a:ext uri="{FF2B5EF4-FFF2-40B4-BE49-F238E27FC236}">
                <a16:creationId xmlns:a16="http://schemas.microsoft.com/office/drawing/2014/main" id="{67608E0C-A4BC-4050-B05D-CAC5AB37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4385" y="5197269"/>
            <a:ext cx="419507" cy="17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around</a:t>
            </a:r>
          </a:p>
        </p:txBody>
      </p:sp>
      <p:sp>
        <p:nvSpPr>
          <p:cNvPr id="535" name="text-647 01">
            <a:extLst xmlns:a="http://schemas.openxmlformats.org/drawingml/2006/main">
              <a:ext uri="{FF2B5EF4-FFF2-40B4-BE49-F238E27FC236}">
                <a16:creationId xmlns:a16="http://schemas.microsoft.com/office/drawing/2014/main" id="{03E04EE5-78A8-43D3-910F-E914ABF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172" y="5197718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536" name="text-648 :">
            <a:extLst xmlns:a="http://schemas.openxmlformats.org/drawingml/2006/main">
              <a:ext uri="{FF2B5EF4-FFF2-40B4-BE49-F238E27FC236}">
                <a16:creationId xmlns:a16="http://schemas.microsoft.com/office/drawing/2014/main" id="{935D3902-609B-4C12-86EB-4E9332E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5896" y="5197319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37" name="text-649 31">
            <a:extLst xmlns:a="http://schemas.openxmlformats.org/drawingml/2006/main">
              <a:ext uri="{FF2B5EF4-FFF2-40B4-BE49-F238E27FC236}">
                <a16:creationId xmlns:a16="http://schemas.microsoft.com/office/drawing/2014/main" id="{E0B704CB-7D78-4D60-AB89-D3CC6877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3014" y="5197718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538" name="text-650 -">
            <a:extLst xmlns:a="http://schemas.openxmlformats.org/drawingml/2006/main">
              <a:ext uri="{FF2B5EF4-FFF2-40B4-BE49-F238E27FC236}">
                <a16:creationId xmlns:a16="http://schemas.microsoft.com/office/drawing/2014/main" id="{B121EAE0-0492-4AE5-9CB5-42075A35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5738" y="5197422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39" name="text-651 01">
            <a:extLst xmlns:a="http://schemas.openxmlformats.org/drawingml/2006/main">
              <a:ext uri="{FF2B5EF4-FFF2-40B4-BE49-F238E27FC236}">
                <a16:creationId xmlns:a16="http://schemas.microsoft.com/office/drawing/2014/main" id="{1C6C6842-F4F3-4024-8277-A70EF700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8602" y="5197718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540" name="text-652 :">
            <a:extLst xmlns:a="http://schemas.openxmlformats.org/drawingml/2006/main">
              <a:ext uri="{FF2B5EF4-FFF2-40B4-BE49-F238E27FC236}">
                <a16:creationId xmlns:a16="http://schemas.microsoft.com/office/drawing/2014/main" id="{3B47CA45-B0F9-445E-8254-E9FBC436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1327" y="5197319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41" name="text-653 34">
            <a:extLst xmlns:a="http://schemas.openxmlformats.org/drawingml/2006/main">
              <a:ext uri="{FF2B5EF4-FFF2-40B4-BE49-F238E27FC236}">
                <a16:creationId xmlns:a16="http://schemas.microsoft.com/office/drawing/2014/main" id="{04E9BAA3-5A1B-4D70-968D-29EB66B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8445" y="5197689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542" name="text-654 )">
            <a:extLst xmlns:a="http://schemas.openxmlformats.org/drawingml/2006/main">
              <a:ext uri="{FF2B5EF4-FFF2-40B4-BE49-F238E27FC236}">
                <a16:creationId xmlns:a16="http://schemas.microsoft.com/office/drawing/2014/main" id="{FA31F612-9DB6-4717-9DAC-1CB36D9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1414" y="5197301"/>
            <a:ext cx="68825" cy="17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543" name="text-655 .">
            <a:extLst xmlns:a="http://schemas.openxmlformats.org/drawingml/2006/main">
              <a:ext uri="{FF2B5EF4-FFF2-40B4-BE49-F238E27FC236}">
                <a16:creationId xmlns:a16="http://schemas.microsoft.com/office/drawing/2014/main" id="{C0D69A65-1D82-4CB1-9372-03ED693B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531" y="5197254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44" name="text-657 However,">
            <a:extLst xmlns:a="http://schemas.openxmlformats.org/drawingml/2006/main">
              <a:ext uri="{FF2B5EF4-FFF2-40B4-BE49-F238E27FC236}">
                <a16:creationId xmlns:a16="http://schemas.microsoft.com/office/drawing/2014/main" id="{02460C99-06BD-4407-B4D1-B9F807A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350775"/>
            <a:ext cx="566017" cy="176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However,</a:t>
            </a:r>
          </a:p>
        </p:txBody>
      </p:sp>
      <p:sp>
        <p:nvSpPr>
          <p:cNvPr id="545" name="text-659 later">
            <a:extLst xmlns:a="http://schemas.openxmlformats.org/drawingml/2006/main">
              <a:ext uri="{FF2B5EF4-FFF2-40B4-BE49-F238E27FC236}">
                <a16:creationId xmlns:a16="http://schemas.microsoft.com/office/drawing/2014/main" id="{89D0C072-2CE2-466C-AB95-9915BAEA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783" y="5350748"/>
            <a:ext cx="310357" cy="17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</a:t>
            </a:r>
          </a:p>
        </p:txBody>
      </p:sp>
      <p:sp>
        <p:nvSpPr>
          <p:cNvPr id="546" name="text-661 in">
            <a:extLst xmlns:a="http://schemas.openxmlformats.org/drawingml/2006/main">
              <a:ext uri="{FF2B5EF4-FFF2-40B4-BE49-F238E27FC236}">
                <a16:creationId xmlns:a16="http://schemas.microsoft.com/office/drawing/2014/main" id="{7B15C131-6977-49FD-B849-879E43D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492" y="5351150"/>
            <a:ext cx="123408" cy="17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547" name="text-663 the">
            <a:extLst xmlns:a="http://schemas.openxmlformats.org/drawingml/2006/main">
              <a:ext uri="{FF2B5EF4-FFF2-40B4-BE49-F238E27FC236}">
                <a16:creationId xmlns:a16="http://schemas.microsoft.com/office/drawing/2014/main" id="{98C45F29-3571-4044-A5FB-A6E88A4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489" y="5350315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48" name="text-665 video,">
            <a:extLst xmlns:a="http://schemas.openxmlformats.org/drawingml/2006/main">
              <a:ext uri="{FF2B5EF4-FFF2-40B4-BE49-F238E27FC236}">
                <a16:creationId xmlns:a16="http://schemas.microsoft.com/office/drawing/2014/main" id="{D6FDAE45-66B0-480A-8E59-0CF2901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591" y="5350985"/>
            <a:ext cx="362428" cy="17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video,</a:t>
            </a:r>
          </a:p>
        </p:txBody>
      </p:sp>
      <p:sp>
        <p:nvSpPr>
          <p:cNvPr id="549" name="text-667 particularly">
            <a:extLst xmlns:a="http://schemas.openxmlformats.org/drawingml/2006/main">
              <a:ext uri="{FF2B5EF4-FFF2-40B4-BE49-F238E27FC236}">
                <a16:creationId xmlns:a16="http://schemas.microsoft.com/office/drawing/2014/main" id="{0845B364-9EBD-4DA3-A06E-8BD07C3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041" y="5350570"/>
            <a:ext cx="699972" cy="1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particularly</a:t>
            </a:r>
          </a:p>
        </p:txBody>
      </p:sp>
      <p:sp>
        <p:nvSpPr>
          <p:cNvPr id="550" name="text-669 after">
            <a:extLst xmlns:a="http://schemas.openxmlformats.org/drawingml/2006/main">
              <a:ext uri="{FF2B5EF4-FFF2-40B4-BE49-F238E27FC236}">
                <a16:creationId xmlns:a16="http://schemas.microsoft.com/office/drawing/2014/main" id="{B280C94F-C462-4055-9D05-1C5C4663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9925" y="5350845"/>
            <a:ext cx="339616" cy="17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after</a:t>
            </a:r>
          </a:p>
        </p:txBody>
      </p:sp>
      <p:sp>
        <p:nvSpPr>
          <p:cNvPr id="551" name="text-671 the">
            <a:extLst xmlns:a="http://schemas.openxmlformats.org/drawingml/2006/main">
              <a:ext uri="{FF2B5EF4-FFF2-40B4-BE49-F238E27FC236}">
                <a16:creationId xmlns:a16="http://schemas.microsoft.com/office/drawing/2014/main" id="{49A73AAC-FC9D-4947-937A-8C7856F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1879" y="5350315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52" name="text-673 red">
            <a:extLst xmlns:a="http://schemas.openxmlformats.org/drawingml/2006/main">
              <a:ext uri="{FF2B5EF4-FFF2-40B4-BE49-F238E27FC236}">
                <a16:creationId xmlns:a16="http://schemas.microsoft.com/office/drawing/2014/main" id="{98D28E3B-22DC-4BF7-A4BA-F4654EE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7981" y="5350831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553" name="text-674 -">
            <a:extLst xmlns:a="http://schemas.openxmlformats.org/drawingml/2006/main">
              <a:ext uri="{FF2B5EF4-FFF2-40B4-BE49-F238E27FC236}">
                <a16:creationId xmlns:a16="http://schemas.microsoft.com/office/drawing/2014/main" id="{00412845-0235-4C41-B53A-CAA32077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1566" y="5350752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54" name="text-675 haired">
            <a:extLst xmlns:a="http://schemas.openxmlformats.org/drawingml/2006/main">
              <a:ext uri="{FF2B5EF4-FFF2-40B4-BE49-F238E27FC236}">
                <a16:creationId xmlns:a16="http://schemas.microsoft.com/office/drawing/2014/main" id="{EA26FFE9-89CD-4A94-851B-429759F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4431" y="5350896"/>
            <a:ext cx="397975" cy="176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haired</a:t>
            </a:r>
          </a:p>
        </p:txBody>
      </p:sp>
      <p:sp>
        <p:nvSpPr>
          <p:cNvPr id="555" name="text-677 clown">
            <a:extLst xmlns:a="http://schemas.openxmlformats.org/drawingml/2006/main">
              <a:ext uri="{FF2B5EF4-FFF2-40B4-BE49-F238E27FC236}">
                <a16:creationId xmlns:a16="http://schemas.microsoft.com/office/drawing/2014/main" id="{B33BCF85-C1EE-429B-83FC-C180F901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4873" y="5350034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556" name="text-679 finishes">
            <a:extLst xmlns:a="http://schemas.openxmlformats.org/drawingml/2006/main">
              <a:ext uri="{FF2B5EF4-FFF2-40B4-BE49-F238E27FC236}">
                <a16:creationId xmlns:a16="http://schemas.microsoft.com/office/drawing/2014/main" id="{8A98A0C9-8A8A-404E-A511-F4607C3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9078" y="5350605"/>
            <a:ext cx="487938" cy="17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finishes</a:t>
            </a:r>
          </a:p>
        </p:txBody>
      </p:sp>
      <p:sp>
        <p:nvSpPr>
          <p:cNvPr id="557" name="text-681 their">
            <a:extLst xmlns:a="http://schemas.openxmlformats.org/drawingml/2006/main">
              <a:ext uri="{FF2B5EF4-FFF2-40B4-BE49-F238E27FC236}">
                <a16:creationId xmlns:a16="http://schemas.microsoft.com/office/drawing/2014/main" id="{432071C9-0068-4883-A86E-2A81274B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9503" y="5350759"/>
            <a:ext cx="319374" cy="176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their</a:t>
            </a:r>
          </a:p>
        </p:txBody>
      </p:sp>
      <p:sp>
        <p:nvSpPr>
          <p:cNvPr id="558" name="text-683 act">
            <a:extLst xmlns:a="http://schemas.openxmlformats.org/drawingml/2006/main">
              <a:ext uri="{FF2B5EF4-FFF2-40B4-BE49-F238E27FC236}">
                <a16:creationId xmlns:a16="http://schemas.microsoft.com/office/drawing/2014/main" id="{71D568A9-A279-4FBD-9529-D7903A2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1211" y="5350515"/>
            <a:ext cx="211422" cy="1766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act</a:t>
            </a:r>
          </a:p>
        </p:txBody>
      </p:sp>
      <p:sp>
        <p:nvSpPr>
          <p:cNvPr id="559" name="text-685 and">
            <a:extLst xmlns:a="http://schemas.openxmlformats.org/drawingml/2006/main">
              <a:ext uri="{FF2B5EF4-FFF2-40B4-BE49-F238E27FC236}">
                <a16:creationId xmlns:a16="http://schemas.microsoft.com/office/drawing/2014/main" id="{CC34335B-B229-417A-8D24-7646D48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986" y="5350614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560" name="text-687 picks">
            <a:extLst xmlns:a="http://schemas.openxmlformats.org/drawingml/2006/main">
              <a:ext uri="{FF2B5EF4-FFF2-40B4-BE49-F238E27FC236}">
                <a16:creationId xmlns:a16="http://schemas.microsoft.com/office/drawing/2014/main" id="{ADF1B920-6B65-4369-A580-FB06DA4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507" y="5350820"/>
            <a:ext cx="319030" cy="1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picks</a:t>
            </a:r>
          </a:p>
        </p:txBody>
      </p:sp>
      <p:sp>
        <p:nvSpPr>
          <p:cNvPr id="561" name="text-689 up">
            <a:extLst xmlns:a="http://schemas.openxmlformats.org/drawingml/2006/main">
              <a:ext uri="{FF2B5EF4-FFF2-40B4-BE49-F238E27FC236}">
                <a16:creationId xmlns:a16="http://schemas.microsoft.com/office/drawing/2014/main" id="{979CB669-5988-48A4-979F-AB5BD70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260" y="5350891"/>
            <a:ext cx="155242" cy="17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up</a:t>
            </a:r>
          </a:p>
        </p:txBody>
      </p:sp>
      <p:sp>
        <p:nvSpPr>
          <p:cNvPr id="562" name="text-691 the">
            <a:extLst xmlns:a="http://schemas.openxmlformats.org/drawingml/2006/main">
              <a:ext uri="{FF2B5EF4-FFF2-40B4-BE49-F238E27FC236}">
                <a16:creationId xmlns:a16="http://schemas.microsoft.com/office/drawing/2014/main" id="{CE4BDB38-B7C4-47F2-B1A1-58986BFE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3795" y="535031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63" name="text-693 tip">
            <a:extLst xmlns:a="http://schemas.openxmlformats.org/drawingml/2006/main">
              <a:ext uri="{FF2B5EF4-FFF2-40B4-BE49-F238E27FC236}">
                <a16:creationId xmlns:a16="http://schemas.microsoft.com/office/drawing/2014/main" id="{03085158-AB8B-4562-9969-74DF3B1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9943" y="5350749"/>
            <a:ext cx="184557" cy="176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tip</a:t>
            </a:r>
          </a:p>
        </p:txBody>
      </p:sp>
      <p:sp>
        <p:nvSpPr>
          <p:cNvPr id="564" name="text-695 can">
            <a:extLst xmlns:a="http://schemas.openxmlformats.org/drawingml/2006/main">
              <a:ext uri="{FF2B5EF4-FFF2-40B4-BE49-F238E27FC236}">
                <a16:creationId xmlns:a16="http://schemas.microsoft.com/office/drawing/2014/main" id="{3FF97EB4-4129-4149-AD3A-87AC0A6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6721" y="5350516"/>
            <a:ext cx="218004" cy="176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can</a:t>
            </a:r>
          </a:p>
        </p:txBody>
      </p:sp>
      <p:sp>
        <p:nvSpPr>
          <p:cNvPr id="565" name="text-697 (around">
            <a:extLst xmlns:a="http://schemas.openxmlformats.org/drawingml/2006/main">
              <a:ext uri="{FF2B5EF4-FFF2-40B4-BE49-F238E27FC236}">
                <a16:creationId xmlns:a16="http://schemas.microsoft.com/office/drawing/2014/main" id="{F8A88677-5EA1-4E2C-91BA-BFFA9503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7245" y="5350598"/>
            <a:ext cx="465753" cy="176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(around</a:t>
            </a:r>
          </a:p>
        </p:txBody>
      </p:sp>
      <p:sp>
        <p:nvSpPr>
          <p:cNvPr id="566" name="text-699 02">
            <a:extLst xmlns:a="http://schemas.openxmlformats.org/drawingml/2006/main">
              <a:ext uri="{FF2B5EF4-FFF2-40B4-BE49-F238E27FC236}">
                <a16:creationId xmlns:a16="http://schemas.microsoft.com/office/drawing/2014/main" id="{5CCECAA4-2A16-4001-BB40-7710DB78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20" y="5351018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567" name="text-700 :">
            <a:extLst xmlns:a="http://schemas.openxmlformats.org/drawingml/2006/main">
              <a:ext uri="{FF2B5EF4-FFF2-40B4-BE49-F238E27FC236}">
                <a16:creationId xmlns:a16="http://schemas.microsoft.com/office/drawing/2014/main" id="{FB9C56D2-F3F2-4425-8138-D6B5E2E6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8190" y="5350648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68" name="text-701 47">
            <a:extLst xmlns:a="http://schemas.openxmlformats.org/drawingml/2006/main">
              <a:ext uri="{FF2B5EF4-FFF2-40B4-BE49-F238E27FC236}">
                <a16:creationId xmlns:a16="http://schemas.microsoft.com/office/drawing/2014/main" id="{4A0F334C-6EB2-42A1-9B62-7148D2E4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5307" y="5351018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47</a:t>
            </a:r>
          </a:p>
        </p:txBody>
      </p:sp>
      <p:sp>
        <p:nvSpPr>
          <p:cNvPr id="569" name="text-702 ),">
            <a:extLst xmlns:a="http://schemas.openxmlformats.org/drawingml/2006/main">
              <a:ext uri="{FF2B5EF4-FFF2-40B4-BE49-F238E27FC236}">
                <a16:creationId xmlns:a16="http://schemas.microsoft.com/office/drawing/2014/main" id="{EFD7B0F8-8E79-4BB6-9F7A-8778327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8277" y="5350666"/>
            <a:ext cx="103682" cy="176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),</a:t>
            </a:r>
          </a:p>
        </p:txBody>
      </p:sp>
      <p:sp>
        <p:nvSpPr>
          <p:cNvPr id="570" name="text-704 the">
            <a:extLst xmlns:a="http://schemas.openxmlformats.org/drawingml/2006/main">
              <a:ext uri="{FF2B5EF4-FFF2-40B4-BE49-F238E27FC236}">
                <a16:creationId xmlns:a16="http://schemas.microsoft.com/office/drawing/2014/main" id="{7418F94D-E9D0-4D04-9E9E-871A8C00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4073" y="535031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71" name="text-706 black">
            <a:extLst xmlns:a="http://schemas.openxmlformats.org/drawingml/2006/main">
              <a:ext uri="{FF2B5EF4-FFF2-40B4-BE49-F238E27FC236}">
                <a16:creationId xmlns:a16="http://schemas.microsoft.com/office/drawing/2014/main" id="{F4C2D553-8264-4E25-BB92-89DA3A6A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0220" y="5350584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572" name="text-707 -">
            <a:extLst xmlns:a="http://schemas.openxmlformats.org/drawingml/2006/main">
              <a:ext uri="{FF2B5EF4-FFF2-40B4-BE49-F238E27FC236}">
                <a16:creationId xmlns:a16="http://schemas.microsoft.com/office/drawing/2014/main" id="{4880F2F5-0DDC-4BD0-B00D-760465F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60" y="5350752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3" name="text-708 hat">
            <a:extLst xmlns:a="http://schemas.openxmlformats.org/drawingml/2006/main">
              <a:ext uri="{FF2B5EF4-FFF2-40B4-BE49-F238E27FC236}">
                <a16:creationId xmlns:a16="http://schemas.microsoft.com/office/drawing/2014/main" id="{64425730-8F45-431D-8A5D-DA33F1CA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504038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574" name="text-710 clown's">
            <a:extLst xmlns:a="http://schemas.openxmlformats.org/drawingml/2006/main">
              <a:ext uri="{FF2B5EF4-FFF2-40B4-BE49-F238E27FC236}">
                <a16:creationId xmlns:a16="http://schemas.microsoft.com/office/drawing/2014/main" id="{16D77E54-A940-409A-846C-8436CCD0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400" y="5503565"/>
            <a:ext cx="451988" cy="17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575" name="text-712 expression">
            <a:extLst xmlns:a="http://schemas.openxmlformats.org/drawingml/2006/main">
              <a:ext uri="{FF2B5EF4-FFF2-40B4-BE49-F238E27FC236}">
                <a16:creationId xmlns:a16="http://schemas.microsoft.com/office/drawing/2014/main" id="{2901A209-9256-49A4-93F1-EEDC048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881" y="5503919"/>
            <a:ext cx="653438" cy="1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</a:t>
            </a:r>
          </a:p>
        </p:txBody>
      </p:sp>
      <p:sp>
        <p:nvSpPr>
          <p:cNvPr id="576" name="text-714 changes">
            <a:extLst xmlns:a="http://schemas.openxmlformats.org/drawingml/2006/main">
              <a:ext uri="{FF2B5EF4-FFF2-40B4-BE49-F238E27FC236}">
                <a16:creationId xmlns:a16="http://schemas.microsoft.com/office/drawing/2014/main" id="{C139E0F5-6DCD-4C37-8A96-5205E04C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698" y="5503967"/>
            <a:ext cx="487819" cy="176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changes</a:t>
            </a:r>
          </a:p>
        </p:txBody>
      </p:sp>
      <p:sp>
        <p:nvSpPr>
          <p:cNvPr id="577" name="text-716 to">
            <a:extLst xmlns:a="http://schemas.openxmlformats.org/drawingml/2006/main">
              <a:ext uri="{FF2B5EF4-FFF2-40B4-BE49-F238E27FC236}">
                <a16:creationId xmlns:a16="http://schemas.microsoft.com/office/drawing/2014/main" id="{55D304E0-D923-4156-8299-D1DB466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9173" y="5503729"/>
            <a:ext cx="148593" cy="17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</a:t>
            </a:r>
          </a:p>
        </p:txBody>
      </p:sp>
      <p:sp>
        <p:nvSpPr>
          <p:cNvPr id="578" name="text-718 a">
            <a:extLst xmlns:a="http://schemas.openxmlformats.org/drawingml/2006/main">
              <a:ext uri="{FF2B5EF4-FFF2-40B4-BE49-F238E27FC236}">
                <a16:creationId xmlns:a16="http://schemas.microsoft.com/office/drawing/2014/main" id="{F5C8E620-65EC-4A9F-8478-F5F1DF8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3963" y="5503904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79" name="text-720 sinister">
            <a:extLst xmlns:a="http://schemas.openxmlformats.org/drawingml/2006/main">
              <a:ext uri="{FF2B5EF4-FFF2-40B4-BE49-F238E27FC236}">
                <a16:creationId xmlns:a16="http://schemas.microsoft.com/office/drawing/2014/main" id="{B2A47CF2-7C86-4DB4-A837-8E038FE1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891" y="5503838"/>
            <a:ext cx="471333" cy="176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sinister</a:t>
            </a:r>
          </a:p>
        </p:txBody>
      </p:sp>
      <p:sp>
        <p:nvSpPr>
          <p:cNvPr id="580" name="text-722 smile">
            <a:extLst xmlns:a="http://schemas.openxmlformats.org/drawingml/2006/main">
              <a:ext uri="{FF2B5EF4-FFF2-40B4-BE49-F238E27FC236}">
                <a16:creationId xmlns:a16="http://schemas.microsoft.com/office/drawing/2014/main" id="{CD8C0133-8D3E-449F-B10F-A46A529E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4494" y="5503735"/>
            <a:ext cx="321326" cy="17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smile</a:t>
            </a:r>
          </a:p>
        </p:txBody>
      </p:sp>
      <p:sp>
        <p:nvSpPr>
          <p:cNvPr id="581" name="text-724 (">
            <a:extLst xmlns:a="http://schemas.openxmlformats.org/drawingml/2006/main">
              <a:ext uri="{FF2B5EF4-FFF2-40B4-BE49-F238E27FC236}">
                <a16:creationId xmlns:a16="http://schemas.microsoft.com/office/drawing/2014/main" id="{385BE8B3-8FFE-4A17-821F-7905DBA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6" y="5503962"/>
            <a:ext cx="68825" cy="17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582" name="text-725 03">
            <a:extLst xmlns:a="http://schemas.openxmlformats.org/drawingml/2006/main">
              <a:ext uri="{FF2B5EF4-FFF2-40B4-BE49-F238E27FC236}">
                <a16:creationId xmlns:a16="http://schemas.microsoft.com/office/drawing/2014/main" id="{5558BB52-BD8D-4D69-BF8D-9F47762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7492" y="5504349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583" name="text-726 :">
            <a:extLst xmlns:a="http://schemas.openxmlformats.org/drawingml/2006/main">
              <a:ext uri="{FF2B5EF4-FFF2-40B4-BE49-F238E27FC236}">
                <a16:creationId xmlns:a16="http://schemas.microsoft.com/office/drawing/2014/main" id="{EC274ABB-5E55-42F0-BE7C-79D3A12F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0462" y="5503979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84" name="text-727 22">
            <a:extLst xmlns:a="http://schemas.openxmlformats.org/drawingml/2006/main">
              <a:ext uri="{FF2B5EF4-FFF2-40B4-BE49-F238E27FC236}">
                <a16:creationId xmlns:a16="http://schemas.microsoft.com/office/drawing/2014/main" id="{0AC2DEAD-13E6-4D15-90D5-77046EB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7580" y="5504349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585" name="text-728 ,">
            <a:extLst xmlns:a="http://schemas.openxmlformats.org/drawingml/2006/main">
              <a:ext uri="{FF2B5EF4-FFF2-40B4-BE49-F238E27FC236}">
                <a16:creationId xmlns:a16="http://schemas.microsoft.com/office/drawing/2014/main" id="{7E78C6F1-31B2-4A24-BA78-33052AA1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0550" y="5503993"/>
            <a:ext cx="57563" cy="176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586" name="text-730 03">
            <a:extLst xmlns:a="http://schemas.openxmlformats.org/drawingml/2006/main">
              <a:ext uri="{FF2B5EF4-FFF2-40B4-BE49-F238E27FC236}">
                <a16:creationId xmlns:a16="http://schemas.microsoft.com/office/drawing/2014/main" id="{E8F181AC-8D84-4BB2-ACDF-5CE1204E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4234" y="5504349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587" name="text-731 :">
            <a:extLst xmlns:a="http://schemas.openxmlformats.org/drawingml/2006/main">
              <a:ext uri="{FF2B5EF4-FFF2-40B4-BE49-F238E27FC236}">
                <a16:creationId xmlns:a16="http://schemas.microsoft.com/office/drawing/2014/main" id="{C4FA42EC-5834-4CD0-8B13-1BE431C6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7204" y="5503979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588" name="text-732 55">
            <a:extLst xmlns:a="http://schemas.openxmlformats.org/drawingml/2006/main">
              <a:ext uri="{FF2B5EF4-FFF2-40B4-BE49-F238E27FC236}">
                <a16:creationId xmlns:a16="http://schemas.microsoft.com/office/drawing/2014/main" id="{45BEE451-8126-44A3-A0B0-C6AC2D1E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4322" y="5504349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589" name="text-733 )">
            <a:extLst xmlns:a="http://schemas.openxmlformats.org/drawingml/2006/main">
              <a:ext uri="{FF2B5EF4-FFF2-40B4-BE49-F238E27FC236}">
                <a16:creationId xmlns:a16="http://schemas.microsoft.com/office/drawing/2014/main" id="{28577B6F-0AC5-406C-B379-A515ED89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7292" y="5503962"/>
            <a:ext cx="68825" cy="17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)</a:t>
            </a:r>
          </a:p>
        </p:txBody>
      </p:sp>
      <p:sp>
        <p:nvSpPr>
          <p:cNvPr id="590" name="text-734 .">
            <a:extLst xmlns:a="http://schemas.openxmlformats.org/drawingml/2006/main">
              <a:ext uri="{FF2B5EF4-FFF2-40B4-BE49-F238E27FC236}">
                <a16:creationId xmlns:a16="http://schemas.microsoft.com/office/drawing/2014/main" id="{1708285E-1C82-4F1F-B27C-B1E13F83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407" y="5503915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591" name="text-736 The">
            <a:extLst xmlns:a="http://schemas.openxmlformats.org/drawingml/2006/main">
              <a:ext uri="{FF2B5EF4-FFF2-40B4-BE49-F238E27FC236}">
                <a16:creationId xmlns:a16="http://schemas.microsoft.com/office/drawing/2014/main" id="{24BF3E02-6A66-490F-ABFE-39AB1205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3762" y="5503841"/>
            <a:ext cx="250358" cy="176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592" name="text-738 question">
            <a:extLst xmlns:a="http://schemas.openxmlformats.org/drawingml/2006/main">
              <a:ext uri="{FF2B5EF4-FFF2-40B4-BE49-F238E27FC236}">
                <a16:creationId xmlns:a16="http://schemas.microsoft.com/office/drawing/2014/main" id="{756D01C5-6CD6-4E9E-8FB8-09D9AC5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9828" y="5504108"/>
            <a:ext cx="510409" cy="176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593" name="text-740 asks">
            <a:extLst xmlns:a="http://schemas.openxmlformats.org/drawingml/2006/main">
              <a:ext uri="{FF2B5EF4-FFF2-40B4-BE49-F238E27FC236}">
                <a16:creationId xmlns:a16="http://schemas.microsoft.com/office/drawing/2014/main" id="{A72A5FB0-F8AD-4B92-87B6-0704CCEB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6844" y="5504148"/>
            <a:ext cx="277446" cy="176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asks</a:t>
            </a:r>
          </a:p>
        </p:txBody>
      </p:sp>
      <p:sp>
        <p:nvSpPr>
          <p:cNvPr id="594" name="text-742 about">
            <a:extLst xmlns:a="http://schemas.openxmlformats.org/drawingml/2006/main">
              <a:ext uri="{FF2B5EF4-FFF2-40B4-BE49-F238E27FC236}">
                <a16:creationId xmlns:a16="http://schemas.microsoft.com/office/drawing/2014/main" id="{F7790629-4B3E-4913-98C2-5D8C8B6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1029" y="5504380"/>
            <a:ext cx="351889" cy="175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about</a:t>
            </a:r>
          </a:p>
        </p:txBody>
      </p:sp>
      <p:sp>
        <p:nvSpPr>
          <p:cNvPr id="595" name="text-744 clapping">
            <a:extLst xmlns:a="http://schemas.openxmlformats.org/drawingml/2006/main">
              <a:ext uri="{FF2B5EF4-FFF2-40B4-BE49-F238E27FC236}">
                <a16:creationId xmlns:a16="http://schemas.microsoft.com/office/drawing/2014/main" id="{4ADCD732-2AD1-4AE2-B71C-0BDF117E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450" y="5503746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596" name="text-746 *after">
            <a:extLst xmlns:a="http://schemas.openxmlformats.org/drawingml/2006/main">
              <a:ext uri="{FF2B5EF4-FFF2-40B4-BE49-F238E27FC236}">
                <a16:creationId xmlns:a16="http://schemas.microsoft.com/office/drawing/2014/main" id="{6F144C05-1AB3-441C-99E3-3ECF2A1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094" y="5504273"/>
            <a:ext cx="405911" cy="176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*after</a:t>
            </a:r>
          </a:p>
        </p:txBody>
      </p:sp>
      <p:sp>
        <p:nvSpPr>
          <p:cNvPr id="597" name="text-748 a">
            <a:extLst xmlns:a="http://schemas.openxmlformats.org/drawingml/2006/main">
              <a:ext uri="{FF2B5EF4-FFF2-40B4-BE49-F238E27FC236}">
                <a16:creationId xmlns:a16="http://schemas.microsoft.com/office/drawing/2014/main" id="{1DCC6DEE-8CAA-4398-B947-4D7BA959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7505" y="5503904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98" name="text-750 failed">
            <a:extLst xmlns:a="http://schemas.openxmlformats.org/drawingml/2006/main">
              <a:ext uri="{FF2B5EF4-FFF2-40B4-BE49-F238E27FC236}">
                <a16:creationId xmlns:a16="http://schemas.microsoft.com/office/drawing/2014/main" id="{2C32F5D3-24E0-4786-B40F-147C3359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0478" y="5504257"/>
            <a:ext cx="363263" cy="176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failed</a:t>
            </a:r>
          </a:p>
        </p:txBody>
      </p:sp>
      <p:sp>
        <p:nvSpPr>
          <p:cNvPr id="599" name="text-752 performance*">
            <a:extLst xmlns:a="http://schemas.openxmlformats.org/drawingml/2006/main">
              <a:ext uri="{FF2B5EF4-FFF2-40B4-BE49-F238E27FC236}">
                <a16:creationId xmlns:a16="http://schemas.microsoft.com/office/drawing/2014/main" id="{0E2DE07B-E1A4-411C-A56C-E3748DDC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0146" y="5503934"/>
            <a:ext cx="839456" cy="176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performance*</a:t>
            </a:r>
          </a:p>
        </p:txBody>
      </p:sp>
      <p:sp>
        <p:nvSpPr>
          <p:cNvPr id="600" name="text-753 .">
            <a:extLst xmlns:a="http://schemas.openxmlformats.org/drawingml/2006/main">
              <a:ext uri="{FF2B5EF4-FFF2-40B4-BE49-F238E27FC236}">
                <a16:creationId xmlns:a16="http://schemas.microsoft.com/office/drawing/2014/main" id="{0ECC8B02-69CF-462C-BAA4-BA50F4E6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37" y="5503915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01" name="text-755 While">
            <a:extLst xmlns:a="http://schemas.openxmlformats.org/drawingml/2006/main">
              <a:ext uri="{FF2B5EF4-FFF2-40B4-BE49-F238E27FC236}">
                <a16:creationId xmlns:a16="http://schemas.microsoft.com/office/drawing/2014/main" id="{F9E9C3DA-9227-47E0-ABB0-8051A65D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091" y="5504040"/>
            <a:ext cx="365035" cy="176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</a:t>
            </a:r>
          </a:p>
        </p:txBody>
      </p:sp>
      <p:sp>
        <p:nvSpPr>
          <p:cNvPr id="602" name="text-757 the">
            <a:extLst xmlns:a="http://schemas.openxmlformats.org/drawingml/2006/main">
              <a:ext uri="{FF2B5EF4-FFF2-40B4-BE49-F238E27FC236}">
                <a16:creationId xmlns:a16="http://schemas.microsoft.com/office/drawing/2014/main" id="{2FEAF57E-6A73-4CF1-8CC6-42622F8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648336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3" name="text-759 red">
            <a:extLst xmlns:a="http://schemas.openxmlformats.org/drawingml/2006/main">
              <a:ext uri="{FF2B5EF4-FFF2-40B4-BE49-F238E27FC236}">
                <a16:creationId xmlns:a16="http://schemas.microsoft.com/office/drawing/2014/main" id="{518C5807-7064-4555-B7D0-4322CC7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658" y="5648852"/>
            <a:ext cx="225930" cy="17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604" name="text-761 clown">
            <a:extLst xmlns:a="http://schemas.openxmlformats.org/drawingml/2006/main">
              <a:ext uri="{FF2B5EF4-FFF2-40B4-BE49-F238E27FC236}">
                <a16:creationId xmlns:a16="http://schemas.microsoft.com/office/drawing/2014/main" id="{00AD8C7B-6DD0-4E30-BA72-B5CDB34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817" y="5648055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05" name="text-763 gets">
            <a:extLst xmlns:a="http://schemas.openxmlformats.org/drawingml/2006/main">
              <a:ext uri="{FF2B5EF4-FFF2-40B4-BE49-F238E27FC236}">
                <a16:creationId xmlns:a16="http://schemas.microsoft.com/office/drawing/2014/main" id="{A1596521-7DEF-4A8D-ACDA-C2E5B2B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829" y="5649001"/>
            <a:ext cx="278512" cy="176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gets</a:t>
            </a:r>
          </a:p>
        </p:txBody>
      </p:sp>
      <p:sp>
        <p:nvSpPr>
          <p:cNvPr id="606" name="text-765 some">
            <a:extLst xmlns:a="http://schemas.openxmlformats.org/drawingml/2006/main">
              <a:ext uri="{FF2B5EF4-FFF2-40B4-BE49-F238E27FC236}">
                <a16:creationId xmlns:a16="http://schemas.microsoft.com/office/drawing/2014/main" id="{4BF45602-2F8A-4789-AD2A-44A3CB8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9853" y="5648374"/>
            <a:ext cx="317921" cy="17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some</a:t>
            </a:r>
          </a:p>
        </p:txBody>
      </p:sp>
      <p:sp>
        <p:nvSpPr>
          <p:cNvPr id="607" name="text-767 applause,">
            <a:extLst xmlns:a="http://schemas.openxmlformats.org/drawingml/2006/main">
              <a:ext uri="{FF2B5EF4-FFF2-40B4-BE49-F238E27FC236}">
                <a16:creationId xmlns:a16="http://schemas.microsoft.com/office/drawing/2014/main" id="{78F1A871-7739-4172-AD87-672CE9DB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120" y="5648719"/>
            <a:ext cx="551405" cy="176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applause,</a:t>
            </a:r>
          </a:p>
        </p:txBody>
      </p:sp>
      <p:sp>
        <p:nvSpPr>
          <p:cNvPr id="608" name="text-769 the">
            <a:extLst xmlns:a="http://schemas.openxmlformats.org/drawingml/2006/main">
              <a:ext uri="{FF2B5EF4-FFF2-40B4-BE49-F238E27FC236}">
                <a16:creationId xmlns:a16="http://schemas.microsoft.com/office/drawing/2014/main" id="{C7135477-E6FA-4AAA-9EE0-FDF4A42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2341" y="5648336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09" name="text-771 black">
            <a:extLst xmlns:a="http://schemas.openxmlformats.org/drawingml/2006/main">
              <a:ext uri="{FF2B5EF4-FFF2-40B4-BE49-F238E27FC236}">
                <a16:creationId xmlns:a16="http://schemas.microsoft.com/office/drawing/2014/main" id="{95F497E5-EC47-4696-8306-E6C19E9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8251" y="5648605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10" name="text-772 -">
            <a:extLst xmlns:a="http://schemas.openxmlformats.org/drawingml/2006/main">
              <a:ext uri="{FF2B5EF4-FFF2-40B4-BE49-F238E27FC236}">
                <a16:creationId xmlns:a16="http://schemas.microsoft.com/office/drawing/2014/main" id="{F8C0550E-0407-4AD7-9328-FAFD3D1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4191" y="5648773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11" name="text-773 hat">
            <a:extLst xmlns:a="http://schemas.openxmlformats.org/drawingml/2006/main">
              <a:ext uri="{FF2B5EF4-FFF2-40B4-BE49-F238E27FC236}">
                <a16:creationId xmlns:a16="http://schemas.microsoft.com/office/drawing/2014/main" id="{3740A091-7BF4-4EBD-9887-1ED22385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056" y="5648728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12" name="text-775 clown's">
            <a:extLst xmlns:a="http://schemas.openxmlformats.org/drawingml/2006/main">
              <a:ext uri="{FF2B5EF4-FFF2-40B4-BE49-F238E27FC236}">
                <a16:creationId xmlns:a16="http://schemas.microsoft.com/office/drawing/2014/main" id="{3FD7E211-A2EE-4689-840B-0557B92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8466" y="5648255"/>
            <a:ext cx="451988" cy="17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613" name="text-777 subsequent">
            <a:extLst xmlns:a="http://schemas.openxmlformats.org/drawingml/2006/main">
              <a:ext uri="{FF2B5EF4-FFF2-40B4-BE49-F238E27FC236}">
                <a16:creationId xmlns:a16="http://schemas.microsoft.com/office/drawing/2014/main" id="{937A4597-8489-4D62-8CB0-CF1BA8C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2708" y="5648806"/>
            <a:ext cx="679259" cy="17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subsequent</a:t>
            </a:r>
          </a:p>
        </p:txBody>
      </p:sp>
      <p:sp>
        <p:nvSpPr>
          <p:cNvPr id="614" name="text-779 demeanor">
            <a:extLst xmlns:a="http://schemas.openxmlformats.org/drawingml/2006/main">
              <a:ext uri="{FF2B5EF4-FFF2-40B4-BE49-F238E27FC236}">
                <a16:creationId xmlns:a16="http://schemas.microsoft.com/office/drawing/2014/main" id="{0E0368AF-BDC2-42E8-9568-41A91A4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153" y="5648747"/>
            <a:ext cx="589383" cy="17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demeanor</a:t>
            </a:r>
          </a:p>
        </p:txBody>
      </p:sp>
      <p:sp>
        <p:nvSpPr>
          <p:cNvPr id="615" name="text-781 suggests">
            <a:extLst xmlns:a="http://schemas.openxmlformats.org/drawingml/2006/main">
              <a:ext uri="{FF2B5EF4-FFF2-40B4-BE49-F238E27FC236}">
                <a16:creationId xmlns:a16="http://schemas.microsoft.com/office/drawing/2014/main" id="{ADB536F5-7CA2-4C11-9D67-9C0BBAB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5617" y="5648747"/>
            <a:ext cx="533948" cy="176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suggests</a:t>
            </a:r>
          </a:p>
        </p:txBody>
      </p:sp>
      <p:sp>
        <p:nvSpPr>
          <p:cNvPr id="616" name="text-783 mockery">
            <a:extLst xmlns:a="http://schemas.openxmlformats.org/drawingml/2006/main">
              <a:ext uri="{FF2B5EF4-FFF2-40B4-BE49-F238E27FC236}">
                <a16:creationId xmlns:a16="http://schemas.microsoft.com/office/drawing/2014/main" id="{F809C030-D461-48E4-8DF6-E42F2B09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966" y="5648698"/>
            <a:ext cx="514530" cy="1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mockery</a:t>
            </a:r>
          </a:p>
        </p:txBody>
      </p:sp>
      <p:sp>
        <p:nvSpPr>
          <p:cNvPr id="617" name="text-785 or">
            <a:extLst xmlns:a="http://schemas.openxmlformats.org/drawingml/2006/main">
              <a:ext uri="{FF2B5EF4-FFF2-40B4-BE49-F238E27FC236}">
                <a16:creationId xmlns:a16="http://schemas.microsoft.com/office/drawing/2014/main" id="{E49A062E-2576-44FC-B2FA-F5CB5A4B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070" y="5648534"/>
            <a:ext cx="149603" cy="17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18" name="text-787 vindictiveness">
            <a:extLst xmlns:a="http://schemas.openxmlformats.org/drawingml/2006/main">
              <a:ext uri="{FF2B5EF4-FFF2-40B4-BE49-F238E27FC236}">
                <a16:creationId xmlns:a16="http://schemas.microsoft.com/office/drawing/2014/main" id="{8F207D47-E1BD-4EFD-B50B-B0AB71A3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789" y="5648751"/>
            <a:ext cx="841277" cy="1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vindictiveness</a:t>
            </a:r>
          </a:p>
        </p:txBody>
      </p:sp>
      <p:sp>
        <p:nvSpPr>
          <p:cNvPr id="619" name="text-789 rather">
            <a:extLst xmlns:a="http://schemas.openxmlformats.org/drawingml/2006/main">
              <a:ext uri="{FF2B5EF4-FFF2-40B4-BE49-F238E27FC236}">
                <a16:creationId xmlns:a16="http://schemas.microsoft.com/office/drawing/2014/main" id="{092CA7FB-431C-4C4D-8835-DDCF73D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248" y="5648680"/>
            <a:ext cx="409300" cy="1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rather</a:t>
            </a:r>
          </a:p>
        </p:txBody>
      </p:sp>
      <p:sp>
        <p:nvSpPr>
          <p:cNvPr id="620" name="text-791 than">
            <a:extLst xmlns:a="http://schemas.openxmlformats.org/drawingml/2006/main">
              <a:ext uri="{FF2B5EF4-FFF2-40B4-BE49-F238E27FC236}">
                <a16:creationId xmlns:a16="http://schemas.microsoft.com/office/drawing/2014/main" id="{2A873531-4D78-49A1-BE25-6FF5FEB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4792" y="5648560"/>
            <a:ext cx="285498" cy="176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than</a:t>
            </a:r>
          </a:p>
        </p:txBody>
      </p:sp>
      <p:sp>
        <p:nvSpPr>
          <p:cNvPr id="621" name="text-793 genuine">
            <a:extLst xmlns:a="http://schemas.openxmlformats.org/drawingml/2006/main">
              <a:ext uri="{FF2B5EF4-FFF2-40B4-BE49-F238E27FC236}">
                <a16:creationId xmlns:a16="http://schemas.microsoft.com/office/drawing/2014/main" id="{D8F9178A-B405-439E-AE4B-71DB623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2609" y="5648899"/>
            <a:ext cx="459486" cy="176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genuine</a:t>
            </a:r>
          </a:p>
        </p:txBody>
      </p:sp>
      <p:sp>
        <p:nvSpPr>
          <p:cNvPr id="622" name="text-795 respect">
            <a:extLst xmlns:a="http://schemas.openxmlformats.org/drawingml/2006/main">
              <a:ext uri="{FF2B5EF4-FFF2-40B4-BE49-F238E27FC236}">
                <a16:creationId xmlns:a16="http://schemas.microsoft.com/office/drawing/2014/main" id="{9B336B75-1A3C-4A22-8053-A4C86B7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799704"/>
            <a:ext cx="474560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respect</a:t>
            </a:r>
          </a:p>
        </p:txBody>
      </p:sp>
      <p:sp>
        <p:nvSpPr>
          <p:cNvPr id="623" name="text-797 or">
            <a:extLst xmlns:a="http://schemas.openxmlformats.org/drawingml/2006/main">
              <a:ext uri="{FF2B5EF4-FFF2-40B4-BE49-F238E27FC236}">
                <a16:creationId xmlns:a16="http://schemas.microsoft.com/office/drawing/2014/main" id="{9D474C3A-0FFE-4154-9C0F-3DDDD04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300" y="5799704"/>
            <a:ext cx="149604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24" name="text-799 affection">
            <a:extLst xmlns:a="http://schemas.openxmlformats.org/drawingml/2006/main">
              <a:ext uri="{FF2B5EF4-FFF2-40B4-BE49-F238E27FC236}">
                <a16:creationId xmlns:a16="http://schemas.microsoft.com/office/drawing/2014/main" id="{91017AB6-9F46-4B31-9658-94ADABC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790" y="5799877"/>
            <a:ext cx="575668" cy="176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affection</a:t>
            </a:r>
          </a:p>
        </p:txBody>
      </p:sp>
      <p:sp>
        <p:nvSpPr>
          <p:cNvPr id="625" name="text-800 .">
            <a:extLst xmlns:a="http://schemas.openxmlformats.org/drawingml/2006/main">
              <a:ext uri="{FF2B5EF4-FFF2-40B4-BE49-F238E27FC236}">
                <a16:creationId xmlns:a16="http://schemas.microsoft.com/office/drawing/2014/main" id="{7B4D74E3-1612-4ACB-9B34-2990254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181" y="5799776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26" name="text-802 The">
            <a:extLst xmlns:a="http://schemas.openxmlformats.org/drawingml/2006/main">
              <a:ext uri="{FF2B5EF4-FFF2-40B4-BE49-F238E27FC236}">
                <a16:creationId xmlns:a16="http://schemas.microsoft.com/office/drawing/2014/main" id="{2423EA95-8FE3-413A-A782-4282DFBA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6065" y="5799703"/>
            <a:ext cx="250357" cy="17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27" name="text-804 clapping">
            <a:extLst xmlns:a="http://schemas.openxmlformats.org/drawingml/2006/main">
              <a:ext uri="{FF2B5EF4-FFF2-40B4-BE49-F238E27FC236}">
                <a16:creationId xmlns:a16="http://schemas.microsoft.com/office/drawing/2014/main" id="{0C9B3BF5-5F25-42CE-B51F-35FFC9A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3661" y="5799607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28" name="text-806 could">
            <a:extLst xmlns:a="http://schemas.openxmlformats.org/drawingml/2006/main">
              <a:ext uri="{FF2B5EF4-FFF2-40B4-BE49-F238E27FC236}">
                <a16:creationId xmlns:a16="http://schemas.microsoft.com/office/drawing/2014/main" id="{D17EC39D-860B-40EA-9166-ACB27CBB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0835" y="5799522"/>
            <a:ext cx="328488" cy="176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could</a:t>
            </a:r>
          </a:p>
        </p:txBody>
      </p:sp>
      <p:sp>
        <p:nvSpPr>
          <p:cNvPr id="629" name="text-808 be">
            <a:extLst xmlns:a="http://schemas.openxmlformats.org/drawingml/2006/main">
              <a:ext uri="{FF2B5EF4-FFF2-40B4-BE49-F238E27FC236}">
                <a16:creationId xmlns:a16="http://schemas.microsoft.com/office/drawing/2014/main" id="{5C385924-EB10-4FDD-B7F6-F83C82F1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7166" y="5800249"/>
            <a:ext cx="165868" cy="1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630" name="text-810 sarcastic,">
            <a:extLst xmlns:a="http://schemas.openxmlformats.org/drawingml/2006/main">
              <a:ext uri="{FF2B5EF4-FFF2-40B4-BE49-F238E27FC236}">
                <a16:creationId xmlns:a16="http://schemas.microsoft.com/office/drawing/2014/main" id="{88402FCB-9CAD-44FD-8B88-4AB97B5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403" y="5799489"/>
            <a:ext cx="595405" cy="176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sarcastic,</a:t>
            </a:r>
          </a:p>
        </p:txBody>
      </p:sp>
      <p:sp>
        <p:nvSpPr>
          <p:cNvPr id="631" name="text-812 especially">
            <a:extLst xmlns:a="http://schemas.openxmlformats.org/drawingml/2006/main">
              <a:ext uri="{FF2B5EF4-FFF2-40B4-BE49-F238E27FC236}">
                <a16:creationId xmlns:a16="http://schemas.microsoft.com/office/drawing/2014/main" id="{C9DC18D5-ED11-49A5-AF34-84EB27B9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3351" y="5799801"/>
            <a:ext cx="588691" cy="17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especially</a:t>
            </a:r>
          </a:p>
        </p:txBody>
      </p:sp>
      <p:sp>
        <p:nvSpPr>
          <p:cNvPr id="632" name="text-814 given">
            <a:extLst xmlns:a="http://schemas.openxmlformats.org/drawingml/2006/main">
              <a:ext uri="{FF2B5EF4-FFF2-40B4-BE49-F238E27FC236}">
                <a16:creationId xmlns:a16="http://schemas.microsoft.com/office/drawing/2014/main" id="{DD8C98CD-42C8-4EC8-B4F6-1D126A10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550" y="5800642"/>
            <a:ext cx="319045" cy="175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given</a:t>
            </a:r>
          </a:p>
        </p:txBody>
      </p:sp>
      <p:sp>
        <p:nvSpPr>
          <p:cNvPr id="633" name="text-816 the">
            <a:extLst xmlns:a="http://schemas.openxmlformats.org/drawingml/2006/main">
              <a:ext uri="{FF2B5EF4-FFF2-40B4-BE49-F238E27FC236}">
                <a16:creationId xmlns:a16="http://schemas.microsoft.com/office/drawing/2014/main" id="{772E3C89-E5E5-43C3-8D24-B4F8B8D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6927" y="5799507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34" name="text-818 later">
            <a:extLst xmlns:a="http://schemas.openxmlformats.org/drawingml/2006/main">
              <a:ext uri="{FF2B5EF4-FFF2-40B4-BE49-F238E27FC236}">
                <a16:creationId xmlns:a16="http://schemas.microsoft.com/office/drawing/2014/main" id="{F1886902-F1EB-42D0-BA2B-C095850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8699" y="5799940"/>
            <a:ext cx="310356" cy="17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</a:t>
            </a:r>
          </a:p>
        </p:txBody>
      </p:sp>
      <p:sp>
        <p:nvSpPr>
          <p:cNvPr id="635" name="text-820 expressions">
            <a:extLst xmlns:a="http://schemas.openxmlformats.org/drawingml/2006/main">
              <a:ext uri="{FF2B5EF4-FFF2-40B4-BE49-F238E27FC236}">
                <a16:creationId xmlns:a16="http://schemas.microsoft.com/office/drawing/2014/main" id="{CE876E99-A423-4F19-89C9-C25240B2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7078" y="5799722"/>
            <a:ext cx="715174" cy="176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expressions</a:t>
            </a:r>
          </a:p>
        </p:txBody>
      </p:sp>
      <p:sp>
        <p:nvSpPr>
          <p:cNvPr id="636" name="text-821 .">
            <a:extLst xmlns:a="http://schemas.openxmlformats.org/drawingml/2006/main">
              <a:ext uri="{FF2B5EF4-FFF2-40B4-BE49-F238E27FC236}">
                <a16:creationId xmlns:a16="http://schemas.microsoft.com/office/drawing/2014/main" id="{4AE540B2-445B-4B77-B9A0-BC60940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942" y="5799776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37" name="text-823 Let's">
            <a:extLst xmlns:a="http://schemas.openxmlformats.org/drawingml/2006/main">
              <a:ext uri="{FF2B5EF4-FFF2-40B4-BE49-F238E27FC236}">
                <a16:creationId xmlns:a16="http://schemas.microsoft.com/office/drawing/2014/main" id="{6BD55722-B6E3-475D-8065-5CB995EE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1871" y="5799989"/>
            <a:ext cx="330321" cy="176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Let's</a:t>
            </a:r>
          </a:p>
        </p:txBody>
      </p:sp>
      <p:sp>
        <p:nvSpPr>
          <p:cNvPr id="638" name="text-825 re">
            <a:extLst xmlns:a="http://schemas.openxmlformats.org/drawingml/2006/main">
              <a:ext uri="{FF2B5EF4-FFF2-40B4-BE49-F238E27FC236}">
                <a16:creationId xmlns:a16="http://schemas.microsoft.com/office/drawing/2014/main" id="{CE2B7911-82B9-447C-9480-071D4C70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0496" y="5799616"/>
            <a:ext cx="152477" cy="176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</a:t>
            </a:r>
          </a:p>
        </p:txBody>
      </p:sp>
      <p:sp>
        <p:nvSpPr>
          <p:cNvPr id="639" name="text-826 -">
            <a:extLst xmlns:a="http://schemas.openxmlformats.org/drawingml/2006/main">
              <a:ext uri="{FF2B5EF4-FFF2-40B4-BE49-F238E27FC236}">
                <a16:creationId xmlns:a16="http://schemas.microsoft.com/office/drawing/2014/main" id="{1F78450D-6028-4CD7-BBC0-2E17C6E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846" y="5799944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0" name="text-827 examine">
            <a:extLst xmlns:a="http://schemas.openxmlformats.org/drawingml/2006/main">
              <a:ext uri="{FF2B5EF4-FFF2-40B4-BE49-F238E27FC236}">
                <a16:creationId xmlns:a16="http://schemas.microsoft.com/office/drawing/2014/main" id="{3B6A8757-B8ED-408D-8565-7188A0A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2710" y="5800096"/>
            <a:ext cx="497627" cy="17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examine</a:t>
            </a:r>
          </a:p>
        </p:txBody>
      </p:sp>
      <p:sp>
        <p:nvSpPr>
          <p:cNvPr id="641" name="text-829 the">
            <a:extLst xmlns:a="http://schemas.openxmlformats.org/drawingml/2006/main">
              <a:ext uri="{FF2B5EF4-FFF2-40B4-BE49-F238E27FC236}">
                <a16:creationId xmlns:a16="http://schemas.microsoft.com/office/drawing/2014/main" id="{8FCF56AD-8A40-4A11-8003-590D4E32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7803" y="5799507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2" name="text-831 &quot;failed">
            <a:extLst xmlns:a="http://schemas.openxmlformats.org/drawingml/2006/main">
              <a:ext uri="{FF2B5EF4-FFF2-40B4-BE49-F238E27FC236}">
                <a16:creationId xmlns:a16="http://schemas.microsoft.com/office/drawing/2014/main" id="{85173AE6-5994-4B5B-BD9C-BF4477F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9574" y="5799943"/>
            <a:ext cx="417099" cy="176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"failed</a:t>
            </a:r>
          </a:p>
        </p:txBody>
      </p:sp>
      <p:sp>
        <p:nvSpPr>
          <p:cNvPr id="643" name="text-833 performance&quot;">
            <a:extLst xmlns:a="http://schemas.openxmlformats.org/drawingml/2006/main">
              <a:ext uri="{FF2B5EF4-FFF2-40B4-BE49-F238E27FC236}">
                <a16:creationId xmlns:a16="http://schemas.microsoft.com/office/drawing/2014/main" id="{C6022CC7-3E64-4615-B11F-1B46DDD7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4807" y="5799801"/>
            <a:ext cx="826168" cy="176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performance"</a:t>
            </a:r>
          </a:p>
        </p:txBody>
      </p:sp>
      <p:sp>
        <p:nvSpPr>
          <p:cNvPr id="644" name="text-835 aspect">
            <a:extLst xmlns:a="http://schemas.openxmlformats.org/drawingml/2006/main">
              <a:ext uri="{FF2B5EF4-FFF2-40B4-BE49-F238E27FC236}">
                <a16:creationId xmlns:a16="http://schemas.microsoft.com/office/drawing/2014/main" id="{C6A0CE2B-C0CC-4764-A629-90183C5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5953028"/>
            <a:ext cx="409420" cy="17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aspect</a:t>
            </a:r>
          </a:p>
        </p:txBody>
      </p:sp>
      <p:sp>
        <p:nvSpPr>
          <p:cNvPr id="645" name="text-836 .">
            <a:extLst xmlns:a="http://schemas.openxmlformats.org/drawingml/2006/main">
              <a:ext uri="{FF2B5EF4-FFF2-40B4-BE49-F238E27FC236}">
                <a16:creationId xmlns:a16="http://schemas.microsoft.com/office/drawing/2014/main" id="{D05F6110-65D2-4808-AE8B-EF1519D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672" y="595310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46" name="text-838 The">
            <a:extLst xmlns:a="http://schemas.openxmlformats.org/drawingml/2006/main">
              <a:ext uri="{FF2B5EF4-FFF2-40B4-BE49-F238E27FC236}">
                <a16:creationId xmlns:a16="http://schemas.microsoft.com/office/drawing/2014/main" id="{3E2E511A-0839-467D-9EBF-8D4CCE4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997" y="5953034"/>
            <a:ext cx="250357" cy="176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47" name="text-840 red">
            <a:extLst xmlns:a="http://schemas.openxmlformats.org/drawingml/2006/main">
              <a:ext uri="{FF2B5EF4-FFF2-40B4-BE49-F238E27FC236}">
                <a16:creationId xmlns:a16="http://schemas.microsoft.com/office/drawing/2014/main" id="{6A8D08A0-08BE-47F3-8A68-9AFD824D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35" y="5953354"/>
            <a:ext cx="225930" cy="17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648" name="text-842 clown">
            <a:extLst xmlns:a="http://schemas.openxmlformats.org/drawingml/2006/main">
              <a:ext uri="{FF2B5EF4-FFF2-40B4-BE49-F238E27FC236}">
                <a16:creationId xmlns:a16="http://schemas.microsoft.com/office/drawing/2014/main" id="{40103E68-10E0-4A0A-88CC-A761D079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451" y="5952557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49" name="text-844 does">
            <a:extLst xmlns:a="http://schemas.openxmlformats.org/drawingml/2006/main">
              <a:ext uri="{FF2B5EF4-FFF2-40B4-BE49-F238E27FC236}">
                <a16:creationId xmlns:a16="http://schemas.microsoft.com/office/drawing/2014/main" id="{38C165FD-7822-41F5-88B8-528AFDA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0720" y="5953175"/>
            <a:ext cx="293247" cy="176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does</a:t>
            </a:r>
          </a:p>
        </p:txBody>
      </p:sp>
      <p:sp>
        <p:nvSpPr>
          <p:cNvPr id="650" name="text-846 get">
            <a:extLst xmlns:a="http://schemas.openxmlformats.org/drawingml/2006/main">
              <a:ext uri="{FF2B5EF4-FFF2-40B4-BE49-F238E27FC236}">
                <a16:creationId xmlns:a16="http://schemas.microsoft.com/office/drawing/2014/main" id="{121CB0DA-DC34-449B-9C4C-7F5AACB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4624" y="5953768"/>
            <a:ext cx="216935" cy="175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get</a:t>
            </a:r>
          </a:p>
        </p:txBody>
      </p:sp>
      <p:sp>
        <p:nvSpPr>
          <p:cNvPr id="651" name="text-848 tips,">
            <a:extLst xmlns:a="http://schemas.openxmlformats.org/drawingml/2006/main">
              <a:ext uri="{FF2B5EF4-FFF2-40B4-BE49-F238E27FC236}">
                <a16:creationId xmlns:a16="http://schemas.microsoft.com/office/drawing/2014/main" id="{47A8AA25-91EC-4520-80F1-451C7D73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2043" y="5952958"/>
            <a:ext cx="281437" cy="176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tips,</a:t>
            </a:r>
          </a:p>
        </p:txBody>
      </p:sp>
      <p:sp>
        <p:nvSpPr>
          <p:cNvPr id="652" name="text-850 but">
            <a:extLst xmlns:a="http://schemas.openxmlformats.org/drawingml/2006/main">
              <a:ext uri="{FF2B5EF4-FFF2-40B4-BE49-F238E27FC236}">
                <a16:creationId xmlns:a16="http://schemas.microsoft.com/office/drawing/2014/main" id="{D3497BB6-E1DA-4130-BA0C-0AB87B41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3574" y="5953599"/>
            <a:ext cx="221500" cy="175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</a:t>
            </a:r>
          </a:p>
        </p:txBody>
      </p:sp>
      <p:sp>
        <p:nvSpPr>
          <p:cNvPr id="653" name="text-852 perhaps">
            <a:extLst xmlns:a="http://schemas.openxmlformats.org/drawingml/2006/main">
              <a:ext uri="{FF2B5EF4-FFF2-40B4-BE49-F238E27FC236}">
                <a16:creationId xmlns:a16="http://schemas.microsoft.com/office/drawing/2014/main" id="{283216BB-6CD7-46C3-AB0B-E178546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5492" y="5953161"/>
            <a:ext cx="485526" cy="17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perhaps</a:t>
            </a:r>
          </a:p>
        </p:txBody>
      </p:sp>
      <p:sp>
        <p:nvSpPr>
          <p:cNvPr id="654" name="text-854 the">
            <a:extLst xmlns:a="http://schemas.openxmlformats.org/drawingml/2006/main">
              <a:ext uri="{FF2B5EF4-FFF2-40B4-BE49-F238E27FC236}">
                <a16:creationId xmlns:a16="http://schemas.microsoft.com/office/drawing/2014/main" id="{537F071C-F61F-4C93-8C62-B4A4E61D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1733" y="5952838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55" name="text-856 black">
            <a:extLst xmlns:a="http://schemas.openxmlformats.org/drawingml/2006/main">
              <a:ext uri="{FF2B5EF4-FFF2-40B4-BE49-F238E27FC236}">
                <a16:creationId xmlns:a16="http://schemas.microsoft.com/office/drawing/2014/main" id="{AD316625-5845-4FF6-A6AF-5AEAB32B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5900" y="5953107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56" name="text-857 -">
            <a:extLst xmlns:a="http://schemas.openxmlformats.org/drawingml/2006/main">
              <a:ext uri="{FF2B5EF4-FFF2-40B4-BE49-F238E27FC236}">
                <a16:creationId xmlns:a16="http://schemas.microsoft.com/office/drawing/2014/main" id="{7C308955-92C7-4464-A635-330B030A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1840" y="5953275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57" name="text-858 hat">
            <a:extLst xmlns:a="http://schemas.openxmlformats.org/drawingml/2006/main">
              <a:ext uri="{FF2B5EF4-FFF2-40B4-BE49-F238E27FC236}">
                <a16:creationId xmlns:a16="http://schemas.microsoft.com/office/drawing/2014/main" id="{CD24B707-8F2D-48C7-A011-EB9F674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4705" y="5953230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58" name="text-860 clown">
            <a:extLst xmlns:a="http://schemas.openxmlformats.org/drawingml/2006/main">
              <a:ext uri="{FF2B5EF4-FFF2-40B4-BE49-F238E27FC236}">
                <a16:creationId xmlns:a16="http://schemas.microsoft.com/office/drawing/2014/main" id="{148777CE-6C57-4452-9B10-B70B78EA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373" y="5952557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659" name="text-862 views">
            <a:extLst xmlns:a="http://schemas.openxmlformats.org/drawingml/2006/main">
              <a:ext uri="{FF2B5EF4-FFF2-40B4-BE49-F238E27FC236}">
                <a16:creationId xmlns:a16="http://schemas.microsoft.com/office/drawing/2014/main" id="{53CB4AD1-E121-4259-9CA5-62ACFB4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643" y="5953525"/>
            <a:ext cx="334819" cy="175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views</a:t>
            </a:r>
          </a:p>
        </p:txBody>
      </p:sp>
      <p:sp>
        <p:nvSpPr>
          <p:cNvPr id="660" name="text-864 it">
            <a:extLst xmlns:a="http://schemas.openxmlformats.org/drawingml/2006/main">
              <a:ext uri="{FF2B5EF4-FFF2-40B4-BE49-F238E27FC236}">
                <a16:creationId xmlns:a16="http://schemas.microsoft.com/office/drawing/2014/main" id="{179DB50B-8BA6-404C-9D81-6C77095F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162" y="5953716"/>
            <a:ext cx="116819" cy="175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</a:t>
            </a:r>
          </a:p>
        </p:txBody>
      </p:sp>
      <p:sp>
        <p:nvSpPr>
          <p:cNvPr id="661" name="text-866 as">
            <a:extLst xmlns:a="http://schemas.openxmlformats.org/drawingml/2006/main">
              <a:ext uri="{FF2B5EF4-FFF2-40B4-BE49-F238E27FC236}">
                <a16:creationId xmlns:a16="http://schemas.microsoft.com/office/drawing/2014/main" id="{841EBA31-D805-4D04-BE16-44D78FCE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9476" y="5953537"/>
            <a:ext cx="148059" cy="175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</a:t>
            </a:r>
          </a:p>
        </p:txBody>
      </p:sp>
      <p:sp>
        <p:nvSpPr>
          <p:cNvPr id="662" name="text-868 inferior">
            <a:extLst xmlns:a="http://schemas.openxmlformats.org/drawingml/2006/main">
              <a:ext uri="{FF2B5EF4-FFF2-40B4-BE49-F238E27FC236}">
                <a16:creationId xmlns:a16="http://schemas.microsoft.com/office/drawing/2014/main" id="{4C25A036-979F-404D-9951-ABA8E93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8283" y="5953301"/>
            <a:ext cx="479082" cy="176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inferior</a:t>
            </a:r>
          </a:p>
        </p:txBody>
      </p:sp>
      <p:sp>
        <p:nvSpPr>
          <p:cNvPr id="663" name="text-869 .">
            <a:extLst xmlns:a="http://schemas.openxmlformats.org/drawingml/2006/main">
              <a:ext uri="{FF2B5EF4-FFF2-40B4-BE49-F238E27FC236}">
                <a16:creationId xmlns:a16="http://schemas.microsoft.com/office/drawing/2014/main" id="{E1A529A7-D9A9-48AD-BBB2-3E1142E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4944" y="5953107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64" name="text-871 The">
            <a:extLst xmlns:a="http://schemas.openxmlformats.org/drawingml/2006/main">
              <a:ext uri="{FF2B5EF4-FFF2-40B4-BE49-F238E27FC236}">
                <a16:creationId xmlns:a16="http://schemas.microsoft.com/office/drawing/2014/main" id="{7D2C5C82-B4BC-4930-9211-DCD055D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9270" y="5953033"/>
            <a:ext cx="250358" cy="176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65" name="text-873 key">
            <a:extLst xmlns:a="http://schemas.openxmlformats.org/drawingml/2006/main">
              <a:ext uri="{FF2B5EF4-FFF2-40B4-BE49-F238E27FC236}">
                <a16:creationId xmlns:a16="http://schemas.microsoft.com/office/drawing/2014/main" id="{81508BE6-F527-47C2-AFED-9E13731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9307" y="5953757"/>
            <a:ext cx="224258" cy="175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666" name="text-875 is">
            <a:extLst xmlns:a="http://schemas.openxmlformats.org/drawingml/2006/main">
              <a:ext uri="{FF2B5EF4-FFF2-40B4-BE49-F238E27FC236}">
                <a16:creationId xmlns:a16="http://schemas.microsoft.com/office/drawing/2014/main" id="{55A9F3C9-41F5-49C2-8FA6-524B1D94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474" y="5953747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667" name="text-877 the">
            <a:extLst xmlns:a="http://schemas.openxmlformats.org/drawingml/2006/main">
              <a:ext uri="{FF2B5EF4-FFF2-40B4-BE49-F238E27FC236}">
                <a16:creationId xmlns:a16="http://schemas.microsoft.com/office/drawing/2014/main" id="{5129B424-58DD-4AE2-8477-4DEC8A19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3037" y="5952838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68" name="text-879 implication">
            <a:extLst xmlns:a="http://schemas.openxmlformats.org/drawingml/2006/main">
              <a:ext uri="{FF2B5EF4-FFF2-40B4-BE49-F238E27FC236}">
                <a16:creationId xmlns:a16="http://schemas.microsoft.com/office/drawing/2014/main" id="{34605ADB-8AA4-4F9D-9510-64A3178A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7204" y="5953253"/>
            <a:ext cx="648701" cy="17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implication</a:t>
            </a:r>
          </a:p>
        </p:txBody>
      </p:sp>
      <p:sp>
        <p:nvSpPr>
          <p:cNvPr id="669" name="text-881 of">
            <a:extLst xmlns:a="http://schemas.openxmlformats.org/drawingml/2006/main">
              <a:ext uri="{FF2B5EF4-FFF2-40B4-BE49-F238E27FC236}">
                <a16:creationId xmlns:a16="http://schemas.microsoft.com/office/drawing/2014/main" id="{B3406F5F-A15B-4256-8BF9-D7A4155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6538" y="5953059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670" name="text-883 the">
            <a:extLst xmlns:a="http://schemas.openxmlformats.org/drawingml/2006/main">
              <a:ext uri="{FF2B5EF4-FFF2-40B4-BE49-F238E27FC236}">
                <a16:creationId xmlns:a16="http://schemas.microsoft.com/office/drawing/2014/main" id="{03BA558E-3B15-4669-90DD-EB8384EB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9845" y="5952838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1" name="text-885 clapping">
            <a:extLst xmlns:a="http://schemas.openxmlformats.org/drawingml/2006/main">
              <a:ext uri="{FF2B5EF4-FFF2-40B4-BE49-F238E27FC236}">
                <a16:creationId xmlns:a16="http://schemas.microsoft.com/office/drawing/2014/main" id="{A8E466E9-F42C-4259-BA66-B9584F0C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012" y="5952938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72" name="text-887 in">
            <a:extLst xmlns:a="http://schemas.openxmlformats.org/drawingml/2006/main">
              <a:ext uri="{FF2B5EF4-FFF2-40B4-BE49-F238E27FC236}">
                <a16:creationId xmlns:a16="http://schemas.microsoft.com/office/drawing/2014/main" id="{3E8FD905-495F-4E1C-818F-9F07614E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3628" y="5953673"/>
            <a:ext cx="123408" cy="17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673" name="text-889 the">
            <a:extLst xmlns:a="http://schemas.openxmlformats.org/drawingml/2006/main">
              <a:ext uri="{FF2B5EF4-FFF2-40B4-BE49-F238E27FC236}">
                <a16:creationId xmlns:a16="http://schemas.microsoft.com/office/drawing/2014/main" id="{0BD1B059-48B1-4F04-A699-E1B1417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7689" y="5952838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4" name="text-891 context">
            <a:extLst xmlns:a="http://schemas.openxmlformats.org/drawingml/2006/main">
              <a:ext uri="{FF2B5EF4-FFF2-40B4-BE49-F238E27FC236}">
                <a16:creationId xmlns:a16="http://schemas.microsoft.com/office/drawing/2014/main" id="{F45CA16B-7A3A-422E-A957-E215AD03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6106287"/>
            <a:ext cx="482485" cy="17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context</a:t>
            </a:r>
          </a:p>
        </p:txBody>
      </p:sp>
      <p:sp>
        <p:nvSpPr>
          <p:cNvPr id="675" name="text-893 of">
            <a:extLst xmlns:a="http://schemas.openxmlformats.org/drawingml/2006/main">
              <a:ext uri="{FF2B5EF4-FFF2-40B4-BE49-F238E27FC236}">
                <a16:creationId xmlns:a16="http://schemas.microsoft.com/office/drawing/2014/main" id="{77F37481-5FC4-418D-8E4D-2097997B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892" y="6106387"/>
            <a:ext cx="153106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676" name="text-895 the">
            <a:extLst xmlns:a="http://schemas.openxmlformats.org/drawingml/2006/main">
              <a:ext uri="{FF2B5EF4-FFF2-40B4-BE49-F238E27FC236}">
                <a16:creationId xmlns:a16="http://schemas.microsoft.com/office/drawing/2014/main" id="{A97B2EAF-106E-4E59-AD8F-7A5787D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475" y="6106167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77" name="text-897 overall">
            <a:extLst xmlns:a="http://schemas.openxmlformats.org/drawingml/2006/main">
              <a:ext uri="{FF2B5EF4-FFF2-40B4-BE49-F238E27FC236}">
                <a16:creationId xmlns:a16="http://schemas.microsoft.com/office/drawing/2014/main" id="{B033D780-DB51-4294-8DF4-B5D1AE16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920" y="6106724"/>
            <a:ext cx="412507" cy="176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overall</a:t>
            </a:r>
          </a:p>
        </p:txBody>
      </p:sp>
      <p:sp>
        <p:nvSpPr>
          <p:cNvPr id="678" name="text-899 interaction,">
            <a:extLst xmlns:a="http://schemas.openxmlformats.org/drawingml/2006/main">
              <a:ext uri="{FF2B5EF4-FFF2-40B4-BE49-F238E27FC236}">
                <a16:creationId xmlns:a16="http://schemas.microsoft.com/office/drawing/2014/main" id="{A4FE758D-AAF1-4549-AE8B-25132CC9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327" y="6106418"/>
            <a:ext cx="704186" cy="17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interaction,</a:t>
            </a:r>
          </a:p>
        </p:txBody>
      </p:sp>
      <p:sp>
        <p:nvSpPr>
          <p:cNvPr id="679" name="text-901 which">
            <a:extLst xmlns:a="http://schemas.openxmlformats.org/drawingml/2006/main">
              <a:ext uri="{FF2B5EF4-FFF2-40B4-BE49-F238E27FC236}">
                <a16:creationId xmlns:a16="http://schemas.microsoft.com/office/drawing/2014/main" id="{423D12A5-8E2A-46B8-8432-08ADFDD4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5053" y="6106205"/>
            <a:ext cx="355271" cy="176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which</a:t>
            </a:r>
          </a:p>
        </p:txBody>
      </p:sp>
      <p:sp>
        <p:nvSpPr>
          <p:cNvPr id="680" name="text-903 seems">
            <a:extLst xmlns:a="http://schemas.openxmlformats.org/drawingml/2006/main">
              <a:ext uri="{FF2B5EF4-FFF2-40B4-BE49-F238E27FC236}">
                <a16:creationId xmlns:a16="http://schemas.microsoft.com/office/drawing/2014/main" id="{1D491BB6-96A4-4245-A469-149D41AF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0097" y="6106625"/>
            <a:ext cx="380842" cy="176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seems</a:t>
            </a:r>
          </a:p>
        </p:txBody>
      </p:sp>
      <p:sp>
        <p:nvSpPr>
          <p:cNvPr id="681" name="text-905 competitive">
            <a:extLst xmlns:a="http://schemas.openxmlformats.org/drawingml/2006/main">
              <a:ext uri="{FF2B5EF4-FFF2-40B4-BE49-F238E27FC236}">
                <a16:creationId xmlns:a16="http://schemas.microsoft.com/office/drawing/2014/main" id="{1BA454EC-3E57-462F-8DFA-3E89EC0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1011" y="6106606"/>
            <a:ext cx="706949" cy="176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competitive</a:t>
            </a:r>
          </a:p>
        </p:txBody>
      </p:sp>
      <p:sp>
        <p:nvSpPr>
          <p:cNvPr id="682" name="text-907 or">
            <a:extLst xmlns:a="http://schemas.openxmlformats.org/drawingml/2006/main">
              <a:ext uri="{FF2B5EF4-FFF2-40B4-BE49-F238E27FC236}">
                <a16:creationId xmlns:a16="http://schemas.microsoft.com/office/drawing/2014/main" id="{661D5030-91F9-4A90-A786-AEABEC5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6987" y="6106364"/>
            <a:ext cx="149603" cy="17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683" name="text-909 antagonistic">
            <a:extLst xmlns:a="http://schemas.openxmlformats.org/drawingml/2006/main">
              <a:ext uri="{FF2B5EF4-FFF2-40B4-BE49-F238E27FC236}">
                <a16:creationId xmlns:a16="http://schemas.microsoft.com/office/drawing/2014/main" id="{E30F8800-CB45-4B5D-935B-540614B5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195" y="6106528"/>
            <a:ext cx="731871" cy="176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antagonistic</a:t>
            </a:r>
          </a:p>
        </p:txBody>
      </p:sp>
      <p:sp>
        <p:nvSpPr>
          <p:cNvPr id="684" name="text-910 .">
            <a:extLst xmlns:a="http://schemas.openxmlformats.org/drawingml/2006/main">
              <a:ext uri="{FF2B5EF4-FFF2-40B4-BE49-F238E27FC236}">
                <a16:creationId xmlns:a16="http://schemas.microsoft.com/office/drawing/2014/main" id="{34DD2A8A-70A1-4141-8B1F-1C44AEE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5932" y="6106435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85" name="text-912 The">
            <a:extLst xmlns:a="http://schemas.openxmlformats.org/drawingml/2006/main">
              <a:ext uri="{FF2B5EF4-FFF2-40B4-BE49-F238E27FC236}">
                <a16:creationId xmlns:a16="http://schemas.microsoft.com/office/drawing/2014/main" id="{FB0F6037-625C-4464-A59B-070D387C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9534" y="6106362"/>
            <a:ext cx="250358" cy="176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86" name="text-914 black">
            <a:extLst xmlns:a="http://schemas.openxmlformats.org/drawingml/2006/main">
              <a:ext uri="{FF2B5EF4-FFF2-40B4-BE49-F238E27FC236}">
                <a16:creationId xmlns:a16="http://schemas.microsoft.com/office/drawing/2014/main" id="{BE08D70C-8A46-4EFD-8211-F6E53C0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8849" y="6106435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687" name="text-915 -">
            <a:extLst xmlns:a="http://schemas.openxmlformats.org/drawingml/2006/main">
              <a:ext uri="{FF2B5EF4-FFF2-40B4-BE49-F238E27FC236}">
                <a16:creationId xmlns:a16="http://schemas.microsoft.com/office/drawing/2014/main" id="{9A7D562A-6A0A-4454-9269-62F3596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4789" y="6106604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88" name="text-916 hat">
            <a:extLst xmlns:a="http://schemas.openxmlformats.org/drawingml/2006/main">
              <a:ext uri="{FF2B5EF4-FFF2-40B4-BE49-F238E27FC236}">
                <a16:creationId xmlns:a16="http://schemas.microsoft.com/office/drawing/2014/main" id="{720D780E-5CA5-476A-AB2B-5E74CB3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7654" y="6106559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689" name="text-918 clown's">
            <a:extLst xmlns:a="http://schemas.openxmlformats.org/drawingml/2006/main">
              <a:ext uri="{FF2B5EF4-FFF2-40B4-BE49-F238E27FC236}">
                <a16:creationId xmlns:a16="http://schemas.microsoft.com/office/drawing/2014/main" id="{F2018EA8-AE1D-4372-82CB-F334942A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6599" y="6106085"/>
            <a:ext cx="451988" cy="177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clown's</a:t>
            </a:r>
          </a:p>
        </p:txBody>
      </p:sp>
      <p:sp>
        <p:nvSpPr>
          <p:cNvPr id="690" name="text-920 final">
            <a:extLst xmlns:a="http://schemas.openxmlformats.org/drawingml/2006/main">
              <a:ext uri="{FF2B5EF4-FFF2-40B4-BE49-F238E27FC236}">
                <a16:creationId xmlns:a16="http://schemas.microsoft.com/office/drawing/2014/main" id="{22E7CC46-722E-4EF7-9132-720849A8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8374" y="6106640"/>
            <a:ext cx="286648" cy="176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691" name="text-922 expressions">
            <a:extLst xmlns:a="http://schemas.openxmlformats.org/drawingml/2006/main">
              <a:ext uri="{FF2B5EF4-FFF2-40B4-BE49-F238E27FC236}">
                <a16:creationId xmlns:a16="http://schemas.microsoft.com/office/drawing/2014/main" id="{1C4226D0-3BB2-4846-874D-B84595B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4807" y="6106381"/>
            <a:ext cx="715174" cy="176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expressions</a:t>
            </a:r>
          </a:p>
        </p:txBody>
      </p:sp>
      <p:sp>
        <p:nvSpPr>
          <p:cNvPr id="692" name="text-924 are">
            <a:extLst xmlns:a="http://schemas.openxmlformats.org/drawingml/2006/main">
              <a:ext uri="{FF2B5EF4-FFF2-40B4-BE49-F238E27FC236}">
                <a16:creationId xmlns:a16="http://schemas.microsoft.com/office/drawing/2014/main" id="{717B0F53-D566-43ED-A78F-A1B92D3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780" y="6106634"/>
            <a:ext cx="216497" cy="17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are</a:t>
            </a:r>
          </a:p>
        </p:txBody>
      </p:sp>
      <p:sp>
        <p:nvSpPr>
          <p:cNvPr id="693" name="text-926 clearly">
            <a:extLst xmlns:a="http://schemas.openxmlformats.org/drawingml/2006/main">
              <a:ext uri="{FF2B5EF4-FFF2-40B4-BE49-F238E27FC236}">
                <a16:creationId xmlns:a16="http://schemas.microsoft.com/office/drawing/2014/main" id="{148304CA-8111-4181-B30E-EF437398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51" y="6106269"/>
            <a:ext cx="416770" cy="17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clearly</a:t>
            </a:r>
          </a:p>
        </p:txBody>
      </p:sp>
      <p:sp>
        <p:nvSpPr>
          <p:cNvPr id="694" name="text-928 mocking/vindictive">
            <a:extLst xmlns:a="http://schemas.openxmlformats.org/drawingml/2006/main">
              <a:ext uri="{FF2B5EF4-FFF2-40B4-BE49-F238E27FC236}">
                <a16:creationId xmlns:a16="http://schemas.microsoft.com/office/drawing/2014/main" id="{A4FC12BD-07E8-42D2-8134-88759AC2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6260042"/>
            <a:ext cx="1111764" cy="176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mocking/vindictive</a:t>
            </a:r>
          </a:p>
        </p:txBody>
      </p:sp>
      <p:sp>
        <p:nvSpPr>
          <p:cNvPr id="695" name="text-929 .">
            <a:extLst xmlns:a="http://schemas.openxmlformats.org/drawingml/2006/main">
              <a:ext uri="{FF2B5EF4-FFF2-40B4-BE49-F238E27FC236}">
                <a16:creationId xmlns:a16="http://schemas.microsoft.com/office/drawing/2014/main" id="{043D62B6-7881-4F2A-B6CE-71648650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535" y="6259766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96" name="text-931 Therefore,">
            <a:extLst xmlns:a="http://schemas.openxmlformats.org/drawingml/2006/main">
              <a:ext uri="{FF2B5EF4-FFF2-40B4-BE49-F238E27FC236}">
                <a16:creationId xmlns:a16="http://schemas.microsoft.com/office/drawing/2014/main" id="{4884C52D-E248-48BD-A247-F7A61DD4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146" y="6259901"/>
            <a:ext cx="674001" cy="17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Therefore,</a:t>
            </a:r>
          </a:p>
        </p:txBody>
      </p:sp>
      <p:sp>
        <p:nvSpPr>
          <p:cNvPr id="697" name="text-933 the">
            <a:extLst xmlns:a="http://schemas.openxmlformats.org/drawingml/2006/main">
              <a:ext uri="{FF2B5EF4-FFF2-40B4-BE49-F238E27FC236}">
                <a16:creationId xmlns:a16="http://schemas.microsoft.com/office/drawing/2014/main" id="{91049D2C-2F00-4540-B390-809EE5E7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6512" y="6259498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698" name="text-935 clapping">
            <a:extLst xmlns:a="http://schemas.openxmlformats.org/drawingml/2006/main">
              <a:ext uri="{FF2B5EF4-FFF2-40B4-BE49-F238E27FC236}">
                <a16:creationId xmlns:a16="http://schemas.microsoft.com/office/drawing/2014/main" id="{08FF8DCE-3DC3-4BD6-96FA-2E2C75C1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4965" y="6259597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699" name="text-937 might">
            <a:extLst xmlns:a="http://schemas.openxmlformats.org/drawingml/2006/main">
              <a:ext uri="{FF2B5EF4-FFF2-40B4-BE49-F238E27FC236}">
                <a16:creationId xmlns:a16="http://schemas.microsoft.com/office/drawing/2014/main" id="{08470B50-C915-4923-8832-8EAA2BFF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8867" y="6260027"/>
            <a:ext cx="354269" cy="17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might</a:t>
            </a:r>
          </a:p>
        </p:txBody>
      </p:sp>
      <p:sp>
        <p:nvSpPr>
          <p:cNvPr id="700" name="text-939 be">
            <a:extLst xmlns:a="http://schemas.openxmlformats.org/drawingml/2006/main">
              <a:ext uri="{FF2B5EF4-FFF2-40B4-BE49-F238E27FC236}">
                <a16:creationId xmlns:a16="http://schemas.microsoft.com/office/drawing/2014/main" id="{BDE87DD8-B85C-41A6-A24E-7A2D991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7795" y="6260239"/>
            <a:ext cx="165868" cy="1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</a:t>
            </a:r>
          </a:p>
        </p:txBody>
      </p:sp>
      <p:sp>
        <p:nvSpPr>
          <p:cNvPr id="701" name="text-941 part">
            <a:extLst xmlns:a="http://schemas.openxmlformats.org/drawingml/2006/main">
              <a:ext uri="{FF2B5EF4-FFF2-40B4-BE49-F238E27FC236}">
                <a16:creationId xmlns:a16="http://schemas.microsoft.com/office/drawing/2014/main" id="{ED28A5C0-6E9C-4A0A-BB5B-8D2A1ED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760" y="6259875"/>
            <a:ext cx="274290" cy="1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702" name="text-943 of">
            <a:extLst xmlns:a="http://schemas.openxmlformats.org/drawingml/2006/main">
              <a:ext uri="{FF2B5EF4-FFF2-40B4-BE49-F238E27FC236}">
                <a16:creationId xmlns:a16="http://schemas.microsoft.com/office/drawing/2014/main" id="{30B3E1E6-267E-46C7-BCE6-2FD05C09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828" y="6259718"/>
            <a:ext cx="153105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703" name="text-945 this">
            <a:extLst xmlns:a="http://schemas.openxmlformats.org/drawingml/2006/main">
              <a:ext uri="{FF2B5EF4-FFF2-40B4-BE49-F238E27FC236}">
                <a16:creationId xmlns:a16="http://schemas.microsoft.com/office/drawing/2014/main" id="{998EEFE5-95A6-4AC5-889E-F03CF84E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420" y="6259709"/>
            <a:ext cx="251660" cy="17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704" name="text-947 persona">
            <a:extLst xmlns:a="http://schemas.openxmlformats.org/drawingml/2006/main">
              <a:ext uri="{FF2B5EF4-FFF2-40B4-BE49-F238E27FC236}">
                <a16:creationId xmlns:a16="http://schemas.microsoft.com/office/drawing/2014/main" id="{94FC93E8-EF2F-466C-A12E-EE841A9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0993" y="6259586"/>
            <a:ext cx="478501" cy="17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persona</a:t>
            </a:r>
          </a:p>
        </p:txBody>
      </p:sp>
      <p:sp>
        <p:nvSpPr>
          <p:cNvPr id="705" name="text-948 .">
            <a:extLst xmlns:a="http://schemas.openxmlformats.org/drawingml/2006/main">
              <a:ext uri="{FF2B5EF4-FFF2-40B4-BE49-F238E27FC236}">
                <a16:creationId xmlns:a16="http://schemas.microsoft.com/office/drawing/2014/main" id="{0FE7D959-2BC5-4614-8D08-4EBB07AB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6529" y="6259766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06" name="text-950 &lt;Answer&gt;">
            <a:extLst xmlns:a="http://schemas.openxmlformats.org/drawingml/2006/main">
              <a:ext uri="{FF2B5EF4-FFF2-40B4-BE49-F238E27FC236}">
                <a16:creationId xmlns:a16="http://schemas.microsoft.com/office/drawing/2014/main" id="{2F57AD4C-359D-4DCA-92CD-FE41E61F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5141" y="6259449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707" name="text-951 &lt;Evidence&gt;">
            <a:extLst xmlns:a="http://schemas.openxmlformats.org/drawingml/2006/main">
              <a:ext uri="{FF2B5EF4-FFF2-40B4-BE49-F238E27FC236}">
                <a16:creationId xmlns:a16="http://schemas.microsoft.com/office/drawing/2014/main" id="{13A42616-852F-45F9-9425-8B3555B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6404572"/>
            <a:ext cx="636475" cy="176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&lt;Evidence&gt;</a:t>
            </a:r>
          </a:p>
        </p:txBody>
      </p:sp>
      <p:sp>
        <p:nvSpPr>
          <p:cNvPr id="708" name="text-952 01">
            <a:extLst xmlns:a="http://schemas.openxmlformats.org/drawingml/2006/main">
              <a:ext uri="{FF2B5EF4-FFF2-40B4-BE49-F238E27FC236}">
                <a16:creationId xmlns:a16="http://schemas.microsoft.com/office/drawing/2014/main" id="{A87472A1-D2D2-4009-B065-8605F4D4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77" y="6404920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709" name="text-953 :">
            <a:extLst xmlns:a="http://schemas.openxmlformats.org/drawingml/2006/main">
              <a:ext uri="{FF2B5EF4-FFF2-40B4-BE49-F238E27FC236}">
                <a16:creationId xmlns:a16="http://schemas.microsoft.com/office/drawing/2014/main" id="{27C5DC6F-0582-4848-AB24-4263269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601" y="6404521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0" name="text-954 31">
            <a:extLst xmlns:a="http://schemas.openxmlformats.org/drawingml/2006/main">
              <a:ext uri="{FF2B5EF4-FFF2-40B4-BE49-F238E27FC236}">
                <a16:creationId xmlns:a16="http://schemas.microsoft.com/office/drawing/2014/main" id="{2D07BC66-518C-4E0F-94F2-94D75819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719" y="6404920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711" name="text-955 -">
            <a:extLst xmlns:a="http://schemas.openxmlformats.org/drawingml/2006/main">
              <a:ext uri="{FF2B5EF4-FFF2-40B4-BE49-F238E27FC236}">
                <a16:creationId xmlns:a16="http://schemas.microsoft.com/office/drawing/2014/main" id="{67152428-04F2-4B03-AFD0-4F36AEB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443" y="6404625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12" name="text-956 01">
            <a:extLst xmlns:a="http://schemas.openxmlformats.org/drawingml/2006/main">
              <a:ext uri="{FF2B5EF4-FFF2-40B4-BE49-F238E27FC236}">
                <a16:creationId xmlns:a16="http://schemas.microsoft.com/office/drawing/2014/main" id="{9FCFBD61-C62B-475F-8A98-2E79B80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308" y="6404920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713" name="text-957 :">
            <a:extLst xmlns:a="http://schemas.openxmlformats.org/drawingml/2006/main">
              <a:ext uri="{FF2B5EF4-FFF2-40B4-BE49-F238E27FC236}">
                <a16:creationId xmlns:a16="http://schemas.microsoft.com/office/drawing/2014/main" id="{45A9EACA-9027-4056-97A1-01B9EF99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032" y="6404521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4" name="text-958 34">
            <a:extLst xmlns:a="http://schemas.openxmlformats.org/drawingml/2006/main">
              <a:ext uri="{FF2B5EF4-FFF2-40B4-BE49-F238E27FC236}">
                <a16:creationId xmlns:a16="http://schemas.microsoft.com/office/drawing/2014/main" id="{A3BCF571-9563-4480-AA6F-876D95C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150" y="6404891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34</a:t>
            </a:r>
          </a:p>
        </p:txBody>
      </p:sp>
      <p:sp>
        <p:nvSpPr>
          <p:cNvPr id="715" name="text-959 ,">
            <a:extLst xmlns:a="http://schemas.openxmlformats.org/drawingml/2006/main">
              <a:ext uri="{FF2B5EF4-FFF2-40B4-BE49-F238E27FC236}">
                <a16:creationId xmlns:a16="http://schemas.microsoft.com/office/drawing/2014/main" id="{FEA468F3-454F-45AC-A142-3E4BEE28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3120" y="6404537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16" name="text-961 03">
            <a:extLst xmlns:a="http://schemas.openxmlformats.org/drawingml/2006/main">
              <a:ext uri="{FF2B5EF4-FFF2-40B4-BE49-F238E27FC236}">
                <a16:creationId xmlns:a16="http://schemas.microsoft.com/office/drawing/2014/main" id="{140AF7B8-DE25-4E78-89D9-B2B2B38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106" y="6404891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717" name="text-962 :">
            <a:extLst xmlns:a="http://schemas.openxmlformats.org/drawingml/2006/main">
              <a:ext uri="{FF2B5EF4-FFF2-40B4-BE49-F238E27FC236}">
                <a16:creationId xmlns:a16="http://schemas.microsoft.com/office/drawing/2014/main" id="{456182E0-4AC6-4DBD-9736-E8B079F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8076" y="6404521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18" name="text-963 22">
            <a:extLst xmlns:a="http://schemas.openxmlformats.org/drawingml/2006/main">
              <a:ext uri="{FF2B5EF4-FFF2-40B4-BE49-F238E27FC236}">
                <a16:creationId xmlns:a16="http://schemas.microsoft.com/office/drawing/2014/main" id="{F991EB22-5915-4696-A0C4-424666F8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194" y="6404891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719" name="text-964 -">
            <a:extLst xmlns:a="http://schemas.openxmlformats.org/drawingml/2006/main">
              <a:ext uri="{FF2B5EF4-FFF2-40B4-BE49-F238E27FC236}">
                <a16:creationId xmlns:a16="http://schemas.microsoft.com/office/drawing/2014/main" id="{45F546A6-2248-47BA-A0B7-FA6BB873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164" y="6404625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20" name="text-965 03">
            <a:extLst xmlns:a="http://schemas.openxmlformats.org/drawingml/2006/main">
              <a:ext uri="{FF2B5EF4-FFF2-40B4-BE49-F238E27FC236}">
                <a16:creationId xmlns:a16="http://schemas.microsoft.com/office/drawing/2014/main" id="{1B8A7410-DD0B-45CE-B568-0066E59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1029" y="6404891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721" name="text-966 :">
            <a:extLst xmlns:a="http://schemas.openxmlformats.org/drawingml/2006/main">
              <a:ext uri="{FF2B5EF4-FFF2-40B4-BE49-F238E27FC236}">
                <a16:creationId xmlns:a16="http://schemas.microsoft.com/office/drawing/2014/main" id="{E580AB55-CA31-479A-9765-A5E78E8B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999" y="6404521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722" name="text-967 55">
            <a:extLst xmlns:a="http://schemas.openxmlformats.org/drawingml/2006/main">
              <a:ext uri="{FF2B5EF4-FFF2-40B4-BE49-F238E27FC236}">
                <a16:creationId xmlns:a16="http://schemas.microsoft.com/office/drawing/2014/main" id="{2934D651-732F-43A3-B2C9-E62FA98F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116" y="6404891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723" name="text-968 &lt;/Evidence&gt;">
            <a:extLst xmlns:a="http://schemas.openxmlformats.org/drawingml/2006/main">
              <a:ext uri="{FF2B5EF4-FFF2-40B4-BE49-F238E27FC236}">
                <a16:creationId xmlns:a16="http://schemas.microsoft.com/office/drawing/2014/main" id="{11A8B0DB-99DF-4FD8-9083-BE8C208B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4087" y="6404626"/>
            <a:ext cx="700575" cy="176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7C7C7C"/>
                </a:solidFill>
                <a:latin typeface="Comic Sans MS"/>
                <a:ea typeface="Comic Sans MS"/>
                <a:cs typeface="Comic Sans MS"/>
              </a:rPr>
              <a:t>&lt;/Evidence&gt;</a:t>
            </a:r>
          </a:p>
        </p:txBody>
      </p:sp>
      <p:sp>
        <p:nvSpPr>
          <p:cNvPr id="724" name="text-969 &lt;Action&gt;">
            <a:extLst xmlns:a="http://schemas.openxmlformats.org/drawingml/2006/main">
              <a:ext uri="{FF2B5EF4-FFF2-40B4-BE49-F238E27FC236}">
                <a16:creationId xmlns:a16="http://schemas.microsoft.com/office/drawing/2014/main" id="{F0421388-DD7F-4244-B241-F7ECE25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748" y="6555352"/>
            <a:ext cx="503805" cy="176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&lt;Action&gt;</a:t>
            </a:r>
          </a:p>
        </p:txBody>
      </p:sp>
      <p:sp>
        <p:nvSpPr>
          <p:cNvPr id="725" name="text-970 read_video">
            <a:extLst xmlns:a="http://schemas.openxmlformats.org/drawingml/2006/main">
              <a:ext uri="{FF2B5EF4-FFF2-40B4-BE49-F238E27FC236}">
                <a16:creationId xmlns:a16="http://schemas.microsoft.com/office/drawing/2014/main" id="{2735703B-683C-45CE-955F-C1744BA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154" y="6556044"/>
            <a:ext cx="673638" cy="17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726" name="text-971 [(">
            <a:extLst xmlns:a="http://schemas.openxmlformats.org/drawingml/2006/main">
              <a:ext uri="{FF2B5EF4-FFF2-40B4-BE49-F238E27FC236}">
                <a16:creationId xmlns:a16="http://schemas.microsoft.com/office/drawing/2014/main" id="{FFEB1A5E-F8FB-433D-AFFA-858EDC7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401" y="6555981"/>
            <a:ext cx="116011" cy="17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727" name="text-972 91">
            <a:extLst xmlns:a="http://schemas.openxmlformats.org/drawingml/2006/main">
              <a:ext uri="{FF2B5EF4-FFF2-40B4-BE49-F238E27FC236}">
                <a16:creationId xmlns:a16="http://schemas.microsoft.com/office/drawing/2014/main" id="{459C9644-AD43-4AF2-9D9C-644A871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6758" y="6556092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91</a:t>
            </a:r>
          </a:p>
        </p:txBody>
      </p:sp>
      <p:sp>
        <p:nvSpPr>
          <p:cNvPr id="728" name="text-973 .">
            <a:extLst xmlns:a="http://schemas.openxmlformats.org/drawingml/2006/main">
              <a:ext uri="{FF2B5EF4-FFF2-40B4-BE49-F238E27FC236}">
                <a16:creationId xmlns:a16="http://schemas.microsoft.com/office/drawing/2014/main" id="{1248EE13-B1AC-4DF8-BB8B-1B7BE35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9482" y="655562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29" name="text-974 0">
            <a:extLst xmlns:a="http://schemas.openxmlformats.org/drawingml/2006/main">
              <a:ext uri="{FF2B5EF4-FFF2-40B4-BE49-F238E27FC236}">
                <a16:creationId xmlns:a16="http://schemas.microsoft.com/office/drawing/2014/main" id="{9D219259-624C-48D6-A9D4-ABF39F4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976" y="6555727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30" name="text-975 ,">
            <a:extLst xmlns:a="http://schemas.openxmlformats.org/drawingml/2006/main">
              <a:ext uri="{FF2B5EF4-FFF2-40B4-BE49-F238E27FC236}">
                <a16:creationId xmlns:a16="http://schemas.microsoft.com/office/drawing/2014/main" id="{9EC8BB04-1BFA-4E8A-9564-5C65A26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7461" y="6555708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31" name="text-977 94">
            <a:extLst xmlns:a="http://schemas.openxmlformats.org/drawingml/2006/main">
              <a:ext uri="{FF2B5EF4-FFF2-40B4-BE49-F238E27FC236}">
                <a16:creationId xmlns:a16="http://schemas.microsoft.com/office/drawing/2014/main" id="{897C8E0F-06D8-484C-AEE1-87E88030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447" y="6556063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94</a:t>
            </a:r>
          </a:p>
        </p:txBody>
      </p:sp>
      <p:sp>
        <p:nvSpPr>
          <p:cNvPr id="732" name="text-978 .">
            <a:extLst xmlns:a="http://schemas.openxmlformats.org/drawingml/2006/main">
              <a:ext uri="{FF2B5EF4-FFF2-40B4-BE49-F238E27FC236}">
                <a16:creationId xmlns:a16="http://schemas.microsoft.com/office/drawing/2014/main" id="{16DD9E5F-1CB4-4F03-AA8F-5B1E0AE7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2417" y="655562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33" name="text-979 0">
            <a:extLst xmlns:a="http://schemas.openxmlformats.org/drawingml/2006/main">
              <a:ext uri="{FF2B5EF4-FFF2-40B4-BE49-F238E27FC236}">
                <a16:creationId xmlns:a16="http://schemas.microsoft.com/office/drawing/2014/main" id="{3B8AC094-1F4B-4407-AF18-DBF0F7C3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911" y="6555727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34" name="text-980 ,">
            <a:extLst xmlns:a="http://schemas.openxmlformats.org/drawingml/2006/main">
              <a:ext uri="{FF2B5EF4-FFF2-40B4-BE49-F238E27FC236}">
                <a16:creationId xmlns:a16="http://schemas.microsoft.com/office/drawing/2014/main" id="{CBAEC9F4-60D1-4A99-9CDD-E585E534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0396" y="6555708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35" name="text-982 None)],">
            <a:extLst xmlns:a="http://schemas.openxmlformats.org/drawingml/2006/main">
              <a:ext uri="{FF2B5EF4-FFF2-40B4-BE49-F238E27FC236}">
                <a16:creationId xmlns:a16="http://schemas.microsoft.com/office/drawing/2014/main" id="{E61073A9-0A9E-441A-A1F5-1999F287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2382" y="6555804"/>
            <a:ext cx="452302" cy="176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None)],</a:t>
            </a:r>
          </a:p>
        </p:txBody>
      </p:sp>
      <p:sp>
        <p:nvSpPr>
          <p:cNvPr id="736" name="text-984 read_video">
            <a:extLst xmlns:a="http://schemas.openxmlformats.org/drawingml/2006/main">
              <a:ext uri="{FF2B5EF4-FFF2-40B4-BE49-F238E27FC236}">
                <a16:creationId xmlns:a16="http://schemas.microsoft.com/office/drawing/2014/main" id="{B1CA4A58-4251-4EA0-9F6B-9B99243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9166" y="6556044"/>
            <a:ext cx="673638" cy="17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read_video</a:t>
            </a:r>
          </a:p>
        </p:txBody>
      </p:sp>
      <p:sp>
        <p:nvSpPr>
          <p:cNvPr id="737" name="text-985 [(">
            <a:extLst xmlns:a="http://schemas.openxmlformats.org/drawingml/2006/main">
              <a:ext uri="{FF2B5EF4-FFF2-40B4-BE49-F238E27FC236}">
                <a16:creationId xmlns:a16="http://schemas.microsoft.com/office/drawing/2014/main" id="{50FA3A7D-9217-413F-9E03-F4FF251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0413" y="6555981"/>
            <a:ext cx="116011" cy="17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[(</a:t>
            </a:r>
          </a:p>
        </p:txBody>
      </p:sp>
      <p:sp>
        <p:nvSpPr>
          <p:cNvPr id="738" name="text-986 202">
            <a:extLst xmlns:a="http://schemas.openxmlformats.org/drawingml/2006/main">
              <a:ext uri="{FF2B5EF4-FFF2-40B4-BE49-F238E27FC236}">
                <a16:creationId xmlns:a16="http://schemas.microsoft.com/office/drawing/2014/main" id="{658BD743-33F1-458D-A696-BC02C3A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3770" y="6556123"/>
            <a:ext cx="252460" cy="17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202</a:t>
            </a:r>
          </a:p>
        </p:txBody>
      </p:sp>
      <p:sp>
        <p:nvSpPr>
          <p:cNvPr id="739" name="text-987 .">
            <a:extLst xmlns:a="http://schemas.openxmlformats.org/drawingml/2006/main">
              <a:ext uri="{FF2B5EF4-FFF2-40B4-BE49-F238E27FC236}">
                <a16:creationId xmlns:a16="http://schemas.microsoft.com/office/drawing/2014/main" id="{AEC28ECC-43FF-4F1E-B244-0218FE4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3225" y="655562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40" name="text-988 0">
            <a:extLst xmlns:a="http://schemas.openxmlformats.org/drawingml/2006/main">
              <a:ext uri="{FF2B5EF4-FFF2-40B4-BE49-F238E27FC236}">
                <a16:creationId xmlns:a16="http://schemas.microsoft.com/office/drawing/2014/main" id="{A681DC64-4A83-4C76-89E4-55A4E1E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719" y="6555727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41" name="text-989 ,">
            <a:extLst xmlns:a="http://schemas.openxmlformats.org/drawingml/2006/main">
              <a:ext uri="{FF2B5EF4-FFF2-40B4-BE49-F238E27FC236}">
                <a16:creationId xmlns:a16="http://schemas.microsoft.com/office/drawing/2014/main" id="{A3D9027B-89E9-4290-B754-9560BE00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1204" y="6555707"/>
            <a:ext cx="57563" cy="176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42" name="text-991 235">
            <a:extLst xmlns:a="http://schemas.openxmlformats.org/drawingml/2006/main">
              <a:ext uri="{FF2B5EF4-FFF2-40B4-BE49-F238E27FC236}">
                <a16:creationId xmlns:a16="http://schemas.microsoft.com/office/drawing/2014/main" id="{E6B07D40-ED38-4851-9776-B210B393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3190" y="6556123"/>
            <a:ext cx="252460" cy="17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235</a:t>
            </a:r>
          </a:p>
        </p:txBody>
      </p:sp>
      <p:sp>
        <p:nvSpPr>
          <p:cNvPr id="743" name="text-992 .">
            <a:extLst xmlns:a="http://schemas.openxmlformats.org/drawingml/2006/main">
              <a:ext uri="{FF2B5EF4-FFF2-40B4-BE49-F238E27FC236}">
                <a16:creationId xmlns:a16="http://schemas.microsoft.com/office/drawing/2014/main" id="{3BF8D626-3A01-46D6-A9A5-4C0DC49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2645" y="6555629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744" name="text-993 0">
            <a:extLst xmlns:a="http://schemas.openxmlformats.org/drawingml/2006/main">
              <a:ext uri="{FF2B5EF4-FFF2-40B4-BE49-F238E27FC236}">
                <a16:creationId xmlns:a16="http://schemas.microsoft.com/office/drawing/2014/main" id="{9F359EBF-8D4B-41B1-822F-18DDC436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139" y="6555727"/>
            <a:ext cx="99571" cy="176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745" name="text-994 ,">
            <a:extLst xmlns:a="http://schemas.openxmlformats.org/drawingml/2006/main">
              <a:ext uri="{FF2B5EF4-FFF2-40B4-BE49-F238E27FC236}">
                <a16:creationId xmlns:a16="http://schemas.microsoft.com/office/drawing/2014/main" id="{7AE0863C-32E0-45A8-9EF7-2D72D33B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0624" y="6555707"/>
            <a:ext cx="57563" cy="176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746" name="text-996 None)]&lt;/Action&gt;">
            <a:extLst xmlns:a="http://schemas.openxmlformats.org/drawingml/2006/main">
              <a:ext uri="{FF2B5EF4-FFF2-40B4-BE49-F238E27FC236}">
                <a16:creationId xmlns:a16="http://schemas.microsoft.com/office/drawing/2014/main" id="{6BA68FDF-97A3-4F6D-B013-8F7F4A22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610" y="6555631"/>
            <a:ext cx="962570" cy="17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None)]&lt;/Action&gt;</a:t>
            </a:r>
          </a:p>
        </p:txBody>
      </p:sp>
      <p:pic>
        <p:nvPic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B2704BB7-72D8-4304-8FFD-B204A4A22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e96ba554b43a7"/>
          <a:stretch xmlns:a="http://schemas.openxmlformats.org/drawingml/2006/main"/>
        </p:blipFill>
        <p:spPr>
          <a:xfrm xmlns:a="http://schemas.openxmlformats.org/drawingml/2006/main">
            <a:off x="-2453" y="4466592"/>
            <a:ext cx="647700" cy="657225"/>
          </a:xfrm>
          <a:prstGeom xmlns:a="http://schemas.openxmlformats.org/drawingml/2006/main" prst="rect">
            <a:avLst/>
          </a:prstGeom>
        </p:spPr>
      </p:pic>
      <p:sp>
        <p:nvSpPr>
          <p:cNvPr id="748" name="path-998">
            <a:extLst xmlns:a="http://schemas.openxmlformats.org/drawingml/2006/main">
              <a:ext uri="{FF2B5EF4-FFF2-40B4-BE49-F238E27FC236}">
                <a16:creationId xmlns:a16="http://schemas.microsoft.com/office/drawing/2014/main" id="{C67894A6-3439-4302-995C-DC43E8D9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1" y="6734189"/>
            <a:ext cx="3715342" cy="557890"/>
          </a:xfrm>
          <a:custGeom xmlns:a="http://schemas.openxmlformats.org/drawingml/2006/main">
            <a:pathLst>
              <a:path w="3715342" h="557890">
                <a:moveTo>
                  <a:pt x="0" y="35649"/>
                </a:moveTo>
                <a:cubicBezTo>
                  <a:pt x="0" y="15961"/>
                  <a:pt x="15961" y="0"/>
                  <a:pt x="35650" y="0"/>
                </a:cubicBezTo>
                <a:lnTo>
                  <a:pt x="3679692" y="0"/>
                </a:lnTo>
                <a:cubicBezTo>
                  <a:pt x="3699381" y="0"/>
                  <a:pt x="3715342" y="15961"/>
                  <a:pt x="3715342" y="35649"/>
                </a:cubicBezTo>
                <a:lnTo>
                  <a:pt x="3715342" y="522241"/>
                </a:lnTo>
                <a:cubicBezTo>
                  <a:pt x="3715342" y="541929"/>
                  <a:pt x="3699381" y="557890"/>
                  <a:pt x="3679692" y="557890"/>
                </a:cubicBezTo>
                <a:lnTo>
                  <a:pt x="35650" y="557890"/>
                </a:lnTo>
                <a:cubicBezTo>
                  <a:pt x="15961" y="557890"/>
                  <a:pt x="0" y="541929"/>
                  <a:pt x="0" y="522241"/>
                </a:cubicBezTo>
                <a:lnTo>
                  <a:pt x="0" y="3564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999">
            <a:extLst xmlns:a="http://schemas.openxmlformats.org/drawingml/2006/main">
              <a:ext uri="{FF2B5EF4-FFF2-40B4-BE49-F238E27FC236}">
                <a16:creationId xmlns:a16="http://schemas.microsoft.com/office/drawing/2014/main" id="{F3ACB85D-2B4A-4B3F-A5E1-A985BDF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1" y="6734189"/>
            <a:ext cx="3715342" cy="557891"/>
          </a:xfrm>
          <a:custGeom xmlns:a="http://schemas.openxmlformats.org/drawingml/2006/main">
            <a:pathLst>
              <a:path w="3715342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3" y="0"/>
                </a:lnTo>
                <a:cubicBezTo>
                  <a:pt x="3699382" y="0"/>
                  <a:pt x="3715342" y="15961"/>
                  <a:pt x="3715342" y="35650"/>
                </a:cubicBezTo>
                <a:lnTo>
                  <a:pt x="3715342" y="522241"/>
                </a:lnTo>
                <a:cubicBezTo>
                  <a:pt x="3715342" y="541931"/>
                  <a:pt x="3699382" y="557891"/>
                  <a:pt x="3679693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6749">
            <a:solidFill>
              <a:srgbClr val="000000"/>
            </a:solidFill>
            <a:prstDash val="solid"/>
          </a:ln>
        </p:spPr>
      </p:sp>
      <p:sp>
        <p:nvSpPr>
          <p:cNvPr id="750" name="path-1000">
            <a:extLst xmlns:a="http://schemas.openxmlformats.org/drawingml/2006/main">
              <a:ext uri="{FF2B5EF4-FFF2-40B4-BE49-F238E27FC236}">
                <a16:creationId xmlns:a16="http://schemas.microsoft.com/office/drawing/2014/main" id="{EFA1650A-F124-4A20-9EA0-D8AC2F54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6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1001">
            <a:extLst xmlns:a="http://schemas.openxmlformats.org/drawingml/2006/main">
              <a:ext uri="{FF2B5EF4-FFF2-40B4-BE49-F238E27FC236}">
                <a16:creationId xmlns:a16="http://schemas.microsoft.com/office/drawing/2014/main" id="{363D1F78-6A66-477B-AE2E-2D0DF73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41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2" name="path-1002">
            <a:extLst xmlns:a="http://schemas.openxmlformats.org/drawingml/2006/main">
              <a:ext uri="{FF2B5EF4-FFF2-40B4-BE49-F238E27FC236}">
                <a16:creationId xmlns:a16="http://schemas.microsoft.com/office/drawing/2014/main" id="{AF928531-F6AB-40F3-9AD8-254F77A2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21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1003">
            <a:extLst xmlns:a="http://schemas.openxmlformats.org/drawingml/2006/main">
              <a:ext uri="{FF2B5EF4-FFF2-40B4-BE49-F238E27FC236}">
                <a16:creationId xmlns:a16="http://schemas.microsoft.com/office/drawing/2014/main" id="{3100B218-7A99-4CED-B6B3-B864495F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5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4" name="path-1004">
            <a:extLst xmlns:a="http://schemas.openxmlformats.org/drawingml/2006/main">
              <a:ext uri="{FF2B5EF4-FFF2-40B4-BE49-F238E27FC236}">
                <a16:creationId xmlns:a16="http://schemas.microsoft.com/office/drawing/2014/main" id="{2EE05C02-C979-4215-9F54-19DCF7B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2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1005">
            <a:extLst xmlns:a="http://schemas.openxmlformats.org/drawingml/2006/main">
              <a:ext uri="{FF2B5EF4-FFF2-40B4-BE49-F238E27FC236}">
                <a16:creationId xmlns:a16="http://schemas.microsoft.com/office/drawing/2014/main" id="{69BB4D92-9853-40D3-8C73-C4FF8A14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85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path-1006">
            <a:extLst xmlns:a="http://schemas.openxmlformats.org/drawingml/2006/main">
              <a:ext uri="{FF2B5EF4-FFF2-40B4-BE49-F238E27FC236}">
                <a16:creationId xmlns:a16="http://schemas.microsoft.com/office/drawing/2014/main" id="{280451E9-B463-425D-AB79-7577F7D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4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1007">
            <a:extLst xmlns:a="http://schemas.openxmlformats.org/drawingml/2006/main">
              <a:ext uri="{FF2B5EF4-FFF2-40B4-BE49-F238E27FC236}">
                <a16:creationId xmlns:a16="http://schemas.microsoft.com/office/drawing/2014/main" id="{27466B87-D348-4DB6-8082-2DB77F52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3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8" name="path-1008">
            <a:extLst xmlns:a="http://schemas.openxmlformats.org/drawingml/2006/main">
              <a:ext uri="{FF2B5EF4-FFF2-40B4-BE49-F238E27FC236}">
                <a16:creationId xmlns:a16="http://schemas.microsoft.com/office/drawing/2014/main" id="{C6855453-C30D-476E-9268-3150E14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1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1009">
            <a:extLst xmlns:a="http://schemas.openxmlformats.org/drawingml/2006/main">
              <a:ext uri="{FF2B5EF4-FFF2-40B4-BE49-F238E27FC236}">
                <a16:creationId xmlns:a16="http://schemas.microsoft.com/office/drawing/2014/main" id="{95D75EF1-6BB8-4600-A802-D38E0396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81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1010">
            <a:extLst xmlns:a="http://schemas.openxmlformats.org/drawingml/2006/main">
              <a:ext uri="{FF2B5EF4-FFF2-40B4-BE49-F238E27FC236}">
                <a16:creationId xmlns:a16="http://schemas.microsoft.com/office/drawing/2014/main" id="{978BBA10-B7A2-48FE-BCB9-566CADDA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6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1011">
            <a:extLst xmlns:a="http://schemas.openxmlformats.org/drawingml/2006/main">
              <a:ext uri="{FF2B5EF4-FFF2-40B4-BE49-F238E27FC236}">
                <a16:creationId xmlns:a16="http://schemas.microsoft.com/office/drawing/2014/main" id="{10444625-30E0-4E1A-874A-1B17B360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9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1012">
            <a:extLst xmlns:a="http://schemas.openxmlformats.org/drawingml/2006/main">
              <a:ext uri="{FF2B5EF4-FFF2-40B4-BE49-F238E27FC236}">
                <a16:creationId xmlns:a16="http://schemas.microsoft.com/office/drawing/2014/main" id="{78379194-BE1F-470D-8EA1-EBD46FE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46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1013">
            <a:extLst xmlns:a="http://schemas.openxmlformats.org/drawingml/2006/main">
              <a:ext uri="{FF2B5EF4-FFF2-40B4-BE49-F238E27FC236}">
                <a16:creationId xmlns:a16="http://schemas.microsoft.com/office/drawing/2014/main" id="{4E9D1D8D-B3CB-4730-A4D1-A23A56F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24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1014">
            <a:extLst xmlns:a="http://schemas.openxmlformats.org/drawingml/2006/main">
              <a:ext uri="{FF2B5EF4-FFF2-40B4-BE49-F238E27FC236}">
                <a16:creationId xmlns:a16="http://schemas.microsoft.com/office/drawing/2014/main" id="{A61C4617-4D97-408B-AFB0-9500206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03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1015">
            <a:extLst xmlns:a="http://schemas.openxmlformats.org/drawingml/2006/main">
              <a:ext uri="{FF2B5EF4-FFF2-40B4-BE49-F238E27FC236}">
                <a16:creationId xmlns:a16="http://schemas.microsoft.com/office/drawing/2014/main" id="{748EDF62-5C59-4602-93E7-08F4DE99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92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1016">
            <a:extLst xmlns:a="http://schemas.openxmlformats.org/drawingml/2006/main">
              <a:ext uri="{FF2B5EF4-FFF2-40B4-BE49-F238E27FC236}">
                <a16:creationId xmlns:a16="http://schemas.microsoft.com/office/drawing/2014/main" id="{A29501B0-7BD0-41FC-BAB3-C423177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80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1017">
            <a:extLst xmlns:a="http://schemas.openxmlformats.org/drawingml/2006/main">
              <a:ext uri="{FF2B5EF4-FFF2-40B4-BE49-F238E27FC236}">
                <a16:creationId xmlns:a16="http://schemas.microsoft.com/office/drawing/2014/main" id="{DBF9C180-9C6B-47B3-92F1-F339B1B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97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1018">
            <a:extLst xmlns:a="http://schemas.openxmlformats.org/drawingml/2006/main">
              <a:ext uri="{FF2B5EF4-FFF2-40B4-BE49-F238E27FC236}">
                <a16:creationId xmlns:a16="http://schemas.microsoft.com/office/drawing/2014/main" id="{CC415B5E-2365-4DE0-9DB1-9822FF1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75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1019">
            <a:extLst xmlns:a="http://schemas.openxmlformats.org/drawingml/2006/main">
              <a:ext uri="{FF2B5EF4-FFF2-40B4-BE49-F238E27FC236}">
                <a16:creationId xmlns:a16="http://schemas.microsoft.com/office/drawing/2014/main" id="{8806A617-1F6C-42EB-BDBE-CD81BEFD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8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0" name="path-1020">
            <a:extLst xmlns:a="http://schemas.openxmlformats.org/drawingml/2006/main">
              <a:ext uri="{FF2B5EF4-FFF2-40B4-BE49-F238E27FC236}">
                <a16:creationId xmlns:a16="http://schemas.microsoft.com/office/drawing/2014/main" id="{06353A6B-26BB-4343-A14F-644DA0BD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85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1021">
            <a:extLst xmlns:a="http://schemas.openxmlformats.org/drawingml/2006/main">
              <a:ext uri="{FF2B5EF4-FFF2-40B4-BE49-F238E27FC236}">
                <a16:creationId xmlns:a16="http://schemas.microsoft.com/office/drawing/2014/main" id="{CB62F388-3B4D-4257-B361-CD8B0AD0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18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2" name="path-1022">
            <a:extLst xmlns:a="http://schemas.openxmlformats.org/drawingml/2006/main">
              <a:ext uri="{FF2B5EF4-FFF2-40B4-BE49-F238E27FC236}">
                <a16:creationId xmlns:a16="http://schemas.microsoft.com/office/drawing/2014/main" id="{D7FEBA84-5292-4F07-8E72-E53EADDA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7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1023">
            <a:extLst xmlns:a="http://schemas.openxmlformats.org/drawingml/2006/main">
              <a:ext uri="{FF2B5EF4-FFF2-40B4-BE49-F238E27FC236}">
                <a16:creationId xmlns:a16="http://schemas.microsoft.com/office/drawing/2014/main" id="{E9D53624-0143-4CB5-A7E8-E63C2E6E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41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4" name="path-1024">
            <a:extLst xmlns:a="http://schemas.openxmlformats.org/drawingml/2006/main">
              <a:ext uri="{FF2B5EF4-FFF2-40B4-BE49-F238E27FC236}">
                <a16:creationId xmlns:a16="http://schemas.microsoft.com/office/drawing/2014/main" id="{0FF3DAFD-A1CC-4E1E-828B-BDBAEB4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9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1025">
            <a:extLst xmlns:a="http://schemas.openxmlformats.org/drawingml/2006/main">
              <a:ext uri="{FF2B5EF4-FFF2-40B4-BE49-F238E27FC236}">
                <a16:creationId xmlns:a16="http://schemas.microsoft.com/office/drawing/2014/main" id="{37BD946B-0F9B-492A-9339-E8C78EA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91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6" name="path-1026">
            <a:extLst xmlns:a="http://schemas.openxmlformats.org/drawingml/2006/main">
              <a:ext uri="{FF2B5EF4-FFF2-40B4-BE49-F238E27FC236}">
                <a16:creationId xmlns:a16="http://schemas.microsoft.com/office/drawing/2014/main" id="{88DCFAF6-3E56-4C81-881C-EEE98FC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69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1027">
            <a:extLst xmlns:a="http://schemas.openxmlformats.org/drawingml/2006/main">
              <a:ext uri="{FF2B5EF4-FFF2-40B4-BE49-F238E27FC236}">
                <a16:creationId xmlns:a16="http://schemas.microsoft.com/office/drawing/2014/main" id="{E7174730-54FE-49B8-AA4D-82446E00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02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8" name="path-1028">
            <a:extLst xmlns:a="http://schemas.openxmlformats.org/drawingml/2006/main">
              <a:ext uri="{FF2B5EF4-FFF2-40B4-BE49-F238E27FC236}">
                <a16:creationId xmlns:a16="http://schemas.microsoft.com/office/drawing/2014/main" id="{95F34F17-C8C8-4E07-BEC9-A84E04DF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24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1029">
            <a:extLst xmlns:a="http://schemas.openxmlformats.org/drawingml/2006/main">
              <a:ext uri="{FF2B5EF4-FFF2-40B4-BE49-F238E27FC236}">
                <a16:creationId xmlns:a16="http://schemas.microsoft.com/office/drawing/2014/main" id="{4DAA5871-3A85-4EEA-827A-39EF8F02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25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1030">
            <a:extLst xmlns:a="http://schemas.openxmlformats.org/drawingml/2006/main">
              <a:ext uri="{FF2B5EF4-FFF2-40B4-BE49-F238E27FC236}">
                <a16:creationId xmlns:a16="http://schemas.microsoft.com/office/drawing/2014/main" id="{D3061A0F-EB37-4014-8430-F577632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914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1031">
            <a:extLst xmlns:a="http://schemas.openxmlformats.org/drawingml/2006/main">
              <a:ext uri="{FF2B5EF4-FFF2-40B4-BE49-F238E27FC236}">
                <a16:creationId xmlns:a16="http://schemas.microsoft.com/office/drawing/2014/main" id="{3F9773BD-DCEB-4C28-BFA3-0B2E902A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80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2" name="path-1032">
            <a:extLst xmlns:a="http://schemas.openxmlformats.org/drawingml/2006/main">
              <a:ext uri="{FF2B5EF4-FFF2-40B4-BE49-F238E27FC236}">
                <a16:creationId xmlns:a16="http://schemas.microsoft.com/office/drawing/2014/main" id="{15E1DA63-A300-4216-AD0D-8E6A188F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58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1033">
            <a:extLst xmlns:a="http://schemas.openxmlformats.org/drawingml/2006/main">
              <a:ext uri="{FF2B5EF4-FFF2-40B4-BE49-F238E27FC236}">
                <a16:creationId xmlns:a16="http://schemas.microsoft.com/office/drawing/2014/main" id="{8B5DA927-5B3E-4CCE-9D4E-2825FC6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752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4" name="path-1034">
            <a:extLst xmlns:a="http://schemas.openxmlformats.org/drawingml/2006/main">
              <a:ext uri="{FF2B5EF4-FFF2-40B4-BE49-F238E27FC236}">
                <a16:creationId xmlns:a16="http://schemas.microsoft.com/office/drawing/2014/main" id="{3B1FD6ED-F9A2-4936-BE28-04E581AA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533" y="6764333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2" y="2082"/>
                  <a:pt x="37342" y="4650"/>
                </a:cubicBezTo>
                <a:lnTo>
                  <a:pt x="37342" y="23245"/>
                </a:lnTo>
                <a:cubicBezTo>
                  <a:pt x="37342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1035">
            <a:extLst xmlns:a="http://schemas.openxmlformats.org/drawingml/2006/main">
              <a:ext uri="{FF2B5EF4-FFF2-40B4-BE49-F238E27FC236}">
                <a16:creationId xmlns:a16="http://schemas.microsoft.com/office/drawing/2014/main" id="{3EA99D71-47BC-42A1-BB42-565F206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413" y="6764333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50"/>
                </a:moveTo>
                <a:cubicBezTo>
                  <a:pt x="0" y="2082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2"/>
                  <a:pt x="37343" y="4650"/>
                </a:cubicBezTo>
                <a:lnTo>
                  <a:pt x="37343" y="23245"/>
                </a:lnTo>
                <a:cubicBezTo>
                  <a:pt x="37343" y="25814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4"/>
                  <a:pt x="0" y="23245"/>
                </a:cubicBezTo>
                <a:lnTo>
                  <a:pt x="0" y="46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6" name="path-1036">
            <a:extLst xmlns:a="http://schemas.openxmlformats.org/drawingml/2006/main">
              <a:ext uri="{FF2B5EF4-FFF2-40B4-BE49-F238E27FC236}">
                <a16:creationId xmlns:a16="http://schemas.microsoft.com/office/drawing/2014/main" id="{8478D72D-5374-4228-BC87-D879BDA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0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1037">
            <a:extLst xmlns:a="http://schemas.openxmlformats.org/drawingml/2006/main">
              <a:ext uri="{FF2B5EF4-FFF2-40B4-BE49-F238E27FC236}">
                <a16:creationId xmlns:a16="http://schemas.microsoft.com/office/drawing/2014/main" id="{62BEB9D7-D5A9-4EB6-90A8-7041EB24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8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8" name="path-1038">
            <a:extLst xmlns:a="http://schemas.openxmlformats.org/drawingml/2006/main">
              <a:ext uri="{FF2B5EF4-FFF2-40B4-BE49-F238E27FC236}">
                <a16:creationId xmlns:a16="http://schemas.microsoft.com/office/drawing/2014/main" id="{E30BCF72-1D0D-4D4A-A09E-1915313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6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1039">
            <a:extLst xmlns:a="http://schemas.openxmlformats.org/drawingml/2006/main">
              <a:ext uri="{FF2B5EF4-FFF2-40B4-BE49-F238E27FC236}">
                <a16:creationId xmlns:a16="http://schemas.microsoft.com/office/drawing/2014/main" id="{3D428C8C-C21F-4AAE-8C0B-8BDA14F0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9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1040">
            <a:extLst xmlns:a="http://schemas.openxmlformats.org/drawingml/2006/main">
              <a:ext uri="{FF2B5EF4-FFF2-40B4-BE49-F238E27FC236}">
                <a16:creationId xmlns:a16="http://schemas.microsoft.com/office/drawing/2014/main" id="{BBD4B3B0-52EE-432B-9730-C91BE9D4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6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1041">
            <a:extLst xmlns:a="http://schemas.openxmlformats.org/drawingml/2006/main">
              <a:ext uri="{FF2B5EF4-FFF2-40B4-BE49-F238E27FC236}">
                <a16:creationId xmlns:a16="http://schemas.microsoft.com/office/drawing/2014/main" id="{70787A34-AC61-41B8-B421-340F91F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9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2" name="path-1042">
            <a:extLst xmlns:a="http://schemas.openxmlformats.org/drawingml/2006/main">
              <a:ext uri="{FF2B5EF4-FFF2-40B4-BE49-F238E27FC236}">
                <a16:creationId xmlns:a16="http://schemas.microsoft.com/office/drawing/2014/main" id="{A0F22DC0-4ADF-4A03-B032-B0BDEB2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8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1043">
            <a:extLst xmlns:a="http://schemas.openxmlformats.org/drawingml/2006/main">
              <a:ext uri="{FF2B5EF4-FFF2-40B4-BE49-F238E27FC236}">
                <a16:creationId xmlns:a16="http://schemas.microsoft.com/office/drawing/2014/main" id="{0A64ACF4-B0AB-415F-94E3-065E4EF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7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4" name="path-1044">
            <a:extLst xmlns:a="http://schemas.openxmlformats.org/drawingml/2006/main">
              <a:ext uri="{FF2B5EF4-FFF2-40B4-BE49-F238E27FC236}">
                <a16:creationId xmlns:a16="http://schemas.microsoft.com/office/drawing/2014/main" id="{5792D6B8-43C6-40A6-AFC4-9B92DA8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5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1045">
            <a:extLst xmlns:a="http://schemas.openxmlformats.org/drawingml/2006/main">
              <a:ext uri="{FF2B5EF4-FFF2-40B4-BE49-F238E27FC236}">
                <a16:creationId xmlns:a16="http://schemas.microsoft.com/office/drawing/2014/main" id="{6D37FE3C-DDBA-49B7-91C4-EF6C8EC9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22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6" name="path-1046">
            <a:extLst xmlns:a="http://schemas.openxmlformats.org/drawingml/2006/main">
              <a:ext uri="{FF2B5EF4-FFF2-40B4-BE49-F238E27FC236}">
                <a16:creationId xmlns:a16="http://schemas.microsoft.com/office/drawing/2014/main" id="{6CDC6926-5BB2-4F3C-AE1E-D1D7D803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00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1047">
            <a:extLst xmlns:a="http://schemas.openxmlformats.org/drawingml/2006/main">
              <a:ext uri="{FF2B5EF4-FFF2-40B4-BE49-F238E27FC236}">
                <a16:creationId xmlns:a16="http://schemas.microsoft.com/office/drawing/2014/main" id="{760320EA-A404-47DD-BDCB-E54375E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33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8" name="path-1048">
            <a:extLst xmlns:a="http://schemas.openxmlformats.org/drawingml/2006/main">
              <a:ext uri="{FF2B5EF4-FFF2-40B4-BE49-F238E27FC236}">
                <a16:creationId xmlns:a16="http://schemas.microsoft.com/office/drawing/2014/main" id="{CA624DB7-BDB0-49E1-B02C-661EB738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10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1049">
            <a:extLst xmlns:a="http://schemas.openxmlformats.org/drawingml/2006/main">
              <a:ext uri="{FF2B5EF4-FFF2-40B4-BE49-F238E27FC236}">
                <a16:creationId xmlns:a16="http://schemas.microsoft.com/office/drawing/2014/main" id="{CBB68CBA-C792-44F4-AD4B-43D26544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887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0" name="path-1050">
            <a:extLst xmlns:a="http://schemas.openxmlformats.org/drawingml/2006/main">
              <a:ext uri="{FF2B5EF4-FFF2-40B4-BE49-F238E27FC236}">
                <a16:creationId xmlns:a16="http://schemas.microsoft.com/office/drawing/2014/main" id="{A3FAFC0C-B4B6-4941-9FA9-A39658B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67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1051">
            <a:extLst xmlns:a="http://schemas.openxmlformats.org/drawingml/2006/main">
              <a:ext uri="{FF2B5EF4-FFF2-40B4-BE49-F238E27FC236}">
                <a16:creationId xmlns:a16="http://schemas.microsoft.com/office/drawing/2014/main" id="{16FA00EA-13B0-4260-9CE1-8E061A0F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6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2" name="path-1052">
            <a:extLst xmlns:a="http://schemas.openxmlformats.org/drawingml/2006/main">
              <a:ext uri="{FF2B5EF4-FFF2-40B4-BE49-F238E27FC236}">
                <a16:creationId xmlns:a16="http://schemas.microsoft.com/office/drawing/2014/main" id="{9A66CD87-97A5-4790-BF29-140F3C8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44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1053">
            <a:extLst xmlns:a="http://schemas.openxmlformats.org/drawingml/2006/main">
              <a:ext uri="{FF2B5EF4-FFF2-40B4-BE49-F238E27FC236}">
                <a16:creationId xmlns:a16="http://schemas.microsoft.com/office/drawing/2014/main" id="{D738EA41-FB51-4018-B088-BCCF9740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614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4" name="path-1054">
            <a:extLst xmlns:a="http://schemas.openxmlformats.org/drawingml/2006/main">
              <a:ext uri="{FF2B5EF4-FFF2-40B4-BE49-F238E27FC236}">
                <a16:creationId xmlns:a16="http://schemas.microsoft.com/office/drawing/2014/main" id="{9A304FA7-E70F-4C9A-86A1-6D329952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9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1055">
            <a:extLst xmlns:a="http://schemas.openxmlformats.org/drawingml/2006/main">
              <a:ext uri="{FF2B5EF4-FFF2-40B4-BE49-F238E27FC236}">
                <a16:creationId xmlns:a16="http://schemas.microsoft.com/office/drawing/2014/main" id="{1AA5991A-E583-46AA-8F36-6E2D9AC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72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1056">
            <a:extLst xmlns:a="http://schemas.openxmlformats.org/drawingml/2006/main">
              <a:ext uri="{FF2B5EF4-FFF2-40B4-BE49-F238E27FC236}">
                <a16:creationId xmlns:a16="http://schemas.microsoft.com/office/drawing/2014/main" id="{E0427003-644B-45EF-8FEB-A77AE88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497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1057">
            <a:extLst xmlns:a="http://schemas.openxmlformats.org/drawingml/2006/main">
              <a:ext uri="{FF2B5EF4-FFF2-40B4-BE49-F238E27FC236}">
                <a16:creationId xmlns:a16="http://schemas.microsoft.com/office/drawing/2014/main" id="{178FD2AE-512A-425B-9739-07225BB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827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8" name="path-1058">
            <a:extLst xmlns:a="http://schemas.openxmlformats.org/drawingml/2006/main">
              <a:ext uri="{FF2B5EF4-FFF2-40B4-BE49-F238E27FC236}">
                <a16:creationId xmlns:a16="http://schemas.microsoft.com/office/drawing/2014/main" id="{837F8C02-EA61-4F62-940C-A80C0FAD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61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1059">
            <a:extLst xmlns:a="http://schemas.openxmlformats.org/drawingml/2006/main">
              <a:ext uri="{FF2B5EF4-FFF2-40B4-BE49-F238E27FC236}">
                <a16:creationId xmlns:a16="http://schemas.microsoft.com/office/drawing/2014/main" id="{5AC026FE-638E-409D-BF55-DCEA3AC9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05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0" name="path-1060">
            <a:extLst xmlns:a="http://schemas.openxmlformats.org/drawingml/2006/main">
              <a:ext uri="{FF2B5EF4-FFF2-40B4-BE49-F238E27FC236}">
                <a16:creationId xmlns:a16="http://schemas.microsoft.com/office/drawing/2014/main" id="{15C07C0C-A84F-4EE9-BDAC-BB62FF7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83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1061">
            <a:extLst xmlns:a="http://schemas.openxmlformats.org/drawingml/2006/main">
              <a:ext uri="{FF2B5EF4-FFF2-40B4-BE49-F238E27FC236}">
                <a16:creationId xmlns:a16="http://schemas.microsoft.com/office/drawing/2014/main" id="{20872EE3-FBB2-41F0-95DD-6F3CFDC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55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1062">
            <a:extLst xmlns:a="http://schemas.openxmlformats.org/drawingml/2006/main">
              <a:ext uri="{FF2B5EF4-FFF2-40B4-BE49-F238E27FC236}">
                <a16:creationId xmlns:a16="http://schemas.microsoft.com/office/drawing/2014/main" id="{F5931153-0201-4288-9FE9-AB9C4AF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33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1063">
            <a:extLst xmlns:a="http://schemas.openxmlformats.org/drawingml/2006/main">
              <a:ext uri="{FF2B5EF4-FFF2-40B4-BE49-F238E27FC236}">
                <a16:creationId xmlns:a16="http://schemas.microsoft.com/office/drawing/2014/main" id="{8D9B6673-0CD3-410A-9436-2C93847E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866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1064">
            <a:extLst xmlns:a="http://schemas.openxmlformats.org/drawingml/2006/main">
              <a:ext uri="{FF2B5EF4-FFF2-40B4-BE49-F238E27FC236}">
                <a16:creationId xmlns:a16="http://schemas.microsoft.com/office/drawing/2014/main" id="{3A1FC827-0582-4E84-88A9-DBDEB62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887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1065">
            <a:extLst xmlns:a="http://schemas.openxmlformats.org/drawingml/2006/main">
              <a:ext uri="{FF2B5EF4-FFF2-40B4-BE49-F238E27FC236}">
                <a16:creationId xmlns:a16="http://schemas.microsoft.com/office/drawing/2014/main" id="{B48418B3-AABB-4D55-B0AE-6A821984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767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6" name="path-1066">
            <a:extLst xmlns:a="http://schemas.openxmlformats.org/drawingml/2006/main">
              <a:ext uri="{FF2B5EF4-FFF2-40B4-BE49-F238E27FC236}">
                <a16:creationId xmlns:a16="http://schemas.microsoft.com/office/drawing/2014/main" id="{0ED75CFB-F116-4FDD-AC95-E70C5E6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557" y="7246085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1067">
            <a:extLst xmlns:a="http://schemas.openxmlformats.org/drawingml/2006/main">
              <a:ext uri="{FF2B5EF4-FFF2-40B4-BE49-F238E27FC236}">
                <a16:creationId xmlns:a16="http://schemas.microsoft.com/office/drawing/2014/main" id="{6F12BD8E-D1E0-4F7A-BA1D-06E65BC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44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8" name="path-1068">
            <a:extLst xmlns:a="http://schemas.openxmlformats.org/drawingml/2006/main">
              <a:ext uri="{FF2B5EF4-FFF2-40B4-BE49-F238E27FC236}">
                <a16:creationId xmlns:a16="http://schemas.microsoft.com/office/drawing/2014/main" id="{768271D1-E3E2-4371-9A11-AEDED52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226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1069">
            <a:extLst xmlns:a="http://schemas.openxmlformats.org/drawingml/2006/main">
              <a:ext uri="{FF2B5EF4-FFF2-40B4-BE49-F238E27FC236}">
                <a16:creationId xmlns:a16="http://schemas.microsoft.com/office/drawing/2014/main" id="{E533DCCC-29CC-41AD-B9BA-FE0ECF8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39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0" name="path-1070">
            <a:extLst xmlns:a="http://schemas.openxmlformats.org/drawingml/2006/main">
              <a:ext uri="{FF2B5EF4-FFF2-40B4-BE49-F238E27FC236}">
                <a16:creationId xmlns:a16="http://schemas.microsoft.com/office/drawing/2014/main" id="{E694B8E9-DD0A-4405-BB9F-297F9492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17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1071">
            <a:extLst xmlns:a="http://schemas.openxmlformats.org/drawingml/2006/main">
              <a:ext uri="{FF2B5EF4-FFF2-40B4-BE49-F238E27FC236}">
                <a16:creationId xmlns:a16="http://schemas.microsoft.com/office/drawing/2014/main" id="{8A9ADD88-8671-4542-82ED-5ED0FE8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055" y="7246085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36ABDBE3-48AE-4653-9A42-AD699E7DC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13f898e1e4b03"/>
          <a:stretch xmlns:a="http://schemas.openxmlformats.org/drawingml/2006/main"/>
        </p:blipFill>
        <p:spPr>
          <a:xfrm xmlns:a="http://schemas.openxmlformats.org/drawingml/2006/main">
            <a:off x="426172" y="68192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22DC1777-EF5B-4918-B1A8-8C4292CB3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b2f0dc2e1472f"/>
          <a:stretch xmlns:a="http://schemas.openxmlformats.org/drawingml/2006/main"/>
        </p:blipFill>
        <p:spPr>
          <a:xfrm xmlns:a="http://schemas.openxmlformats.org/drawingml/2006/main">
            <a:off x="1159597" y="6819267"/>
            <a:ext cx="676275" cy="390525"/>
          </a:xfrm>
          <a:prstGeom xmlns:a="http://schemas.openxmlformats.org/drawingml/2006/main" prst="rect">
            <a:avLst/>
          </a:prstGeom>
        </p:spPr>
      </p:pic>
      <p:pic>
        <p:nvPic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A60970F4-1F4A-41ED-9036-D261868BB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20e471ee141b1"/>
          <a:stretch xmlns:a="http://schemas.openxmlformats.org/drawingml/2006/main"/>
        </p:blipFill>
        <p:spPr>
          <a:xfrm xmlns:a="http://schemas.openxmlformats.org/drawingml/2006/main">
            <a:off x="1893022" y="6819267"/>
            <a:ext cx="676275" cy="390525"/>
          </a:xfrm>
          <a:prstGeom xmlns:a="http://schemas.openxmlformats.org/drawingml/2006/main" prst="rect">
            <a:avLst/>
          </a:prstGeom>
        </p:spPr>
      </p:pic>
      <p:pic>
        <p:nvPic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6DD86B3E-0712-4EED-A673-038C1C975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ca38fdef44f5f"/>
          <a:stretch xmlns:a="http://schemas.openxmlformats.org/drawingml/2006/main"/>
        </p:blipFill>
        <p:spPr>
          <a:xfrm xmlns:a="http://schemas.openxmlformats.org/drawingml/2006/main">
            <a:off x="2616922" y="6819267"/>
            <a:ext cx="685800" cy="390525"/>
          </a:xfrm>
          <a:prstGeom xmlns:a="http://schemas.openxmlformats.org/drawingml/2006/main" prst="rect">
            <a:avLst/>
          </a:prstGeom>
        </p:spPr>
      </p:pic>
      <p:pic>
        <p:nvPic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B2A57312-86C8-42F7-9DBC-043B99842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ce12248eb4e9f"/>
          <a:stretch xmlns:a="http://schemas.openxmlformats.org/drawingml/2006/main"/>
        </p:blipFill>
        <p:spPr>
          <a:xfrm xmlns:a="http://schemas.openxmlformats.org/drawingml/2006/main">
            <a:off x="3350347" y="6819267"/>
            <a:ext cx="685800" cy="390525"/>
          </a:xfrm>
          <a:prstGeom xmlns:a="http://schemas.openxmlformats.org/drawingml/2006/main" prst="rect">
            <a:avLst/>
          </a:prstGeom>
        </p:spPr>
      </p:pic>
      <p:sp>
        <p:nvSpPr>
          <p:cNvPr id="827" name="path-1077">
            <a:extLst xmlns:a="http://schemas.openxmlformats.org/drawingml/2006/main">
              <a:ext uri="{FF2B5EF4-FFF2-40B4-BE49-F238E27FC236}">
                <a16:creationId xmlns:a16="http://schemas.microsoft.com/office/drawing/2014/main" id="{961C7DAB-4F75-4F53-96BE-8801555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609" y="6728351"/>
            <a:ext cx="3715341" cy="557891"/>
          </a:xfrm>
          <a:custGeom xmlns:a="http://schemas.openxmlformats.org/drawingml/2006/main">
            <a:pathLst>
              <a:path w="3715341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1" y="0"/>
                </a:lnTo>
                <a:cubicBezTo>
                  <a:pt x="3699380" y="0"/>
                  <a:pt x="3715341" y="15961"/>
                  <a:pt x="3715341" y="35650"/>
                </a:cubicBezTo>
                <a:lnTo>
                  <a:pt x="3715341" y="522241"/>
                </a:lnTo>
                <a:cubicBezTo>
                  <a:pt x="3715341" y="541931"/>
                  <a:pt x="3699380" y="557891"/>
                  <a:pt x="3679691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8" name="path-1078">
            <a:extLst xmlns:a="http://schemas.openxmlformats.org/drawingml/2006/main">
              <a:ext uri="{FF2B5EF4-FFF2-40B4-BE49-F238E27FC236}">
                <a16:creationId xmlns:a16="http://schemas.microsoft.com/office/drawing/2014/main" id="{82D972E0-CC9D-4735-B533-EE0ED1F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609" y="6728351"/>
            <a:ext cx="3715343" cy="557891"/>
          </a:xfrm>
          <a:custGeom xmlns:a="http://schemas.openxmlformats.org/drawingml/2006/main">
            <a:pathLst>
              <a:path w="3715343" h="557891">
                <a:moveTo>
                  <a:pt x="0" y="35650"/>
                </a:moveTo>
                <a:cubicBezTo>
                  <a:pt x="0" y="15961"/>
                  <a:pt x="15961" y="0"/>
                  <a:pt x="35650" y="0"/>
                </a:cubicBezTo>
                <a:lnTo>
                  <a:pt x="3679693" y="0"/>
                </a:lnTo>
                <a:cubicBezTo>
                  <a:pt x="3699382" y="0"/>
                  <a:pt x="3715343" y="15961"/>
                  <a:pt x="3715343" y="35650"/>
                </a:cubicBezTo>
                <a:lnTo>
                  <a:pt x="3715343" y="522241"/>
                </a:lnTo>
                <a:cubicBezTo>
                  <a:pt x="3715343" y="541931"/>
                  <a:pt x="3699382" y="557891"/>
                  <a:pt x="3679693" y="557891"/>
                </a:cubicBezTo>
                <a:lnTo>
                  <a:pt x="35650" y="557891"/>
                </a:lnTo>
                <a:cubicBezTo>
                  <a:pt x="15961" y="557891"/>
                  <a:pt x="0" y="541931"/>
                  <a:pt x="0" y="522241"/>
                </a:cubicBezTo>
                <a:lnTo>
                  <a:pt x="0" y="35650"/>
                </a:lnTo>
              </a:path>
            </a:pathLst>
          </a:custGeom>
          <a:noFill xmlns:a="http://schemas.openxmlformats.org/drawingml/2006/main"/>
          <a:ln xmlns:a="http://schemas.openxmlformats.org/drawingml/2006/main" w="6749">
            <a:solidFill>
              <a:srgbClr val="000000"/>
            </a:solidFill>
            <a:prstDash val="solid"/>
          </a:ln>
        </p:spPr>
      </p:sp>
      <p:sp>
        <p:nvSpPr>
          <p:cNvPr id="829" name="path-1079">
            <a:extLst xmlns:a="http://schemas.openxmlformats.org/drawingml/2006/main">
              <a:ext uri="{FF2B5EF4-FFF2-40B4-BE49-F238E27FC236}">
                <a16:creationId xmlns:a16="http://schemas.microsoft.com/office/drawing/2014/main" id="{BF302EFF-76A1-4938-8C68-84D76E21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30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0" name="path-1080">
            <a:extLst xmlns:a="http://schemas.openxmlformats.org/drawingml/2006/main">
              <a:ext uri="{FF2B5EF4-FFF2-40B4-BE49-F238E27FC236}">
                <a16:creationId xmlns:a16="http://schemas.microsoft.com/office/drawing/2014/main" id="{A5B3AECC-A2A6-41C9-9D8B-2EA256B1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47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1081">
            <a:extLst xmlns:a="http://schemas.openxmlformats.org/drawingml/2006/main">
              <a:ext uri="{FF2B5EF4-FFF2-40B4-BE49-F238E27FC236}">
                <a16:creationId xmlns:a16="http://schemas.microsoft.com/office/drawing/2014/main" id="{B989E030-26C5-4EB3-A23A-82E02A05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25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2" name="path-1082">
            <a:extLst xmlns:a="http://schemas.openxmlformats.org/drawingml/2006/main">
              <a:ext uri="{FF2B5EF4-FFF2-40B4-BE49-F238E27FC236}">
                <a16:creationId xmlns:a16="http://schemas.microsoft.com/office/drawing/2014/main" id="{9261CCB5-CF28-4F22-B2D9-A2A4221D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8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1083">
            <a:extLst xmlns:a="http://schemas.openxmlformats.org/drawingml/2006/main">
              <a:ext uri="{FF2B5EF4-FFF2-40B4-BE49-F238E27FC236}">
                <a16:creationId xmlns:a16="http://schemas.microsoft.com/office/drawing/2014/main" id="{5F9D46C2-8E15-48B7-BC33-800D1B2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36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4" name="path-1084">
            <a:extLst xmlns:a="http://schemas.openxmlformats.org/drawingml/2006/main">
              <a:ext uri="{FF2B5EF4-FFF2-40B4-BE49-F238E27FC236}">
                <a16:creationId xmlns:a16="http://schemas.microsoft.com/office/drawing/2014/main" id="{25E0336C-A29B-4CA9-A7F7-90D90D38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692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1085">
            <a:extLst xmlns:a="http://schemas.openxmlformats.org/drawingml/2006/main">
              <a:ext uri="{FF2B5EF4-FFF2-40B4-BE49-F238E27FC236}">
                <a16:creationId xmlns:a16="http://schemas.microsoft.com/office/drawing/2014/main" id="{6528AE34-90A3-4E75-9D48-B69CB5C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48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6" name="path-1086">
            <a:extLst xmlns:a="http://schemas.openxmlformats.org/drawingml/2006/main">
              <a:ext uri="{FF2B5EF4-FFF2-40B4-BE49-F238E27FC236}">
                <a16:creationId xmlns:a16="http://schemas.microsoft.com/office/drawing/2014/main" id="{354B6AB6-6BA6-4762-B79C-909D562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37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1087">
            <a:extLst xmlns:a="http://schemas.openxmlformats.org/drawingml/2006/main">
              <a:ext uri="{FF2B5EF4-FFF2-40B4-BE49-F238E27FC236}">
                <a16:creationId xmlns:a16="http://schemas.microsoft.com/office/drawing/2014/main" id="{B2F33C66-772D-4794-AAA1-2DF0C2F3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24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8" name="path-1088">
            <a:extLst xmlns:a="http://schemas.openxmlformats.org/drawingml/2006/main">
              <a:ext uri="{FF2B5EF4-FFF2-40B4-BE49-F238E27FC236}">
                <a16:creationId xmlns:a16="http://schemas.microsoft.com/office/drawing/2014/main" id="{43EBD144-506D-4975-93FB-37E00F6E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1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1089">
            <a:extLst xmlns:a="http://schemas.openxmlformats.org/drawingml/2006/main">
              <a:ext uri="{FF2B5EF4-FFF2-40B4-BE49-F238E27FC236}">
                <a16:creationId xmlns:a16="http://schemas.microsoft.com/office/drawing/2014/main" id="{D490E6E0-4626-4A29-BE30-EB60BFF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199" y="6758496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0" name="path-1090">
            <a:extLst xmlns:a="http://schemas.openxmlformats.org/drawingml/2006/main">
              <a:ext uri="{FF2B5EF4-FFF2-40B4-BE49-F238E27FC236}">
                <a16:creationId xmlns:a16="http://schemas.microsoft.com/office/drawing/2014/main" id="{B299E792-06E2-4CF0-997B-35D91589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3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1091">
            <a:extLst xmlns:a="http://schemas.openxmlformats.org/drawingml/2006/main">
              <a:ext uri="{FF2B5EF4-FFF2-40B4-BE49-F238E27FC236}">
                <a16:creationId xmlns:a16="http://schemas.microsoft.com/office/drawing/2014/main" id="{7C8F8351-DF16-41AB-B6A0-61B62ECA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30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1092">
            <a:extLst xmlns:a="http://schemas.openxmlformats.org/drawingml/2006/main">
              <a:ext uri="{FF2B5EF4-FFF2-40B4-BE49-F238E27FC236}">
                <a16:creationId xmlns:a16="http://schemas.microsoft.com/office/drawing/2014/main" id="{4443B6AE-0D9A-4F64-A16C-EB3D16D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08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1093">
            <a:extLst xmlns:a="http://schemas.openxmlformats.org/drawingml/2006/main">
              <a:ext uri="{FF2B5EF4-FFF2-40B4-BE49-F238E27FC236}">
                <a16:creationId xmlns:a16="http://schemas.microsoft.com/office/drawing/2014/main" id="{97D98D8B-16DA-47AF-80D9-8EB71D6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87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4" name="path-1094">
            <a:extLst xmlns:a="http://schemas.openxmlformats.org/drawingml/2006/main">
              <a:ext uri="{FF2B5EF4-FFF2-40B4-BE49-F238E27FC236}">
                <a16:creationId xmlns:a16="http://schemas.microsoft.com/office/drawing/2014/main" id="{60C671DC-001D-4745-8229-186F878D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76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5" name="path-1095">
            <a:extLst xmlns:a="http://schemas.openxmlformats.org/drawingml/2006/main">
              <a:ext uri="{FF2B5EF4-FFF2-40B4-BE49-F238E27FC236}">
                <a16:creationId xmlns:a16="http://schemas.microsoft.com/office/drawing/2014/main" id="{A974A341-333F-46B0-A132-9121EB76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64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6" name="path-1096">
            <a:extLst xmlns:a="http://schemas.openxmlformats.org/drawingml/2006/main">
              <a:ext uri="{FF2B5EF4-FFF2-40B4-BE49-F238E27FC236}">
                <a16:creationId xmlns:a16="http://schemas.microsoft.com/office/drawing/2014/main" id="{2FB5CAF0-5C2A-4841-8ADF-BAE61394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80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7" name="path-1097">
            <a:extLst xmlns:a="http://schemas.openxmlformats.org/drawingml/2006/main">
              <a:ext uri="{FF2B5EF4-FFF2-40B4-BE49-F238E27FC236}">
                <a16:creationId xmlns:a16="http://schemas.microsoft.com/office/drawing/2014/main" id="{5F0B6591-EF80-4E75-A155-0DEA13CF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59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8" name="path-1098">
            <a:extLst xmlns:a="http://schemas.openxmlformats.org/drawingml/2006/main">
              <a:ext uri="{FF2B5EF4-FFF2-40B4-BE49-F238E27FC236}">
                <a16:creationId xmlns:a16="http://schemas.microsoft.com/office/drawing/2014/main" id="{32226966-2CC6-47FF-A5F5-A40F8384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91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9" name="path-1099">
            <a:extLst xmlns:a="http://schemas.openxmlformats.org/drawingml/2006/main">
              <a:ext uri="{FF2B5EF4-FFF2-40B4-BE49-F238E27FC236}">
                <a16:creationId xmlns:a16="http://schemas.microsoft.com/office/drawing/2014/main" id="{29AA4464-D42B-4F8A-B2AA-4B58D17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692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0" name="path-1100">
            <a:extLst xmlns:a="http://schemas.openxmlformats.org/drawingml/2006/main">
              <a:ext uri="{FF2B5EF4-FFF2-40B4-BE49-F238E27FC236}">
                <a16:creationId xmlns:a16="http://schemas.microsoft.com/office/drawing/2014/main" id="{873CA3EF-3F1A-4C4B-B656-992D4C0E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2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1" name="path-1101">
            <a:extLst xmlns:a="http://schemas.openxmlformats.org/drawingml/2006/main">
              <a:ext uri="{FF2B5EF4-FFF2-40B4-BE49-F238E27FC236}">
                <a16:creationId xmlns:a16="http://schemas.microsoft.com/office/drawing/2014/main" id="{8633E79C-EC09-4128-8516-5214CA1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1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2" name="path-1102">
            <a:extLst xmlns:a="http://schemas.openxmlformats.org/drawingml/2006/main">
              <a:ext uri="{FF2B5EF4-FFF2-40B4-BE49-F238E27FC236}">
                <a16:creationId xmlns:a16="http://schemas.microsoft.com/office/drawing/2014/main" id="{9EF43AD6-C2FB-4FA0-8624-DB3F0C36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25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3" name="path-1103">
            <a:extLst xmlns:a="http://schemas.openxmlformats.org/drawingml/2006/main">
              <a:ext uri="{FF2B5EF4-FFF2-40B4-BE49-F238E27FC236}">
                <a16:creationId xmlns:a16="http://schemas.microsoft.com/office/drawing/2014/main" id="{E138E342-5070-446D-964C-80E8A59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03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4" name="path-1104">
            <a:extLst xmlns:a="http://schemas.openxmlformats.org/drawingml/2006/main">
              <a:ext uri="{FF2B5EF4-FFF2-40B4-BE49-F238E27FC236}">
                <a16:creationId xmlns:a16="http://schemas.microsoft.com/office/drawing/2014/main" id="{58BBCFB7-D4D6-4DAC-8EC6-0ADB4007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1748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5" name="path-1105">
            <a:extLst xmlns:a="http://schemas.openxmlformats.org/drawingml/2006/main">
              <a:ext uri="{FF2B5EF4-FFF2-40B4-BE49-F238E27FC236}">
                <a16:creationId xmlns:a16="http://schemas.microsoft.com/office/drawing/2014/main" id="{2C792A07-5F1B-4402-900C-4DE0A0CE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53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6" name="path-1106">
            <a:extLst xmlns:a="http://schemas.openxmlformats.org/drawingml/2006/main">
              <a:ext uri="{FF2B5EF4-FFF2-40B4-BE49-F238E27FC236}">
                <a16:creationId xmlns:a16="http://schemas.microsoft.com/office/drawing/2014/main" id="{500870BB-8C71-4A49-A20A-BA747A0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5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7" name="path-1107">
            <a:extLst xmlns:a="http://schemas.openxmlformats.org/drawingml/2006/main">
              <a:ext uri="{FF2B5EF4-FFF2-40B4-BE49-F238E27FC236}">
                <a16:creationId xmlns:a16="http://schemas.microsoft.com/office/drawing/2014/main" id="{AE4AA41F-354B-4E02-8B58-C0B7A66C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08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8" name="path-1108">
            <a:extLst xmlns:a="http://schemas.openxmlformats.org/drawingml/2006/main">
              <a:ext uri="{FF2B5EF4-FFF2-40B4-BE49-F238E27FC236}">
                <a16:creationId xmlns:a16="http://schemas.microsoft.com/office/drawing/2014/main" id="{D45C9E85-07DA-4B29-87B9-C64469A0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9" name="path-1109">
            <a:extLst xmlns:a="http://schemas.openxmlformats.org/drawingml/2006/main">
              <a:ext uri="{FF2B5EF4-FFF2-40B4-BE49-F238E27FC236}">
                <a16:creationId xmlns:a16="http://schemas.microsoft.com/office/drawing/2014/main" id="{A4C92BCF-C4C5-494F-B808-7C1B746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752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0" name="path-1110">
            <a:extLst xmlns:a="http://schemas.openxmlformats.org/drawingml/2006/main">
              <a:ext uri="{FF2B5EF4-FFF2-40B4-BE49-F238E27FC236}">
                <a16:creationId xmlns:a16="http://schemas.microsoft.com/office/drawing/2014/main" id="{1FD9CAD4-9DEF-4D3C-900C-4FF56FDE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641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1" name="path-1111">
            <a:extLst xmlns:a="http://schemas.openxmlformats.org/drawingml/2006/main">
              <a:ext uri="{FF2B5EF4-FFF2-40B4-BE49-F238E27FC236}">
                <a16:creationId xmlns:a16="http://schemas.microsoft.com/office/drawing/2014/main" id="{08DC064E-74A8-4760-85EC-C31A345F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42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2" name="path-1112">
            <a:extLst xmlns:a="http://schemas.openxmlformats.org/drawingml/2006/main">
              <a:ext uri="{FF2B5EF4-FFF2-40B4-BE49-F238E27FC236}">
                <a16:creationId xmlns:a16="http://schemas.microsoft.com/office/drawing/2014/main" id="{407D63E5-7A19-4623-9A31-9396669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590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3" name="path-1113">
            <a:extLst xmlns:a="http://schemas.openxmlformats.org/drawingml/2006/main">
              <a:ext uri="{FF2B5EF4-FFF2-40B4-BE49-F238E27FC236}">
                <a16:creationId xmlns:a16="http://schemas.microsoft.com/office/drawing/2014/main" id="{BCAD733E-1C79-478D-A76C-07498C9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69" y="6758496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4" name="path-1114">
            <a:extLst xmlns:a="http://schemas.openxmlformats.org/drawingml/2006/main">
              <a:ext uri="{FF2B5EF4-FFF2-40B4-BE49-F238E27FC236}">
                <a16:creationId xmlns:a16="http://schemas.microsoft.com/office/drawing/2014/main" id="{C6D1928F-A722-4822-8EFF-C31C47B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250" y="6758496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5" name="path-1115">
            <a:extLst xmlns:a="http://schemas.openxmlformats.org/drawingml/2006/main">
              <a:ext uri="{FF2B5EF4-FFF2-40B4-BE49-F238E27FC236}">
                <a16:creationId xmlns:a16="http://schemas.microsoft.com/office/drawing/2014/main" id="{311F4954-09E8-4482-BFF8-0119CDC6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4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6" name="path-1116">
            <a:extLst xmlns:a="http://schemas.openxmlformats.org/drawingml/2006/main">
              <a:ext uri="{FF2B5EF4-FFF2-40B4-BE49-F238E27FC236}">
                <a16:creationId xmlns:a16="http://schemas.microsoft.com/office/drawing/2014/main" id="{F4D66919-E331-48E1-9248-474920AE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12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7" name="path-1117">
            <a:extLst xmlns:a="http://schemas.openxmlformats.org/drawingml/2006/main">
              <a:ext uri="{FF2B5EF4-FFF2-40B4-BE49-F238E27FC236}">
                <a16:creationId xmlns:a16="http://schemas.microsoft.com/office/drawing/2014/main" id="{91FE061D-1204-4AE3-A598-00A3CBDE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90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1118">
            <a:extLst xmlns:a="http://schemas.openxmlformats.org/drawingml/2006/main">
              <a:ext uri="{FF2B5EF4-FFF2-40B4-BE49-F238E27FC236}">
                <a16:creationId xmlns:a16="http://schemas.microsoft.com/office/drawing/2014/main" id="{5262B0FF-AFF3-4902-8FA2-C714964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23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9" name="path-1119">
            <a:extLst xmlns:a="http://schemas.openxmlformats.org/drawingml/2006/main">
              <a:ext uri="{FF2B5EF4-FFF2-40B4-BE49-F238E27FC236}">
                <a16:creationId xmlns:a16="http://schemas.microsoft.com/office/drawing/2014/main" id="{6597191E-50BF-4B7B-A987-A72D7436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00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0" name="path-1120">
            <a:extLst xmlns:a="http://schemas.openxmlformats.org/drawingml/2006/main">
              <a:ext uri="{FF2B5EF4-FFF2-40B4-BE49-F238E27FC236}">
                <a16:creationId xmlns:a16="http://schemas.microsoft.com/office/drawing/2014/main" id="{44B817EB-4B3B-4D9A-A505-6F32840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33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1" name="path-1121">
            <a:extLst xmlns:a="http://schemas.openxmlformats.org/drawingml/2006/main">
              <a:ext uri="{FF2B5EF4-FFF2-40B4-BE49-F238E27FC236}">
                <a16:creationId xmlns:a16="http://schemas.microsoft.com/office/drawing/2014/main" id="{52628FB5-FCF0-4875-8E69-2BEEFFA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2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2" name="path-1122">
            <a:extLst xmlns:a="http://schemas.openxmlformats.org/drawingml/2006/main">
              <a:ext uri="{FF2B5EF4-FFF2-40B4-BE49-F238E27FC236}">
                <a16:creationId xmlns:a16="http://schemas.microsoft.com/office/drawing/2014/main" id="{58F77936-75AF-49B8-BBD1-01E63136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01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3" name="path-1123">
            <a:extLst xmlns:a="http://schemas.openxmlformats.org/drawingml/2006/main">
              <a:ext uri="{FF2B5EF4-FFF2-40B4-BE49-F238E27FC236}">
                <a16:creationId xmlns:a16="http://schemas.microsoft.com/office/drawing/2014/main" id="{A9303D60-A5D8-475D-AD20-E287DC22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89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4" name="path-1124">
            <a:extLst xmlns:a="http://schemas.openxmlformats.org/drawingml/2006/main">
              <a:ext uri="{FF2B5EF4-FFF2-40B4-BE49-F238E27FC236}">
                <a16:creationId xmlns:a16="http://schemas.microsoft.com/office/drawing/2014/main" id="{40838051-07B6-4E3C-BA6B-DC0C201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06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5" name="path-1125">
            <a:extLst xmlns:a="http://schemas.openxmlformats.org/drawingml/2006/main">
              <a:ext uri="{FF2B5EF4-FFF2-40B4-BE49-F238E27FC236}">
                <a16:creationId xmlns:a16="http://schemas.microsoft.com/office/drawing/2014/main" id="{0A1304CE-A3B2-4A7C-836F-B1AFF489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842" y="7240247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2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6" name="path-1126">
            <a:extLst xmlns:a="http://schemas.openxmlformats.org/drawingml/2006/main">
              <a:ext uri="{FF2B5EF4-FFF2-40B4-BE49-F238E27FC236}">
                <a16:creationId xmlns:a16="http://schemas.microsoft.com/office/drawing/2014/main" id="{865686A4-D258-4C90-9D04-3588D96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17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7" name="path-1127">
            <a:extLst xmlns:a="http://schemas.openxmlformats.org/drawingml/2006/main">
              <a:ext uri="{FF2B5EF4-FFF2-40B4-BE49-F238E27FC236}">
                <a16:creationId xmlns:a16="http://schemas.microsoft.com/office/drawing/2014/main" id="{14A3285F-9DAA-41B8-8CE1-56BAD9C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94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4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4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8" name="path-1128">
            <a:extLst xmlns:a="http://schemas.openxmlformats.org/drawingml/2006/main">
              <a:ext uri="{FF2B5EF4-FFF2-40B4-BE49-F238E27FC236}">
                <a16:creationId xmlns:a16="http://schemas.microsoft.com/office/drawing/2014/main" id="{F9873FBA-CA8D-45AC-880D-1559040B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72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9" name="path-1129">
            <a:extLst xmlns:a="http://schemas.openxmlformats.org/drawingml/2006/main">
              <a:ext uri="{FF2B5EF4-FFF2-40B4-BE49-F238E27FC236}">
                <a16:creationId xmlns:a16="http://schemas.microsoft.com/office/drawing/2014/main" id="{473B9B1F-AACB-4E85-A268-B208FDA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51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0" name="path-1130">
            <a:extLst xmlns:a="http://schemas.openxmlformats.org/drawingml/2006/main">
              <a:ext uri="{FF2B5EF4-FFF2-40B4-BE49-F238E27FC236}">
                <a16:creationId xmlns:a16="http://schemas.microsoft.com/office/drawing/2014/main" id="{101920B5-7B9A-4C1C-BB86-6CF921C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40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1" name="path-1131">
            <a:extLst xmlns:a="http://schemas.openxmlformats.org/drawingml/2006/main">
              <a:ext uri="{FF2B5EF4-FFF2-40B4-BE49-F238E27FC236}">
                <a16:creationId xmlns:a16="http://schemas.microsoft.com/office/drawing/2014/main" id="{329216E6-8C19-49E2-AD76-353990B3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28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2" name="path-1132">
            <a:extLst xmlns:a="http://schemas.openxmlformats.org/drawingml/2006/main">
              <a:ext uri="{FF2B5EF4-FFF2-40B4-BE49-F238E27FC236}">
                <a16:creationId xmlns:a16="http://schemas.microsoft.com/office/drawing/2014/main" id="{42661149-92D3-4515-8BED-F940DD2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45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3" name="path-1133">
            <a:extLst xmlns:a="http://schemas.openxmlformats.org/drawingml/2006/main">
              <a:ext uri="{FF2B5EF4-FFF2-40B4-BE49-F238E27FC236}">
                <a16:creationId xmlns:a16="http://schemas.microsoft.com/office/drawing/2014/main" id="{8B030654-7E33-4C5A-9B43-F4C884A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23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4" name="path-1134">
            <a:extLst xmlns:a="http://schemas.openxmlformats.org/drawingml/2006/main">
              <a:ext uri="{FF2B5EF4-FFF2-40B4-BE49-F238E27FC236}">
                <a16:creationId xmlns:a16="http://schemas.microsoft.com/office/drawing/2014/main" id="{05DC3B3F-F85B-45C8-B908-5130219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56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5" name="path-1135">
            <a:extLst xmlns:a="http://schemas.openxmlformats.org/drawingml/2006/main">
              <a:ext uri="{FF2B5EF4-FFF2-40B4-BE49-F238E27FC236}">
                <a16:creationId xmlns:a16="http://schemas.microsoft.com/office/drawing/2014/main" id="{E1D65FF6-F68D-4C10-A3F3-5397B743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33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6" name="path-1136">
            <a:extLst xmlns:a="http://schemas.openxmlformats.org/drawingml/2006/main">
              <a:ext uri="{FF2B5EF4-FFF2-40B4-BE49-F238E27FC236}">
                <a16:creationId xmlns:a16="http://schemas.microsoft.com/office/drawing/2014/main" id="{322DE7D7-350E-40D7-827E-F6260F8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6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7" name="path-1137">
            <a:extLst xmlns:a="http://schemas.openxmlformats.org/drawingml/2006/main">
              <a:ext uri="{FF2B5EF4-FFF2-40B4-BE49-F238E27FC236}">
                <a16:creationId xmlns:a16="http://schemas.microsoft.com/office/drawing/2014/main" id="{984D4CF9-19BB-46F1-832F-127437A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454" y="7240247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8" name="path-1138">
            <a:extLst xmlns:a="http://schemas.openxmlformats.org/drawingml/2006/main">
              <a:ext uri="{FF2B5EF4-FFF2-40B4-BE49-F238E27FC236}">
                <a16:creationId xmlns:a16="http://schemas.microsoft.com/office/drawing/2014/main" id="{CC96C2B0-89EE-46B4-A3CC-668D27E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893" y="7240247"/>
            <a:ext cx="37342" cy="27895"/>
          </a:xfrm>
          <a:custGeom xmlns:a="http://schemas.openxmlformats.org/drawingml/2006/main">
            <a:pathLst>
              <a:path w="37342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2" y="2081"/>
                  <a:pt x="37342" y="4648"/>
                </a:cubicBezTo>
                <a:lnTo>
                  <a:pt x="37342" y="23245"/>
                </a:lnTo>
                <a:cubicBezTo>
                  <a:pt x="37342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1139">
            <a:extLst xmlns:a="http://schemas.openxmlformats.org/drawingml/2006/main">
              <a:ext uri="{FF2B5EF4-FFF2-40B4-BE49-F238E27FC236}">
                <a16:creationId xmlns:a16="http://schemas.microsoft.com/office/drawing/2014/main" id="{6198AB43-1749-4D42-B74E-228B909C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67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49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9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0" name="path-1140">
            <a:extLst xmlns:a="http://schemas.openxmlformats.org/drawingml/2006/main">
              <a:ext uri="{FF2B5EF4-FFF2-40B4-BE49-F238E27FC236}">
                <a16:creationId xmlns:a16="http://schemas.microsoft.com/office/drawing/2014/main" id="{7FEA24DD-701E-4C9A-8225-A00D75A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39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1" name="path-1141">
            <a:extLst xmlns:a="http://schemas.openxmlformats.org/drawingml/2006/main">
              <a:ext uri="{FF2B5EF4-FFF2-40B4-BE49-F238E27FC236}">
                <a16:creationId xmlns:a16="http://schemas.microsoft.com/office/drawing/2014/main" id="{B5C32EC8-A68B-4135-8849-D1C378CA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17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1142">
            <a:extLst xmlns:a="http://schemas.openxmlformats.org/drawingml/2006/main">
              <a:ext uri="{FF2B5EF4-FFF2-40B4-BE49-F238E27FC236}">
                <a16:creationId xmlns:a16="http://schemas.microsoft.com/office/drawing/2014/main" id="{41364B05-2A0D-4539-9448-2DF9F787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50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3" name="path-1143">
            <a:extLst xmlns:a="http://schemas.openxmlformats.org/drawingml/2006/main">
              <a:ext uri="{FF2B5EF4-FFF2-40B4-BE49-F238E27FC236}">
                <a16:creationId xmlns:a16="http://schemas.microsoft.com/office/drawing/2014/main" id="{255E91F1-21B1-4873-AD95-10DE180E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72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1144">
            <a:extLst xmlns:a="http://schemas.openxmlformats.org/drawingml/2006/main">
              <a:ext uri="{FF2B5EF4-FFF2-40B4-BE49-F238E27FC236}">
                <a16:creationId xmlns:a16="http://schemas.microsoft.com/office/drawing/2014/main" id="{4C96E61E-C962-426D-BE94-1601BB7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05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8" y="0"/>
                </a:cubicBezTo>
                <a:lnTo>
                  <a:pt x="32693" y="0"/>
                </a:lnTo>
                <a:cubicBezTo>
                  <a:pt x="35260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0" y="27895"/>
                  <a:pt x="32693" y="27895"/>
                </a:cubicBezTo>
                <a:lnTo>
                  <a:pt x="4648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5" name="path-1145">
            <a:extLst xmlns:a="http://schemas.openxmlformats.org/drawingml/2006/main">
              <a:ext uri="{FF2B5EF4-FFF2-40B4-BE49-F238E27FC236}">
                <a16:creationId xmlns:a16="http://schemas.microsoft.com/office/drawing/2014/main" id="{8B3BC962-2B09-484A-9F2D-B183F9C0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394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50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50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1146">
            <a:extLst xmlns:a="http://schemas.openxmlformats.org/drawingml/2006/main">
              <a:ext uri="{FF2B5EF4-FFF2-40B4-BE49-F238E27FC236}">
                <a16:creationId xmlns:a16="http://schemas.microsoft.com/office/drawing/2014/main" id="{E26DF494-8D8A-4FB6-B495-D46C6AD2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283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7" name="path-1147">
            <a:extLst xmlns:a="http://schemas.openxmlformats.org/drawingml/2006/main">
              <a:ext uri="{FF2B5EF4-FFF2-40B4-BE49-F238E27FC236}">
                <a16:creationId xmlns:a16="http://schemas.microsoft.com/office/drawing/2014/main" id="{518FF8B0-88DB-4D34-9A1A-7AB65B86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06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8" name="path-1148">
            <a:extLst xmlns:a="http://schemas.openxmlformats.org/drawingml/2006/main">
              <a:ext uri="{FF2B5EF4-FFF2-40B4-BE49-F238E27FC236}">
                <a16:creationId xmlns:a16="http://schemas.microsoft.com/office/drawing/2014/main" id="{6C0F5F27-BAFA-4A95-833C-16D5CE01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23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1" y="0"/>
                  <a:pt x="4649" y="0"/>
                </a:cubicBezTo>
                <a:lnTo>
                  <a:pt x="32693" y="0"/>
                </a:lnTo>
                <a:cubicBezTo>
                  <a:pt x="35261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1" y="27895"/>
                  <a:pt x="32693" y="27895"/>
                </a:cubicBezTo>
                <a:lnTo>
                  <a:pt x="4649" y="27895"/>
                </a:lnTo>
                <a:cubicBezTo>
                  <a:pt x="2081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9" name="path-1149">
            <a:extLst xmlns:a="http://schemas.openxmlformats.org/drawingml/2006/main">
              <a:ext uri="{FF2B5EF4-FFF2-40B4-BE49-F238E27FC236}">
                <a16:creationId xmlns:a16="http://schemas.microsoft.com/office/drawing/2014/main" id="{20226A29-2F49-40CD-A528-1AD0D9B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011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2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2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0" name="path-1150">
            <a:extLst xmlns:a="http://schemas.openxmlformats.org/drawingml/2006/main">
              <a:ext uri="{FF2B5EF4-FFF2-40B4-BE49-F238E27FC236}">
                <a16:creationId xmlns:a16="http://schemas.microsoft.com/office/drawing/2014/main" id="{8C052FEB-791C-40C3-A36A-E0B8AFD3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892" y="7240247"/>
            <a:ext cx="37343" cy="27895"/>
          </a:xfrm>
          <a:custGeom xmlns:a="http://schemas.openxmlformats.org/drawingml/2006/main">
            <a:pathLst>
              <a:path w="37343" h="27895">
                <a:moveTo>
                  <a:pt x="0" y="4648"/>
                </a:moveTo>
                <a:cubicBezTo>
                  <a:pt x="0" y="2081"/>
                  <a:pt x="2083" y="0"/>
                  <a:pt x="4650" y="0"/>
                </a:cubicBezTo>
                <a:lnTo>
                  <a:pt x="32695" y="0"/>
                </a:lnTo>
                <a:cubicBezTo>
                  <a:pt x="35262" y="0"/>
                  <a:pt x="37343" y="2081"/>
                  <a:pt x="37343" y="4648"/>
                </a:cubicBezTo>
                <a:lnTo>
                  <a:pt x="37343" y="23245"/>
                </a:lnTo>
                <a:cubicBezTo>
                  <a:pt x="37343" y="25812"/>
                  <a:pt x="35262" y="27895"/>
                  <a:pt x="32695" y="27895"/>
                </a:cubicBezTo>
                <a:lnTo>
                  <a:pt x="4650" y="27895"/>
                </a:lnTo>
                <a:cubicBezTo>
                  <a:pt x="2083" y="27895"/>
                  <a:pt x="0" y="25812"/>
                  <a:pt x="0" y="23245"/>
                </a:cubicBezTo>
                <a:lnTo>
                  <a:pt x="0" y="46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E72E0A99-7702-4F7F-88FD-69611E99F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3a6175fe14d1f"/>
          <a:stretch xmlns:a="http://schemas.openxmlformats.org/drawingml/2006/main"/>
        </p:blipFill>
        <p:spPr>
          <a:xfrm xmlns:a="http://schemas.openxmlformats.org/drawingml/2006/main">
            <a:off x="4483822" y="6828792"/>
            <a:ext cx="685800" cy="400050"/>
          </a:xfrm>
          <a:prstGeom xmlns:a="http://schemas.openxmlformats.org/drawingml/2006/main" prst="rect">
            <a:avLst/>
          </a:prstGeom>
        </p:spPr>
      </p:pic>
      <p:pic>
        <p:nvPic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926BC241-96AF-489D-931C-B5023842D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a60a108544e69"/>
          <a:stretch xmlns:a="http://schemas.openxmlformats.org/drawingml/2006/main"/>
        </p:blipFill>
        <p:spPr>
          <a:xfrm xmlns:a="http://schemas.openxmlformats.org/drawingml/2006/main">
            <a:off x="5217247" y="6828792"/>
            <a:ext cx="685800" cy="400050"/>
          </a:xfrm>
          <a:prstGeom xmlns:a="http://schemas.openxmlformats.org/drawingml/2006/main" prst="rect">
            <a:avLst/>
          </a:prstGeom>
        </p:spPr>
      </p:pic>
      <p:pic>
        <p:nvPic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79148290-2A4A-4575-9322-6FC964FC1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a70ad982a4b6f"/>
          <a:stretch xmlns:a="http://schemas.openxmlformats.org/drawingml/2006/main"/>
        </p:blipFill>
        <p:spPr>
          <a:xfrm xmlns:a="http://schemas.openxmlformats.org/drawingml/2006/main">
            <a:off x="5950672" y="6828792"/>
            <a:ext cx="685800" cy="400050"/>
          </a:xfrm>
          <a:prstGeom xmlns:a="http://schemas.openxmlformats.org/drawingml/2006/main" prst="rect">
            <a:avLst/>
          </a:prstGeom>
        </p:spPr>
      </p:pic>
      <p:pic>
        <p:nvPic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7C04FBA3-744C-48FE-B539-6BA92505D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743ca74bd47cf"/>
          <a:stretch xmlns:a="http://schemas.openxmlformats.org/drawingml/2006/main"/>
        </p:blipFill>
        <p:spPr>
          <a:xfrm xmlns:a="http://schemas.openxmlformats.org/drawingml/2006/main">
            <a:off x="6684097" y="6828792"/>
            <a:ext cx="685800" cy="400050"/>
          </a:xfrm>
          <a:prstGeom xmlns:a="http://schemas.openxmlformats.org/drawingml/2006/main" prst="rect">
            <a:avLst/>
          </a:prstGeom>
        </p:spPr>
      </p:pic>
      <p:pic>
        <p:nvPic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630AA9D1-58B4-45C0-8A07-B4EE1E4AF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8db12e4ea4ca2"/>
          <a:stretch xmlns:a="http://schemas.openxmlformats.org/drawingml/2006/main"/>
        </p:blipFill>
        <p:spPr>
          <a:xfrm xmlns:a="http://schemas.openxmlformats.org/drawingml/2006/main">
            <a:off x="7417522" y="6828792"/>
            <a:ext cx="685800" cy="400050"/>
          </a:xfrm>
          <a:prstGeom xmlns:a="http://schemas.openxmlformats.org/drawingml/2006/main" prst="rect">
            <a:avLst/>
          </a:prstGeom>
        </p:spPr>
      </p:pic>
      <p:sp>
        <p:nvSpPr>
          <p:cNvPr id="906" name="text-1156 &lt;Answer&gt;">
            <a:extLst xmlns:a="http://schemas.openxmlformats.org/drawingml/2006/main">
              <a:ext uri="{FF2B5EF4-FFF2-40B4-BE49-F238E27FC236}">
                <a16:creationId xmlns:a16="http://schemas.microsoft.com/office/drawing/2014/main" id="{5611D81B-45CE-4D1D-8136-ACB9B9B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731" y="7293888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sp>
        <p:nvSpPr>
          <p:cNvPr id="907" name="text-1157 Looking">
            <a:extLst xmlns:a="http://schemas.openxmlformats.org/drawingml/2006/main">
              <a:ext uri="{FF2B5EF4-FFF2-40B4-BE49-F238E27FC236}">
                <a16:creationId xmlns:a16="http://schemas.microsoft.com/office/drawing/2014/main" id="{82BE5D12-A2BA-4F85-8913-F8B09DB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877" y="7294293"/>
            <a:ext cx="460621" cy="176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Looking</a:t>
            </a:r>
          </a:p>
        </p:txBody>
      </p:sp>
      <p:sp>
        <p:nvSpPr>
          <p:cNvPr id="908" name="text-1159 closely">
            <a:extLst xmlns:a="http://schemas.openxmlformats.org/drawingml/2006/main">
              <a:ext uri="{FF2B5EF4-FFF2-40B4-BE49-F238E27FC236}">
                <a16:creationId xmlns:a16="http://schemas.microsoft.com/office/drawing/2014/main" id="{DD9E32D9-350A-4F07-B436-857C7C6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2438" y="7293777"/>
            <a:ext cx="420218" cy="17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closely</a:t>
            </a:r>
          </a:p>
        </p:txBody>
      </p:sp>
      <p:sp>
        <p:nvSpPr>
          <p:cNvPr id="909" name="text-1161 at">
            <a:extLst xmlns:a="http://schemas.openxmlformats.org/drawingml/2006/main">
              <a:ext uri="{FF2B5EF4-FFF2-40B4-BE49-F238E27FC236}">
                <a16:creationId xmlns:a16="http://schemas.microsoft.com/office/drawing/2014/main" id="{262D2374-24DF-4D32-8D29-F86AA6AF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507" y="7294608"/>
            <a:ext cx="146095" cy="175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10" name="text-1163 01">
            <a:extLst xmlns:a="http://schemas.openxmlformats.org/drawingml/2006/main">
              <a:ext uri="{FF2B5EF4-FFF2-40B4-BE49-F238E27FC236}">
                <a16:creationId xmlns:a16="http://schemas.microsoft.com/office/drawing/2014/main" id="{21C686A5-7742-4BFD-A1CF-8E3F97D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7255" y="7294669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911" name="text-1164 :">
            <a:extLst xmlns:a="http://schemas.openxmlformats.org/drawingml/2006/main">
              <a:ext uri="{FF2B5EF4-FFF2-40B4-BE49-F238E27FC236}">
                <a16:creationId xmlns:a16="http://schemas.microsoft.com/office/drawing/2014/main" id="{AE782790-7934-4C9A-8E8E-51CB1A4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9979" y="7294270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12" name="text-1165 31">
            <a:extLst xmlns:a="http://schemas.openxmlformats.org/drawingml/2006/main">
              <a:ext uri="{FF2B5EF4-FFF2-40B4-BE49-F238E27FC236}">
                <a16:creationId xmlns:a16="http://schemas.microsoft.com/office/drawing/2014/main" id="{0D0F8429-0D7F-40CC-A85B-5A6CD22A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7096" y="7294669"/>
            <a:ext cx="155810" cy="175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31</a:t>
            </a:r>
          </a:p>
        </p:txBody>
      </p:sp>
      <p:sp>
        <p:nvSpPr>
          <p:cNvPr id="913" name="text-1166 ,">
            <a:extLst xmlns:a="http://schemas.openxmlformats.org/drawingml/2006/main">
              <a:ext uri="{FF2B5EF4-FFF2-40B4-BE49-F238E27FC236}">
                <a16:creationId xmlns:a16="http://schemas.microsoft.com/office/drawing/2014/main" id="{2064C006-828A-43A3-8EE6-E3FF41EF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9820" y="7294285"/>
            <a:ext cx="57563" cy="176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914" name="text-1168 the">
            <a:extLst xmlns:a="http://schemas.openxmlformats.org/drawingml/2006/main">
              <a:ext uri="{FF2B5EF4-FFF2-40B4-BE49-F238E27FC236}">
                <a16:creationId xmlns:a16="http://schemas.microsoft.com/office/drawing/2014/main" id="{6EB50C68-D515-4B66-BFCB-606FE66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711" y="7293937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15" name="text-1170 black">
            <a:extLst xmlns:a="http://schemas.openxmlformats.org/drawingml/2006/main">
              <a:ext uri="{FF2B5EF4-FFF2-40B4-BE49-F238E27FC236}">
                <a16:creationId xmlns:a16="http://schemas.microsoft.com/office/drawing/2014/main" id="{FBE3F701-7013-4E26-8354-FF672287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0069" y="7294205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16" name="text-1171 -">
            <a:extLst xmlns:a="http://schemas.openxmlformats.org/drawingml/2006/main">
              <a:ext uri="{FF2B5EF4-FFF2-40B4-BE49-F238E27FC236}">
                <a16:creationId xmlns:a16="http://schemas.microsoft.com/office/drawing/2014/main" id="{F3565D4B-F295-4A1D-8F9F-BD17C4C7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008" y="7294374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17" name="text-1172 hat">
            <a:extLst xmlns:a="http://schemas.openxmlformats.org/drawingml/2006/main">
              <a:ext uri="{FF2B5EF4-FFF2-40B4-BE49-F238E27FC236}">
                <a16:creationId xmlns:a16="http://schemas.microsoft.com/office/drawing/2014/main" id="{C8113DB8-AD6C-40A4-AE18-0E5217E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8873" y="7294329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18" name="text-1174 clown">
            <a:extLst xmlns:a="http://schemas.openxmlformats.org/drawingml/2006/main">
              <a:ext uri="{FF2B5EF4-FFF2-40B4-BE49-F238E27FC236}">
                <a16:creationId xmlns:a16="http://schemas.microsoft.com/office/drawing/2014/main" id="{5F7B599D-50EF-4D18-90E5-BF551732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7731" y="7293656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19" name="text-1176 is">
            <a:extLst xmlns:a="http://schemas.openxmlformats.org/drawingml/2006/main">
              <a:ext uri="{FF2B5EF4-FFF2-40B4-BE49-F238E27FC236}">
                <a16:creationId xmlns:a16="http://schemas.microsoft.com/office/drawing/2014/main" id="{1321E65F-E81F-4B92-8034-03AFE7FC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9190" y="7294845"/>
            <a:ext cx="118782" cy="175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20" name="text-1178 clapping">
            <a:extLst xmlns:a="http://schemas.openxmlformats.org/drawingml/2006/main">
              <a:ext uri="{FF2B5EF4-FFF2-40B4-BE49-F238E27FC236}">
                <a16:creationId xmlns:a16="http://schemas.microsoft.com/office/drawing/2014/main" id="{5ADB655F-388B-4290-A6AE-67E2F09D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944" y="7294037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921" name="text-1180 along">
            <a:extLst xmlns:a="http://schemas.openxmlformats.org/drawingml/2006/main">
              <a:ext uri="{FF2B5EF4-FFF2-40B4-BE49-F238E27FC236}">
                <a16:creationId xmlns:a16="http://schemas.microsoft.com/office/drawing/2014/main" id="{9181612B-CABC-4B7F-A56E-50A74506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6749" y="7294020"/>
            <a:ext cx="321340" cy="17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along</a:t>
            </a:r>
          </a:p>
        </p:txBody>
      </p:sp>
      <p:sp>
        <p:nvSpPr>
          <p:cNvPr id="922" name="text-1182 with">
            <a:extLst xmlns:a="http://schemas.openxmlformats.org/drawingml/2006/main">
              <a:ext uri="{FF2B5EF4-FFF2-40B4-BE49-F238E27FC236}">
                <a16:creationId xmlns:a16="http://schemas.microsoft.com/office/drawing/2014/main" id="{AAE62F32-3AE2-4116-A4F6-974ECE8C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6839" y="7294144"/>
            <a:ext cx="276569" cy="176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923" name="text-1184 an">
            <a:extLst xmlns:a="http://schemas.openxmlformats.org/drawingml/2006/main">
              <a:ext uri="{FF2B5EF4-FFF2-40B4-BE49-F238E27FC236}">
                <a16:creationId xmlns:a16="http://schemas.microsoft.com/office/drawing/2014/main" id="{E33B445B-4235-46C4-9038-405C4EB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3106" y="7294585"/>
            <a:ext cx="152681" cy="176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</a:t>
            </a:r>
          </a:p>
        </p:txBody>
      </p:sp>
      <p:sp>
        <p:nvSpPr>
          <p:cNvPr id="924" name="text-1186 audience">
            <a:extLst xmlns:a="http://schemas.openxmlformats.org/drawingml/2006/main">
              <a:ext uri="{FF2B5EF4-FFF2-40B4-BE49-F238E27FC236}">
                <a16:creationId xmlns:a16="http://schemas.microsoft.com/office/drawing/2014/main" id="{9C836DCF-6AD1-4F41-956C-282F9BD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646" y="7294337"/>
            <a:ext cx="530377" cy="176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audience</a:t>
            </a:r>
          </a:p>
        </p:txBody>
      </p:sp>
      <p:sp>
        <p:nvSpPr>
          <p:cNvPr id="925" name="text-1188 member">
            <a:extLst xmlns:a="http://schemas.openxmlformats.org/drawingml/2006/main">
              <a:ext uri="{FF2B5EF4-FFF2-40B4-BE49-F238E27FC236}">
                <a16:creationId xmlns:a16="http://schemas.microsoft.com/office/drawing/2014/main" id="{047B83B6-A463-49DB-825A-74D5390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989" y="7294648"/>
            <a:ext cx="490300" cy="175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member</a:t>
            </a:r>
          </a:p>
        </p:txBody>
      </p:sp>
      <p:sp>
        <p:nvSpPr>
          <p:cNvPr id="926" name="text-1189 .">
            <a:extLst xmlns:a="http://schemas.openxmlformats.org/drawingml/2006/main">
              <a:ext uri="{FF2B5EF4-FFF2-40B4-BE49-F238E27FC236}">
                <a16:creationId xmlns:a16="http://schemas.microsoft.com/office/drawing/2014/main" id="{657E042E-1150-48DC-9880-767E514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2897" y="7294206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27" name="text-1191 But">
            <a:extLst xmlns:a="http://schemas.openxmlformats.org/drawingml/2006/main">
              <a:ext uri="{FF2B5EF4-FFF2-40B4-BE49-F238E27FC236}">
                <a16:creationId xmlns:a16="http://schemas.microsoft.com/office/drawing/2014/main" id="{9EDCD896-F8BA-4C34-8C41-CBE6132E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458" y="7294193"/>
            <a:ext cx="227159" cy="176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But</a:t>
            </a:r>
          </a:p>
        </p:txBody>
      </p:sp>
      <p:sp>
        <p:nvSpPr>
          <p:cNvPr id="928" name="text-1193 later,">
            <a:extLst xmlns:a="http://schemas.openxmlformats.org/drawingml/2006/main">
              <a:ext uri="{FF2B5EF4-FFF2-40B4-BE49-F238E27FC236}">
                <a16:creationId xmlns:a16="http://schemas.microsoft.com/office/drawing/2014/main" id="{2F3E91B3-8A08-4F8C-9A3F-F82AABE0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3235" y="7294295"/>
            <a:ext cx="345415" cy="176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later,</a:t>
            </a:r>
          </a:p>
        </p:txBody>
      </p:sp>
      <p:sp>
        <p:nvSpPr>
          <p:cNvPr id="929" name="text-1195 at">
            <a:extLst xmlns:a="http://schemas.openxmlformats.org/drawingml/2006/main">
              <a:ext uri="{FF2B5EF4-FFF2-40B4-BE49-F238E27FC236}">
                <a16:creationId xmlns:a16="http://schemas.microsoft.com/office/drawing/2014/main" id="{8D89C728-7F63-4213-BAC0-6C8F67B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8114" y="7294608"/>
            <a:ext cx="146095" cy="175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30" name="text-1197 03">
            <a:extLst xmlns:a="http://schemas.openxmlformats.org/drawingml/2006/main">
              <a:ext uri="{FF2B5EF4-FFF2-40B4-BE49-F238E27FC236}">
                <a16:creationId xmlns:a16="http://schemas.microsoft.com/office/drawing/2014/main" id="{0E19192E-5AFC-4858-9C54-DE98ED8F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3906" y="7294640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931" name="text-1198 :">
            <a:extLst xmlns:a="http://schemas.openxmlformats.org/drawingml/2006/main">
              <a:ext uri="{FF2B5EF4-FFF2-40B4-BE49-F238E27FC236}">
                <a16:creationId xmlns:a16="http://schemas.microsoft.com/office/drawing/2014/main" id="{DE7824B6-7AC0-4B2C-9932-DA42B4E3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876" y="7294270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32" name="text-1199 22">
            <a:extLst xmlns:a="http://schemas.openxmlformats.org/drawingml/2006/main">
              <a:ext uri="{FF2B5EF4-FFF2-40B4-BE49-F238E27FC236}">
                <a16:creationId xmlns:a16="http://schemas.microsoft.com/office/drawing/2014/main" id="{F9889321-6B18-43C4-B728-9CE6B51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3994" y="7294640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</a:t>
            </a:r>
          </a:p>
        </p:txBody>
      </p:sp>
      <p:sp>
        <p:nvSpPr>
          <p:cNvPr id="933" name="text-1201 and">
            <a:extLst xmlns:a="http://schemas.openxmlformats.org/drawingml/2006/main">
              <a:ext uri="{FF2B5EF4-FFF2-40B4-BE49-F238E27FC236}">
                <a16:creationId xmlns:a16="http://schemas.microsoft.com/office/drawing/2014/main" id="{EF8DFD48-4208-4A22-B418-D90A9EEE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30" y="7294235"/>
            <a:ext cx="227178" cy="176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and</a:t>
            </a:r>
          </a:p>
        </p:txBody>
      </p:sp>
      <p:sp>
        <p:nvSpPr>
          <p:cNvPr id="934" name="text-1203 03">
            <a:extLst xmlns:a="http://schemas.openxmlformats.org/drawingml/2006/main">
              <a:ext uri="{FF2B5EF4-FFF2-40B4-BE49-F238E27FC236}">
                <a16:creationId xmlns:a16="http://schemas.microsoft.com/office/drawing/2014/main" id="{B91F7E7F-BB8C-41A5-A5FD-8166751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5808" y="7294640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935" name="text-1204 :">
            <a:extLst xmlns:a="http://schemas.openxmlformats.org/drawingml/2006/main">
              <a:ext uri="{FF2B5EF4-FFF2-40B4-BE49-F238E27FC236}">
                <a16:creationId xmlns:a16="http://schemas.microsoft.com/office/drawing/2014/main" id="{5A531FCA-F663-46AD-AB85-7FEBC0D2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8778" y="7294270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36" name="text-1205 55">
            <a:extLst xmlns:a="http://schemas.openxmlformats.org/drawingml/2006/main">
              <a:ext uri="{FF2B5EF4-FFF2-40B4-BE49-F238E27FC236}">
                <a16:creationId xmlns:a16="http://schemas.microsoft.com/office/drawing/2014/main" id="{4656A6A3-9C39-4C67-A9C5-D60F7983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896" y="7294640"/>
            <a:ext cx="175991" cy="175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55</a:t>
            </a:r>
          </a:p>
        </p:txBody>
      </p:sp>
      <p:sp>
        <p:nvSpPr>
          <p:cNvPr id="937" name="text-1206 ,">
            <a:extLst xmlns:a="http://schemas.openxmlformats.org/drawingml/2006/main">
              <a:ext uri="{FF2B5EF4-FFF2-40B4-BE49-F238E27FC236}">
                <a16:creationId xmlns:a16="http://schemas.microsoft.com/office/drawing/2014/main" id="{2ACAFCEE-DB17-4F1A-903C-6134559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8866" y="7294284"/>
            <a:ext cx="57563" cy="176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,</a:t>
            </a:r>
          </a:p>
        </p:txBody>
      </p:sp>
      <p:sp>
        <p:nvSpPr>
          <p:cNvPr id="938" name="text-1208 the">
            <a:extLst xmlns:a="http://schemas.openxmlformats.org/drawingml/2006/main">
              <a:ext uri="{FF2B5EF4-FFF2-40B4-BE49-F238E27FC236}">
                <a16:creationId xmlns:a16="http://schemas.microsoft.com/office/drawing/2014/main" id="{8EE7C488-9FE0-4508-BF68-7500FB7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801" y="7293937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39" name="text-1210 black">
            <a:extLst xmlns:a="http://schemas.openxmlformats.org/drawingml/2006/main">
              <a:ext uri="{FF2B5EF4-FFF2-40B4-BE49-F238E27FC236}">
                <a16:creationId xmlns:a16="http://schemas.microsoft.com/office/drawing/2014/main" id="{EF75A5E0-2408-4826-B2D0-10F4F45B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9203" y="7294205"/>
            <a:ext cx="329354" cy="17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black</a:t>
            </a:r>
          </a:p>
        </p:txBody>
      </p:sp>
      <p:sp>
        <p:nvSpPr>
          <p:cNvPr id="940" name="text-1211 -">
            <a:extLst xmlns:a="http://schemas.openxmlformats.org/drawingml/2006/main">
              <a:ext uri="{FF2B5EF4-FFF2-40B4-BE49-F238E27FC236}">
                <a16:creationId xmlns:a16="http://schemas.microsoft.com/office/drawing/2014/main" id="{2353243D-3408-4CC2-B34E-7257DAEB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5143" y="7294374"/>
            <a:ext cx="75139" cy="17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41" name="text-1212 hat">
            <a:extLst xmlns:a="http://schemas.openxmlformats.org/drawingml/2006/main">
              <a:ext uri="{FF2B5EF4-FFF2-40B4-BE49-F238E27FC236}">
                <a16:creationId xmlns:a16="http://schemas.microsoft.com/office/drawing/2014/main" id="{E4332A40-801B-47D2-B3FC-005EF8B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731" y="7447657"/>
            <a:ext cx="219198" cy="176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hat</a:t>
            </a:r>
          </a:p>
        </p:txBody>
      </p:sp>
      <p:sp>
        <p:nvSpPr>
          <p:cNvPr id="942" name="text-1214 clown">
            <a:extLst xmlns:a="http://schemas.openxmlformats.org/drawingml/2006/main">
              <a:ext uri="{FF2B5EF4-FFF2-40B4-BE49-F238E27FC236}">
                <a16:creationId xmlns:a16="http://schemas.microsoft.com/office/drawing/2014/main" id="{7CC57239-C266-48CD-98C0-47D46E61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61" y="7446984"/>
            <a:ext cx="341899" cy="17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43" name="text-1216 has">
            <a:extLst xmlns:a="http://schemas.openxmlformats.org/drawingml/2006/main">
              <a:ext uri="{FF2B5EF4-FFF2-40B4-BE49-F238E27FC236}">
                <a16:creationId xmlns:a16="http://schemas.microsoft.com/office/drawing/2014/main" id="{D3929612-FF44-4333-9024-8AB1091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792" y="7447677"/>
            <a:ext cx="221163" cy="17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has</a:t>
            </a:r>
          </a:p>
        </p:txBody>
      </p:sp>
      <p:sp>
        <p:nvSpPr>
          <p:cNvPr id="944" name="text-1218 a">
            <a:extLst xmlns:a="http://schemas.openxmlformats.org/drawingml/2006/main">
              <a:ext uri="{FF2B5EF4-FFF2-40B4-BE49-F238E27FC236}">
                <a16:creationId xmlns:a16="http://schemas.microsoft.com/office/drawing/2014/main" id="{FF250F64-940C-4678-A5A4-E19C5041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771" y="7447523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45" name="text-1220 very">
            <a:extLst xmlns:a="http://schemas.openxmlformats.org/drawingml/2006/main">
              <a:ext uri="{FF2B5EF4-FFF2-40B4-BE49-F238E27FC236}">
                <a16:creationId xmlns:a16="http://schemas.microsoft.com/office/drawing/2014/main" id="{71115350-303B-47F9-AAFC-D81EFDD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777" y="7447924"/>
            <a:ext cx="278336" cy="176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very</a:t>
            </a:r>
          </a:p>
        </p:txBody>
      </p:sp>
      <p:sp>
        <p:nvSpPr>
          <p:cNvPr id="946" name="text-1222 distinct,">
            <a:extLst xmlns:a="http://schemas.openxmlformats.org/drawingml/2006/main">
              <a:ext uri="{FF2B5EF4-FFF2-40B4-BE49-F238E27FC236}">
                <a16:creationId xmlns:a16="http://schemas.microsoft.com/office/drawing/2014/main" id="{8237A97B-9E17-4F53-A481-13C2759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996" y="7447252"/>
            <a:ext cx="514339" cy="176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distinct,</a:t>
            </a:r>
          </a:p>
        </p:txBody>
      </p:sp>
      <p:sp>
        <p:nvSpPr>
          <p:cNvPr id="947" name="text-1224 almost">
            <a:extLst xmlns:a="http://schemas.openxmlformats.org/drawingml/2006/main">
              <a:ext uri="{FF2B5EF4-FFF2-40B4-BE49-F238E27FC236}">
                <a16:creationId xmlns:a16="http://schemas.microsoft.com/office/drawing/2014/main" id="{B9439BD4-CB21-4E80-8D08-804F672A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463" y="7447385"/>
            <a:ext cx="407165" cy="176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almost</a:t>
            </a:r>
          </a:p>
        </p:txBody>
      </p:sp>
      <p:sp>
        <p:nvSpPr>
          <p:cNvPr id="948" name="text-1226 evil">
            <a:extLst xmlns:a="http://schemas.openxmlformats.org/drawingml/2006/main">
              <a:ext uri="{FF2B5EF4-FFF2-40B4-BE49-F238E27FC236}">
                <a16:creationId xmlns:a16="http://schemas.microsoft.com/office/drawing/2014/main" id="{EB692894-5E92-4BD4-992C-6B97981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3077" y="7448549"/>
            <a:ext cx="221146" cy="175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evil</a:t>
            </a:r>
          </a:p>
        </p:txBody>
      </p:sp>
      <p:sp>
        <p:nvSpPr>
          <p:cNvPr id="949" name="text-1228 smile">
            <a:extLst xmlns:a="http://schemas.openxmlformats.org/drawingml/2006/main">
              <a:ext uri="{FF2B5EF4-FFF2-40B4-BE49-F238E27FC236}">
                <a16:creationId xmlns:a16="http://schemas.microsoft.com/office/drawing/2014/main" id="{3DD87AE9-4F2A-4A0E-92FE-54419D83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1101" y="7447354"/>
            <a:ext cx="321326" cy="17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smile</a:t>
            </a:r>
          </a:p>
        </p:txBody>
      </p:sp>
      <p:sp>
        <p:nvSpPr>
          <p:cNvPr id="950" name="text-1230 while">
            <a:extLst xmlns:a="http://schemas.openxmlformats.org/drawingml/2006/main">
              <a:ext uri="{FF2B5EF4-FFF2-40B4-BE49-F238E27FC236}">
                <a16:creationId xmlns:a16="http://schemas.microsoft.com/office/drawing/2014/main" id="{9B253762-70CE-4302-97BD-17FEF00E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8106" y="7447347"/>
            <a:ext cx="321151" cy="17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</a:t>
            </a:r>
          </a:p>
        </p:txBody>
      </p:sp>
      <p:sp>
        <p:nvSpPr>
          <p:cNvPr id="951" name="text-1232 looking">
            <a:extLst xmlns:a="http://schemas.openxmlformats.org/drawingml/2006/main">
              <a:ext uri="{FF2B5EF4-FFF2-40B4-BE49-F238E27FC236}">
                <a16:creationId xmlns:a16="http://schemas.microsoft.com/office/drawing/2014/main" id="{D377FBAE-7669-413A-8808-1175B37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5112" y="7447581"/>
            <a:ext cx="425883" cy="176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looking</a:t>
            </a:r>
          </a:p>
        </p:txBody>
      </p:sp>
      <p:sp>
        <p:nvSpPr>
          <p:cNvPr id="952" name="text-1234 at">
            <a:extLst xmlns:a="http://schemas.openxmlformats.org/drawingml/2006/main">
              <a:ext uri="{FF2B5EF4-FFF2-40B4-BE49-F238E27FC236}">
                <a16:creationId xmlns:a16="http://schemas.microsoft.com/office/drawing/2014/main" id="{5CC169B3-A54E-4AF7-A720-88AFE1B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722" y="7447936"/>
            <a:ext cx="146095" cy="175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953" name="text-1236 the">
            <a:extLst xmlns:a="http://schemas.openxmlformats.org/drawingml/2006/main">
              <a:ext uri="{FF2B5EF4-FFF2-40B4-BE49-F238E27FC236}">
                <a16:creationId xmlns:a16="http://schemas.microsoft.com/office/drawing/2014/main" id="{66D568C2-D4F2-4210-85D4-3C4178CC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9386" y="744726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54" name="text-1238 red">
            <a:extLst xmlns:a="http://schemas.openxmlformats.org/drawingml/2006/main">
              <a:ext uri="{FF2B5EF4-FFF2-40B4-BE49-F238E27FC236}">
                <a16:creationId xmlns:a16="http://schemas.microsoft.com/office/drawing/2014/main" id="{B707FF1E-F206-41DE-9857-C48EC68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9661" y="7447781"/>
            <a:ext cx="225929" cy="17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red</a:t>
            </a:r>
          </a:p>
        </p:txBody>
      </p:sp>
      <p:sp>
        <p:nvSpPr>
          <p:cNvPr id="955" name="text-1240 clown">
            <a:extLst xmlns:a="http://schemas.openxmlformats.org/drawingml/2006/main">
              <a:ext uri="{FF2B5EF4-FFF2-40B4-BE49-F238E27FC236}">
                <a16:creationId xmlns:a16="http://schemas.microsoft.com/office/drawing/2014/main" id="{E6F7293D-2975-4F1D-9247-F9578D42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2185" y="7446984"/>
            <a:ext cx="341900" cy="177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clown</a:t>
            </a:r>
          </a:p>
        </p:txBody>
      </p:sp>
      <p:sp>
        <p:nvSpPr>
          <p:cNvPr id="956" name="text-1241 .">
            <a:extLst xmlns:a="http://schemas.openxmlformats.org/drawingml/2006/main">
              <a:ext uri="{FF2B5EF4-FFF2-40B4-BE49-F238E27FC236}">
                <a16:creationId xmlns:a16="http://schemas.microsoft.com/office/drawing/2014/main" id="{23B3D6B0-5FE6-4F5A-9D4F-6F54C5E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622" y="7447534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57" name="text-1243 This">
            <a:extLst xmlns:a="http://schemas.openxmlformats.org/drawingml/2006/main">
              <a:ext uri="{FF2B5EF4-FFF2-40B4-BE49-F238E27FC236}">
                <a16:creationId xmlns:a16="http://schemas.microsoft.com/office/drawing/2014/main" id="{1AE72991-B2C4-4678-9750-0F89A3E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053" y="7447713"/>
            <a:ext cx="277468" cy="176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This</a:t>
            </a:r>
          </a:p>
        </p:txBody>
      </p:sp>
      <p:sp>
        <p:nvSpPr>
          <p:cNvPr id="958" name="text-1245 suggests">
            <a:extLst xmlns:a="http://schemas.openxmlformats.org/drawingml/2006/main">
              <a:ext uri="{FF2B5EF4-FFF2-40B4-BE49-F238E27FC236}">
                <a16:creationId xmlns:a16="http://schemas.microsoft.com/office/drawing/2014/main" id="{5A7A864A-E152-46CE-8F5E-FF077294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6318" y="7447676"/>
            <a:ext cx="533948" cy="176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suggests</a:t>
            </a:r>
          </a:p>
        </p:txBody>
      </p:sp>
      <p:sp>
        <p:nvSpPr>
          <p:cNvPr id="959" name="text-1247 a">
            <a:extLst xmlns:a="http://schemas.openxmlformats.org/drawingml/2006/main">
              <a:ext uri="{FF2B5EF4-FFF2-40B4-BE49-F238E27FC236}">
                <a16:creationId xmlns:a16="http://schemas.microsoft.com/office/drawing/2014/main" id="{FB3305FD-2358-41F7-B088-1B6A2065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7031" y="7447523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60" name="text-1249 vindictive">
            <a:extLst xmlns:a="http://schemas.openxmlformats.org/drawingml/2006/main">
              <a:ext uri="{FF2B5EF4-FFF2-40B4-BE49-F238E27FC236}">
                <a16:creationId xmlns:a16="http://schemas.microsoft.com/office/drawing/2014/main" id="{C1698ABF-3A04-4842-8CCE-0CAA089A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082" y="7447788"/>
            <a:ext cx="583339" cy="1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vindictive</a:t>
            </a:r>
          </a:p>
        </p:txBody>
      </p:sp>
      <p:sp>
        <p:nvSpPr>
          <p:cNvPr id="961" name="text-1251 or">
            <a:extLst xmlns:a="http://schemas.openxmlformats.org/drawingml/2006/main">
              <a:ext uri="{FF2B5EF4-FFF2-40B4-BE49-F238E27FC236}">
                <a16:creationId xmlns:a16="http://schemas.microsoft.com/office/drawing/2014/main" id="{0E913C7E-2073-4236-8480-708EC87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161" y="7447463"/>
            <a:ext cx="149603" cy="176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962" name="text-1253 mocking">
            <a:extLst xmlns:a="http://schemas.openxmlformats.org/drawingml/2006/main">
              <a:ext uri="{FF2B5EF4-FFF2-40B4-BE49-F238E27FC236}">
                <a16:creationId xmlns:a16="http://schemas.microsoft.com/office/drawing/2014/main" id="{D59880A9-7236-49AD-9DE0-CFBF841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5199" y="7447583"/>
            <a:ext cx="487737" cy="17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mocking</a:t>
            </a:r>
          </a:p>
        </p:txBody>
      </p:sp>
      <p:sp>
        <p:nvSpPr>
          <p:cNvPr id="963" name="text-1255 attitude">
            <a:extLst xmlns:a="http://schemas.openxmlformats.org/drawingml/2006/main">
              <a:ext uri="{FF2B5EF4-FFF2-40B4-BE49-F238E27FC236}">
                <a16:creationId xmlns:a16="http://schemas.microsoft.com/office/drawing/2014/main" id="{A37455C5-4790-4064-B2C7-04A3939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8672" y="7447669"/>
            <a:ext cx="508834" cy="176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attitude</a:t>
            </a:r>
          </a:p>
        </p:txBody>
      </p:sp>
      <p:sp>
        <p:nvSpPr>
          <p:cNvPr id="964" name="text-1256 .">
            <a:extLst xmlns:a="http://schemas.openxmlformats.org/drawingml/2006/main">
              <a:ext uri="{FF2B5EF4-FFF2-40B4-BE49-F238E27FC236}">
                <a16:creationId xmlns:a16="http://schemas.microsoft.com/office/drawing/2014/main" id="{59F60598-B76A-45C6-BA6E-56DFF262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4578" y="7447534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65" name="text-1258 If">
            <a:extLst xmlns:a="http://schemas.openxmlformats.org/drawingml/2006/main">
              <a:ext uri="{FF2B5EF4-FFF2-40B4-BE49-F238E27FC236}">
                <a16:creationId xmlns:a16="http://schemas.microsoft.com/office/drawing/2014/main" id="{0449F1C7-C29E-4ADB-BF58-3E37D855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010" y="7447801"/>
            <a:ext cx="155291" cy="176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</a:t>
            </a:r>
          </a:p>
        </p:txBody>
      </p:sp>
      <p:sp>
        <p:nvSpPr>
          <p:cNvPr id="966" name="text-1260 the">
            <a:extLst xmlns:a="http://schemas.openxmlformats.org/drawingml/2006/main">
              <a:ext uri="{FF2B5EF4-FFF2-40B4-BE49-F238E27FC236}">
                <a16:creationId xmlns:a16="http://schemas.microsoft.com/office/drawing/2014/main" id="{164B5830-EE02-41B5-8D8B-26F6FDF3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6672" y="7447265"/>
            <a:ext cx="224467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67" name="text-1262 question">
            <a:extLst xmlns:a="http://schemas.openxmlformats.org/drawingml/2006/main">
              <a:ext uri="{FF2B5EF4-FFF2-40B4-BE49-F238E27FC236}">
                <a16:creationId xmlns:a16="http://schemas.microsoft.com/office/drawing/2014/main" id="{C3E70887-CC48-439B-82D6-DB222423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731" y="7601058"/>
            <a:ext cx="510409" cy="176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968" name="text-1264 implies">
            <a:extLst xmlns:a="http://schemas.openxmlformats.org/drawingml/2006/main">
              <a:ext uri="{FF2B5EF4-FFF2-40B4-BE49-F238E27FC236}">
                <a16:creationId xmlns:a16="http://schemas.microsoft.com/office/drawing/2014/main" id="{60C2CD6F-9D6E-4495-B859-5A81572A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004" y="7601160"/>
            <a:ext cx="422570" cy="176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implies</a:t>
            </a:r>
          </a:p>
        </p:txBody>
      </p:sp>
      <p:sp>
        <p:nvSpPr>
          <p:cNvPr id="969" name="text-1266 the">
            <a:extLst xmlns:a="http://schemas.openxmlformats.org/drawingml/2006/main">
              <a:ext uri="{FF2B5EF4-FFF2-40B4-BE49-F238E27FC236}">
                <a16:creationId xmlns:a16="http://schemas.microsoft.com/office/drawing/2014/main" id="{DB620E3B-3A41-4CB6-8FB3-1CAA06C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42" y="7600596"/>
            <a:ext cx="224466" cy="176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70" name="text-1268 clapping">
            <a:extLst xmlns:a="http://schemas.openxmlformats.org/drawingml/2006/main">
              <a:ext uri="{FF2B5EF4-FFF2-40B4-BE49-F238E27FC236}">
                <a16:creationId xmlns:a16="http://schemas.microsoft.com/office/drawing/2014/main" id="{2C278B6E-5C25-472C-B9BF-BB8E0344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996" y="7600696"/>
            <a:ext cx="490107" cy="17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clapping</a:t>
            </a:r>
          </a:p>
        </p:txBody>
      </p:sp>
      <p:sp>
        <p:nvSpPr>
          <p:cNvPr id="971" name="text-1270 is">
            <a:extLst xmlns:a="http://schemas.openxmlformats.org/drawingml/2006/main">
              <a:ext uri="{FF2B5EF4-FFF2-40B4-BE49-F238E27FC236}">
                <a16:creationId xmlns:a16="http://schemas.microsoft.com/office/drawing/2014/main" id="{5D3F665F-F3DE-4145-B5F1-18CDB371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4897" y="7601505"/>
            <a:ext cx="118781" cy="17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72" name="text-1272 insincere">
            <a:extLst xmlns:a="http://schemas.openxmlformats.org/drawingml/2006/main">
              <a:ext uri="{FF2B5EF4-FFF2-40B4-BE49-F238E27FC236}">
                <a16:creationId xmlns:a16="http://schemas.microsoft.com/office/drawing/2014/main" id="{52EEC98A-9C40-4F02-8A02-9CED4FEA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8746" y="7600752"/>
            <a:ext cx="550589" cy="176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insincere</a:t>
            </a:r>
          </a:p>
        </p:txBody>
      </p:sp>
      <p:sp>
        <p:nvSpPr>
          <p:cNvPr id="973" name="text-1274 or">
            <a:extLst xmlns:a="http://schemas.openxmlformats.org/drawingml/2006/main">
              <a:ext uri="{FF2B5EF4-FFF2-40B4-BE49-F238E27FC236}">
                <a16:creationId xmlns:a16="http://schemas.microsoft.com/office/drawing/2014/main" id="{FDCA2B4C-E6D2-4F9F-BD67-D697B0EC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3386" y="7600793"/>
            <a:ext cx="149604" cy="1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974" name="text-1276 part">
            <a:extLst xmlns:a="http://schemas.openxmlformats.org/drawingml/2006/main">
              <a:ext uri="{FF2B5EF4-FFF2-40B4-BE49-F238E27FC236}">
                <a16:creationId xmlns:a16="http://schemas.microsoft.com/office/drawing/2014/main" id="{30981A6C-5CCB-4D69-A2A7-3D404A2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7604" y="7600973"/>
            <a:ext cx="274290" cy="176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part</a:t>
            </a:r>
          </a:p>
        </p:txBody>
      </p:sp>
      <p:sp>
        <p:nvSpPr>
          <p:cNvPr id="975" name="text-1278 of">
            <a:extLst xmlns:a="http://schemas.openxmlformats.org/drawingml/2006/main">
              <a:ext uri="{FF2B5EF4-FFF2-40B4-BE49-F238E27FC236}">
                <a16:creationId xmlns:a16="http://schemas.microsoft.com/office/drawing/2014/main" id="{22D422AC-03DC-4FD7-BFD0-5F278375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6673" y="7600816"/>
            <a:ext cx="153106" cy="176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76" name="text-1280 a">
            <a:extLst xmlns:a="http://schemas.openxmlformats.org/drawingml/2006/main">
              <a:ext uri="{FF2B5EF4-FFF2-40B4-BE49-F238E27FC236}">
                <a16:creationId xmlns:a16="http://schemas.microsoft.com/office/drawing/2014/main" id="{1806912B-8356-4873-8A87-9CCF0274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4265" y="7600854"/>
            <a:ext cx="87166" cy="176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977" name="text-1282 larger">
            <a:extLst xmlns:a="http://schemas.openxmlformats.org/drawingml/2006/main">
              <a:ext uri="{FF2B5EF4-FFF2-40B4-BE49-F238E27FC236}">
                <a16:creationId xmlns:a16="http://schemas.microsoft.com/office/drawing/2014/main" id="{A31EB3EF-39BD-493B-BF4E-F622009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5495" y="7601204"/>
            <a:ext cx="377822" cy="176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larger</a:t>
            </a:r>
          </a:p>
        </p:txBody>
      </p:sp>
      <p:sp>
        <p:nvSpPr>
          <p:cNvPr id="978" name="text-1284 negative">
            <a:extLst xmlns:a="http://schemas.openxmlformats.org/drawingml/2006/main">
              <a:ext uri="{FF2B5EF4-FFF2-40B4-BE49-F238E27FC236}">
                <a16:creationId xmlns:a16="http://schemas.microsoft.com/office/drawing/2014/main" id="{79D6EC72-B1DC-423B-B54B-27AE6A39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043" y="7601364"/>
            <a:ext cx="512207" cy="175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negative</a:t>
            </a:r>
          </a:p>
        </p:txBody>
      </p:sp>
      <p:sp>
        <p:nvSpPr>
          <p:cNvPr id="979" name="text-1286 sentiment,">
            <a:extLst xmlns:a="http://schemas.openxmlformats.org/drawingml/2006/main">
              <a:ext uri="{FF2B5EF4-FFF2-40B4-BE49-F238E27FC236}">
                <a16:creationId xmlns:a16="http://schemas.microsoft.com/office/drawing/2014/main" id="{C43A2E56-E829-42EB-B7B5-16708EF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4440" y="7600809"/>
            <a:ext cx="641345" cy="176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sentiment,</a:t>
            </a:r>
          </a:p>
        </p:txBody>
      </p:sp>
      <p:sp>
        <p:nvSpPr>
          <p:cNvPr id="980" name="text-1288 E">
            <a:extLst xmlns:a="http://schemas.openxmlformats.org/drawingml/2006/main">
              <a:ext uri="{FF2B5EF4-FFF2-40B4-BE49-F238E27FC236}">
                <a16:creationId xmlns:a16="http://schemas.microsoft.com/office/drawing/2014/main" id="{2E4034DA-292A-4AD3-A4EE-B7A21B5A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187" y="7601006"/>
            <a:ext cx="101347" cy="17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981" name="text-1290 fits">
            <a:extLst xmlns:a="http://schemas.openxmlformats.org/drawingml/2006/main">
              <a:ext uri="{FF2B5EF4-FFF2-40B4-BE49-F238E27FC236}">
                <a16:creationId xmlns:a16="http://schemas.microsoft.com/office/drawing/2014/main" id="{45D7B55C-08C0-46DE-BC35-7BEDB020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6040" y="7601023"/>
            <a:ext cx="242564" cy="176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fits</a:t>
            </a:r>
          </a:p>
        </p:txBody>
      </p:sp>
      <p:sp>
        <p:nvSpPr>
          <p:cNvPr id="982" name="text-1292 best">
            <a:extLst xmlns:a="http://schemas.openxmlformats.org/drawingml/2006/main">
              <a:ext uri="{FF2B5EF4-FFF2-40B4-BE49-F238E27FC236}">
                <a16:creationId xmlns:a16="http://schemas.microsoft.com/office/drawing/2014/main" id="{0A8A5F16-FC1C-45D5-87EC-19733AF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3615" y="7601126"/>
            <a:ext cx="286709" cy="17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best</a:t>
            </a:r>
          </a:p>
        </p:txBody>
      </p:sp>
      <p:sp>
        <p:nvSpPr>
          <p:cNvPr id="983" name="text-1293 .">
            <a:extLst xmlns:a="http://schemas.openxmlformats.org/drawingml/2006/main">
              <a:ext uri="{FF2B5EF4-FFF2-40B4-BE49-F238E27FC236}">
                <a16:creationId xmlns:a16="http://schemas.microsoft.com/office/drawing/2014/main" id="{19724245-55B0-49A1-BB9B-653CC26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938" y="7600865"/>
            <a:ext cx="54071" cy="176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9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984" name="text-1295 Answer">
            <a:extLst xmlns:a="http://schemas.openxmlformats.org/drawingml/2006/main">
              <a:ext uri="{FF2B5EF4-FFF2-40B4-BE49-F238E27FC236}">
                <a16:creationId xmlns:a16="http://schemas.microsoft.com/office/drawing/2014/main" id="{0D35CF9F-5B5E-4270-A26E-37A0030D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6549" y="7600650"/>
            <a:ext cx="458861" cy="176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985" name="text-1296 :">
            <a:extLst xmlns:a="http://schemas.openxmlformats.org/drawingml/2006/main">
              <a:ext uri="{FF2B5EF4-FFF2-40B4-BE49-F238E27FC236}">
                <a16:creationId xmlns:a16="http://schemas.microsoft.com/office/drawing/2014/main" id="{016D60D9-9867-477A-B33C-01DCE097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964" y="7600929"/>
            <a:ext cx="60333" cy="176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:</a:t>
            </a:r>
          </a:p>
        </p:txBody>
      </p:sp>
      <p:sp>
        <p:nvSpPr>
          <p:cNvPr id="986" name="text-1298 E">
            <a:extLst xmlns:a="http://schemas.openxmlformats.org/drawingml/2006/main">
              <a:ext uri="{FF2B5EF4-FFF2-40B4-BE49-F238E27FC236}">
                <a16:creationId xmlns:a16="http://schemas.microsoft.com/office/drawing/2014/main" id="{A2FD23D3-AABF-4530-9E13-528E9F63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7199" y="7601006"/>
            <a:ext cx="101347" cy="176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00B05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987" name="text-1300 &lt;Answer&gt;">
            <a:extLst xmlns:a="http://schemas.openxmlformats.org/drawingml/2006/main">
              <a:ext uri="{FF2B5EF4-FFF2-40B4-BE49-F238E27FC236}">
                <a16:creationId xmlns:a16="http://schemas.microsoft.com/office/drawing/2014/main" id="{610ECC48-F43D-419F-97CA-27EDE4F4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169" y="7600548"/>
            <a:ext cx="555589" cy="1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defRPr>
            </a:pPr>
            <a:r>
              <a:rPr sz="995" b="0" i="0">
                <a:solidFill>
                  <a:srgbClr val="7030A0"/>
                </a:solidFill>
                <a:latin typeface="Comic Sans MS"/>
                <a:ea typeface="Comic Sans MS"/>
                <a:cs typeface="Comic Sans MS"/>
              </a:rPr>
              <a:t>&lt;Answer&gt;</a:t>
            </a:r>
          </a:p>
        </p:txBody>
      </p:sp>
      <p:pic>
        <p:nvPic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0DDFB969-3DC8-4FE9-9A3E-3F242749B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f4ca891f74887"/>
          <a:stretch xmlns:a="http://schemas.openxmlformats.org/drawingml/2006/main"/>
        </p:blipFill>
        <p:spPr>
          <a:xfrm xmlns:a="http://schemas.openxmlformats.org/drawingml/2006/main">
            <a:off x="6960322" y="7571742"/>
            <a:ext cx="342900" cy="333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37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2026-10-15T08:07:56.6550000Z</dcterms:created>
  <dcterms:modified xsi:type="dcterms:W3CDTF">2026-10-15T08:07:56.6550000Z</dcterms:modified>
</coreProperties>
</file>